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72" r:id="rId4"/>
    <p:sldId id="258" r:id="rId5"/>
    <p:sldId id="439" r:id="rId6"/>
    <p:sldId id="370" r:id="rId7"/>
    <p:sldId id="450" r:id="rId8"/>
    <p:sldId id="555" r:id="rId9"/>
    <p:sldId id="556" r:id="rId10"/>
    <p:sldId id="557" r:id="rId11"/>
    <p:sldId id="558" r:id="rId12"/>
    <p:sldId id="559" r:id="rId13"/>
    <p:sldId id="573" r:id="rId14"/>
    <p:sldId id="264" r:id="rId15"/>
    <p:sldId id="265" r:id="rId16"/>
    <p:sldId id="266" r:id="rId17"/>
    <p:sldId id="267" r:id="rId18"/>
    <p:sldId id="429" r:id="rId19"/>
    <p:sldId id="413" r:id="rId20"/>
    <p:sldId id="409" r:id="rId21"/>
    <p:sldId id="574" r:id="rId22"/>
    <p:sldId id="561" r:id="rId23"/>
    <p:sldId id="575" r:id="rId24"/>
    <p:sldId id="563" r:id="rId25"/>
    <p:sldId id="576" r:id="rId26"/>
    <p:sldId id="292" r:id="rId27"/>
    <p:sldId id="275" r:id="rId28"/>
    <p:sldId id="363" r:id="rId29"/>
    <p:sldId id="361" r:id="rId30"/>
    <p:sldId id="362" r:id="rId31"/>
    <p:sldId id="566" r:id="rId32"/>
    <p:sldId id="577" r:id="rId33"/>
    <p:sldId id="567" r:id="rId34"/>
    <p:sldId id="578" r:id="rId35"/>
    <p:sldId id="569" r:id="rId36"/>
    <p:sldId id="579" r:id="rId37"/>
    <p:sldId id="580" r:id="rId38"/>
    <p:sldId id="581" r:id="rId39"/>
    <p:sldId id="277" r:id="rId40"/>
    <p:sldId id="582" r:id="rId41"/>
    <p:sldId id="583" r:id="rId42"/>
    <p:sldId id="584" r:id="rId43"/>
    <p:sldId id="585" r:id="rId44"/>
    <p:sldId id="271" r:id="rId45"/>
    <p:sldId id="430" r:id="rId46"/>
    <p:sldId id="337" r:id="rId47"/>
    <p:sldId id="571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F3673F0F-BC0B-4B99-8089-B22D2497C566}">
          <p14:sldIdLst>
            <p14:sldId id="375"/>
            <p14:sldId id="354"/>
            <p14:sldId id="572"/>
            <p14:sldId id="258"/>
            <p14:sldId id="439"/>
            <p14:sldId id="370"/>
            <p14:sldId id="450"/>
            <p14:sldId id="555"/>
            <p14:sldId id="556"/>
            <p14:sldId id="557"/>
            <p14:sldId id="558"/>
            <p14:sldId id="559"/>
            <p14:sldId id="573"/>
            <p14:sldId id="264"/>
            <p14:sldId id="265"/>
            <p14:sldId id="266"/>
            <p14:sldId id="267"/>
            <p14:sldId id="429"/>
            <p14:sldId id="413"/>
            <p14:sldId id="409"/>
            <p14:sldId id="574"/>
            <p14:sldId id="561"/>
            <p14:sldId id="575"/>
            <p14:sldId id="563"/>
            <p14:sldId id="576"/>
            <p14:sldId id="292"/>
            <p14:sldId id="275"/>
            <p14:sldId id="363"/>
            <p14:sldId id="361"/>
            <p14:sldId id="362"/>
            <p14:sldId id="566"/>
            <p14:sldId id="577"/>
            <p14:sldId id="567"/>
            <p14:sldId id="578"/>
            <p14:sldId id="569"/>
            <p14:sldId id="579"/>
            <p14:sldId id="580"/>
            <p14:sldId id="581"/>
          </p14:sldIdLst>
        </p14:section>
        <p14:section name="Seção sem Título" id="{27480C16-F0CD-490F-AB38-93EE20CA0670}">
          <p14:sldIdLst>
            <p14:sldId id="277"/>
            <p14:sldId id="582"/>
            <p14:sldId id="583"/>
            <p14:sldId id="584"/>
            <p14:sldId id="585"/>
            <p14:sldId id="271"/>
            <p14:sldId id="430"/>
            <p14:sldId id="337"/>
            <p14:sldId id="5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E6C35-803C-48C8-8174-94CF09C04719}" v="241" dt="2025-07-27T19:06:47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essoas sentadas em sofá&#10;&#10;O conteúdo gerado por IA pode estar incorreto.">
            <a:extLst>
              <a:ext uri="{FF2B5EF4-FFF2-40B4-BE49-F238E27FC236}">
                <a16:creationId xmlns:a16="http://schemas.microsoft.com/office/drawing/2014/main" id="{6E38E45C-22A4-9CA1-CCD9-6B362C77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" y="0"/>
            <a:ext cx="12188052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813022"/>
            <a:ext cx="1133404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/>
              </a:rPr>
              <a:t>24° DOMINGO DO TEMPO COMUM</a:t>
            </a:r>
            <a:endParaRPr lang="pt-BR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625" y="931669"/>
            <a:ext cx="11836853" cy="527476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BR" sz="5400" b="1" dirty="0">
                <a:ea typeface="+mn-lt"/>
                <a:cs typeface="+mn-lt"/>
              </a:rPr>
              <a:t>COM A IGREJA SUBIREMOS AO ALTAR DO SENHOR</a:t>
            </a:r>
            <a:r>
              <a:rPr lang="pt-BR" sz="5400" b="1" dirty="0"/>
              <a:t> 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TODA A IGREJA AQUI ESTÁ, PARA O ENCONTRO COM DEUS.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ELE MESMO O MARCOU, PARA NÓS, FILHOS SEUS.</a:t>
            </a:r>
            <a:endParaRPr lang="pt-BR" sz="7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625" y="931669"/>
            <a:ext cx="11836853" cy="527476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BR" sz="5400" b="1" dirty="0">
                <a:ea typeface="+mn-lt"/>
                <a:cs typeface="+mn-lt"/>
              </a:rPr>
              <a:t>COM A IGREJA SUBIREMOS AO ALTAR DO SENHOR</a:t>
            </a:r>
            <a:r>
              <a:rPr lang="pt-BR" sz="5400" b="1" dirty="0"/>
              <a:t> 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ENTRE NÓS E O PAI SANTO, ESTÁ JESUS, NOSSO IRMÃO: </a:t>
            </a:r>
          </a:p>
          <a:p>
            <a:pPr algn="l"/>
            <a:r>
              <a:rPr lang="pt-BR" sz="5400" dirty="0">
                <a:ea typeface="Calibri"/>
                <a:cs typeface="Calibri"/>
              </a:rPr>
              <a:t>MEDIADOR, SACERDOTE, NOSSO PONTO DE UNIÃO.</a:t>
            </a:r>
            <a:endParaRPr lang="pt-BR" sz="7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83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396260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GLORIA IN EXCELSIS DEO ET IN TERRA PAX HOMINIBUS BONAE VOLUNTATIS!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829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</a:t>
            </a:r>
          </a:p>
          <a:p>
            <a:pPr algn="just"/>
            <a:r>
              <a:rPr lang="pt-BR" sz="11000" dirty="0"/>
              <a:t>NÓS VOS BENDIZEMOS</a:t>
            </a:r>
          </a:p>
          <a:p>
            <a:pPr algn="just"/>
            <a:r>
              <a:rPr lang="pt-BR" sz="11000" dirty="0"/>
              <a:t>NÓS VOS ADORAMOS,</a:t>
            </a:r>
          </a:p>
          <a:p>
            <a:pPr algn="just"/>
            <a:r>
              <a:rPr lang="pt-BR" sz="11000" dirty="0"/>
              <a:t>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594083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dirty="0"/>
              <a:t>SENHOR JESUS CRISTO, FILHO UNIGÊNITO</a:t>
            </a:r>
          </a:p>
          <a:p>
            <a:pPr algn="l"/>
            <a:r>
              <a:rPr lang="pt-BR" sz="9400" dirty="0"/>
              <a:t>SENHOR DEUS, CORDEIRO DE DEUS, FILHO DE DEUS PAI</a:t>
            </a:r>
            <a:endParaRPr lang="pt-BR" sz="5600" dirty="0"/>
          </a:p>
          <a:p>
            <a:pPr algn="l"/>
            <a:r>
              <a:rPr lang="pt-BR" sz="9600" dirty="0"/>
              <a:t>VÓS QUE TIRAIS O PECADO DO MUNDO,</a:t>
            </a:r>
          </a:p>
          <a:p>
            <a:pPr algn="l"/>
            <a:r>
              <a:rPr lang="pt-BR" sz="96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58352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62845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r>
              <a:rPr lang="pt-BR" sz="9600" dirty="0"/>
              <a:t>COM O ESPÍRITO SANTO NA GLÓRIA DE DEUS PAI.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167482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just"/>
            <a:r>
              <a:rPr lang="pt-BR" sz="7200" b="1" dirty="0"/>
              <a:t>GLORIA IN EXCELSIS DEO ET IN TERRA PAX HOMINIBUS BONAE VOLUNTATIS!</a:t>
            </a:r>
          </a:p>
          <a:p>
            <a:pPr algn="just"/>
            <a:endParaRPr lang="pt-BR" sz="7200" b="1" dirty="0"/>
          </a:p>
          <a:p>
            <a:pPr algn="just"/>
            <a:r>
              <a:rPr lang="pt-BR" sz="7200" b="1" dirty="0"/>
              <a:t>AMÉM! </a:t>
            </a:r>
          </a:p>
        </p:txBody>
      </p:sp>
    </p:spTree>
    <p:extLst>
      <p:ext uri="{BB962C8B-B14F-4D97-AF65-F5344CB8AC3E}">
        <p14:creationId xmlns:p14="http://schemas.microsoft.com/office/powerpoint/2010/main" val="2133320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FELIZ O HOMEM SEM PECADO EM SEU CAMINHO, QUE NA LEI DO SENHOR DEUS VAI PROGREDINDO!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 </a:t>
            </a:r>
          </a:p>
          <a:p>
            <a:endParaRPr lang="pt-BR" sz="4800" b="1" dirty="0"/>
          </a:p>
          <a:p>
            <a:r>
              <a:rPr lang="pt-BR" sz="4800" dirty="0"/>
              <a:t>EU TE LOUVO, Ó PAI SANTO, DEUS DO CÉU, SENHOR DA TERRA: OS MISTÉRIOS DO TEU REINO AOS PEQUENOS, PAI, REVELAS. 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NASCER SOL ATÉ O SEU OCASO, LOUVADO SEJA O NOME DO SENHOR!</a:t>
            </a:r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1. LOUVAI, LOUVAI Ó SERVOS DO SENHOR, LOUVAI, LOUVAI O NOME DO SENHOR! </a:t>
            </a:r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NASCER SOL ATÉ O SEU OCASO, LOUVADO SEJA O NOME DO SENHOR!</a:t>
            </a:r>
          </a:p>
        </p:txBody>
      </p:sp>
    </p:spTree>
    <p:extLst>
      <p:ext uri="{BB962C8B-B14F-4D97-AF65-F5344CB8AC3E}">
        <p14:creationId xmlns:p14="http://schemas.microsoft.com/office/powerpoint/2010/main" val="1309811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2. BENDITO SEJA O NOME DO SENHOR, AGORA E POR TODA ETERNIDADE! </a:t>
            </a:r>
          </a:p>
        </p:txBody>
      </p:sp>
    </p:spTree>
    <p:extLst>
      <p:ext uri="{BB962C8B-B14F-4D97-AF65-F5344CB8AC3E}">
        <p14:creationId xmlns:p14="http://schemas.microsoft.com/office/powerpoint/2010/main" val="141935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NASCER SOL ATÉ O SEU OCASO, LOUVADO SEJA O NOME DO SENHOR!</a:t>
            </a:r>
          </a:p>
        </p:txBody>
      </p:sp>
    </p:spTree>
    <p:extLst>
      <p:ext uri="{BB962C8B-B14F-4D97-AF65-F5344CB8AC3E}">
        <p14:creationId xmlns:p14="http://schemas.microsoft.com/office/powerpoint/2010/main" val="3856499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3. O SENHOR ESTÁ ACIMA DAS NAÇÕES, SUA GLÓRIA VAI ALÉM DOS ALTOS CÉUS! </a:t>
            </a:r>
          </a:p>
        </p:txBody>
      </p:sp>
    </p:spTree>
    <p:extLst>
      <p:ext uri="{BB962C8B-B14F-4D97-AF65-F5344CB8AC3E}">
        <p14:creationId xmlns:p14="http://schemas.microsoft.com/office/powerpoint/2010/main" val="361761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DO NASCER SOL ATÉ O SEU OCASO, LOUVADO SEJA O NOME DO SENHOR!</a:t>
            </a:r>
          </a:p>
        </p:txBody>
      </p:sp>
    </p:spTree>
    <p:extLst>
      <p:ext uri="{BB962C8B-B14F-4D97-AF65-F5344CB8AC3E}">
        <p14:creationId xmlns:p14="http://schemas.microsoft.com/office/powerpoint/2010/main" val="2805187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7" y="22563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7" y="696685"/>
            <a:ext cx="11076214" cy="654594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6500" b="1" dirty="0"/>
              <a:t>SANTO, SANTO, SANTO, SENHOR </a:t>
            </a:r>
          </a:p>
          <a:p>
            <a:pPr algn="l"/>
            <a:r>
              <a:rPr lang="pt-BR" sz="16500" b="1" dirty="0"/>
              <a:t>DEUS DO UNIVERSO</a:t>
            </a:r>
          </a:p>
          <a:p>
            <a:pPr algn="l"/>
            <a:r>
              <a:rPr lang="pt-BR" sz="16500" dirty="0"/>
              <a:t>O CÉU E A TERRA PROCLAMAM A VOSSA GLÓRIA </a:t>
            </a:r>
          </a:p>
          <a:p>
            <a:pPr algn="l"/>
            <a:r>
              <a:rPr lang="pt-BR" sz="16500" dirty="0"/>
              <a:t>HOSANA NAS ALTURAS HOSANA NAS ALTURAS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BENDITO O QUE VEM EM NOME DO SENHOR </a:t>
            </a:r>
          </a:p>
          <a:p>
            <a:pPr algn="l"/>
            <a:r>
              <a:rPr lang="pt-BR" sz="6600" dirty="0"/>
              <a:t>HOSANA NAS ALTURAS  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solidFill>
                  <a:srgbClr val="131313"/>
                </a:solidFill>
              </a:rPr>
              <a:t>FELIZ O HOMEM QUE AMA O SENHOR E SEGUE SEU MANDAMENTO.</a:t>
            </a:r>
          </a:p>
          <a:p>
            <a:pPr algn="l"/>
            <a:r>
              <a:rPr lang="pt-BR" sz="7200" b="1" dirty="0">
                <a:solidFill>
                  <a:srgbClr val="131313"/>
                </a:solidFill>
              </a:rPr>
              <a:t>O SEU CORAÇÃO É REPLETO DE AMOR, DEUS MESMO É SEU ALIMENTO.</a:t>
            </a:r>
          </a:p>
          <a:p>
            <a:pPr algn="l"/>
            <a:endParaRPr lang="pt-BR" sz="87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/>
          </a:bodyPr>
          <a:lstStyle/>
          <a:p>
            <a:pPr algn="l"/>
            <a:r>
              <a:rPr lang="pt-BR" sz="6500" dirty="0">
                <a:solidFill>
                  <a:srgbClr val="131313"/>
                </a:solidFill>
              </a:rPr>
              <a:t>1. FELIZ O QUE ANDA NA LEI DO SENHOR E SEGUE O CAMINHO QUE DEUS LHE INDICOU: TERÁ RECOMPENSA NO REINO DO CÉU, PORQUE MUITO AMOU.</a:t>
            </a:r>
            <a:endParaRPr lang="pt-BR" sz="65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26552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solidFill>
                  <a:srgbClr val="131313"/>
                </a:solidFill>
              </a:rPr>
              <a:t>FELIZ O HOMEM QUE AMA O SENHOR E SEGUE SEU MANDAMENTO.</a:t>
            </a:r>
          </a:p>
          <a:p>
            <a:pPr algn="l"/>
            <a:r>
              <a:rPr lang="pt-BR" sz="7200" b="1" dirty="0">
                <a:solidFill>
                  <a:srgbClr val="131313"/>
                </a:solidFill>
              </a:rPr>
              <a:t>O SEU CORAÇÃO É REPLETO DE AMOR, DEUS MESMO É SEU ALIMENTO.</a:t>
            </a:r>
          </a:p>
          <a:p>
            <a:pPr algn="l"/>
            <a:endParaRPr lang="pt-BR" sz="87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5322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/>
          </a:bodyPr>
          <a:lstStyle/>
          <a:p>
            <a:pPr algn="l"/>
            <a:r>
              <a:rPr lang="pt-BR" sz="6400" dirty="0">
                <a:solidFill>
                  <a:srgbClr val="131313"/>
                </a:solidFill>
              </a:rPr>
              <a:t>2. </a:t>
            </a:r>
            <a:r>
              <a:rPr lang="pt-BR" sz="6500" dirty="0">
                <a:solidFill>
                  <a:srgbClr val="131313"/>
                </a:solidFill>
              </a:rPr>
              <a:t>FELIZ QUEM SE ALEGRA EM SERVIR O IRMÃO, SEGUNDO OS PRECEITOS QUE DEUS LHE ENSINOU: VERÁ MARAVILHAS DE DEUS, O SENHOR, PORQUE MUITO AMOU.</a:t>
            </a:r>
            <a:endParaRPr lang="pt-BR" sz="78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05309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solidFill>
                  <a:srgbClr val="131313"/>
                </a:solidFill>
              </a:rPr>
              <a:t>FELIZ O HOMEM QUE AMA O SENHOR E SEGUE SEU MANDAMENTO.</a:t>
            </a:r>
          </a:p>
          <a:p>
            <a:pPr algn="l"/>
            <a:r>
              <a:rPr lang="pt-BR" sz="7200" b="1" dirty="0">
                <a:solidFill>
                  <a:srgbClr val="131313"/>
                </a:solidFill>
              </a:rPr>
              <a:t>O SEU CORAÇÃO É REPLETO DE AMOR, DEUS MESMO É SEU ALIMENTO.</a:t>
            </a:r>
          </a:p>
          <a:p>
            <a:pPr algn="l"/>
            <a:endParaRPr lang="pt-BR" sz="87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08700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48059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569576"/>
            <a:ext cx="11386320" cy="5718848"/>
          </a:xfrm>
        </p:spPr>
        <p:txBody>
          <a:bodyPr>
            <a:noAutofit/>
          </a:bodyPr>
          <a:lstStyle/>
          <a:p>
            <a:pPr algn="l"/>
            <a:r>
              <a:rPr lang="pt-BR" sz="6500" dirty="0">
                <a:solidFill>
                  <a:srgbClr val="131313"/>
                </a:solidFill>
              </a:rPr>
              <a:t>3. FELIZ QUEM CONFIA NA FORÇA DO BEM, SEGUINDO OS CAMINHOS DA PAZ E O PERDÃO: SERÁ ACOLHIDO NOS BRAÇOS DO PAI, PORQUE MUITO AMOU</a:t>
            </a:r>
            <a:r>
              <a:rPr lang="pt-BR" sz="6500" b="0" i="0" dirty="0">
                <a:solidFill>
                  <a:srgbClr val="131313"/>
                </a:solidFill>
                <a:effectLst/>
              </a:rPr>
              <a:t>.</a:t>
            </a:r>
            <a:endParaRPr lang="pt-BR" sz="65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8215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solidFill>
                  <a:srgbClr val="131313"/>
                </a:solidFill>
              </a:rPr>
              <a:t>FELIZ O HOMEM QUE AMA O SENHOR E SEGUE SEU MANDAMENTO.</a:t>
            </a:r>
          </a:p>
          <a:p>
            <a:pPr algn="l"/>
            <a:r>
              <a:rPr lang="pt-BR" sz="7200" b="1" dirty="0">
                <a:solidFill>
                  <a:srgbClr val="131313"/>
                </a:solidFill>
              </a:rPr>
              <a:t>O SEU CORAÇÃO É REPLETO DE AMOR, DEUS MESMO É SEU ALIMENTO.</a:t>
            </a:r>
          </a:p>
          <a:p>
            <a:pPr algn="l"/>
            <a:endParaRPr lang="pt-BR" sz="87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2660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48059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569576"/>
            <a:ext cx="11386320" cy="5718848"/>
          </a:xfrm>
        </p:spPr>
        <p:txBody>
          <a:bodyPr>
            <a:noAutofit/>
          </a:bodyPr>
          <a:lstStyle/>
          <a:p>
            <a:pPr algn="l"/>
            <a:r>
              <a:rPr lang="pt-BR" sz="6500" dirty="0">
                <a:solidFill>
                  <a:srgbClr val="131313"/>
                </a:solidFill>
              </a:rPr>
              <a:t>4. FELIZ QUEM DÁ GRAÇAS DE BOM CORAÇÃO E ESTENDE SUA MÃO AO SEM VOZ E NEM VEZ: TERÁ NO BANQUETE UM LUGAR PARA SI, PORQUE MUITO AMOU</a:t>
            </a:r>
            <a:r>
              <a:rPr lang="pt-BR" sz="6500" b="0" i="0" dirty="0">
                <a:solidFill>
                  <a:srgbClr val="131313"/>
                </a:solidFill>
                <a:effectLst/>
              </a:rPr>
              <a:t>.</a:t>
            </a:r>
            <a:endParaRPr lang="pt-BR" sz="65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1963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848208"/>
            <a:ext cx="11386320" cy="5718848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solidFill>
                  <a:srgbClr val="131313"/>
                </a:solidFill>
              </a:rPr>
              <a:t>FELIZ O HOMEM QUE AMA O SENHOR E SEGUE SEU MANDAMENTO.</a:t>
            </a:r>
          </a:p>
          <a:p>
            <a:pPr algn="l"/>
            <a:r>
              <a:rPr lang="pt-BR" sz="7200" b="1" dirty="0">
                <a:solidFill>
                  <a:srgbClr val="131313"/>
                </a:solidFill>
              </a:rPr>
              <a:t>O SEU CORAÇÃO É REPLETO DE AMOR, DEUS MESMO É SEU ALIMENTO.</a:t>
            </a:r>
          </a:p>
          <a:p>
            <a:pPr algn="l"/>
            <a:endParaRPr lang="pt-BR" sz="87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0369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dirty="0"/>
              <a:t>GLÓRIA A JESUS, NA HÓSTIA SANTA, </a:t>
            </a:r>
            <a:r>
              <a:rPr lang="pt-BR" sz="6500" b="0" i="0" dirty="0">
                <a:effectLst/>
              </a:rPr>
              <a:t>QUE SE CONSAGRA SOBRE O ALTAR</a:t>
            </a:r>
          </a:p>
          <a:p>
            <a:pPr algn="l"/>
            <a:r>
              <a:rPr lang="pt-BR" sz="6500" dirty="0"/>
              <a:t>E, AOS NOSSOS OLHOS, SE LEVANTA </a:t>
            </a:r>
            <a:r>
              <a:rPr lang="pt-BR" sz="6500" b="0" i="0" dirty="0">
                <a:effectLst/>
              </a:rPr>
              <a:t>PARA O BRASIL ABENÇOAR.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2878834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600" b="1" dirty="0"/>
              <a:t>QUE O SANTO SACRAMENTO QUE É O PRÓPRIO CRISTO JESUS SEJA ADORADO E SEJA AMADO NESSA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8954001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dirty="0"/>
              <a:t>GLÓRIA A JESUS, PRISIONEIRO DO NOSSO AMOR, A ESPERAR</a:t>
            </a:r>
          </a:p>
          <a:p>
            <a:pPr algn="l"/>
            <a:r>
              <a:rPr lang="pt-BR" sz="6500" dirty="0"/>
              <a:t>LÁ NO SACRÁRIO, O DIA INTEIRO QUE O VAMOS TODOS PROCURAR</a:t>
            </a:r>
            <a:r>
              <a:rPr lang="pt-BR" sz="6500" b="0" i="0" dirty="0">
                <a:effectLst/>
              </a:rPr>
              <a:t>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3819894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600" b="1" dirty="0"/>
              <a:t>QUE O SANTO SACRAMENTO QUE É O PRÓPRIO CRISTO JESUS SEJA ADORADO E SEJA AMADO NESSA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926349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b="0" i="0" dirty="0">
                <a:effectLst/>
              </a:rPr>
              <a:t>1. </a:t>
            </a:r>
            <a:r>
              <a:rPr lang="pt-BR" sz="6500" dirty="0"/>
              <a:t>O POVO DE DEUS NO DESERTO ANDAVA, MAS À SUA FRENTE ALGUÉM CAMINHAVA.</a:t>
            </a:r>
          </a:p>
          <a:p>
            <a:pPr algn="l"/>
            <a:r>
              <a:rPr lang="pt-BR" sz="6500" b="0" i="0" dirty="0">
                <a:effectLst/>
              </a:rPr>
              <a:t>O POVO DE DEUS ERA RICO EM NADA, SÓ TINHA ESPERANÇA E O PÓ DA ESTRADA.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600" b="1" dirty="0"/>
              <a:t>TAMBÉM SOU TEU POVO, SENHOR, ESTOU NESSA ESTRADA, SOMENTE A TUA GRAÇA ME BASTA E MAIS NADA.</a:t>
            </a:r>
          </a:p>
        </p:txBody>
      </p:sp>
    </p:spTree>
    <p:extLst>
      <p:ext uri="{BB962C8B-B14F-4D97-AF65-F5344CB8AC3E}">
        <p14:creationId xmlns:p14="http://schemas.microsoft.com/office/powerpoint/2010/main" val="3728429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6500" b="0" i="0" dirty="0">
                <a:effectLst/>
              </a:rPr>
              <a:t>2. </a:t>
            </a:r>
            <a:r>
              <a:rPr lang="pt-BR" sz="6500" dirty="0"/>
              <a:t>O POVO DE DEUS TAMBÉM VACILAVA, E ÀS VEZES CUSTAVA CRER NO AMOR.</a:t>
            </a:r>
          </a:p>
          <a:p>
            <a:pPr algn="l"/>
            <a:r>
              <a:rPr lang="pt-BR" sz="6500" b="0" i="0" dirty="0">
                <a:effectLst/>
              </a:rPr>
              <a:t>O POVO DE DEUS, CHORANDO REZAVA, PEDIA PERDÃO E RECOMEÇAVA.</a:t>
            </a:r>
            <a:endParaRPr lang="pt-BR" sz="6500" b="1" dirty="0"/>
          </a:p>
        </p:txBody>
      </p:sp>
    </p:spTree>
    <p:extLst>
      <p:ext uri="{BB962C8B-B14F-4D97-AF65-F5344CB8AC3E}">
        <p14:creationId xmlns:p14="http://schemas.microsoft.com/office/powerpoint/2010/main" val="10501630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8644</TotalTime>
  <Words>985</Words>
  <Application>Microsoft Office PowerPoint</Application>
  <PresentationFormat>Widescreen</PresentationFormat>
  <Paragraphs>120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118</cp:revision>
  <dcterms:created xsi:type="dcterms:W3CDTF">2023-05-06T17:01:55Z</dcterms:created>
  <dcterms:modified xsi:type="dcterms:W3CDTF">2026-09-12T19:37:49Z</dcterms:modified>
</cp:coreProperties>
</file>