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416" r:id="rId4"/>
    <p:sldId id="417" r:id="rId5"/>
    <p:sldId id="418" r:id="rId6"/>
    <p:sldId id="330" r:id="rId7"/>
    <p:sldId id="259" r:id="rId8"/>
    <p:sldId id="395" r:id="rId9"/>
    <p:sldId id="396" r:id="rId10"/>
    <p:sldId id="353" r:id="rId11"/>
    <p:sldId id="331" r:id="rId12"/>
    <p:sldId id="262" r:id="rId13"/>
    <p:sldId id="397" r:id="rId14"/>
    <p:sldId id="263" r:id="rId15"/>
    <p:sldId id="283" r:id="rId16"/>
    <p:sldId id="264" r:id="rId17"/>
    <p:sldId id="265" r:id="rId18"/>
    <p:sldId id="290" r:id="rId19"/>
    <p:sldId id="361" r:id="rId20"/>
    <p:sldId id="323" r:id="rId21"/>
    <p:sldId id="269" r:id="rId22"/>
    <p:sldId id="419" r:id="rId23"/>
    <p:sldId id="420" r:id="rId24"/>
    <p:sldId id="422" r:id="rId25"/>
    <p:sldId id="421" r:id="rId26"/>
    <p:sldId id="271" r:id="rId27"/>
    <p:sldId id="272" r:id="rId28"/>
    <p:sldId id="273" r:id="rId29"/>
    <p:sldId id="286" r:id="rId30"/>
    <p:sldId id="275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431" r:id="rId40"/>
    <p:sldId id="432" r:id="rId41"/>
    <p:sldId id="383" r:id="rId42"/>
    <p:sldId id="433" r:id="rId43"/>
    <p:sldId id="435" r:id="rId44"/>
    <p:sldId id="434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B0FD460-EB63-4A49-A95A-1C3A469AB2E7}"/>
    <pc:docChg chg="undo custSel addSld delSld modSld sldOrd">
      <pc:chgData name="anaclaracosta116@gmail.com" userId="a793634777582c92" providerId="LiveId" clId="{EB0FD460-EB63-4A49-A95A-1C3A469AB2E7}" dt="2023-06-03T19:31:54.031" v="131" actId="27636"/>
      <pc:docMkLst>
        <pc:docMk/>
      </pc:docMkLst>
      <pc:sldChg chg="modSp mod">
        <pc:chgData name="anaclaracosta116@gmail.com" userId="a793634777582c92" providerId="LiveId" clId="{EB0FD460-EB63-4A49-A95A-1C3A469AB2E7}" dt="2023-06-03T19:11:54.663" v="2" actId="113"/>
        <pc:sldMkLst>
          <pc:docMk/>
          <pc:sldMk cId="2451993942" sldId="278"/>
        </pc:sldMkLst>
        <pc:spChg chg="mod">
          <ac:chgData name="anaclaracosta116@gmail.com" userId="a793634777582c92" providerId="LiveId" clId="{EB0FD460-EB63-4A49-A95A-1C3A469AB2E7}" dt="2023-06-03T19:11:54.663" v="2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">
        <pc:chgData name="anaclaracosta116@gmail.com" userId="a793634777582c92" providerId="LiveId" clId="{EB0FD460-EB63-4A49-A95A-1C3A469AB2E7}" dt="2023-06-03T19:16:34.403" v="10" actId="22"/>
        <pc:sldMkLst>
          <pc:docMk/>
          <pc:sldMk cId="887139133" sldId="287"/>
        </pc:sldMkLst>
        <pc:spChg chg="add del">
          <ac:chgData name="anaclaracosta116@gmail.com" userId="a793634777582c92" providerId="LiveId" clId="{EB0FD460-EB63-4A49-A95A-1C3A469AB2E7}" dt="2023-06-03T19:16:34.403" v="10" actId="22"/>
          <ac:spMkLst>
            <pc:docMk/>
            <pc:sldMk cId="887139133" sldId="287"/>
            <ac:spMk id="5" creationId="{852B53DF-F299-8F35-6567-2061A36CA6EF}"/>
          </ac:spMkLst>
        </pc:spChg>
      </pc:sldChg>
      <pc:sldChg chg="ord">
        <pc:chgData name="anaclaracosta116@gmail.com" userId="a793634777582c92" providerId="LiveId" clId="{EB0FD460-EB63-4A49-A95A-1C3A469AB2E7}" dt="2023-06-03T19:16:45.565" v="16"/>
        <pc:sldMkLst>
          <pc:docMk/>
          <pc:sldMk cId="2729646799" sldId="302"/>
        </pc:sldMkLst>
      </pc:sldChg>
      <pc:sldChg chg="modSp mod">
        <pc:chgData name="anaclaracosta116@gmail.com" userId="a793634777582c92" providerId="LiveId" clId="{EB0FD460-EB63-4A49-A95A-1C3A469AB2E7}" dt="2023-06-03T19:15:29.917" v="5" actId="113"/>
        <pc:sldMkLst>
          <pc:docMk/>
          <pc:sldMk cId="3765462785" sldId="304"/>
        </pc:sldMkLst>
        <pc:spChg chg="mod">
          <ac:chgData name="anaclaracosta116@gmail.com" userId="a793634777582c92" providerId="LiveId" clId="{EB0FD460-EB63-4A49-A95A-1C3A469AB2E7}" dt="2023-06-03T19:15:29.917" v="5" actId="113"/>
          <ac:spMkLst>
            <pc:docMk/>
            <pc:sldMk cId="3765462785" sldId="3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B0FD460-EB63-4A49-A95A-1C3A469AB2E7}" dt="2023-06-03T19:19:32.547" v="24" actId="2696"/>
        <pc:sldMkLst>
          <pc:docMk/>
          <pc:sldMk cId="3361783429" sldId="312"/>
        </pc:sldMkLst>
      </pc:sldChg>
      <pc:sldChg chg="del">
        <pc:chgData name="anaclaracosta116@gmail.com" userId="a793634777582c92" providerId="LiveId" clId="{EB0FD460-EB63-4A49-A95A-1C3A469AB2E7}" dt="2023-06-03T19:19:28.504" v="23" actId="2696"/>
        <pc:sldMkLst>
          <pc:docMk/>
          <pc:sldMk cId="1398549785" sldId="313"/>
        </pc:sldMkLst>
      </pc:sldChg>
      <pc:sldChg chg="modSp add mod">
        <pc:chgData name="anaclaracosta116@gmail.com" userId="a793634777582c92" providerId="LiveId" clId="{EB0FD460-EB63-4A49-A95A-1C3A469AB2E7}" dt="2023-06-03T19:16:10.529" v="8" actId="113"/>
        <pc:sldMkLst>
          <pc:docMk/>
          <pc:sldMk cId="1681448279" sldId="314"/>
        </pc:sldMkLst>
        <pc:spChg chg="mod">
          <ac:chgData name="anaclaracosta116@gmail.com" userId="a793634777582c92" providerId="LiveId" clId="{EB0FD460-EB63-4A49-A95A-1C3A469AB2E7}" dt="2023-06-03T19:16:10.529" v="8" actId="113"/>
          <ac:spMkLst>
            <pc:docMk/>
            <pc:sldMk cId="1681448279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05.164" v="57" actId="20577"/>
        <pc:sldMkLst>
          <pc:docMk/>
          <pc:sldMk cId="3382839209" sldId="315"/>
        </pc:sldMkLst>
        <pc:spChg chg="mod">
          <ac:chgData name="anaclaracosta116@gmail.com" userId="a793634777582c92" providerId="LiveId" clId="{EB0FD460-EB63-4A49-A95A-1C3A469AB2E7}" dt="2023-06-03T19:25:05.164" v="57" actId="20577"/>
          <ac:spMkLst>
            <pc:docMk/>
            <pc:sldMk cId="3382839209" sldId="315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3:13.555" v="32" actId="113"/>
          <ac:spMkLst>
            <pc:docMk/>
            <pc:sldMk cId="3382839209" sldId="31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B0FD460-EB63-4A49-A95A-1C3A469AB2E7}" dt="2023-06-03T19:16:41.959" v="14" actId="2890"/>
        <pc:sldMkLst>
          <pc:docMk/>
          <pc:sldMk cId="1472319447" sldId="316"/>
        </pc:sldMkLst>
      </pc:sldChg>
      <pc:sldChg chg="add del">
        <pc:chgData name="anaclaracosta116@gmail.com" userId="a793634777582c92" providerId="LiveId" clId="{EB0FD460-EB63-4A49-A95A-1C3A469AB2E7}" dt="2023-06-03T19:19:20.629" v="22" actId="2696"/>
        <pc:sldMkLst>
          <pc:docMk/>
          <pc:sldMk cId="1667874591" sldId="317"/>
        </pc:sldMkLst>
      </pc:sldChg>
      <pc:sldChg chg="add del">
        <pc:chgData name="anaclaracosta116@gmail.com" userId="a793634777582c92" providerId="LiveId" clId="{EB0FD460-EB63-4A49-A95A-1C3A469AB2E7}" dt="2023-06-03T19:19:20.271" v="21" actId="2696"/>
        <pc:sldMkLst>
          <pc:docMk/>
          <pc:sldMk cId="2229035475" sldId="318"/>
        </pc:sldMkLst>
      </pc:sldChg>
      <pc:sldChg chg="modSp add mod">
        <pc:chgData name="anaclaracosta116@gmail.com" userId="a793634777582c92" providerId="LiveId" clId="{EB0FD460-EB63-4A49-A95A-1C3A469AB2E7}" dt="2023-06-03T19:25:13.090" v="68" actId="20577"/>
        <pc:sldMkLst>
          <pc:docMk/>
          <pc:sldMk cId="1092484604" sldId="319"/>
        </pc:sldMkLst>
        <pc:spChg chg="mod">
          <ac:chgData name="anaclaracosta116@gmail.com" userId="a793634777582c92" providerId="LiveId" clId="{EB0FD460-EB63-4A49-A95A-1C3A469AB2E7}" dt="2023-06-03T19:25:13.090" v="68" actId="20577"/>
          <ac:spMkLst>
            <pc:docMk/>
            <pc:sldMk cId="1092484604" sldId="319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2:56.580" v="30" actId="113"/>
          <ac:spMkLst>
            <pc:docMk/>
            <pc:sldMk cId="1092484604" sldId="31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20.653" v="79" actId="20577"/>
        <pc:sldMkLst>
          <pc:docMk/>
          <pc:sldMk cId="3008358089" sldId="320"/>
        </pc:sldMkLst>
        <pc:spChg chg="mod">
          <ac:chgData name="anaclaracosta116@gmail.com" userId="a793634777582c92" providerId="LiveId" clId="{EB0FD460-EB63-4A49-A95A-1C3A469AB2E7}" dt="2023-06-03T19:25:20.653" v="79" actId="20577"/>
          <ac:spMkLst>
            <pc:docMk/>
            <pc:sldMk cId="3008358089" sldId="320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18.482" v="44" actId="27636"/>
          <ac:spMkLst>
            <pc:docMk/>
            <pc:sldMk cId="3008358089" sldId="32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39.905" v="90" actId="20577"/>
        <pc:sldMkLst>
          <pc:docMk/>
          <pc:sldMk cId="2374796126" sldId="321"/>
        </pc:sldMkLst>
        <pc:spChg chg="mod">
          <ac:chgData name="anaclaracosta116@gmail.com" userId="a793634777582c92" providerId="LiveId" clId="{EB0FD460-EB63-4A49-A95A-1C3A469AB2E7}" dt="2023-06-03T19:25:39.905" v="90" actId="20577"/>
          <ac:spMkLst>
            <pc:docMk/>
            <pc:sldMk cId="2374796126" sldId="321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51.904" v="46"/>
          <ac:spMkLst>
            <pc:docMk/>
            <pc:sldMk cId="2374796126" sldId="32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EB0FD460-EB63-4A49-A95A-1C3A469AB2E7}" dt="2023-06-03T19:29:41.798" v="123" actId="27636"/>
        <pc:sldMkLst>
          <pc:docMk/>
          <pc:sldMk cId="3785482088" sldId="322"/>
        </pc:sldMkLst>
        <pc:spChg chg="mod">
          <ac:chgData name="anaclaracosta116@gmail.com" userId="a793634777582c92" providerId="LiveId" clId="{EB0FD460-EB63-4A49-A95A-1C3A469AB2E7}" dt="2023-06-03T19:29:28.258" v="120" actId="1076"/>
          <ac:spMkLst>
            <pc:docMk/>
            <pc:sldMk cId="3785482088" sldId="322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9:41.798" v="123" actId="27636"/>
          <ac:spMkLst>
            <pc:docMk/>
            <pc:sldMk cId="3785482088" sldId="322"/>
            <ac:spMk id="3" creationId="{FC8F7E34-DB8C-1CEE-BAF4-E537563F9CD2}"/>
          </ac:spMkLst>
        </pc:spChg>
        <pc:picChg chg="add del mod">
          <ac:chgData name="anaclaracosta116@gmail.com" userId="a793634777582c92" providerId="LiveId" clId="{EB0FD460-EB63-4A49-A95A-1C3A469AB2E7}" dt="2023-06-03T19:28:34.138" v="114"/>
          <ac:picMkLst>
            <pc:docMk/>
            <pc:sldMk cId="3785482088" sldId="322"/>
            <ac:picMk id="4" creationId="{595307FD-148F-6A8A-6AF7-B28F611E9733}"/>
          </ac:picMkLst>
        </pc:picChg>
      </pc:sldChg>
      <pc:sldChg chg="add ord">
        <pc:chgData name="anaclaracosta116@gmail.com" userId="a793634777582c92" providerId="LiveId" clId="{EB0FD460-EB63-4A49-A95A-1C3A469AB2E7}" dt="2023-06-03T19:26:29.698" v="96"/>
        <pc:sldMkLst>
          <pc:docMk/>
          <pc:sldMk cId="1280815056" sldId="323"/>
        </pc:sldMkLst>
      </pc:sldChg>
      <pc:sldChg chg="modSp add mod">
        <pc:chgData name="anaclaracosta116@gmail.com" userId="a793634777582c92" providerId="LiveId" clId="{EB0FD460-EB63-4A49-A95A-1C3A469AB2E7}" dt="2023-06-03T19:30:47.024" v="127"/>
        <pc:sldMkLst>
          <pc:docMk/>
          <pc:sldMk cId="2915044807" sldId="324"/>
        </pc:sldMkLst>
        <pc:spChg chg="mod">
          <ac:chgData name="anaclaracosta116@gmail.com" userId="a793634777582c92" providerId="LiveId" clId="{EB0FD460-EB63-4A49-A95A-1C3A469AB2E7}" dt="2023-06-03T19:30:47.024" v="127"/>
          <ac:spMkLst>
            <pc:docMk/>
            <pc:sldMk cId="2915044807" sldId="3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33.883" v="129" actId="27636"/>
        <pc:sldMkLst>
          <pc:docMk/>
          <pc:sldMk cId="3871022869" sldId="325"/>
        </pc:sldMkLst>
        <pc:spChg chg="mod">
          <ac:chgData name="anaclaracosta116@gmail.com" userId="a793634777582c92" providerId="LiveId" clId="{EB0FD460-EB63-4A49-A95A-1C3A469AB2E7}" dt="2023-06-03T19:31:33.883" v="129" actId="27636"/>
          <ac:spMkLst>
            <pc:docMk/>
            <pc:sldMk cId="3871022869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54.031" v="131" actId="27636"/>
        <pc:sldMkLst>
          <pc:docMk/>
          <pc:sldMk cId="2091890128" sldId="326"/>
        </pc:sldMkLst>
        <pc:spChg chg="mod">
          <ac:chgData name="anaclaracosta116@gmail.com" userId="a793634777582c92" providerId="LiveId" clId="{EB0FD460-EB63-4A49-A95A-1C3A469AB2E7}" dt="2023-06-03T19:31:54.031" v="131" actId="27636"/>
          <ac:spMkLst>
            <pc:docMk/>
            <pc:sldMk cId="2091890128" sldId="32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25B314C9-18AF-477A-A391-AB7E28DF2081}"/>
    <pc:docChg chg="custSel addSld delSld modSld sldOrd">
      <pc:chgData name="anaclaracosta116@gmail.com" userId="a793634777582c92" providerId="LiveId" clId="{25B314C9-18AF-477A-A391-AB7E28DF2081}" dt="2024-05-25T20:02:27.984" v="396" actId="27636"/>
      <pc:docMkLst>
        <pc:docMk/>
      </pc:docMkLst>
      <pc:sldChg chg="addSp modSp mod ord">
        <pc:chgData name="anaclaracosta116@gmail.com" userId="a793634777582c92" providerId="LiveId" clId="{25B314C9-18AF-477A-A391-AB7E28DF2081}" dt="2024-05-25T19:05:59.975" v="345" actId="1076"/>
        <pc:sldMkLst>
          <pc:docMk/>
          <pc:sldMk cId="4192705753" sldId="258"/>
        </pc:sldMkLst>
        <pc:spChg chg="mod">
          <ac:chgData name="anaclaracosta116@gmail.com" userId="a793634777582c92" providerId="LiveId" clId="{25B314C9-18AF-477A-A391-AB7E28DF2081}" dt="2024-05-25T19:03:26.185" v="283" actId="207"/>
          <ac:spMkLst>
            <pc:docMk/>
            <pc:sldMk cId="4192705753" sldId="258"/>
            <ac:spMk id="2" creationId="{9E54A745-F7E1-3C86-F83C-1FFF7E55BED7}"/>
          </ac:spMkLst>
        </pc:spChg>
        <pc:spChg chg="add mod">
          <ac:chgData name="anaclaracosta116@gmail.com" userId="a793634777582c92" providerId="LiveId" clId="{25B314C9-18AF-477A-A391-AB7E28DF2081}" dt="2024-05-25T19:05:59.975" v="345" actId="1076"/>
          <ac:spMkLst>
            <pc:docMk/>
            <pc:sldMk cId="4192705753" sldId="258"/>
            <ac:spMk id="6" creationId="{B53E799C-D351-C4FF-99FC-98D1054A48D6}"/>
          </ac:spMkLst>
        </pc:spChg>
        <pc:picChg chg="add">
          <ac:chgData name="anaclaracosta116@gmail.com" userId="a793634777582c92" providerId="LiveId" clId="{25B314C9-18AF-477A-A391-AB7E28DF2081}" dt="2024-05-25T19:02:11.605" v="199"/>
          <ac:picMkLst>
            <pc:docMk/>
            <pc:sldMk cId="4192705753" sldId="258"/>
            <ac:picMk id="3" creationId="{1CD983F5-1761-FE3E-A111-14926C583E15}"/>
          </ac:picMkLst>
        </pc:picChg>
        <pc:picChg chg="add">
          <ac:chgData name="anaclaracosta116@gmail.com" userId="a793634777582c92" providerId="LiveId" clId="{25B314C9-18AF-477A-A391-AB7E28DF2081}" dt="2024-05-25T19:02:32.445" v="200"/>
          <ac:picMkLst>
            <pc:docMk/>
            <pc:sldMk cId="4192705753" sldId="258"/>
            <ac:picMk id="4" creationId="{E781F76E-F044-3728-287E-AE725A42F8A9}"/>
          </ac:picMkLst>
        </pc:picChg>
        <pc:picChg chg="add mod ord">
          <ac:chgData name="anaclaracosta116@gmail.com" userId="a793634777582c92" providerId="LiveId" clId="{25B314C9-18AF-477A-A391-AB7E28DF2081}" dt="2024-05-25T19:03:04.545" v="205" actId="167"/>
          <ac:picMkLst>
            <pc:docMk/>
            <pc:sldMk cId="4192705753" sldId="258"/>
            <ac:picMk id="5" creationId="{36AE30DB-294B-B9E0-6381-ECFAE9288626}"/>
          </ac:picMkLst>
        </pc:picChg>
      </pc:sldChg>
      <pc:sldChg chg="modSp mod">
        <pc:chgData name="anaclaracosta116@gmail.com" userId="a793634777582c92" providerId="LiveId" clId="{25B314C9-18AF-477A-A391-AB7E28DF2081}" dt="2024-05-25T18:52:17.268" v="28" actId="20577"/>
        <pc:sldMkLst>
          <pc:docMk/>
          <pc:sldMk cId="2490480151" sldId="259"/>
        </pc:sldMkLst>
        <pc:spChg chg="mod">
          <ac:chgData name="anaclaracosta116@gmail.com" userId="a793634777582c92" providerId="LiveId" clId="{25B314C9-18AF-477A-A391-AB7E28DF2081}" dt="2024-05-25T18:52:17.268" v="2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00.746" v="5" actId="403"/>
        <pc:sldMkLst>
          <pc:docMk/>
          <pc:sldMk cId="3868190215" sldId="262"/>
        </pc:sldMkLst>
        <pc:spChg chg="mod">
          <ac:chgData name="anaclaracosta116@gmail.com" userId="a793634777582c92" providerId="LiveId" clId="{25B314C9-18AF-477A-A391-AB7E28DF2081}" dt="2024-05-25T18:52:00.746" v="5" actId="40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27.255" v="34" actId="27636"/>
        <pc:sldMkLst>
          <pc:docMk/>
          <pc:sldMk cId="1799863211" sldId="263"/>
        </pc:sldMkLst>
        <pc:spChg chg="mod">
          <ac:chgData name="anaclaracosta116@gmail.com" userId="a793634777582c92" providerId="LiveId" clId="{25B314C9-18AF-477A-A391-AB7E28DF2081}" dt="2024-05-25T18:52:27.255" v="3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3:58.473" v="106" actId="27636"/>
        <pc:sldMkLst>
          <pc:docMk/>
          <pc:sldMk cId="3388034860" sldId="265"/>
        </pc:sldMkLst>
        <pc:spChg chg="mod">
          <ac:chgData name="anaclaracosta116@gmail.com" userId="a793634777582c92" providerId="LiveId" clId="{25B314C9-18AF-477A-A391-AB7E28DF2081}" dt="2024-05-25T18:53:58.473" v="106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4:19.216" v="108" actId="5793"/>
        <pc:sldMkLst>
          <pc:docMk/>
          <pc:sldMk cId="2671817442" sldId="267"/>
        </pc:sldMkLst>
        <pc:spChg chg="mod">
          <ac:chgData name="anaclaracosta116@gmail.com" userId="a793634777582c92" providerId="LiveId" clId="{25B314C9-18AF-477A-A391-AB7E28DF2081}" dt="2024-05-25T18:54:19.216" v="108" actId="5793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41.488" v="113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25B314C9-18AF-477A-A391-AB7E28DF2081}" dt="2024-05-25T20:00:45.936" v="354" actId="27636"/>
        <pc:sldMkLst>
          <pc:docMk/>
          <pc:sldMk cId="2786277918" sldId="269"/>
        </pc:sldMkLst>
        <pc:spChg chg="mod">
          <ac:chgData name="anaclaracosta116@gmail.com" userId="a793634777582c92" providerId="LiveId" clId="{25B314C9-18AF-477A-A391-AB7E28DF2081}" dt="2024-05-25T20:00:45.936" v="354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5:03.167" v="124" actId="20577"/>
        <pc:sldMkLst>
          <pc:docMk/>
          <pc:sldMk cId="1261703118" sldId="272"/>
        </pc:sldMkLst>
        <pc:spChg chg="mod">
          <ac:chgData name="anaclaracosta116@gmail.com" userId="a793634777582c92" providerId="LiveId" clId="{25B314C9-18AF-477A-A391-AB7E28DF2081}" dt="2024-05-25T18:55:03.167" v="124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9:09.512" v="178" actId="113"/>
        <pc:sldMkLst>
          <pc:docMk/>
          <pc:sldMk cId="2451993942" sldId="278"/>
        </pc:sldMkLst>
        <pc:spChg chg="mod">
          <ac:chgData name="anaclaracosta116@gmail.com" userId="a793634777582c92" providerId="LiveId" clId="{25B314C9-18AF-477A-A391-AB7E28DF2081}" dt="2024-05-25T18:59:09.512" v="178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5:41.101" v="127" actId="2696"/>
        <pc:sldMkLst>
          <pc:docMk/>
          <pc:sldMk cId="887139133" sldId="287"/>
        </pc:sldMkLst>
      </pc:sldChg>
      <pc:sldChg chg="del">
        <pc:chgData name="anaclaracosta116@gmail.com" userId="a793634777582c92" providerId="LiveId" clId="{25B314C9-18AF-477A-A391-AB7E28DF2081}" dt="2024-05-25T19:29:27.541" v="348" actId="2696"/>
        <pc:sldMkLst>
          <pc:docMk/>
          <pc:sldMk cId="1070008241" sldId="288"/>
        </pc:sldMkLst>
      </pc:sldChg>
      <pc:sldChg chg="del">
        <pc:chgData name="anaclaracosta116@gmail.com" userId="a793634777582c92" providerId="LiveId" clId="{25B314C9-18AF-477A-A391-AB7E28DF2081}" dt="2024-05-25T18:59:59.827" v="183" actId="2696"/>
        <pc:sldMkLst>
          <pc:docMk/>
          <pc:sldMk cId="3765462785" sldId="304"/>
        </pc:sldMkLst>
      </pc:sldChg>
      <pc:sldChg chg="modSp mod">
        <pc:chgData name="anaclaracosta116@gmail.com" userId="a793634777582c92" providerId="LiveId" clId="{25B314C9-18AF-477A-A391-AB7E28DF2081}" dt="2024-05-25T19:29:22.540" v="347"/>
        <pc:sldMkLst>
          <pc:docMk/>
          <pc:sldMk cId="463893758" sldId="305"/>
        </pc:sldMkLst>
        <pc:spChg chg="mod">
          <ac:chgData name="anaclaracosta116@gmail.com" userId="a793634777582c92" providerId="LiveId" clId="{25B314C9-18AF-477A-A391-AB7E28DF2081}" dt="2024-05-25T19:29:22.540" v="347"/>
          <ac:spMkLst>
            <pc:docMk/>
            <pc:sldMk cId="463893758" sldId="30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1:45.779" v="378" actId="403"/>
        <pc:sldMkLst>
          <pc:docMk/>
          <pc:sldMk cId="1468322957" sldId="308"/>
        </pc:sldMkLst>
        <pc:spChg chg="mod">
          <ac:chgData name="anaclaracosta116@gmail.com" userId="a793634777582c92" providerId="LiveId" clId="{25B314C9-18AF-477A-A391-AB7E28DF2081}" dt="2024-05-25T20:01:45.779" v="378" actId="403"/>
          <ac:spMkLst>
            <pc:docMk/>
            <pc:sldMk cId="1468322957" sldId="3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2:27.984" v="396" actId="27636"/>
        <pc:sldMkLst>
          <pc:docMk/>
          <pc:sldMk cId="3628164904" sldId="309"/>
        </pc:sldMkLst>
        <pc:spChg chg="mod">
          <ac:chgData name="anaclaracosta116@gmail.com" userId="a793634777582c92" providerId="LiveId" clId="{25B314C9-18AF-477A-A391-AB7E28DF2081}" dt="2024-05-25T20:02:27.984" v="396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9:14.863" v="179" actId="2696"/>
        <pc:sldMkLst>
          <pc:docMk/>
          <pc:sldMk cId="1681448279" sldId="314"/>
        </pc:sldMkLst>
      </pc:sldChg>
      <pc:sldChg chg="del">
        <pc:chgData name="anaclaracosta116@gmail.com" userId="a793634777582c92" providerId="LiveId" clId="{25B314C9-18AF-477A-A391-AB7E28DF2081}" dt="2024-05-25T18:55:51.285" v="129" actId="2696"/>
        <pc:sldMkLst>
          <pc:docMk/>
          <pc:sldMk cId="3382839209" sldId="315"/>
        </pc:sldMkLst>
      </pc:sldChg>
      <pc:sldChg chg="del">
        <pc:chgData name="anaclaracosta116@gmail.com" userId="a793634777582c92" providerId="LiveId" clId="{25B314C9-18AF-477A-A391-AB7E28DF2081}" dt="2024-05-25T18:55:43.763" v="128" actId="2696"/>
        <pc:sldMkLst>
          <pc:docMk/>
          <pc:sldMk cId="1472319447" sldId="316"/>
        </pc:sldMkLst>
      </pc:sldChg>
      <pc:sldChg chg="del">
        <pc:chgData name="anaclaracosta116@gmail.com" userId="a793634777582c92" providerId="LiveId" clId="{25B314C9-18AF-477A-A391-AB7E28DF2081}" dt="2024-05-25T18:55:37.906" v="126" actId="2696"/>
        <pc:sldMkLst>
          <pc:docMk/>
          <pc:sldMk cId="1667874591" sldId="317"/>
        </pc:sldMkLst>
      </pc:sldChg>
      <pc:sldChg chg="del">
        <pc:chgData name="anaclaracosta116@gmail.com" userId="a793634777582c92" providerId="LiveId" clId="{25B314C9-18AF-477A-A391-AB7E28DF2081}" dt="2024-05-25T18:55:33.030" v="125" actId="2696"/>
        <pc:sldMkLst>
          <pc:docMk/>
          <pc:sldMk cId="2229035475" sldId="318"/>
        </pc:sldMkLst>
      </pc:sldChg>
      <pc:sldChg chg="del">
        <pc:chgData name="anaclaracosta116@gmail.com" userId="a793634777582c92" providerId="LiveId" clId="{25B314C9-18AF-477A-A391-AB7E28DF2081}" dt="2024-05-25T18:55:55.893" v="130" actId="2696"/>
        <pc:sldMkLst>
          <pc:docMk/>
          <pc:sldMk cId="1092484604" sldId="319"/>
        </pc:sldMkLst>
      </pc:sldChg>
      <pc:sldChg chg="del">
        <pc:chgData name="anaclaracosta116@gmail.com" userId="a793634777582c92" providerId="LiveId" clId="{25B314C9-18AF-477A-A391-AB7E28DF2081}" dt="2024-05-25T18:55:58.730" v="131" actId="2696"/>
        <pc:sldMkLst>
          <pc:docMk/>
          <pc:sldMk cId="3008358089" sldId="320"/>
        </pc:sldMkLst>
      </pc:sldChg>
      <pc:sldChg chg="del">
        <pc:chgData name="anaclaracosta116@gmail.com" userId="a793634777582c92" providerId="LiveId" clId="{25B314C9-18AF-477A-A391-AB7E28DF2081}" dt="2024-05-25T18:56:02.172" v="132" actId="2696"/>
        <pc:sldMkLst>
          <pc:docMk/>
          <pc:sldMk cId="2374796126" sldId="321"/>
        </pc:sldMkLst>
      </pc:sldChg>
      <pc:sldChg chg="del">
        <pc:chgData name="anaclaracosta116@gmail.com" userId="a793634777582c92" providerId="LiveId" clId="{25B314C9-18AF-477A-A391-AB7E28DF2081}" dt="2024-05-25T18:54:27.929" v="109" actId="2696"/>
        <pc:sldMkLst>
          <pc:docMk/>
          <pc:sldMk cId="3785482088" sldId="322"/>
        </pc:sldMkLst>
      </pc:sldChg>
      <pc:sldChg chg="modSp add mod ord">
        <pc:chgData name="anaclaracosta116@gmail.com" userId="a793634777582c92" providerId="LiveId" clId="{25B314C9-18AF-477A-A391-AB7E28DF2081}" dt="2024-05-25T18:57:58.274" v="175" actId="20577"/>
        <pc:sldMkLst>
          <pc:docMk/>
          <pc:sldMk cId="1624351481" sldId="324"/>
        </pc:sldMkLst>
        <pc:spChg chg="mod">
          <ac:chgData name="anaclaracosta116@gmail.com" userId="a793634777582c92" providerId="LiveId" clId="{25B314C9-18AF-477A-A391-AB7E28DF2081}" dt="2024-05-25T18:57:58.274" v="175" actId="20577"/>
          <ac:spMkLst>
            <pc:docMk/>
            <pc:sldMk cId="1624351481" sldId="324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8:57:29.832" v="140" actId="403"/>
          <ac:spMkLst>
            <pc:docMk/>
            <pc:sldMk cId="1624351481" sldId="32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0.549" v="110" actId="2696"/>
        <pc:sldMkLst>
          <pc:docMk/>
          <pc:sldMk cId="2915044807" sldId="324"/>
        </pc:sldMkLst>
      </pc:sldChg>
      <pc:sldChg chg="modSp add mod">
        <pc:chgData name="anaclaracosta116@gmail.com" userId="a793634777582c92" providerId="LiveId" clId="{25B314C9-18AF-477A-A391-AB7E28DF2081}" dt="2024-05-25T19:00:46.502" v="190" actId="113"/>
        <pc:sldMkLst>
          <pc:docMk/>
          <pc:sldMk cId="3227296153" sldId="325"/>
        </pc:sldMkLst>
        <pc:spChg chg="mod">
          <ac:chgData name="anaclaracosta116@gmail.com" userId="a793634777582c92" providerId="LiveId" clId="{25B314C9-18AF-477A-A391-AB7E28DF2081}" dt="2024-05-25T18:57:47.763" v="163" actId="20577"/>
          <ac:spMkLst>
            <pc:docMk/>
            <pc:sldMk cId="3227296153" sldId="325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9:00:46.502" v="190" actId="113"/>
          <ac:spMkLst>
            <pc:docMk/>
            <pc:sldMk cId="3227296153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3.839" v="111" actId="2696"/>
        <pc:sldMkLst>
          <pc:docMk/>
          <pc:sldMk cId="3871022869" sldId="325"/>
        </pc:sldMkLst>
      </pc:sldChg>
      <pc:sldChg chg="modSp add mod">
        <pc:chgData name="anaclaracosta116@gmail.com" userId="a793634777582c92" providerId="LiveId" clId="{25B314C9-18AF-477A-A391-AB7E28DF2081}" dt="2024-05-25T18:59:53.438" v="182" actId="27636"/>
        <pc:sldMkLst>
          <pc:docMk/>
          <pc:sldMk cId="1189446372" sldId="326"/>
        </pc:sldMkLst>
        <pc:spChg chg="mod">
          <ac:chgData name="anaclaracosta116@gmail.com" userId="a793634777582c92" providerId="LiveId" clId="{25B314C9-18AF-477A-A391-AB7E28DF2081}" dt="2024-05-25T18:59:53.438" v="182" actId="27636"/>
          <ac:spMkLst>
            <pc:docMk/>
            <pc:sldMk cId="1189446372" sldId="3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7.568" v="112" actId="2696"/>
        <pc:sldMkLst>
          <pc:docMk/>
          <pc:sldMk cId="2091890128" sldId="326"/>
        </pc:sldMkLst>
      </pc:sldChg>
      <pc:sldChg chg="modSp add mod ord">
        <pc:chgData name="anaclaracosta116@gmail.com" userId="a793634777582c92" providerId="LiveId" clId="{25B314C9-18AF-477A-A391-AB7E28DF2081}" dt="2024-05-25T19:01:12.800" v="195"/>
        <pc:sldMkLst>
          <pc:docMk/>
          <pc:sldMk cId="1292411427" sldId="327"/>
        </pc:sldMkLst>
        <pc:spChg chg="mod">
          <ac:chgData name="anaclaracosta116@gmail.com" userId="a793634777582c92" providerId="LiveId" clId="{25B314C9-18AF-477A-A391-AB7E28DF2081}" dt="2024-05-25T19:01:12.800" v="195"/>
          <ac:spMkLst>
            <pc:docMk/>
            <pc:sldMk cId="1292411427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5B314C9-18AF-477A-A391-AB7E28DF2081}" dt="2024-05-25T19:00:51.811" v="193"/>
        <pc:sldMkLst>
          <pc:docMk/>
          <pc:sldMk cId="3491269048" sldId="328"/>
        </pc:sldMkLst>
      </pc:sldChg>
      <pc:sldChg chg="add">
        <pc:chgData name="anaclaracosta116@gmail.com" userId="a793634777582c92" providerId="LiveId" clId="{25B314C9-18AF-477A-A391-AB7E28DF2081}" dt="2024-05-25T19:01:45.525" v="196" actId="2890"/>
        <pc:sldMkLst>
          <pc:docMk/>
          <pc:sldMk cId="2402118244" sldId="329"/>
        </pc:sldMkLst>
      </pc:sldChg>
      <pc:sldChg chg="add">
        <pc:chgData name="anaclaracosta116@gmail.com" userId="a793634777582c92" providerId="LiveId" clId="{25B314C9-18AF-477A-A391-AB7E28DF2081}" dt="2024-05-25T19:29:04.655" v="346" actId="2890"/>
        <pc:sldMkLst>
          <pc:docMk/>
          <pc:sldMk cId="133760150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cura do homem de mão seca">
            <a:extLst>
              <a:ext uri="{FF2B5EF4-FFF2-40B4-BE49-F238E27FC236}">
                <a16:creationId xmlns:a16="http://schemas.microsoft.com/office/drawing/2014/main" id="{8BBEE44B-A90E-4A15-B736-885906870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460663" y="3134111"/>
            <a:ext cx="11270673" cy="5481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</a:rPr>
              <a:t> </a:t>
            </a:r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456" y="1351430"/>
            <a:ext cx="10561543" cy="51625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5200" b="1" dirty="0"/>
              <a:t>SENHOR, VOLTAI-VOS PARA MIM, TENDE PIEDADE!</a:t>
            </a:r>
          </a:p>
          <a:p>
            <a:pPr algn="just"/>
            <a:endParaRPr lang="pt-BR" sz="5200" dirty="0"/>
          </a:p>
          <a:p>
            <a:pPr algn="just"/>
            <a:r>
              <a:rPr lang="pt-BR" sz="5200" dirty="0"/>
              <a:t>SENHOR, MEU DEUS, A VÓS ELEVO A MINHA ALMA, EM VÓS CONFIO, QUE EU NÃO SEJA ENVERGONHADO. </a:t>
            </a:r>
          </a:p>
          <a:p>
            <a:pPr algn="just"/>
            <a:r>
              <a:rPr lang="pt-BR" sz="5200" dirty="0"/>
              <a:t>MOSTRAI-ME, Ó SENHOR, VOSSOS CAMINHOS, E FAZEI-ME CONHECER A VOSSA ESTRADA.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456" y="1351430"/>
            <a:ext cx="10561543" cy="51625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5200" b="1" dirty="0"/>
              <a:t>SENHOR, VOLTAI-VOS PARA MIM, TENDE PIEDADE!</a:t>
            </a:r>
          </a:p>
          <a:p>
            <a:pPr algn="just"/>
            <a:endParaRPr lang="pt-BR" sz="5200" dirty="0"/>
          </a:p>
          <a:p>
            <a:pPr algn="just"/>
            <a:r>
              <a:rPr lang="pt-BR" sz="5200" dirty="0"/>
              <a:t>VOSSA VERDADE ME ORIENTE E ME CONDUZA, PORQUE SOIS O DEUS DA MINHA SALVAÇÃO; </a:t>
            </a:r>
          </a:p>
          <a:p>
            <a:pPr algn="just"/>
            <a:r>
              <a:rPr lang="pt-BR" sz="5200" dirty="0"/>
              <a:t>RECORDAI, SENHOR MEU DEUS, VOSSA TERNURA E A VOSSA COMPAIXÃO QUE SÃO ETERNAS!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1188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456" y="1351430"/>
            <a:ext cx="10561543" cy="51625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5200" b="1" dirty="0"/>
              <a:t>SENHOR, VOLTAI-VOS PARA MIM, TENDE PIEDADE!</a:t>
            </a:r>
          </a:p>
          <a:p>
            <a:pPr algn="just"/>
            <a:endParaRPr lang="pt-BR" sz="5200" dirty="0"/>
          </a:p>
          <a:p>
            <a:pPr algn="just"/>
            <a:r>
              <a:rPr lang="pt-BR" sz="5200" dirty="0"/>
              <a:t>DE MIM LEMBRAI-VOS, PORQUE SOIS MISERICÓRDIA E SOIS BONDADE SEM LIMITES, Ó SENHOR!</a:t>
            </a:r>
          </a:p>
          <a:p>
            <a:pPr algn="just"/>
            <a:r>
              <a:rPr lang="pt-BR" sz="5200" dirty="0"/>
              <a:t>O SENHOR É PIEDADE E RETIDÃO, E RECONDUZ AO BOM CAMINHO OS PECADORES.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2630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456" y="1351430"/>
            <a:ext cx="10561543" cy="51625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5200" b="1" dirty="0"/>
              <a:t>SENHOR, VOLTAI-VOS PARA MIM, TENDE PIEDADE!</a:t>
            </a:r>
          </a:p>
          <a:p>
            <a:pPr algn="just"/>
            <a:endParaRPr lang="pt-BR" sz="5200" dirty="0"/>
          </a:p>
          <a:p>
            <a:pPr algn="just"/>
            <a:r>
              <a:rPr lang="pt-BR" sz="5200" dirty="0"/>
              <a:t>ELE DIRIGE OS HUMILDES NA JUSTIÇA, E AOS POBRES ELE ENSINA O SEU CAMINHO.</a:t>
            </a:r>
          </a:p>
          <a:p>
            <a:pPr algn="just"/>
            <a:r>
              <a:rPr lang="pt-BR" sz="5200" dirty="0"/>
              <a:t>VERDADE E AMOR SÃO OS CAMINHOS DO SENHOR PARA QUEM GUARDA SUA ALIANÇA E SEUS PRECEITOS.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5981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1. Senhor, que viestes não para condenar, mas para perdoar, tende piedade de 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Kyrie, </a:t>
            </a:r>
            <a:r>
              <a:rPr lang="pt-BR" sz="6000" b="1" dirty="0" err="1"/>
              <a:t>eleison</a:t>
            </a:r>
            <a:endParaRPr lang="pt-BR" sz="6000" b="1" dirty="0"/>
          </a:p>
          <a:p>
            <a:pPr algn="just"/>
            <a:r>
              <a:rPr lang="pt-BR" sz="6000" b="1" dirty="0"/>
              <a:t>Kyrie, </a:t>
            </a:r>
            <a:r>
              <a:rPr lang="pt-BR" sz="6000" b="1" dirty="0" err="1"/>
              <a:t>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527723" cy="4648200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2. Cristo, que vos alegrais pelo pecador arrependido, tende piedade de 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 err="1"/>
              <a:t>Christe</a:t>
            </a:r>
            <a:r>
              <a:rPr lang="pt-BR" sz="6000" b="1" dirty="0"/>
              <a:t>, </a:t>
            </a:r>
            <a:r>
              <a:rPr lang="pt-BR" sz="6000" b="1" dirty="0" err="1"/>
              <a:t>eleison</a:t>
            </a:r>
            <a:endParaRPr lang="pt-BR" sz="6000" b="1" dirty="0"/>
          </a:p>
          <a:p>
            <a:pPr algn="just"/>
            <a:r>
              <a:rPr lang="pt-BR" sz="6000" b="1" dirty="0" err="1"/>
              <a:t>Christe</a:t>
            </a:r>
            <a:r>
              <a:rPr lang="pt-BR" sz="6000" b="1" dirty="0"/>
              <a:t>, </a:t>
            </a:r>
            <a:r>
              <a:rPr lang="pt-BR" sz="6000" b="1" dirty="0" err="1"/>
              <a:t>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24183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3. Senhor, que muito perdoais a quem muito ama, tende piedade de 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Kyrie, </a:t>
            </a:r>
            <a:r>
              <a:rPr lang="pt-BR" sz="6000" b="1" dirty="0" err="1"/>
              <a:t>eleison</a:t>
            </a:r>
            <a:endParaRPr lang="pt-BR" sz="6000" b="1" dirty="0"/>
          </a:p>
          <a:p>
            <a:pPr algn="just"/>
            <a:r>
              <a:rPr lang="pt-BR" sz="6000" b="1" dirty="0"/>
              <a:t>Kyrie, </a:t>
            </a:r>
            <a:r>
              <a:rPr lang="pt-BR" sz="6000" b="1" dirty="0" err="1"/>
              <a:t>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12290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233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000" b="1" dirty="0"/>
              <a:t>GLÓRIA A DEUS NAS ALTURAS </a:t>
            </a:r>
          </a:p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1162049"/>
            <a:ext cx="10382250" cy="5238751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NÓS VOS LOUVAMOS, </a:t>
            </a:r>
          </a:p>
          <a:p>
            <a:pPr algn="just"/>
            <a:r>
              <a:rPr lang="pt-BR" sz="6000" dirty="0"/>
              <a:t>NÓS VOS BENDIZEMOS</a:t>
            </a:r>
          </a:p>
          <a:p>
            <a:pPr algn="just"/>
            <a:r>
              <a:rPr lang="pt-BR" sz="6000" dirty="0"/>
              <a:t>NÓS VOS ADORAMOS, </a:t>
            </a:r>
          </a:p>
          <a:p>
            <a:pPr algn="just"/>
            <a:r>
              <a:rPr lang="pt-BR" sz="6000" dirty="0"/>
              <a:t>NÓS VOS GLORIFICAMOS</a:t>
            </a:r>
          </a:p>
          <a:p>
            <a:pPr algn="just"/>
            <a:r>
              <a:rPr lang="pt-BR" sz="6000" dirty="0"/>
              <a:t>NÓS VOS DAMOS GRAÇAS, </a:t>
            </a:r>
          </a:p>
          <a:p>
            <a:pPr algn="just"/>
            <a:r>
              <a:rPr lang="pt-BR" sz="6000" dirty="0"/>
              <a:t>POR VOSSA IMENSA GLÓRIA.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6A50D60-13B4-466E-89A9-0CC14A7BE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 JESUS CRISTO, </a:t>
            </a:r>
          </a:p>
          <a:p>
            <a:pPr algn="just"/>
            <a:r>
              <a:rPr lang="pt-BR" sz="6000" dirty="0"/>
              <a:t>FILHO UNIGÊNITO,</a:t>
            </a:r>
          </a:p>
          <a:p>
            <a:pPr algn="just"/>
            <a:r>
              <a:rPr lang="pt-BR" sz="6000" dirty="0"/>
              <a:t>SENHOR DEUS, </a:t>
            </a:r>
          </a:p>
          <a:p>
            <a:pPr algn="just"/>
            <a:r>
              <a:rPr lang="pt-BR" sz="6000" dirty="0"/>
              <a:t>CORDEIRO DE DEUS, </a:t>
            </a:r>
          </a:p>
          <a:p>
            <a:pPr algn="just"/>
            <a:r>
              <a:rPr lang="pt-BR" sz="6000" dirty="0"/>
              <a:t>FILHO DE DEUS PAI.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8688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1009650"/>
            <a:ext cx="10349347" cy="5666510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VÓS QUE TIRAIS O PECADO DO MUNDO, TENDE PIEDADE DE NÓS</a:t>
            </a:r>
          </a:p>
          <a:p>
            <a:pPr algn="l"/>
            <a:r>
              <a:rPr lang="pt-BR" sz="4800" dirty="0"/>
              <a:t>VÓS QUE TIRAIS O PECADO DO MUNDO, ACOLHEI A NOSSA SÚPLICA</a:t>
            </a:r>
          </a:p>
          <a:p>
            <a:pPr algn="l"/>
            <a:r>
              <a:rPr lang="pt-BR" sz="4800" dirty="0"/>
              <a:t>VÓS QUE ESTAIS A DIREITA DO PAI, TENDE PIEDADE DE NÓS.</a:t>
            </a:r>
          </a:p>
          <a:p>
            <a:pPr algn="l"/>
            <a:r>
              <a:rPr lang="pt-BR" sz="4800" dirty="0"/>
              <a:t>TENDE PIEDADE DE NÓS.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199AA32-B3BB-4BE1-9FCB-50DC9ED36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680124" cy="4419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dirty="0"/>
              <a:t>SÓ VÓS SOIS O SANTO, </a:t>
            </a:r>
          </a:p>
          <a:p>
            <a:pPr algn="l"/>
            <a:r>
              <a:rPr lang="pt-BR" sz="5400" dirty="0"/>
              <a:t>SÓ VÓS O SENHOR, </a:t>
            </a:r>
          </a:p>
          <a:p>
            <a:pPr algn="l"/>
            <a:r>
              <a:rPr lang="pt-BR" sz="5400" dirty="0"/>
              <a:t>SÓ VÓS O ALTÍSSIMO, JESUS CRISTO,</a:t>
            </a:r>
          </a:p>
          <a:p>
            <a:pPr algn="l"/>
            <a:r>
              <a:rPr lang="pt-BR" sz="5400" dirty="0"/>
              <a:t>COM O ESPÍRITO SANTO </a:t>
            </a:r>
          </a:p>
          <a:p>
            <a:pPr algn="l"/>
            <a:r>
              <a:rPr lang="pt-BR" sz="5400" dirty="0"/>
              <a:t>NA GLÓRIA DE DEUS PAI. </a:t>
            </a:r>
          </a:p>
          <a:p>
            <a:pPr algn="l"/>
            <a:r>
              <a:rPr lang="pt-BR" sz="5400" dirty="0"/>
              <a:t>AMÉM!</a:t>
            </a:r>
          </a:p>
          <a:p>
            <a:pPr algn="l"/>
            <a:endParaRPr lang="pt-BR" sz="48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C571014-5B0D-4607-B66F-2CCCD6569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2403763"/>
            <a:ext cx="10153650" cy="20504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6000" b="1" dirty="0"/>
              <a:t>EXULTAI NO SENHOR, </a:t>
            </a:r>
          </a:p>
          <a:p>
            <a:pPr>
              <a:lnSpc>
                <a:spcPct val="100000"/>
              </a:lnSpc>
            </a:pPr>
            <a:r>
              <a:rPr lang="pt-BR" sz="6000" b="1" dirty="0"/>
              <a:t>A NOSSA FORÇA!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VOSSA PALAVRA É A VERDADE; SANTIFICAI-NOS NA VERDADE.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40905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22218"/>
            <a:ext cx="10195852" cy="5638799"/>
          </a:xfrm>
        </p:spPr>
        <p:txBody>
          <a:bodyPr>
            <a:normAutofit/>
          </a:bodyPr>
          <a:lstStyle/>
          <a:p>
            <a:pPr algn="just"/>
            <a:endParaRPr lang="pt-BR" sz="4300" b="1" dirty="0"/>
          </a:p>
          <a:p>
            <a:pPr algn="just"/>
            <a:r>
              <a:rPr lang="pt-BR" sz="4300" b="1" dirty="0"/>
              <a:t>QUEM ME PROTEGE E ME AMPARA É MEU DEUS; É O SENHOR QUEM SUSTENTA MINHA VIDA!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4300" dirty="0"/>
              <a:t>POR VOSSO NOME, SALVAI-ME SENHOR, E DAI-ME A VOSSA JUSTIÇA!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22218"/>
            <a:ext cx="10195852" cy="5638799"/>
          </a:xfrm>
        </p:spPr>
        <p:txBody>
          <a:bodyPr>
            <a:normAutofit/>
          </a:bodyPr>
          <a:lstStyle/>
          <a:p>
            <a:pPr algn="just"/>
            <a:endParaRPr lang="pt-BR" sz="4300" b="1" dirty="0"/>
          </a:p>
          <a:p>
            <a:pPr algn="just"/>
            <a:r>
              <a:rPr lang="pt-BR" sz="4300" b="1" dirty="0"/>
              <a:t>QUEM ME PROTEGE E ME AMPARA É MEU DEUS; É O SENHOR QUEM SUSTENTA MINHA VIDA!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4300" dirty="0"/>
              <a:t>Ó MEU DEUS, ATENDEI MINHA PRECE, E ESCUTAI AS PALAVRAS QUE EU DIGO!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8178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22218"/>
            <a:ext cx="10195852" cy="5638799"/>
          </a:xfrm>
        </p:spPr>
        <p:txBody>
          <a:bodyPr>
            <a:normAutofit/>
          </a:bodyPr>
          <a:lstStyle/>
          <a:p>
            <a:pPr algn="just"/>
            <a:endParaRPr lang="pt-BR" sz="4300" b="1" dirty="0"/>
          </a:p>
          <a:p>
            <a:pPr algn="just"/>
            <a:r>
              <a:rPr lang="pt-BR" sz="4300" b="1" dirty="0"/>
              <a:t>QUEM ME PROTEGE E ME AMPARA É MEU DEUS; É O SENHOR QUEM SUSTENTA MINHA VIDA!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4300" dirty="0"/>
              <a:t>QUERO OFERTAR-VOS O MEU SACRIFÍCIO DE CORAÇÃO E COM MUITA ALEGRIA.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980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22218"/>
            <a:ext cx="10195852" cy="5638799"/>
          </a:xfrm>
        </p:spPr>
        <p:txBody>
          <a:bodyPr>
            <a:normAutofit/>
          </a:bodyPr>
          <a:lstStyle/>
          <a:p>
            <a:pPr algn="just"/>
            <a:endParaRPr lang="pt-BR" sz="4300" b="1" dirty="0"/>
          </a:p>
          <a:p>
            <a:pPr algn="just"/>
            <a:r>
              <a:rPr lang="pt-BR" sz="4300" b="1" dirty="0"/>
              <a:t>QUEM ME PROTEGE E ME AMPARA É MEU DEUS; É O SENHOR QUEM SUSTENTA MINHA VIDA!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4300" dirty="0"/>
              <a:t>QUERO LOUVAR, Ó SENHOR, VOSSO NOME, QUERO CANTAR VOSSO NOME QUE É BOM!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0250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22218"/>
            <a:ext cx="10195852" cy="5638799"/>
          </a:xfrm>
        </p:spPr>
        <p:txBody>
          <a:bodyPr>
            <a:normAutofit/>
          </a:bodyPr>
          <a:lstStyle/>
          <a:p>
            <a:pPr algn="just"/>
            <a:endParaRPr lang="pt-BR" sz="4300" b="1" dirty="0"/>
          </a:p>
          <a:p>
            <a:pPr algn="just"/>
            <a:r>
              <a:rPr lang="pt-BR" sz="4300" b="1" dirty="0"/>
              <a:t>QUEM ME PROTEGE E ME AMPARA É MEU DEUS; É O SENHOR QUEM SUSTENTA MINHA VIDA!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4300" dirty="0"/>
              <a:t>POIS ME LIVRASTES DE TODA A ANGÚSTIA, E HUMILHADOS VI MEUS INIMIGOS.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5049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 (BIS)</a:t>
            </a:r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HOSANA! HOSANA! 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HOSANA! HOSANA! 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NÃO TE IRRITES COM AS OBRAS DOS MALVADOS, NEM INVEJES AS PESSOAS DESONESTAS.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CONFIA NO SENHOR E FAZE O BEM, E SOBRE A TERRA HABITARÁS EM SEGURANÇA.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COLOCA NO SENHOR TUA ALEGRIA, E ELE DARÁ O QUE PEDIR TEU CORAÇÃO.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DEIXA AOS CUIDADOS DO SENHOR O TEU DESTINO; CONFIA NELE, E COM CERTEZA ELE AGIRÁ.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FARÁ BRILHAR TUA INOCÊNCIA COMO A LUZ, E O TEU DIREITO, COMO O SOL DO MEIO-DIA.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57938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OS POUCOS BENS DO HOMEM JUSTO VALEM MAIS DO QUE A FORTUNA FABULOSA DOS INÍQUOS.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277549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O SENHOR CUIDA DA VIDA DOS HONESTOS, E SUA HERANÇA PERMANECE ETERNAMENTE.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941836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É O SENHOR QUEM FIRMA OS PASSOS DOS MORTAIS E DIRIGE O CAMINHAR DOS QUE LHE AGRADAM.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933875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MESMO SE CAEM, NÃO IRÃO FICAR PROSTRADOS, POIS É O SENHOR QUEM OS SUSTENTA PELA MÃO.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74944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NUNCA VI UM HOMEM JUSTO ABANDONADO, NEM SEUS FILHOS MENDIGANDO O PRÓPRIO PÃO.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606020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A SALVAÇÃO DOS PIEDOSOS VEM DE DEUS; ELE OS PROTEGE NOS MOMENTOS DE AFLIÇÃO.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9880026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192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4800" b="1" dirty="0"/>
              <a:t>SALVE RAINHA MÃE DE DEUS, ÉS SENHORA NOSSA MÃE, NOSSA DOÇURA, NOSSA LUZ, DOCE VIRGEM MARIA.</a:t>
            </a:r>
          </a:p>
          <a:p>
            <a:pPr algn="l">
              <a:lnSpc>
                <a:spcPct val="120000"/>
              </a:lnSpc>
            </a:pPr>
            <a:endParaRPr lang="pt-BR" sz="4800" dirty="0"/>
          </a:p>
          <a:p>
            <a:pPr algn="l">
              <a:lnSpc>
                <a:spcPct val="120000"/>
              </a:lnSpc>
            </a:pPr>
            <a:r>
              <a:rPr lang="pt-BR" sz="4800" dirty="0"/>
              <a:t>NÓS A TI CLAMAMOS, FILHOS EXILADOS, NÓS A TI VOLTAMOS NOSSO OLHAR CONFIANTE.</a:t>
            </a:r>
          </a:p>
          <a:p>
            <a:pPr algn="l">
              <a:lnSpc>
                <a:spcPct val="120000"/>
              </a:lnSpc>
            </a:pPr>
            <a:endParaRPr lang="pt-BR" sz="4800" dirty="0"/>
          </a:p>
          <a:p>
            <a:pPr algn="l">
              <a:lnSpc>
                <a:spcPct val="120000"/>
              </a:lnSpc>
            </a:pPr>
            <a:r>
              <a:rPr lang="pt-BR" sz="4800" dirty="0"/>
              <a:t>VOLTA PARA NÓS, Ó MÃE, TEU SEMBLANTE DE AMOR. DÁ-NOS TEU JESUS, Ó MÃE, QUANDO A NOITE PASSAR.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144432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4800" b="1" dirty="0"/>
              <a:t>SALVE RAINHA MÃE DE DEUS, ÉS AUXÍLIO DOS CRISTÃOS, Ó MÃE CLEMENTE, MÃE PIEDOSA, DOCE VIRGEM MARIA.</a:t>
            </a:r>
          </a:p>
          <a:p>
            <a:pPr algn="l">
              <a:lnSpc>
                <a:spcPct val="120000"/>
              </a:lnSpc>
            </a:pPr>
            <a:endParaRPr lang="pt-BR" sz="4800" dirty="0"/>
          </a:p>
          <a:p>
            <a:pPr algn="l">
              <a:lnSpc>
                <a:spcPct val="120000"/>
              </a:lnSpc>
            </a:pPr>
            <a:r>
              <a:rPr lang="pt-BR" sz="4800" dirty="0"/>
              <a:t>NÓS A TI CLAMAMOS, FILHOS EXILADOS, NÓS A TI VOLTAMOS NOSSO OLHAR CONFIANTE.</a:t>
            </a:r>
          </a:p>
          <a:p>
            <a:pPr algn="l">
              <a:lnSpc>
                <a:spcPct val="120000"/>
              </a:lnSpc>
            </a:pPr>
            <a:endParaRPr lang="pt-BR" sz="4800" dirty="0"/>
          </a:p>
          <a:p>
            <a:pPr algn="l">
              <a:lnSpc>
                <a:spcPct val="120000"/>
              </a:lnSpc>
            </a:pPr>
            <a:r>
              <a:rPr lang="pt-BR" sz="4800" dirty="0"/>
              <a:t>VOLTA PARA NÓS, Ó MÃE, TEU SEMBLANTE DE AMOR. DÁ-NOS TEU JESUS, Ó MÃE, QUANDO A NOITE PASSAR.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872949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63814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1202</Words>
  <Application>Microsoft Office PowerPoint</Application>
  <PresentationFormat>Widescreen</PresentationFormat>
  <Paragraphs>182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GLÓRIA</vt:lpstr>
      <vt:lpstr>GLÓRIA</vt:lpstr>
      <vt:lpstr>GLÓRIA</vt:lpstr>
      <vt:lpstr>GLÓRIA</vt:lpstr>
      <vt:lpstr>GLÓRIA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Roberto Silva</cp:lastModifiedBy>
  <cp:revision>16</cp:revision>
  <dcterms:created xsi:type="dcterms:W3CDTF">2023-05-06T17:01:55Z</dcterms:created>
  <dcterms:modified xsi:type="dcterms:W3CDTF">2024-06-02T20:10:24Z</dcterms:modified>
</cp:coreProperties>
</file>