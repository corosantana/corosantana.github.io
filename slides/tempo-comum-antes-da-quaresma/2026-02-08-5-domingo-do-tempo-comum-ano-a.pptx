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540" r:id="rId3"/>
    <p:sldId id="541" r:id="rId4"/>
    <p:sldId id="606" r:id="rId5"/>
    <p:sldId id="607" r:id="rId6"/>
    <p:sldId id="610" r:id="rId7"/>
    <p:sldId id="609" r:id="rId8"/>
    <p:sldId id="611" r:id="rId9"/>
    <p:sldId id="258" r:id="rId10"/>
    <p:sldId id="259" r:id="rId11"/>
    <p:sldId id="612" r:id="rId12"/>
    <p:sldId id="613" r:id="rId13"/>
    <p:sldId id="554" r:id="rId14"/>
    <p:sldId id="556" r:id="rId15"/>
    <p:sldId id="557" r:id="rId16"/>
    <p:sldId id="558" r:id="rId17"/>
    <p:sldId id="559" r:id="rId18"/>
    <p:sldId id="555" r:id="rId19"/>
    <p:sldId id="265" r:id="rId20"/>
    <p:sldId id="266" r:id="rId21"/>
    <p:sldId id="267" r:id="rId22"/>
    <p:sldId id="438" r:id="rId23"/>
    <p:sldId id="269" r:id="rId24"/>
    <p:sldId id="580" r:id="rId25"/>
    <p:sldId id="614" r:id="rId26"/>
    <p:sldId id="615" r:id="rId27"/>
    <p:sldId id="616" r:id="rId28"/>
    <p:sldId id="292" r:id="rId29"/>
    <p:sldId id="275" r:id="rId30"/>
    <p:sldId id="363" r:id="rId31"/>
    <p:sldId id="361" r:id="rId32"/>
    <p:sldId id="362" r:id="rId33"/>
    <p:sldId id="358" r:id="rId34"/>
    <p:sldId id="617" r:id="rId35"/>
    <p:sldId id="618" r:id="rId36"/>
    <p:sldId id="619" r:id="rId37"/>
    <p:sldId id="620" r:id="rId38"/>
    <p:sldId id="621" r:id="rId39"/>
    <p:sldId id="622" r:id="rId40"/>
    <p:sldId id="623" r:id="rId41"/>
    <p:sldId id="428" r:id="rId42"/>
    <p:sldId id="597" r:id="rId43"/>
    <p:sldId id="624" r:id="rId44"/>
    <p:sldId id="625" r:id="rId45"/>
    <p:sldId id="626" r:id="rId46"/>
    <p:sldId id="600" r:id="rId47"/>
    <p:sldId id="601" r:id="rId48"/>
    <p:sldId id="602" r:id="rId49"/>
    <p:sldId id="603" r:id="rId50"/>
    <p:sldId id="627" r:id="rId51"/>
    <p:sldId id="628" r:id="rId52"/>
    <p:sldId id="629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4" autoAdjust="0"/>
    <p:restoredTop sz="93969" autoAdjust="0"/>
  </p:normalViewPr>
  <p:slideViewPr>
    <p:cSldViewPr snapToGrid="0">
      <p:cViewPr varScale="1">
        <p:scale>
          <a:sx n="107" d="100"/>
          <a:sy n="107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 Reino de Deus: Obediência e a Pureza da Comunhão - Vatican ...">
            <a:extLst>
              <a:ext uri="{FF2B5EF4-FFF2-40B4-BE49-F238E27FC236}">
                <a16:creationId xmlns:a16="http://schemas.microsoft.com/office/drawing/2014/main" id="{BD30CE70-BA49-DD1C-DABD-05EB0ED9D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45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7462" y="20634"/>
            <a:ext cx="12192000" cy="6837366"/>
          </a:xfrm>
          <a:prstGeom prst="rect">
            <a:avLst/>
          </a:prstGeom>
          <a:solidFill>
            <a:schemeClr val="tx1">
              <a:alpha val="3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1B1B099-6AEC-9837-DBD9-74A02AF44E2F}"/>
              </a:ext>
            </a:extLst>
          </p:cNvPr>
          <p:cNvSpPr/>
          <p:nvPr/>
        </p:nvSpPr>
        <p:spPr>
          <a:xfrm>
            <a:off x="0" y="0"/>
            <a:ext cx="12192000" cy="6837366"/>
          </a:xfrm>
          <a:prstGeom prst="rect">
            <a:avLst/>
          </a:prstGeom>
          <a:solidFill>
            <a:schemeClr val="tx1">
              <a:alpha val="3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76542" y="2581259"/>
            <a:ext cx="116738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</a:rPr>
              <a:t>5º DOMINGO DO</a:t>
            </a:r>
          </a:p>
          <a:p>
            <a:pPr algn="ctr"/>
            <a:r>
              <a:rPr lang="pt-BR" sz="8800" b="1" dirty="0">
                <a:solidFill>
                  <a:schemeClr val="bg1"/>
                </a:solidFill>
              </a:rPr>
              <a:t>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DO ALTAR DE DEUS ME APROXIMAREI, MEU DEUS E MINHA VIDA.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27306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62" y="1098144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SÓ VÓS SOIS MINHA FORÇA, Ó MEU DEUS!</a:t>
            </a:r>
          </a:p>
          <a:p>
            <a:pPr algn="l"/>
            <a:r>
              <a:rPr lang="pt-BR" sz="8000" dirty="0"/>
              <a:t>PRESERVAI-ME DE TODO O MAL!</a:t>
            </a:r>
          </a:p>
          <a:p>
            <a:pPr algn="l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32341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5CC05-7FB3-6D81-38A6-0E7E78B5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63F29-203D-02A9-D81D-3C35BC778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B565B5-FCE6-7BB3-7141-082854B6B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DO ALTAR DE DEUS ME APROXIMAREI, MEU DEUS E MINHA VIDA.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105059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85D72-3850-34F6-2ED3-0086A7A4D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A886A-38E3-29FC-9FFE-6B7C0338F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1C7CDD-E349-7E62-275C-F412EC531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62" y="1098144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VÓS SOIS BOM, VÓS SOIS PAI, Ó MEU DEUS!</a:t>
            </a:r>
          </a:p>
          <a:p>
            <a:pPr algn="l"/>
            <a:r>
              <a:rPr lang="pt-BR" sz="8000" dirty="0"/>
              <a:t>DAI-ME LUZ, DAI-ME PAZ, DAI-ME AMOR!</a:t>
            </a:r>
          </a:p>
        </p:txBody>
      </p:sp>
    </p:spTree>
    <p:extLst>
      <p:ext uri="{BB962C8B-B14F-4D97-AF65-F5344CB8AC3E}">
        <p14:creationId xmlns:p14="http://schemas.microsoft.com/office/powerpoint/2010/main" val="969591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C790E-5C43-245F-6225-56E73730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62538-8A13-39D8-64F7-63BCC368D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950CB2-6A35-17F5-B35D-C27264460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DO ALTAR DE DEUS ME APROXIMAREI, MEU DEUS E MINHA VIDA.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912733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8A27-17C7-D496-5A0B-728D703B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8EDFA-C360-38F5-8B0B-0499E0DE1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15C650-4BA0-B44B-F15B-7E0BB1510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62" y="1098144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E EU QUERO CANTAR-VOS, MEU DEUS!</a:t>
            </a:r>
          </a:p>
          <a:p>
            <a:pPr algn="l"/>
            <a:r>
              <a:rPr lang="pt-BR" sz="8000" dirty="0"/>
              <a:t>VOSSO NOME EU QUERO LOUVAR!</a:t>
            </a:r>
          </a:p>
        </p:txBody>
      </p:sp>
    </p:spTree>
    <p:extLst>
      <p:ext uri="{BB962C8B-B14F-4D97-AF65-F5344CB8AC3E}">
        <p14:creationId xmlns:p14="http://schemas.microsoft.com/office/powerpoint/2010/main" val="891556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CBC07-3D18-780B-A647-CFD5E0104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D6A68-C564-3693-FECB-F50EAA8F6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924532-9DD2-AD36-229F-DA40A44DE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DO ALTAR DE DEUS ME APROXIMAREI, MEU DEUS E MINHA VIDA.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538738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932329"/>
            <a:ext cx="11002243" cy="5551599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SENHOR, QUE SOIS O CAMINHO QUE LEVA AO PAI, TENDE PIEDADE DE NÓS.</a:t>
            </a:r>
          </a:p>
          <a:p>
            <a:pPr algn="l"/>
            <a:endParaRPr lang="pt-BR" sz="7200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7200" b="1" i="0" dirty="0">
                <a:solidFill>
                  <a:srgbClr val="333333"/>
                </a:solidFill>
                <a:effectLst/>
              </a:rPr>
              <a:t>KYRIE, ELEISON. (BIS)</a:t>
            </a:r>
          </a:p>
          <a:p>
            <a:pPr algn="l"/>
            <a:endParaRPr lang="pt-BR" sz="7200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9CB9D-1E35-6554-15D3-0130188CE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97C15-D95B-DA27-7584-A03647964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7A34F8-F5DA-F426-EDDC-9D6E65720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8" y="845127"/>
            <a:ext cx="10976266" cy="5331555"/>
          </a:xfrm>
        </p:spPr>
        <p:txBody>
          <a:bodyPr>
            <a:noAutofit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CRISTO, QUE SOIS A VERDADE QUE ILUMINA OS POVOS, TENDE PIEDADE DE NÓS.</a:t>
            </a:r>
          </a:p>
          <a:p>
            <a:pPr algn="l"/>
            <a:r>
              <a:rPr lang="pt-BR" sz="7200" b="1" i="0" dirty="0">
                <a:solidFill>
                  <a:srgbClr val="333333"/>
                </a:solidFill>
                <a:effectLst/>
              </a:rPr>
              <a:t>CHRISTE, ELEISON. (BIS)</a:t>
            </a:r>
          </a:p>
          <a:p>
            <a:pPr algn="l"/>
            <a:endParaRPr lang="pt-BR" sz="7200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0695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7721-E7A2-3182-64AA-0C10BD7E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92FE8-2DC0-90B6-CE68-5616D22DD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B50B63-5DDD-5D84-3A2B-3EDE495F0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57834"/>
            <a:ext cx="11028321" cy="5426093"/>
          </a:xfrm>
        </p:spPr>
        <p:txBody>
          <a:bodyPr>
            <a:noAutofit/>
          </a:bodyPr>
          <a:lstStyle/>
          <a:p>
            <a:pPr algn="l"/>
            <a:r>
              <a:rPr lang="pt-BR" sz="7200" b="0" i="0" dirty="0">
                <a:solidFill>
                  <a:srgbClr val="333333"/>
                </a:solidFill>
                <a:effectLst/>
              </a:rPr>
              <a:t>SENHOR, QUE SOIS A VIDA QUE RENOVA O MUNDO, TENDE PIEDADE DE NÓS.</a:t>
            </a:r>
          </a:p>
          <a:p>
            <a:pPr algn="l"/>
            <a:endParaRPr lang="pt-BR" sz="7200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7200" b="1" i="0" dirty="0">
                <a:solidFill>
                  <a:srgbClr val="333333"/>
                </a:solidFill>
                <a:effectLst/>
              </a:rPr>
              <a:t>KYRIE, ELEISON. (BIS)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688391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821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GLÓRIA A DEUS NAS ALTURAS</a:t>
            </a:r>
            <a:br>
              <a:rPr lang="pt-BR" sz="6000" dirty="0"/>
            </a:br>
            <a:r>
              <a:rPr lang="pt-BR" sz="6000" i="0" dirty="0">
                <a:solidFill>
                  <a:srgbClr val="2A2A2A"/>
                </a:solidFill>
                <a:effectLst/>
              </a:rPr>
              <a:t>GLÓRIA A DEUS NAS ALTURAS</a:t>
            </a:r>
            <a:br>
              <a:rPr lang="pt-BR" sz="6000" dirty="0"/>
            </a:br>
            <a:r>
              <a:rPr lang="pt-BR" sz="6000" i="0" dirty="0">
                <a:solidFill>
                  <a:srgbClr val="2A2A2A"/>
                </a:solidFill>
                <a:effectLst/>
              </a:rPr>
              <a:t>GLÓRIA A DEUS NAS ALTURAS</a:t>
            </a:r>
            <a:br>
              <a:rPr lang="pt-BR" sz="6000" dirty="0"/>
            </a:br>
            <a:r>
              <a:rPr lang="pt-BR" sz="6000" i="0" dirty="0">
                <a:solidFill>
                  <a:srgbClr val="2A2A2A"/>
                </a:solidFill>
                <a:effectLst/>
              </a:rPr>
              <a:t>E PAZ NA TERRA AOS HOMENS POR ELE AMADOS</a:t>
            </a:r>
          </a:p>
        </p:txBody>
      </p:sp>
    </p:spTree>
    <p:extLst>
      <p:ext uri="{BB962C8B-B14F-4D97-AF65-F5344CB8AC3E}">
        <p14:creationId xmlns:p14="http://schemas.microsoft.com/office/powerpoint/2010/main" val="1574949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SENHOR DEUS, REI DOS CÉUS, DEUS PAI TODO PODEROSO</a:t>
            </a:r>
            <a:br>
              <a:rPr lang="pt-BR" sz="6000" i="0" dirty="0">
                <a:solidFill>
                  <a:srgbClr val="2A2A2A"/>
                </a:solidFill>
                <a:effectLst/>
              </a:rPr>
            </a:br>
            <a:r>
              <a:rPr lang="pt-BR" sz="6000" i="0" dirty="0">
                <a:solidFill>
                  <a:srgbClr val="2A2A2A"/>
                </a:solidFill>
                <a:effectLst/>
              </a:rPr>
              <a:t>NÓS VOS LOUVAMOS, NÓS VOS BENDIZEMOS</a:t>
            </a:r>
            <a:br>
              <a:rPr lang="pt-BR" sz="6000" i="0" dirty="0">
                <a:solidFill>
                  <a:srgbClr val="2A2A2A"/>
                </a:solidFill>
                <a:effectLst/>
              </a:rPr>
            </a:br>
            <a:r>
              <a:rPr lang="pt-BR" sz="6000" i="0" dirty="0">
                <a:solidFill>
                  <a:srgbClr val="2A2A2A"/>
                </a:solidFill>
                <a:effectLst/>
              </a:rPr>
              <a:t>NÓS VOS ADORAMOS, NÓS VOS GLORIFICAMOS</a:t>
            </a:r>
            <a:br>
              <a:rPr lang="pt-BR" sz="6000" i="0" dirty="0">
                <a:solidFill>
                  <a:srgbClr val="2A2A2A"/>
                </a:solidFill>
                <a:effectLst/>
              </a:rPr>
            </a:br>
            <a:r>
              <a:rPr lang="pt-BR" sz="6000" i="0" dirty="0">
                <a:solidFill>
                  <a:srgbClr val="2A2A2A"/>
                </a:solidFill>
                <a:effectLst/>
              </a:rPr>
              <a:t>NÓS VOS DAMOS GRAÇAS POR VOSSA IMENSA GLÓRIA</a:t>
            </a:r>
          </a:p>
          <a:p>
            <a:pPr algn="l"/>
            <a:endParaRPr lang="pt-BR" sz="6000" dirty="0">
              <a:solidFill>
                <a:srgbClr val="2A2A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70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SENHOR JESUS CRISTO, FILHO UNIGÊNITO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SENHOR DEUS, CORDEIRO DE DEUS, FILHO DE DEUS PAI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VÓS QUE TIRAIS O PECADO DO MUNDO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TENDE PIEDADE DE NÓS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VÓS QUE TIRAIS O PECADO DO MUNDO</a:t>
            </a:r>
            <a:endParaRPr lang="pt-BR" sz="6000" dirty="0">
              <a:solidFill>
                <a:srgbClr val="2A2A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11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ACOLHEI A NOSSA SÚPLICA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VÓS QUE ESTAIS À DIREITA DO PAI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TENDE PIEDADE DE NÓS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SÓ VÓS SOIS SANTO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SÓ VÓS O SENHOR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SÓ VÓS O ALTÍSSIMO, JESUS CRISTO!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COM O ESPÍRITO SANTO, NA GLÓRIA DE DEUS PAI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608069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486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787" y="2129270"/>
            <a:ext cx="10462426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UMA LUZ BRILHA NAS TREVAS PARA O JUSTO, PERMANECE PARA SEMPRE O BEM QUE FEZ.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r>
              <a:rPr lang="pt-BR" sz="4800" dirty="0"/>
              <a:t>POIS EU SOU A LUZ DO MUNDO, QUEM NOS DIZ É O SENHOR; E VAI TER A LUZ DA VIDA QUEM SE FAZ MEU SEGUIDOR. </a:t>
            </a:r>
            <a:r>
              <a:rPr lang="pt-BR" sz="2000" dirty="0"/>
              <a:t>(JO 8, 12) 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814D6-F5BF-2D1F-C87C-0626E209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4BAED85-DA4D-F6E8-B131-A15F6B495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916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03564"/>
            <a:ext cx="10785764" cy="5721928"/>
          </a:xfrm>
        </p:spPr>
        <p:txBody>
          <a:bodyPr>
            <a:normAutofit fontScale="92500" lnSpcReduction="10000"/>
          </a:bodyPr>
          <a:lstStyle/>
          <a:p>
            <a:pPr algn="l"/>
            <a:endParaRPr lang="pt-BR" sz="8800" b="1" dirty="0"/>
          </a:p>
          <a:p>
            <a:pPr algn="l"/>
            <a:r>
              <a:rPr lang="pt-BR" sz="8800" b="1" dirty="0"/>
              <a:t>BENDITO SEJA O NOME DO SENHOR</a:t>
            </a:r>
          </a:p>
          <a:p>
            <a:pPr algn="l"/>
            <a:r>
              <a:rPr lang="pt-BR" sz="8800" b="1" dirty="0"/>
              <a:t>AGORA E SEMPRE E POR TODA ETERNIDADE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568035"/>
            <a:ext cx="10785764" cy="6262253"/>
          </a:xfrm>
        </p:spPr>
        <p:txBody>
          <a:bodyPr>
            <a:normAutofit fontScale="92500"/>
          </a:bodyPr>
          <a:lstStyle/>
          <a:p>
            <a:pPr algn="l"/>
            <a:endParaRPr lang="pt-BR" sz="8800" b="1" dirty="0"/>
          </a:p>
          <a:p>
            <a:pPr algn="l"/>
            <a:r>
              <a:rPr lang="pt-BR" sz="8800" dirty="0"/>
              <a:t>PELO PÃO QUE DE SUA BONDADE RECEBEMOS,</a:t>
            </a:r>
          </a:p>
          <a:p>
            <a:pPr algn="l"/>
            <a:r>
              <a:rPr lang="pt-BR" sz="8800" dirty="0"/>
              <a:t>FRUTO DA TERRA E DO NOSSO TRABALHO.</a:t>
            </a:r>
          </a:p>
        </p:txBody>
      </p:sp>
    </p:spTree>
    <p:extLst>
      <p:ext uri="{BB962C8B-B14F-4D97-AF65-F5344CB8AC3E}">
        <p14:creationId xmlns:p14="http://schemas.microsoft.com/office/powerpoint/2010/main" val="1142214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B703F-34D5-3FDE-A108-B6AEBD66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E0D96-19EF-7FD0-4AD3-0CDA05C77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B80A1-FE94-2077-85C6-9034E6BC3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03564"/>
            <a:ext cx="10785764" cy="5721928"/>
          </a:xfrm>
        </p:spPr>
        <p:txBody>
          <a:bodyPr>
            <a:normAutofit fontScale="92500" lnSpcReduction="10000"/>
          </a:bodyPr>
          <a:lstStyle/>
          <a:p>
            <a:pPr algn="l"/>
            <a:endParaRPr lang="pt-BR" sz="8800" b="1" dirty="0"/>
          </a:p>
          <a:p>
            <a:pPr algn="l"/>
            <a:r>
              <a:rPr lang="pt-BR" sz="8800" b="1" dirty="0"/>
              <a:t>BENDITO SEJA O NOME DO SENHOR</a:t>
            </a:r>
          </a:p>
          <a:p>
            <a:pPr algn="l"/>
            <a:r>
              <a:rPr lang="pt-BR" sz="8800" b="1" dirty="0"/>
              <a:t>AGORA E SEMPRE E POR TODA ETERNIDADE</a:t>
            </a:r>
          </a:p>
        </p:txBody>
      </p:sp>
    </p:spTree>
    <p:extLst>
      <p:ext uri="{BB962C8B-B14F-4D97-AF65-F5344CB8AC3E}">
        <p14:creationId xmlns:p14="http://schemas.microsoft.com/office/powerpoint/2010/main" val="4189279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AC04C-AE3B-7939-854F-6980947E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8B08B-E6EC-EE76-85B0-AF31CFCEA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4577F8-0B05-096C-E4A3-AE1EE307C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568035"/>
            <a:ext cx="10785764" cy="6262253"/>
          </a:xfrm>
        </p:spPr>
        <p:txBody>
          <a:bodyPr>
            <a:normAutofit fontScale="92500"/>
          </a:bodyPr>
          <a:lstStyle/>
          <a:p>
            <a:pPr algn="l"/>
            <a:endParaRPr lang="pt-BR" sz="8800" b="1" dirty="0"/>
          </a:p>
          <a:p>
            <a:pPr algn="l"/>
            <a:r>
              <a:rPr lang="pt-BR" sz="8800" dirty="0"/>
              <a:t>PELO VINHO QUE DE SEU AMOR NÓS RECEBEMOS,</a:t>
            </a:r>
          </a:p>
          <a:p>
            <a:pPr algn="l"/>
            <a:r>
              <a:rPr lang="pt-BR" sz="8800" dirty="0"/>
              <a:t>FRUTO DA TERRA E DO NOSSO TRABALHO.</a:t>
            </a:r>
          </a:p>
        </p:txBody>
      </p:sp>
    </p:spTree>
    <p:extLst>
      <p:ext uri="{BB962C8B-B14F-4D97-AF65-F5344CB8AC3E}">
        <p14:creationId xmlns:p14="http://schemas.microsoft.com/office/powerpoint/2010/main" val="2911294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C236-EC76-6344-2772-CADC5C43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C3A23-90E5-5478-629C-A6A2E6E82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B5EACC-694F-D47C-D9BD-3406EA6D3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03564"/>
            <a:ext cx="10785764" cy="5721928"/>
          </a:xfrm>
        </p:spPr>
        <p:txBody>
          <a:bodyPr>
            <a:normAutofit fontScale="92500" lnSpcReduction="10000"/>
          </a:bodyPr>
          <a:lstStyle/>
          <a:p>
            <a:pPr algn="l"/>
            <a:endParaRPr lang="pt-BR" sz="8800" b="1" dirty="0"/>
          </a:p>
          <a:p>
            <a:pPr algn="l"/>
            <a:r>
              <a:rPr lang="pt-BR" sz="8800" b="1" dirty="0"/>
              <a:t>BENDITO SEJA O NOME DO SENHOR</a:t>
            </a:r>
          </a:p>
          <a:p>
            <a:pPr algn="l"/>
            <a:r>
              <a:rPr lang="pt-BR" sz="8800" b="1" dirty="0"/>
              <a:t>AGORA E SEMPRE E POR TODA ETERNIDADE</a:t>
            </a:r>
          </a:p>
        </p:txBody>
      </p:sp>
    </p:spTree>
    <p:extLst>
      <p:ext uri="{BB962C8B-B14F-4D97-AF65-F5344CB8AC3E}">
        <p14:creationId xmlns:p14="http://schemas.microsoft.com/office/powerpoint/2010/main" val="2397057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990168"/>
            <a:ext cx="1116330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SANTO, SANTO, SANTO</a:t>
            </a:r>
          </a:p>
          <a:p>
            <a:pPr algn="l"/>
            <a:r>
              <a:rPr lang="pt-BR" sz="6600" dirty="0"/>
              <a:t>SENHOR DEUS DO UNIVERSO</a:t>
            </a:r>
          </a:p>
          <a:p>
            <a:pPr algn="l"/>
            <a:r>
              <a:rPr lang="pt-BR" sz="6600" dirty="0"/>
              <a:t>O CÉU E A TERRA PROCLAMAM, PROCLAMAM A VOSSA GLÓRIA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HOSANA! HOSANA! HOSANA! HOSANA  NAS ALTURAS! (BIS)</a:t>
            </a:r>
            <a:endParaRPr lang="pt-BR" sz="66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58050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1289426"/>
            <a:ext cx="11441777" cy="5424487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just"/>
            <a:endParaRPr lang="pt-BR" sz="8000" dirty="0"/>
          </a:p>
          <a:p>
            <a:pPr algn="l"/>
            <a:r>
              <a:rPr lang="pt-BR" sz="8000" b="1" dirty="0"/>
              <a:t>HOSANA! HOSANA! HOSANA!HOSANA  NAS ALTURAS! (BIS)</a:t>
            </a:r>
            <a:endParaRPr lang="pt-BR" sz="8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ENTÃO IREI AOS ALTARES DO SENHOR, O DEUS DA MINHA ALEGRIA!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317CC7A-0566-D30F-22F9-AEEF419EB62A}"/>
              </a:ext>
            </a:extLst>
          </p:cNvPr>
          <p:cNvSpPr txBox="1">
            <a:spLocks/>
          </p:cNvSpPr>
          <p:nvPr/>
        </p:nvSpPr>
        <p:spPr>
          <a:xfrm>
            <a:off x="9563201" y="512617"/>
            <a:ext cx="2046093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dirty="0"/>
              <a:t>SALMO 42(43)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– FAZEI JUSTIÇA, MEU DEUS, E DEFENDEI-ME *</a:t>
            </a:r>
          </a:p>
          <a:p>
            <a:pPr algn="l"/>
            <a:r>
              <a:rPr lang="pt-BR" sz="6000" dirty="0"/>
              <a:t>    CONTRA A GENTE IMPIEDOSA;</a:t>
            </a:r>
          </a:p>
          <a:p>
            <a:pPr algn="l"/>
            <a:r>
              <a:rPr lang="pt-BR" sz="6000" dirty="0"/>
              <a:t>– DO HOMEM PERVERSO E MENTIROSO *</a:t>
            </a:r>
          </a:p>
          <a:p>
            <a:pPr algn="l"/>
            <a:r>
              <a:rPr lang="pt-BR" sz="6000" dirty="0"/>
              <a:t>    LIBERTAI-ME, Ó SENHOR! R.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9E72EFF-38E2-189F-39FB-D5136244428B}"/>
              </a:ext>
            </a:extLst>
          </p:cNvPr>
          <p:cNvSpPr txBox="1">
            <a:spLocks/>
          </p:cNvSpPr>
          <p:nvPr/>
        </p:nvSpPr>
        <p:spPr>
          <a:xfrm>
            <a:off x="9554236" y="443345"/>
            <a:ext cx="2046093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dirty="0"/>
              <a:t>SALMO 42(43)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B0E9-03D8-6B56-1086-BC6B942B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D885B-8385-3163-C71B-A0C833242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8B68B1-9BBA-68C9-80D9-9109B589F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ENTÃO IREI AOS ALTARES DO SENHOR, O DEUS DA MINHA ALEGRIA!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FC1CEDD-A21D-8128-C048-3D0E15870AB3}"/>
              </a:ext>
            </a:extLst>
          </p:cNvPr>
          <p:cNvSpPr txBox="1">
            <a:spLocks/>
          </p:cNvSpPr>
          <p:nvPr/>
        </p:nvSpPr>
        <p:spPr>
          <a:xfrm>
            <a:off x="9563201" y="512617"/>
            <a:ext cx="2046093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dirty="0"/>
              <a:t>SALMO 42(43)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3684010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C924-D018-385D-2C26-AE9ACC1B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ADDC4-8747-AE4C-E88B-F26DE5C52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367F03-FE45-BC1D-F3B3-0DCF6A619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– SOIS VÓS O MEU DEUS E MEU REFÚGIO: *</a:t>
            </a:r>
          </a:p>
          <a:p>
            <a:pPr algn="l"/>
            <a:r>
              <a:rPr lang="pt-BR" sz="6000" dirty="0"/>
              <a:t>    POR QUE ME AFASTAIS?</a:t>
            </a:r>
          </a:p>
          <a:p>
            <a:pPr algn="l"/>
            <a:r>
              <a:rPr lang="pt-BR" sz="6000" dirty="0"/>
              <a:t>– POR QUE ANDO TÃO TRISTE E ABATIDO *</a:t>
            </a:r>
          </a:p>
          <a:p>
            <a:pPr algn="l"/>
            <a:r>
              <a:rPr lang="pt-BR" sz="6000" dirty="0"/>
              <a:t>    PELA OPRESSÃO DO INIMIGO? R.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3AB785C-C8B0-8393-FB67-6FA705F0C2F9}"/>
              </a:ext>
            </a:extLst>
          </p:cNvPr>
          <p:cNvSpPr txBox="1">
            <a:spLocks/>
          </p:cNvSpPr>
          <p:nvPr/>
        </p:nvSpPr>
        <p:spPr>
          <a:xfrm>
            <a:off x="9554236" y="443345"/>
            <a:ext cx="2046093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dirty="0"/>
              <a:t>SALMO 42(43)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4210243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DAA3F-3D97-2409-B5E4-B669B885E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12D57-FAAE-F6C0-0DF7-896C8A792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93A318-0DBC-CCE3-858B-391CE7AE7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ENTÃO IREI AOS ALTARES DO SENHOR, O DEUS DA MINHA ALEGRIA!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FAA49FE-321F-4778-7780-5717A1B915F3}"/>
              </a:ext>
            </a:extLst>
          </p:cNvPr>
          <p:cNvSpPr txBox="1">
            <a:spLocks/>
          </p:cNvSpPr>
          <p:nvPr/>
        </p:nvSpPr>
        <p:spPr>
          <a:xfrm>
            <a:off x="9563201" y="512617"/>
            <a:ext cx="2046093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dirty="0"/>
              <a:t>SALMO 42(43)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32619888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EAF7B-5F49-3087-51F6-5B5345BD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2DD5C-B3D6-E7DD-A2B1-8032D29FD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96B0DB-3097-90D2-2F3C-49C910C17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– ENVIAI VOSSA LUZ, VOSSA VERDADE: *</a:t>
            </a:r>
          </a:p>
          <a:p>
            <a:pPr algn="l"/>
            <a:r>
              <a:rPr lang="pt-BR" sz="6000" dirty="0"/>
              <a:t>    ELAS SERÃO O MEU GUIA;</a:t>
            </a:r>
          </a:p>
          <a:p>
            <a:pPr algn="l"/>
            <a:r>
              <a:rPr lang="pt-BR" sz="6000" dirty="0"/>
              <a:t>– QUE ME LEVEM AO VOSSO MONTE SANTO, *</a:t>
            </a:r>
          </a:p>
          <a:p>
            <a:pPr algn="l"/>
            <a:r>
              <a:rPr lang="pt-BR" sz="6000" dirty="0"/>
              <a:t>    ATÉ A VOSSA MORADA! R.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C537CEC-F94F-257E-0A3F-344AE887F815}"/>
              </a:ext>
            </a:extLst>
          </p:cNvPr>
          <p:cNvSpPr txBox="1">
            <a:spLocks/>
          </p:cNvSpPr>
          <p:nvPr/>
        </p:nvSpPr>
        <p:spPr>
          <a:xfrm>
            <a:off x="9554236" y="443345"/>
            <a:ext cx="2046093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dirty="0"/>
              <a:t>SALMO 42(43)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6278750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924D-F2CA-A3F7-1CEC-C4357E87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5B4A8-7381-9AED-858C-FC3B2E131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1C693F-9867-1B26-A2C8-7D11972CE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ENTÃO IREI AOS ALTARES DO SENHOR, O DEUS DA MINHA ALEGRIA!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5F5829A-A2E4-D062-3EC0-B5B44F1CF873}"/>
              </a:ext>
            </a:extLst>
          </p:cNvPr>
          <p:cNvSpPr txBox="1">
            <a:spLocks/>
          </p:cNvSpPr>
          <p:nvPr/>
        </p:nvSpPr>
        <p:spPr>
          <a:xfrm>
            <a:off x="9563201" y="512617"/>
            <a:ext cx="2046093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dirty="0"/>
              <a:t>SALMO 42(43)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6228953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DBF02-5942-982C-76EC-CDEAD13C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D2246-4962-576A-E5E9-8383DC821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F64570-6481-702C-7E9E-237103346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– POR QUE TE ENTRISTECES, Ó MINH'ALMA, *</a:t>
            </a:r>
          </a:p>
          <a:p>
            <a:pPr algn="l"/>
            <a:r>
              <a:rPr lang="pt-BR" sz="6000" dirty="0"/>
              <a:t>    A GEMER NO MEU PEITO?</a:t>
            </a:r>
          </a:p>
          <a:p>
            <a:pPr algn="l"/>
            <a:r>
              <a:rPr lang="pt-BR" sz="6000" dirty="0"/>
              <a:t>– ESPERA EM DEUS! LOUVAREI NOVAMENTE *</a:t>
            </a:r>
          </a:p>
          <a:p>
            <a:pPr algn="l"/>
            <a:r>
              <a:rPr lang="pt-BR" sz="6000" dirty="0"/>
              <a:t>    O MEU DEUS SALVADOR! R.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45EAF22-9D13-70C6-EBD6-D4C393D4418B}"/>
              </a:ext>
            </a:extLst>
          </p:cNvPr>
          <p:cNvSpPr txBox="1">
            <a:spLocks/>
          </p:cNvSpPr>
          <p:nvPr/>
        </p:nvSpPr>
        <p:spPr>
          <a:xfrm>
            <a:off x="9554236" y="443345"/>
            <a:ext cx="2046093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dirty="0"/>
              <a:t>SALMO 42(43)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1481343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2D18-0309-D44B-A043-58145900C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80C58-22DD-20F4-935E-F6641DD9A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659149-DD07-F66C-F56C-FBB09205D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ENTÃO IREI AOS ALTARES DO SENHOR, O DEUS DA MINHA ALEGRIA!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6913F80-C907-7FC3-A8E3-108E5EA4A575}"/>
              </a:ext>
            </a:extLst>
          </p:cNvPr>
          <p:cNvSpPr txBox="1">
            <a:spLocks/>
          </p:cNvSpPr>
          <p:nvPr/>
        </p:nvSpPr>
        <p:spPr>
          <a:xfrm>
            <a:off x="9563201" y="512617"/>
            <a:ext cx="2046093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dirty="0"/>
              <a:t>SALMO 42(43)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2909665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EU TE ADORO, HÓSTIA DIVINA, EU TE ADORO, HÓSTIA DE AMOR!</a:t>
            </a:r>
            <a:br>
              <a:rPr lang="pt-BR" sz="6600" dirty="0"/>
            </a:br>
            <a:r>
              <a:rPr lang="pt-BR" sz="6600" dirty="0"/>
              <a:t>ÉS DOS FORTES A DOÇURA, E DOS FRACOS O VIGOR R.</a:t>
            </a:r>
          </a:p>
        </p:txBody>
      </p:sp>
    </p:spTree>
    <p:extLst>
      <p:ext uri="{BB962C8B-B14F-4D97-AF65-F5344CB8AC3E}">
        <p14:creationId xmlns:p14="http://schemas.microsoft.com/office/powerpoint/2010/main" val="1401635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26BA-4FE4-7614-8883-13F533A1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DDFB7-99AF-DC94-BEE1-A321B8E09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3855AC-3631-B421-81CD-64D1401BC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EU TE ADORO, HÓSTIA DIVINA, EU TE ADORO, HÓSTIA DE AMOR!</a:t>
            </a:r>
            <a:br>
              <a:rPr lang="pt-BR" sz="6600" dirty="0"/>
            </a:br>
            <a:r>
              <a:rPr lang="pt-BR" sz="6600" dirty="0"/>
              <a:t>ÉS NA VIDA ALENTO E FORÇA, E NA MORTE O DEFENSOR</a:t>
            </a:r>
          </a:p>
        </p:txBody>
      </p:sp>
    </p:spTree>
    <p:extLst>
      <p:ext uri="{BB962C8B-B14F-4D97-AF65-F5344CB8AC3E}">
        <p14:creationId xmlns:p14="http://schemas.microsoft.com/office/powerpoint/2010/main" val="2692763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BE157-C5E6-3FC8-0999-C650171E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E85A3-BB71-1673-891F-505BDD09B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E7BE49-A066-E012-A925-80F30B367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EU TE ADORO, HÓSTIA DIVINA, EU TE ADORO, HÓSTIA DE AMOR!</a:t>
            </a:r>
            <a:br>
              <a:rPr lang="pt-BR" sz="6600" dirty="0"/>
            </a:br>
            <a:br>
              <a:rPr lang="pt-BR" sz="6600" dirty="0"/>
            </a:br>
            <a:r>
              <a:rPr lang="pt-BR" sz="6600" dirty="0"/>
              <a:t>ÉS NA TERRA FIEL AMIGO, E DO CÉU, FELIZ PENHOR</a:t>
            </a:r>
          </a:p>
        </p:txBody>
      </p:sp>
    </p:spTree>
    <p:extLst>
      <p:ext uri="{BB962C8B-B14F-4D97-AF65-F5344CB8AC3E}">
        <p14:creationId xmlns:p14="http://schemas.microsoft.com/office/powerpoint/2010/main" val="31195028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16B61-D940-A06D-1319-9C2E1AE15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973AC-2651-30B5-FBB5-DC4086F61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7F676E-192D-F5F3-3506-66615E56F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EU TE ADORO, HÓSTIA DIVINA, EU TE ADORO, HÓSTIA DE AMOR!</a:t>
            </a:r>
            <a:br>
              <a:rPr lang="pt-BR" sz="6600" dirty="0"/>
            </a:br>
            <a:br>
              <a:rPr lang="pt-BR" sz="6600" dirty="0"/>
            </a:br>
            <a:r>
              <a:rPr lang="pt-BR" sz="6600" dirty="0"/>
              <a:t>ÉS MEU DEUS, EXCELSO E GRANDE, E DOS SÉCULOS, O SENHOR</a:t>
            </a:r>
          </a:p>
        </p:txBody>
      </p:sp>
    </p:spTree>
    <p:extLst>
      <p:ext uri="{BB962C8B-B14F-4D97-AF65-F5344CB8AC3E}">
        <p14:creationId xmlns:p14="http://schemas.microsoft.com/office/powerpoint/2010/main" val="22712640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7866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500" dirty="0"/>
              <a:t>PELAS ESTRADAS DA VIDA,</a:t>
            </a:r>
          </a:p>
          <a:p>
            <a:pPr algn="l"/>
            <a:r>
              <a:rPr lang="pt-BR" sz="6500" dirty="0"/>
              <a:t>NUNCA SOZINHO ESTÁS.</a:t>
            </a:r>
          </a:p>
          <a:p>
            <a:pPr algn="l"/>
            <a:r>
              <a:rPr lang="pt-BR" sz="6500" dirty="0"/>
              <a:t>CONTIGO PELO CAMINHO,</a:t>
            </a:r>
          </a:p>
          <a:p>
            <a:pPr algn="l"/>
            <a:r>
              <a:rPr lang="pt-BR" sz="6500" dirty="0"/>
              <a:t>SANTA MARIA VAI.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25270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500" b="1" dirty="0"/>
              <a:t>Ó VEM CONOSCO, VEM CAMINHAR,</a:t>
            </a:r>
          </a:p>
          <a:p>
            <a:pPr algn="l"/>
            <a:r>
              <a:rPr lang="pt-BR" sz="6500" b="1" dirty="0"/>
              <a:t>SANTA MARIA VEM.</a:t>
            </a:r>
          </a:p>
          <a:p>
            <a:pPr algn="l"/>
            <a:r>
              <a:rPr lang="pt-BR" sz="6500" b="1" dirty="0"/>
              <a:t>Ó VEM CONOSCO, VEM CAMINHAR,</a:t>
            </a:r>
          </a:p>
          <a:p>
            <a:pPr algn="l"/>
            <a:r>
              <a:rPr lang="pt-BR" sz="6500" b="1" dirty="0"/>
              <a:t>SANTA MARIA VEM.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7460027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500" dirty="0"/>
              <a:t>MESMO QUE DIGAM OS HOMENS,</a:t>
            </a:r>
          </a:p>
          <a:p>
            <a:pPr algn="l"/>
            <a:r>
              <a:rPr lang="pt-BR" sz="6500" dirty="0"/>
              <a:t>TU NADA PODES MUDAR</a:t>
            </a:r>
          </a:p>
          <a:p>
            <a:pPr algn="l"/>
            <a:r>
              <a:rPr lang="pt-BR" sz="6500" dirty="0"/>
              <a:t>LUTA POR UM MUNDO NOVO</a:t>
            </a:r>
          </a:p>
          <a:p>
            <a:pPr algn="l"/>
            <a:r>
              <a:rPr lang="pt-BR" sz="6500" dirty="0"/>
              <a:t>DE UNIDADE E PAZ.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0976097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E581B-66EC-47B8-9BBF-E0A4DA06C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068C0-6E0F-8CE6-22DE-8D4B590F7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3AB93A-9ACB-A2B0-F30C-F34E1C11B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500" b="1" dirty="0"/>
              <a:t>Ó VEM CONOSCO, VEM CAMINHAR,</a:t>
            </a:r>
          </a:p>
          <a:p>
            <a:pPr algn="l"/>
            <a:r>
              <a:rPr lang="pt-BR" sz="6500" b="1" dirty="0"/>
              <a:t>SANTA MARIA VEM.</a:t>
            </a:r>
          </a:p>
          <a:p>
            <a:pPr algn="l"/>
            <a:r>
              <a:rPr lang="pt-BR" sz="6500" b="1" dirty="0"/>
              <a:t>Ó VEM CONOSCO, VEM CAMINHAR,</a:t>
            </a:r>
          </a:p>
          <a:p>
            <a:pPr algn="l"/>
            <a:r>
              <a:rPr lang="pt-BR" sz="6500" b="1" dirty="0"/>
              <a:t>SANTA MARIA VEM.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9192688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40164-BA40-ECCC-E79B-C7D539AB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393B5-CDAD-0629-D17F-0590874DB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2E3004-EE91-83E8-2914-30EC1E3C9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500" dirty="0"/>
              <a:t>SE PELO MUNDO OS HOMENS,</a:t>
            </a:r>
          </a:p>
          <a:p>
            <a:pPr algn="l"/>
            <a:r>
              <a:rPr lang="pt-BR" sz="6500" dirty="0"/>
              <a:t>SEM CONHECER-SE VÃO,</a:t>
            </a:r>
          </a:p>
          <a:p>
            <a:pPr algn="l"/>
            <a:r>
              <a:rPr lang="pt-BR" sz="6500" dirty="0"/>
              <a:t>NÃO NEGUES NUNCA A TUA MÃO</a:t>
            </a:r>
          </a:p>
          <a:p>
            <a:pPr algn="l"/>
            <a:r>
              <a:rPr lang="pt-BR" sz="6500" dirty="0"/>
              <a:t>A QUEM TE ENCONTRAR.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955146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B6B4-49C3-372D-6BE0-0342855B2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BD6F0-AB56-A55E-EDCA-A33EF0936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926491-C4BE-68F7-5D0B-E70D65419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500" b="1" dirty="0"/>
              <a:t>Ó VEM CONOSCO, VEM CAMINHAR,</a:t>
            </a:r>
          </a:p>
          <a:p>
            <a:pPr algn="l"/>
            <a:r>
              <a:rPr lang="pt-BR" sz="6500" b="1" dirty="0"/>
              <a:t>SANTA MARIA VEM.</a:t>
            </a:r>
          </a:p>
          <a:p>
            <a:pPr algn="l"/>
            <a:r>
              <a:rPr lang="pt-BR" sz="6500" b="1" dirty="0"/>
              <a:t>Ó VEM CONOSCO, VEM CAMINHAR,</a:t>
            </a:r>
          </a:p>
          <a:p>
            <a:pPr algn="l"/>
            <a:r>
              <a:rPr lang="pt-BR" sz="6500" b="1" dirty="0"/>
              <a:t>SANTA MARIA VEM.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9301366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18733</TotalTime>
  <Words>1052</Words>
  <Application>Microsoft Office PowerPoint</Application>
  <PresentationFormat>Widescreen</PresentationFormat>
  <Paragraphs>169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GLÓRIA</vt:lpstr>
      <vt:lpstr>GLÓRIA</vt:lpstr>
      <vt:lpstr>GLÓRIA</vt:lpstr>
      <vt:lpstr>GLÓRIA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72</cp:revision>
  <dcterms:created xsi:type="dcterms:W3CDTF">2023-05-06T17:01:55Z</dcterms:created>
  <dcterms:modified xsi:type="dcterms:W3CDTF">2026-02-08T19:45:18Z</dcterms:modified>
</cp:coreProperties>
</file>