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06" r:id="rId4"/>
    <p:sldId id="420" r:id="rId5"/>
    <p:sldId id="421" r:id="rId6"/>
    <p:sldId id="258" r:id="rId7"/>
    <p:sldId id="259" r:id="rId8"/>
    <p:sldId id="424" r:id="rId9"/>
    <p:sldId id="425" r:id="rId10"/>
    <p:sldId id="260" r:id="rId11"/>
    <p:sldId id="261" r:id="rId12"/>
    <p:sldId id="338" r:id="rId13"/>
    <p:sldId id="339" r:id="rId14"/>
    <p:sldId id="340" r:id="rId15"/>
    <p:sldId id="377" r:id="rId16"/>
    <p:sldId id="264" r:id="rId17"/>
    <p:sldId id="265" r:id="rId18"/>
    <p:sldId id="266" r:id="rId19"/>
    <p:sldId id="267" r:id="rId20"/>
    <p:sldId id="271" r:id="rId21"/>
    <p:sldId id="269" r:id="rId22"/>
    <p:sldId id="376" r:id="rId23"/>
    <p:sldId id="426" r:id="rId24"/>
    <p:sldId id="391" r:id="rId25"/>
    <p:sldId id="427" r:id="rId26"/>
    <p:sldId id="415" r:id="rId27"/>
    <p:sldId id="428" r:id="rId28"/>
    <p:sldId id="417" r:id="rId29"/>
    <p:sldId id="292" r:id="rId30"/>
    <p:sldId id="275" r:id="rId31"/>
    <p:sldId id="363" r:id="rId32"/>
    <p:sldId id="361" r:id="rId33"/>
    <p:sldId id="362" r:id="rId34"/>
    <p:sldId id="399" r:id="rId35"/>
    <p:sldId id="418" r:id="rId36"/>
    <p:sldId id="401" r:id="rId37"/>
    <p:sldId id="419" r:id="rId38"/>
    <p:sldId id="402" r:id="rId39"/>
    <p:sldId id="404" r:id="rId40"/>
    <p:sldId id="431" r:id="rId41"/>
    <p:sldId id="437" r:id="rId42"/>
    <p:sldId id="436" r:id="rId43"/>
    <p:sldId id="438" r:id="rId44"/>
    <p:sldId id="429" r:id="rId45"/>
    <p:sldId id="337" r:id="rId46"/>
    <p:sldId id="374" r:id="rId4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F6499B5-857D-F3A5-A09D-F8B0EECB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46508"/>
            <a:ext cx="12191998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11491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3682218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</a:rPr>
              <a:t>8º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EIS-ME AQUI! EIS-ME AQUI!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SENHOR, EIS QUE VENHO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EIS-ME AQUI! EIS-ME AQUI!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FAÇA-SE EM MIM A TUA VONTADE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NO MEU SENHOR EU ESPEREI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ELE SE INCLINOU PARA MIM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OUVIU O MEU GRITO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ME LIBERTOU DA MORTE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27970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39847-E88A-4CB4-25C4-3A24362F1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3E33C-7C41-CBC4-2F61-2E9A42CF6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8D1C8A-59F9-2688-DEDC-F4CA50051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EIS-ME AQUI! EIS-ME AQUI!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SENHOR, EIS QUE VENHO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EIS-ME AQUI! EIS-ME AQUI!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FAÇA-SE EM MIM A TUA VONTADE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77909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9E9DD-2F3C-7432-91EB-D9862FB7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11AF3-A21F-CBC7-4900-FD1D9265C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130FC2-FC50-0C9E-3CDB-7F949595D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OS MEUS PÉS ELE APAROU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OS MEUS PASSOS FIRMOU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ELE COLOCOU NA MINHA BOCA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O CANTO NOVO DE LOUVOR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092855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VIESTES NÃO PARA CONDENAR, MAS PARA PERDOAR,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 ELEISON! KYRIE ELEISON!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925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CRISTO, QUE VOS ALEGRAIS PELO PECADOR ARREPENDIDO,</a:t>
            </a: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CHRISTE ELEISON! CHRISTE ELEISON! 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5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MUITO PERDOAIS A QUEM MUITO AMA,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 ELEISON! </a:t>
            </a:r>
            <a:r>
              <a:rPr lang="pt-BR" sz="6000" b="1" i="0" dirty="0">
                <a:effectLst/>
                <a:latin typeface="arial" panose="020B0604020202020204" pitchFamily="34" charset="0"/>
              </a:rPr>
              <a:t>KYRIE ELEISON!</a:t>
            </a:r>
            <a:endParaRPr lang="pt-BR" sz="66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0740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(3X)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COMO É BOM AGRADECERMOS AO SENHOR.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20000"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COMO ASTROS NO MUNDO VÓS RESPLANDECEIS, MENSAGEM DE VIDA AO MUNDO ANUNCIANDO; DA VIDA A PALAVRA, COM FÉ, PROCLAMAIS, QUAIS ASTROS LUZENTES NO MUNDO BRILHAIS!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50792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LOUVAI, LOUVAI, Ó SERVOS DO SENHOR, LOUVAI, LOUVAI O NOME DO SENHOR!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FF3F-9EF8-A4DD-3764-CE648DAB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D3253-A85A-346F-B2BE-BF8650596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31860C-7D98-D2CF-7032-5A2C96DA8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524989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BENDITO SEJA O NOME DO SENHOR,</a:t>
            </a:r>
          </a:p>
          <a:p>
            <a:pPr algn="l"/>
            <a:r>
              <a:rPr lang="pt-BR" sz="8000" dirty="0"/>
              <a:t>AGORA E POR TODA A ETERNIDADE!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68652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B52D-04BD-F343-8F88-F3C102CCE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E51BF-E57D-2935-298A-74F378B8C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64C8D6-A570-7ADA-77B4-8E64B2521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82234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FDDF7-E57B-4ABD-8E64-A145FE050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9A6-E4AB-3019-DB67-34691BCCA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2D9BAA-3642-9E5C-D10A-5966396BE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O SENHOR ESTÁ ACIMA DAS NAÇÕES. </a:t>
            </a:r>
          </a:p>
          <a:p>
            <a:pPr algn="l"/>
            <a:r>
              <a:rPr lang="pt-BR" sz="8000" dirty="0"/>
              <a:t>SUA GLÓRIA VAI ALÉM DOS ALTOS CÉUS.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449555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16D4A-E944-712E-206F-FCD952E7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2EAB9-BA11-9983-DE60-6EEA8FAC0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624AC7-2F92-2DCA-B6B5-B82E6E851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7132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7FD3-BCCB-0F01-AC83-340CCDA3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01FBD-3BD8-0170-3107-4A5B93221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E69C76-26DB-3877-CFAA-CE631BAEC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QUEM PODE COMPARAR-SE AO NOSSO DEUS,</a:t>
            </a:r>
          </a:p>
          <a:p>
            <a:pPr algn="l"/>
            <a:r>
              <a:rPr lang="pt-BR" sz="8000" dirty="0"/>
              <a:t>QUE SE INCLINA PARA OLHAR O CÉU E A TERRA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8931178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000" b="1" dirty="0"/>
              <a:t>SANTO, SANTO, SANTO</a:t>
            </a:r>
          </a:p>
          <a:p>
            <a:pPr algn="just"/>
            <a:r>
              <a:rPr lang="pt-BR" sz="6000" dirty="0"/>
              <a:t>SENHOR DEUS DO UNIVERSO</a:t>
            </a:r>
          </a:p>
          <a:p>
            <a:pPr algn="just"/>
            <a:r>
              <a:rPr lang="pt-BR" sz="6000" dirty="0"/>
              <a:t>O CÉU E A TERRA PROCLAMAM</a:t>
            </a:r>
          </a:p>
          <a:p>
            <a:pPr algn="just"/>
            <a:r>
              <a:rPr lang="pt-BR" sz="6000" dirty="0"/>
              <a:t>PROCLAMAM A VOSSA GLÓRIA</a:t>
            </a:r>
          </a:p>
          <a:p>
            <a:pPr algn="just"/>
            <a:r>
              <a:rPr lang="pt-BR" sz="6000" b="1" dirty="0"/>
              <a:t>HOSANA, HOSANA, HOSANA</a:t>
            </a:r>
          </a:p>
          <a:p>
            <a:pPr algn="just"/>
            <a:r>
              <a:rPr lang="pt-BR" sz="60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just"/>
            <a:r>
              <a:rPr lang="pt-BR" sz="7200" dirty="0"/>
              <a:t>HOSANA, HOSANA, HOSANA</a:t>
            </a:r>
          </a:p>
          <a:p>
            <a:pPr algn="just"/>
            <a:r>
              <a:rPr lang="pt-BR" sz="72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GRANDE EU PROCLAMO, ÉS MEU DEUS, SEMPRE IREI TE LOUVAR</a:t>
            </a:r>
          </a:p>
          <a:p>
            <a:pPr algn="l"/>
            <a:r>
              <a:rPr lang="pt-BR" sz="6000" b="1" dirty="0">
                <a:latin typeface="Roboto" panose="02000000000000000000" pitchFamily="2" charset="0"/>
              </a:rPr>
              <a:t>TEU NOME EU VOU BENDIZER, TODO DIA EU VOU CANTAR!</a:t>
            </a:r>
            <a:endParaRPr lang="pt-BR" sz="230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effectLst/>
                <a:latin typeface="Roboto" panose="02000000000000000000" pitchFamily="2" charset="0"/>
              </a:rPr>
              <a:t>O SENHOR É GRANDE E LOUVÁVEL, SEM MEDIDA É SUA GRANDEZA</a:t>
            </a:r>
          </a:p>
          <a:p>
            <a:pPr algn="l"/>
            <a:r>
              <a:rPr lang="pt-BR" sz="6000" dirty="0">
                <a:latin typeface="Roboto" panose="02000000000000000000" pitchFamily="2" charset="0"/>
              </a:rPr>
              <a:t>GERAÇÕES DE UMA PARA OUTRA ANUNCIEM AS TUAS PROEZAS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52060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10661-5E42-451B-DF79-FC25EC710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A966F-79CE-92D3-80E4-ADC4C593E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45C117-0CBB-E8B8-C0A1-7AD3983D3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GRANDE EU PROCLAMO, ÉS MEU DEUS, SEMPRE IREI TE LOUVAR</a:t>
            </a:r>
          </a:p>
          <a:p>
            <a:pPr algn="l"/>
            <a:r>
              <a:rPr lang="pt-BR" sz="6000" b="1" dirty="0">
                <a:latin typeface="Roboto" panose="02000000000000000000" pitchFamily="2" charset="0"/>
              </a:rPr>
              <a:t>TEU NOME EU VOU BENDIZER, TODO DIA EU VOU CANTAR!</a:t>
            </a:r>
            <a:endParaRPr lang="pt-BR" sz="230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5154970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0" i="0" dirty="0">
                <a:effectLst/>
                <a:latin typeface="Roboto" panose="02000000000000000000" pitchFamily="2" charset="0"/>
              </a:rPr>
              <a:t>TUA FAMA É GLÓRIA E ESPLENDOR MARAVILHAS DE TI VOU CANTAR</a:t>
            </a:r>
          </a:p>
          <a:p>
            <a:pPr algn="l"/>
            <a:r>
              <a:rPr lang="pt-BR" sz="6600" dirty="0">
                <a:latin typeface="Roboto" panose="02000000000000000000" pitchFamily="2" charset="0"/>
              </a:rPr>
              <a:t>TEU PODER É TERRÍVEL, DIRÃO, TUA GRANDEZA EU VOU CELEBRAR.</a:t>
            </a:r>
            <a:endParaRPr lang="pt-BR" sz="27600" dirty="0"/>
          </a:p>
        </p:txBody>
      </p:sp>
    </p:spTree>
    <p:extLst>
      <p:ext uri="{BB962C8B-B14F-4D97-AF65-F5344CB8AC3E}">
        <p14:creationId xmlns:p14="http://schemas.microsoft.com/office/powerpoint/2010/main" val="6374152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15DF1-FD09-19D0-4058-0FE0CDCA5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AFFA3-B4C3-F769-28BB-14BDCD502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80F898-3F69-E3FB-5AE9-438D983CA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GRANDE EU PROCLAMO, ÉS MEU DEUS, SEMPRE IREI TE LOUVAR</a:t>
            </a:r>
          </a:p>
          <a:p>
            <a:pPr algn="l"/>
            <a:r>
              <a:rPr lang="pt-BR" sz="6000" b="1" dirty="0">
                <a:latin typeface="Roboto" panose="02000000000000000000" pitchFamily="2" charset="0"/>
              </a:rPr>
              <a:t>TEU NOME EU VOU BENDIZER, TODO DIA EU VOU CANTAR!</a:t>
            </a:r>
            <a:endParaRPr lang="pt-BR" sz="230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4530986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0" i="0" dirty="0">
                <a:effectLst/>
                <a:latin typeface="Roboto" panose="02000000000000000000" pitchFamily="2" charset="0"/>
              </a:rPr>
              <a:t>VÃO LEMBRAR TUA IMENSA BONDADE, TUA JUSTIÇA IRÃO PROCLAMAR</a:t>
            </a:r>
          </a:p>
          <a:p>
            <a:pPr algn="l"/>
            <a:r>
              <a:rPr lang="pt-BR" sz="6600" dirty="0">
                <a:latin typeface="Roboto" panose="02000000000000000000" pitchFamily="2" charset="0"/>
              </a:rPr>
              <a:t>O SENHOR, ELE É SÓ COMPAIXÃO, LENTO A IRAR-SE, SÓ SABE AMAR.</a:t>
            </a:r>
            <a:endParaRPr lang="pt-BR" sz="6600" b="0" i="0" dirty="0">
              <a:effectLst/>
              <a:latin typeface="Roboto" panose="02000000000000000000" pitchFamily="2" charset="0"/>
            </a:endParaRPr>
          </a:p>
          <a:p>
            <a:pPr algn="l"/>
            <a:endParaRPr lang="pt-BR" sz="27600" dirty="0"/>
          </a:p>
        </p:txBody>
      </p:sp>
    </p:spTree>
    <p:extLst>
      <p:ext uri="{BB962C8B-B14F-4D97-AF65-F5344CB8AC3E}">
        <p14:creationId xmlns:p14="http://schemas.microsoft.com/office/powerpoint/2010/main" val="24828487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effectLst/>
              </a:rPr>
              <a:t>ÉS DOS ANJOS O TESOURO</a:t>
            </a:r>
          </a:p>
          <a:p>
            <a:pPr algn="l"/>
            <a:r>
              <a:rPr lang="pt-BR" sz="6000" i="0" dirty="0">
                <a:effectLst/>
              </a:rPr>
              <a:t>E DOS HOMENS O DULÇOR.</a:t>
            </a:r>
          </a:p>
          <a:p>
            <a:pPr algn="l"/>
            <a:endParaRPr lang="pt-BR" sz="6000" i="0" dirty="0">
              <a:effectLst/>
            </a:endParaRPr>
          </a:p>
          <a:p>
            <a:pPr algn="l"/>
            <a:r>
              <a:rPr lang="pt-BR" sz="6000" b="1" i="0" dirty="0"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effectLst/>
              </a:rPr>
              <a:t>EU TE ADORO, HÓSTIA DE AMOR!</a:t>
            </a:r>
            <a:endParaRPr lang="pt-BR" sz="6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625B-661D-568E-7839-87BD4D59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97D2F-6F48-F497-7404-FA0947669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EECB86-1DFD-D6ED-F5E0-F23B438A5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effectLst/>
              </a:rPr>
              <a:t>ÉS NA VIDA ALENTO E FORÇA,</a:t>
            </a:r>
          </a:p>
          <a:p>
            <a:pPr algn="l"/>
            <a:r>
              <a:rPr lang="pt-BR" sz="6000" i="0" dirty="0">
                <a:effectLst/>
              </a:rPr>
              <a:t>E NA MORTE O DEFENSOR.</a:t>
            </a:r>
          </a:p>
          <a:p>
            <a:pPr algn="l"/>
            <a:endParaRPr lang="pt-BR" sz="6000" i="0" dirty="0">
              <a:effectLst/>
            </a:endParaRPr>
          </a:p>
          <a:p>
            <a:pPr algn="l"/>
            <a:r>
              <a:rPr lang="pt-BR" sz="6000" b="1" i="0" dirty="0"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effectLst/>
              </a:rPr>
              <a:t>EU TE ADORO, HÓSTIA DE AMOR!</a:t>
            </a:r>
            <a:endParaRPr lang="pt-BR" sz="6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84736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2B0D-C831-293C-E891-25210FFA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5E567-80FB-86BC-5E67-D95636C42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21367-2EC6-9D32-4E39-22F3DCFEC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effectLst/>
              </a:rPr>
              <a:t>ÉS NA TERRA FIEL AMIGO,</a:t>
            </a:r>
          </a:p>
          <a:p>
            <a:pPr algn="l"/>
            <a:r>
              <a:rPr lang="pt-BR" sz="6000" i="0" dirty="0">
                <a:effectLst/>
              </a:rPr>
              <a:t>E DO CÉU, FELIZ PENHOR.</a:t>
            </a:r>
          </a:p>
          <a:p>
            <a:pPr algn="l"/>
            <a:endParaRPr lang="pt-BR" sz="6000" i="0" dirty="0">
              <a:effectLst/>
            </a:endParaRPr>
          </a:p>
          <a:p>
            <a:pPr algn="l"/>
            <a:r>
              <a:rPr lang="pt-BR" sz="6000" b="1" i="0" dirty="0"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effectLst/>
              </a:rPr>
              <a:t>EU TE ADORO, HÓSTIA DE AMOR!</a:t>
            </a:r>
            <a:endParaRPr lang="pt-BR" sz="6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70821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D12C-5AB8-14BD-3AB1-A7B182A79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D8FC-23BF-31B8-E463-4E9B5D778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F9D7F2-5DA1-34DC-1B13-608B3548F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effectLst/>
              </a:rPr>
              <a:t>ÉS MEU DEUS, EXCELSO E GRANDE,</a:t>
            </a:r>
          </a:p>
          <a:p>
            <a:pPr algn="l"/>
            <a:r>
              <a:rPr lang="pt-BR" sz="6000" i="0" dirty="0">
                <a:effectLst/>
              </a:rPr>
              <a:t>E DOS SÉCULOS, O SENHOR.</a:t>
            </a:r>
          </a:p>
          <a:p>
            <a:pPr algn="l"/>
            <a:endParaRPr lang="pt-BR" sz="6000" i="0" dirty="0">
              <a:effectLst/>
            </a:endParaRPr>
          </a:p>
          <a:p>
            <a:pPr algn="l"/>
            <a:r>
              <a:rPr lang="pt-BR" sz="6000" b="1" i="0" dirty="0"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effectLst/>
              </a:rPr>
              <a:t>EU TE ADORO, HÓSTIA DE AMOR!</a:t>
            </a:r>
            <a:endParaRPr lang="pt-BR" sz="6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85325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BA02-669A-524C-4601-D028BE6F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F9BD71-2335-E696-27B9-6118A3A3EA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779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888" y="39635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888" y="993422"/>
            <a:ext cx="11492089" cy="60314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AVE, RAINHA DO CÉU;</a:t>
            </a:r>
          </a:p>
          <a:p>
            <a:pPr algn="l"/>
            <a:r>
              <a:rPr lang="pt-BR" sz="6600" dirty="0"/>
              <a:t>AVE, DOS ANJOS SENHORA.</a:t>
            </a:r>
          </a:p>
          <a:p>
            <a:pPr algn="l"/>
            <a:r>
              <a:rPr lang="pt-BR" sz="6600" dirty="0"/>
              <a:t>AVE, RAIZ, AVE, PORTA,</a:t>
            </a:r>
          </a:p>
          <a:p>
            <a:pPr algn="l"/>
            <a:r>
              <a:rPr lang="pt-BR" sz="6600" dirty="0"/>
              <a:t>DA LUZ DO MUNDO ÉS, AURORA.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EXULTA, Ó VIRGEM TÃO BELA;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 OUTRAS SEGUEM-TE APÓS.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NÓS TE SAUDAMOS: ADEUS!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 PEDE A CRISTO POR NÓS!</a:t>
            </a:r>
          </a:p>
          <a:p>
            <a:pPr algn="l"/>
            <a:endParaRPr lang="pt-BR" sz="5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VIRGEM MÃE, Ó MARIA!</a:t>
            </a:r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8325</TotalTime>
  <Words>973</Words>
  <Application>Microsoft Office PowerPoint</Application>
  <PresentationFormat>Widescreen</PresentationFormat>
  <Paragraphs>170</Paragraphs>
  <Slides>46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4" baseType="lpstr">
      <vt:lpstr>-apple-system</vt:lpstr>
      <vt:lpstr>Arial</vt:lpstr>
      <vt:lpstr>Arial</vt:lpstr>
      <vt:lpstr>Calibri</vt:lpstr>
      <vt:lpstr>Calibri Light</vt:lpstr>
      <vt:lpstr>Roboto</vt:lpstr>
      <vt:lpstr>Verdana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45</cp:revision>
  <dcterms:created xsi:type="dcterms:W3CDTF">2023-05-06T17:01:55Z</dcterms:created>
  <dcterms:modified xsi:type="dcterms:W3CDTF">2025-03-01T20:07:00Z</dcterms:modified>
</cp:coreProperties>
</file>