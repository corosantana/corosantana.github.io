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67" r:id="rId4"/>
    <p:sldId id="258" r:id="rId5"/>
    <p:sldId id="259" r:id="rId6"/>
    <p:sldId id="411" r:id="rId7"/>
    <p:sldId id="478" r:id="rId8"/>
    <p:sldId id="260" r:id="rId9"/>
    <p:sldId id="261" r:id="rId10"/>
    <p:sldId id="338" r:id="rId11"/>
    <p:sldId id="339" r:id="rId12"/>
    <p:sldId id="340" r:id="rId13"/>
    <p:sldId id="377" r:id="rId14"/>
    <p:sldId id="479" r:id="rId15"/>
    <p:sldId id="264" r:id="rId16"/>
    <p:sldId id="265" r:id="rId17"/>
    <p:sldId id="266" r:id="rId18"/>
    <p:sldId id="267" r:id="rId19"/>
    <p:sldId id="271" r:id="rId20"/>
    <p:sldId id="269" r:id="rId21"/>
    <p:sldId id="469" r:id="rId22"/>
    <p:sldId id="480" r:id="rId23"/>
    <p:sldId id="470" r:id="rId24"/>
    <p:sldId id="361" r:id="rId25"/>
    <p:sldId id="445" r:id="rId26"/>
    <p:sldId id="481" r:id="rId27"/>
    <p:sldId id="443" r:id="rId28"/>
    <p:sldId id="444" r:id="rId29"/>
    <p:sldId id="439" r:id="rId30"/>
    <p:sldId id="482" r:id="rId31"/>
    <p:sldId id="472" r:id="rId32"/>
    <p:sldId id="483" r:id="rId33"/>
    <p:sldId id="474" r:id="rId34"/>
    <p:sldId id="277" r:id="rId35"/>
    <p:sldId id="428" r:id="rId36"/>
    <p:sldId id="429" r:id="rId37"/>
    <p:sldId id="475" r:id="rId38"/>
    <p:sldId id="476" r:id="rId39"/>
    <p:sldId id="427" r:id="rId40"/>
    <p:sldId id="459" r:id="rId41"/>
    <p:sldId id="460" r:id="rId42"/>
    <p:sldId id="337" r:id="rId43"/>
    <p:sldId id="484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C494840E-BC07-4FE8-B462-92E16E47897E}"/>
    <pc:docChg chg="undo custSel addSld delSld modSld sldOrd">
      <pc:chgData name="anaclaracosta116@gmail.com" userId="a793634777582c92" providerId="LiveId" clId="{C494840E-BC07-4FE8-B462-92E16E47897E}" dt="2024-02-03T19:59:46.402" v="398" actId="27636"/>
      <pc:docMkLst>
        <pc:docMk/>
      </pc:docMkLst>
      <pc:sldChg chg="modSp mod">
        <pc:chgData name="anaclaracosta116@gmail.com" userId="a793634777582c92" providerId="LiveId" clId="{C494840E-BC07-4FE8-B462-92E16E47897E}" dt="2024-02-03T19:37:03.987" v="32" actId="113"/>
        <pc:sldMkLst>
          <pc:docMk/>
          <pc:sldMk cId="2490480151" sldId="259"/>
        </pc:sldMkLst>
        <pc:spChg chg="mod">
          <ac:chgData name="anaclaracosta116@gmail.com" userId="a793634777582c92" providerId="LiveId" clId="{C494840E-BC07-4FE8-B462-92E16E47897E}" dt="2024-02-03T19:37:03.987" v="32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41:57.926" v="65" actId="120"/>
        <pc:sldMkLst>
          <pc:docMk/>
          <pc:sldMk cId="337661645" sldId="261"/>
        </pc:sldMkLst>
        <pc:spChg chg="mod">
          <ac:chgData name="anaclaracosta116@gmail.com" userId="a793634777582c92" providerId="LiveId" clId="{C494840E-BC07-4FE8-B462-92E16E47897E}" dt="2024-02-03T19:41:57.926" v="65" actId="120"/>
          <ac:spMkLst>
            <pc:docMk/>
            <pc:sldMk cId="337661645" sldId="261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C494840E-BC07-4FE8-B462-92E16E47897E}" dt="2024-02-03T19:55:56.441" v="292" actId="20577"/>
        <pc:sldMkLst>
          <pc:docMk/>
          <pc:sldMk cId="3388034860" sldId="265"/>
        </pc:sldMkLst>
        <pc:spChg chg="mod">
          <ac:chgData name="anaclaracosta116@gmail.com" userId="a793634777582c92" providerId="LiveId" clId="{C494840E-BC07-4FE8-B462-92E16E47897E}" dt="2024-02-03T19:55:56.441" v="29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6:52.244" v="372" actId="20577"/>
        <pc:sldMkLst>
          <pc:docMk/>
          <pc:sldMk cId="2671817442" sldId="267"/>
        </pc:sldMkLst>
        <pc:spChg chg="mod">
          <ac:chgData name="anaclaracosta116@gmail.com" userId="a793634777582c92" providerId="LiveId" clId="{C494840E-BC07-4FE8-B462-92E16E47897E}" dt="2024-02-03T19:56:52.244" v="37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49:27.139" v="192" actId="27636"/>
        <pc:sldMkLst>
          <pc:docMk/>
          <pc:sldMk cId="2786277918" sldId="269"/>
        </pc:sldMkLst>
        <pc:spChg chg="mod">
          <ac:chgData name="anaclaracosta116@gmail.com" userId="a793634777582c92" providerId="LiveId" clId="{C494840E-BC07-4FE8-B462-92E16E47897E}" dt="2024-02-03T19:49:27.139" v="192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9:20.624" v="392" actId="113"/>
        <pc:sldMkLst>
          <pc:docMk/>
          <pc:sldMk cId="4141278968" sldId="337"/>
        </pc:sldMkLst>
        <pc:spChg chg="mod">
          <ac:chgData name="anaclaracosta116@gmail.com" userId="a793634777582c92" providerId="LiveId" clId="{C494840E-BC07-4FE8-B462-92E16E47897E}" dt="2024-02-03T19:59:20.624" v="392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33:30.427" v="2" actId="113"/>
        <pc:sldMkLst>
          <pc:docMk/>
          <pc:sldMk cId="880466366" sldId="354"/>
        </pc:sldMkLst>
        <pc:spChg chg="mod">
          <ac:chgData name="anaclaracosta116@gmail.com" userId="a793634777582c92" providerId="LiveId" clId="{C494840E-BC07-4FE8-B462-92E16E47897E}" dt="2024-02-03T19:33:30.427" v="2" actId="113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37:40.029" v="49" actId="113"/>
        <pc:sldMkLst>
          <pc:docMk/>
          <pc:sldMk cId="1193674150" sldId="411"/>
        </pc:sldMkLst>
        <pc:spChg chg="mod">
          <ac:chgData name="anaclaracosta116@gmail.com" userId="a793634777582c92" providerId="LiveId" clId="{C494840E-BC07-4FE8-B462-92E16E47897E}" dt="2024-02-03T19:37:40.029" v="49" actId="113"/>
          <ac:spMkLst>
            <pc:docMk/>
            <pc:sldMk cId="1193674150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7:16.019" v="375"/>
        <pc:sldMkLst>
          <pc:docMk/>
          <pc:sldMk cId="1179819499" sldId="439"/>
        </pc:sldMkLst>
        <pc:spChg chg="mod">
          <ac:chgData name="anaclaracosta116@gmail.com" userId="a793634777582c92" providerId="LiveId" clId="{C494840E-BC07-4FE8-B462-92E16E47897E}" dt="2024-02-03T19:57:16.019" v="375"/>
          <ac:spMkLst>
            <pc:docMk/>
            <pc:sldMk cId="1179819499" sldId="4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3:40.002" v="226" actId="27636"/>
        <pc:sldMkLst>
          <pc:docMk/>
          <pc:sldMk cId="3496163428" sldId="444"/>
        </pc:sldMkLst>
        <pc:spChg chg="mod">
          <ac:chgData name="anaclaracosta116@gmail.com" userId="a793634777582c92" providerId="LiveId" clId="{C494840E-BC07-4FE8-B462-92E16E47897E}" dt="2024-02-03T19:53:40.002" v="226" actId="27636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1:24.748" v="216" actId="403"/>
        <pc:sldMkLst>
          <pc:docMk/>
          <pc:sldMk cId="374298811" sldId="445"/>
        </pc:sldMkLst>
        <pc:spChg chg="mod">
          <ac:chgData name="anaclaracosta116@gmail.com" userId="a793634777582c92" providerId="LiveId" clId="{C494840E-BC07-4FE8-B462-92E16E47897E}" dt="2024-02-03T19:50:46.497" v="212" actId="20577"/>
          <ac:spMkLst>
            <pc:docMk/>
            <pc:sldMk cId="374298811" sldId="445"/>
            <ac:spMk id="2" creationId="{F0E406B4-85AC-B67B-F9E2-21AAF8067483}"/>
          </ac:spMkLst>
        </pc:spChg>
        <pc:spChg chg="mod">
          <ac:chgData name="anaclaracosta116@gmail.com" userId="a793634777582c92" providerId="LiveId" clId="{C494840E-BC07-4FE8-B462-92E16E47897E}" dt="2024-02-03T19:51:24.748" v="216" actId="403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34:07.461" v="5" actId="113"/>
        <pc:sldMkLst>
          <pc:docMk/>
          <pc:sldMk cId="1877514772" sldId="467"/>
        </pc:sldMkLst>
        <pc:spChg chg="mod">
          <ac:chgData name="anaclaracosta116@gmail.com" userId="a793634777582c92" providerId="LiveId" clId="{C494840E-BC07-4FE8-B462-92E16E47897E}" dt="2024-02-03T19:34:07.461" v="5" actId="113"/>
          <ac:spMkLst>
            <pc:docMk/>
            <pc:sldMk cId="1877514772" sldId="4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494840E-BC07-4FE8-B462-92E16E47897E}" dt="2024-02-03T19:34:10.754" v="6" actId="2696"/>
        <pc:sldMkLst>
          <pc:docMk/>
          <pc:sldMk cId="2429657436" sldId="468"/>
        </pc:sldMkLst>
      </pc:sldChg>
      <pc:sldChg chg="modSp mod">
        <pc:chgData name="anaclaracosta116@gmail.com" userId="a793634777582c92" providerId="LiveId" clId="{C494840E-BC07-4FE8-B462-92E16E47897E}" dt="2024-02-03T19:50:05.917" v="198" actId="113"/>
        <pc:sldMkLst>
          <pc:docMk/>
          <pc:sldMk cId="2395893813" sldId="469"/>
        </pc:sldMkLst>
        <pc:spChg chg="mod">
          <ac:chgData name="anaclaracosta116@gmail.com" userId="a793634777582c92" providerId="LiveId" clId="{C494840E-BC07-4FE8-B462-92E16E47897E}" dt="2024-02-03T19:50:05.917" v="198" actId="113"/>
          <ac:spMkLst>
            <pc:docMk/>
            <pc:sldMk cId="2395893813" sldId="4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494840E-BC07-4FE8-B462-92E16E47897E}" dt="2024-02-03T19:50:37.876" v="206" actId="113"/>
        <pc:sldMkLst>
          <pc:docMk/>
          <pc:sldMk cId="3477985838" sldId="470"/>
        </pc:sldMkLst>
        <pc:spChg chg="mod">
          <ac:chgData name="anaclaracosta116@gmail.com" userId="a793634777582c92" providerId="LiveId" clId="{C494840E-BC07-4FE8-B462-92E16E47897E}" dt="2024-02-03T19:50:37.876" v="206" actId="113"/>
          <ac:spMkLst>
            <pc:docMk/>
            <pc:sldMk cId="3477985838" sldId="47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494840E-BC07-4FE8-B462-92E16E47897E}" dt="2024-02-03T19:57:28.117" v="379" actId="2696"/>
        <pc:sldMkLst>
          <pc:docMk/>
          <pc:sldMk cId="732830456" sldId="471"/>
        </pc:sldMkLst>
      </pc:sldChg>
      <pc:sldChg chg="modSp mod">
        <pc:chgData name="anaclaracosta116@gmail.com" userId="a793634777582c92" providerId="LiveId" clId="{C494840E-BC07-4FE8-B462-92E16E47897E}" dt="2024-02-03T19:57:48.498" v="382"/>
        <pc:sldMkLst>
          <pc:docMk/>
          <pc:sldMk cId="1525905126" sldId="472"/>
        </pc:sldMkLst>
        <pc:spChg chg="mod">
          <ac:chgData name="anaclaracosta116@gmail.com" userId="a793634777582c92" providerId="LiveId" clId="{C494840E-BC07-4FE8-B462-92E16E47897E}" dt="2024-02-03T19:57:48.498" v="382"/>
          <ac:spMkLst>
            <pc:docMk/>
            <pc:sldMk cId="1525905126" sldId="47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494840E-BC07-4FE8-B462-92E16E47897E}" dt="2024-02-03T19:57:54.367" v="383" actId="2696"/>
        <pc:sldMkLst>
          <pc:docMk/>
          <pc:sldMk cId="3903464118" sldId="473"/>
        </pc:sldMkLst>
      </pc:sldChg>
      <pc:sldChg chg="modSp mod">
        <pc:chgData name="anaclaracosta116@gmail.com" userId="a793634777582c92" providerId="LiveId" clId="{C494840E-BC07-4FE8-B462-92E16E47897E}" dt="2024-02-03T19:58:26.212" v="389"/>
        <pc:sldMkLst>
          <pc:docMk/>
          <pc:sldMk cId="1380314716" sldId="474"/>
        </pc:sldMkLst>
        <pc:spChg chg="mod">
          <ac:chgData name="anaclaracosta116@gmail.com" userId="a793634777582c92" providerId="LiveId" clId="{C494840E-BC07-4FE8-B462-92E16E47897E}" dt="2024-02-03T19:58:26.212" v="389"/>
          <ac:spMkLst>
            <pc:docMk/>
            <pc:sldMk cId="1380314716" sldId="47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494840E-BC07-4FE8-B462-92E16E47897E}" dt="2024-02-03T19:59:25.628" v="393" actId="2696"/>
        <pc:sldMkLst>
          <pc:docMk/>
          <pc:sldMk cId="1688425786" sldId="477"/>
        </pc:sldMkLst>
      </pc:sldChg>
      <pc:sldChg chg="modSp add mod">
        <pc:chgData name="anaclaracosta116@gmail.com" userId="a793634777582c92" providerId="LiveId" clId="{C494840E-BC07-4FE8-B462-92E16E47897E}" dt="2024-02-03T19:38:21.014" v="59" actId="113"/>
        <pc:sldMkLst>
          <pc:docMk/>
          <pc:sldMk cId="2493255585" sldId="478"/>
        </pc:sldMkLst>
        <pc:spChg chg="mod">
          <ac:chgData name="anaclaracosta116@gmail.com" userId="a793634777582c92" providerId="LiveId" clId="{C494840E-BC07-4FE8-B462-92E16E47897E}" dt="2024-02-03T19:38:21.014" v="59" actId="113"/>
          <ac:spMkLst>
            <pc:docMk/>
            <pc:sldMk cId="2493255585" sldId="478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C494840E-BC07-4FE8-B462-92E16E47897E}" dt="2024-02-03T19:36:09.801" v="17" actId="2890"/>
        <pc:sldMkLst>
          <pc:docMk/>
          <pc:sldMk cId="3338329290" sldId="478"/>
        </pc:sldMkLst>
      </pc:sldChg>
      <pc:sldChg chg="modSp add mod">
        <pc:chgData name="anaclaracosta116@gmail.com" userId="a793634777582c92" providerId="LiveId" clId="{C494840E-BC07-4FE8-B462-92E16E47897E}" dt="2024-02-03T19:43:34.835" v="77" actId="113"/>
        <pc:sldMkLst>
          <pc:docMk/>
          <pc:sldMk cId="1294689904" sldId="479"/>
        </pc:sldMkLst>
        <pc:spChg chg="mod">
          <ac:chgData name="anaclaracosta116@gmail.com" userId="a793634777582c92" providerId="LiveId" clId="{C494840E-BC07-4FE8-B462-92E16E47897E}" dt="2024-02-03T19:43:34.835" v="77" actId="113"/>
          <ac:spMkLst>
            <pc:docMk/>
            <pc:sldMk cId="1294689904" sldId="47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494840E-BC07-4FE8-B462-92E16E47897E}" dt="2024-02-03T19:50:12.848" v="201"/>
        <pc:sldMkLst>
          <pc:docMk/>
          <pc:sldMk cId="4190419614" sldId="480"/>
        </pc:sldMkLst>
      </pc:sldChg>
      <pc:sldChg chg="modSp add mod">
        <pc:chgData name="anaclaracosta116@gmail.com" userId="a793634777582c92" providerId="LiveId" clId="{C494840E-BC07-4FE8-B462-92E16E47897E}" dt="2024-02-03T19:52:17.189" v="222" actId="14100"/>
        <pc:sldMkLst>
          <pc:docMk/>
          <pc:sldMk cId="1472066218" sldId="481"/>
        </pc:sldMkLst>
        <pc:spChg chg="mod">
          <ac:chgData name="anaclaracosta116@gmail.com" userId="a793634777582c92" providerId="LiveId" clId="{C494840E-BC07-4FE8-B462-92E16E47897E}" dt="2024-02-03T19:52:17.189" v="222" actId="14100"/>
          <ac:spMkLst>
            <pc:docMk/>
            <pc:sldMk cId="1472066218" sldId="48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494840E-BC07-4FE8-B462-92E16E47897E}" dt="2024-02-03T19:57:21.411" v="378"/>
        <pc:sldMkLst>
          <pc:docMk/>
          <pc:sldMk cId="4276673297" sldId="482"/>
        </pc:sldMkLst>
      </pc:sldChg>
      <pc:sldChg chg="add ord">
        <pc:chgData name="anaclaracosta116@gmail.com" userId="a793634777582c92" providerId="LiveId" clId="{C494840E-BC07-4FE8-B462-92E16E47897E}" dt="2024-02-03T19:58:00.026" v="386"/>
        <pc:sldMkLst>
          <pc:docMk/>
          <pc:sldMk cId="4191238401" sldId="483"/>
        </pc:sldMkLst>
      </pc:sldChg>
      <pc:sldChg chg="modSp add mod">
        <pc:chgData name="anaclaracosta116@gmail.com" userId="a793634777582c92" providerId="LiveId" clId="{C494840E-BC07-4FE8-B462-92E16E47897E}" dt="2024-02-03T19:59:46.402" v="398" actId="27636"/>
        <pc:sldMkLst>
          <pc:docMk/>
          <pc:sldMk cId="1591775804" sldId="484"/>
        </pc:sldMkLst>
        <pc:spChg chg="mod">
          <ac:chgData name="anaclaracosta116@gmail.com" userId="a793634777582c92" providerId="LiveId" clId="{C494840E-BC07-4FE8-B462-92E16E47897E}" dt="2024-02-03T19:59:46.402" v="398" actId="27636"/>
          <ac:spMkLst>
            <pc:docMk/>
            <pc:sldMk cId="1591775804" sldId="484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1A46272-582C-6747-4C06-A5CBBD62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0" cy="686631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8314"/>
            <a:ext cx="12191999" cy="6866313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COM A IGREJA SUBIREMOS</a:t>
            </a:r>
          </a:p>
          <a:p>
            <a:pPr algn="l"/>
            <a:r>
              <a:rPr lang="pt-BR" sz="6000" b="1" dirty="0"/>
              <a:t>O ALTAR DO SENHOR.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TODA A IGREJA AQUI ESTÁ, PARA O ENCONTRO COM DEUS.</a:t>
            </a:r>
          </a:p>
          <a:p>
            <a:pPr algn="l"/>
            <a:r>
              <a:rPr lang="pt-BR" sz="6000" dirty="0"/>
              <a:t>ELE MESMO O MARCOU, PARA NÓS, FILHOS SEUS.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COM A IGREJA SUBIREMOS</a:t>
            </a:r>
          </a:p>
          <a:p>
            <a:pPr algn="l"/>
            <a:r>
              <a:rPr lang="pt-BR" sz="6000" b="1" dirty="0"/>
              <a:t>O ALTAR DO SENHOR.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ENTRE NÓS E O PAI SANTO, ESTÁ JESUS, NOSSO IRMÃO:</a:t>
            </a:r>
          </a:p>
          <a:p>
            <a:pPr algn="l"/>
            <a:r>
              <a:rPr lang="pt-BR" sz="6000" dirty="0"/>
              <a:t>MEDIADOR, SACERDOTE, NOSSO PONTO DE UNIÃO.</a:t>
            </a:r>
          </a:p>
        </p:txBody>
      </p:sp>
    </p:spTree>
    <p:extLst>
      <p:ext uri="{BB962C8B-B14F-4D97-AF65-F5344CB8AC3E}">
        <p14:creationId xmlns:p14="http://schemas.microsoft.com/office/powerpoint/2010/main" val="187751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SENHOR, QUE VIESTES SALVAR</a:t>
            </a:r>
          </a:p>
          <a:p>
            <a:pPr algn="l"/>
            <a:r>
              <a:rPr lang="pt-BR" sz="6600" dirty="0"/>
              <a:t>OS CORAÇÕES ARREPENDIDOS</a:t>
            </a:r>
          </a:p>
          <a:p>
            <a:pPr algn="l"/>
            <a:r>
              <a:rPr lang="pt-BR" sz="6600" dirty="0"/>
              <a:t>TENDE PIEDADE DE NÓS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KYRIE ELEISON, KYRIE ELEISON,</a:t>
            </a:r>
          </a:p>
          <a:p>
            <a:pPr algn="l"/>
            <a:r>
              <a:rPr lang="pt-BR" sz="6600" b="1" dirty="0"/>
              <a:t>KYRIE ELEISON, ELEISON.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2. CRISTO, QUE VIESTES CHAMAR</a:t>
            </a:r>
          </a:p>
          <a:p>
            <a:pPr algn="l"/>
            <a:r>
              <a:rPr lang="pt-BR" sz="6600" dirty="0"/>
              <a:t>OS PECADORES,</a:t>
            </a:r>
          </a:p>
          <a:p>
            <a:pPr algn="l"/>
            <a:r>
              <a:rPr lang="pt-BR" sz="6600" dirty="0"/>
              <a:t>TENDE PIEDADE DE NÓS.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CHRISTE ELEISON, CHRISTE ELEISON,</a:t>
            </a:r>
          </a:p>
          <a:p>
            <a:pPr algn="l"/>
            <a:r>
              <a:rPr lang="pt-BR" sz="6600" b="1" dirty="0"/>
              <a:t>CHRISTE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3. SENHOR, QUE INTERCEDEIS</a:t>
            </a:r>
          </a:p>
          <a:p>
            <a:pPr algn="l"/>
            <a:r>
              <a:rPr lang="pt-BR" sz="6600" dirty="0"/>
              <a:t>POR NÓS JUNTO DO PAI</a:t>
            </a:r>
          </a:p>
          <a:p>
            <a:pPr algn="l"/>
            <a:r>
              <a:rPr lang="pt-BR" sz="6600" dirty="0"/>
              <a:t>TENDE PIEDADE DE NÓS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KYRIE ELEISON, KYRIE ELEISON,</a:t>
            </a:r>
          </a:p>
          <a:p>
            <a:pPr algn="l"/>
            <a:r>
              <a:rPr lang="pt-BR" sz="6600" b="1" dirty="0"/>
              <a:t>KYRIE ELEISON, ELEISON.</a:t>
            </a:r>
          </a:p>
        </p:txBody>
      </p:sp>
    </p:spTree>
    <p:extLst>
      <p:ext uri="{BB962C8B-B14F-4D97-AF65-F5344CB8AC3E}">
        <p14:creationId xmlns:p14="http://schemas.microsoft.com/office/powerpoint/2010/main" val="249325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500" b="1" dirty="0"/>
              <a:t>GLORIA IN EXCELSIS DEO ET IN TERRA PAX HOMINIBUS BONÆ VOLUNTATIS, BONÆ VOLUNTATIS!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b="1" dirty="0"/>
              <a:t>GLORIA IN EXCELSIS DEO ET IN TERRA PAX HOMINIBUS BONÆ VOLUNTATIS, BONÆ VOLUNTATIS!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129468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LOUVAI A DEUS, PORQUE ELE É BOM E CONFORTA OS CORAÇÕES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CRISTO TOMOU SOBRE SI NOSSAS DORES, CARREGOU EM SEU CORPO AS NOSSAS FRAQUEZAS.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COMO TUAS OBRAS ME ALEGRAM, SENHOR,</a:t>
            </a:r>
          </a:p>
          <a:p>
            <a:pPr algn="l"/>
            <a:r>
              <a:rPr lang="pt-BR" sz="7100" dirty="0"/>
              <a:t>OS TEUS PRODÍGIOS SUSCITAM LOUVOR.</a:t>
            </a:r>
          </a:p>
          <a:p>
            <a:pPr algn="l"/>
            <a:r>
              <a:rPr lang="pt-BR" sz="7100" dirty="0"/>
              <a:t>TUA PRESENÇA EU CONTEMPLO NO CÉU,</a:t>
            </a:r>
          </a:p>
          <a:p>
            <a:pPr algn="l"/>
            <a:r>
              <a:rPr lang="pt-BR" sz="7100" dirty="0"/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95893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9041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TU ENGRANDECES O HOMEM MORTAL</a:t>
            </a:r>
          </a:p>
          <a:p>
            <a:pPr algn="l"/>
            <a:r>
              <a:rPr lang="pt-BR" sz="7100" dirty="0"/>
              <a:t>DA NATUREZA ELE É REI E SENHOR.</a:t>
            </a:r>
          </a:p>
          <a:p>
            <a:pPr algn="l"/>
            <a:r>
              <a:rPr lang="pt-BR" sz="7100" dirty="0"/>
              <a:t>DE HONRA O COROASTE, DE GLÓRIA E PODER,</a:t>
            </a:r>
          </a:p>
          <a:p>
            <a:pPr algn="l"/>
            <a:r>
              <a:rPr lang="pt-BR" sz="7100" dirty="0"/>
              <a:t>POUCO MENOS QUE AOS ANJOS DO CÉU.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77985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6400" i="0" dirty="0">
                <a:effectLst/>
                <a:latin typeface="Open Sans" panose="020B0606030504020204" pitchFamily="34" charset="0"/>
              </a:rPr>
              <a:t>GLÓRIA A JESUS NA HÓSTIA SANTA,</a:t>
            </a:r>
          </a:p>
          <a:p>
            <a:pPr algn="l"/>
            <a:r>
              <a:rPr lang="pt-BR" sz="26400" i="0" dirty="0">
                <a:effectLst/>
                <a:latin typeface="Open Sans" panose="020B0606030504020204" pitchFamily="34" charset="0"/>
              </a:rPr>
              <a:t>QUE SE CONSAGRA SOBRE O ALTAR;</a:t>
            </a:r>
          </a:p>
          <a:p>
            <a:pPr algn="l"/>
            <a:r>
              <a:rPr lang="pt-BR" sz="26400" i="0" dirty="0">
                <a:effectLst/>
                <a:latin typeface="Open Sans" panose="020B0606030504020204" pitchFamily="34" charset="0"/>
              </a:rPr>
              <a:t>E AOS NOSSOS OLHOS SE LEVANTA</a:t>
            </a:r>
          </a:p>
          <a:p>
            <a:pPr algn="l"/>
            <a:r>
              <a:rPr lang="pt-BR" sz="26400" i="0" dirty="0">
                <a:effectLst/>
                <a:latin typeface="Open Sans" panose="020B0606030504020204" pitchFamily="34" charset="0"/>
              </a:rPr>
              <a:t>PARA O BRASIL ABENÇOAR.</a:t>
            </a:r>
            <a:endParaRPr lang="pt-BR" sz="176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52178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QUE O SANTO SACRAMENTO,</a:t>
            </a: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QUE É O PRÓPRIO CRISTO JESUS,</a:t>
            </a: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SEJA ADORADO E SEJA AMADO,</a:t>
            </a: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NESTA TERRA DE SANTA CRUZ.</a:t>
            </a: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SEJA ADORADO E SEJA AMADO,</a:t>
            </a: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NESTA TERRA DE SANTA CRUZ.</a:t>
            </a:r>
            <a:br>
              <a:rPr lang="pt-BR" sz="7200" b="1" dirty="0"/>
            </a:br>
            <a:br>
              <a:rPr lang="pt-BR" sz="7200" b="1" dirty="0"/>
            </a:br>
            <a:endParaRPr lang="pt-BR" sz="17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2066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PÃO ENTRE NÓS PARTILHADO;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POVO COMEU E BEBEU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E ANUNCIOU: O AMOR VENCEU!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1. Ó PAI, SENHOR DEUS DO CÉU E DA TERRA,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TE LOUVO PORQUE AOS PEQUENOS REVELAS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SEGREDOS QUE AOS SÁBIOS DO MUNDO ESCONDES,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E AOS GRITOS DOS TEUS PEQUENINOS RESPONDES.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PÃO ENTRE NÓS PARTILHADO;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POVO COMEU E BEBEU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E ANUNCIOU: O AMOR VENCEU!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76673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2. Ó GENTE, DEIXAI VIR A MIM AS CRIANÇAS,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POIS DELAS DO REINO SERÁ A HERANÇA.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QUEM NÃO COMO ELAS O REINO ACOLHER,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JAMAIS, DO REINO JAMAIS HÁ DE SER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25905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CÁLICE FOI LEVANTADO,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UM PÃO ENTRE NÓS PARTILHADO;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POVO COMEU E BEBEU</a:t>
            </a:r>
          </a:p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E ANUNCIOU: O AMOR VENCEU!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91238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DE VÓS QUEM SER O MAIOR PRETENDER,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VÁ LOGO O MAIS PEQUENINO ACOLHER;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POIS SÓ QUEM FOR DOS DEMAIS SERVIDOR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NO REINO DE DEUS HÁ DE SER O MAIOR.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80314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O SILÊNCIO INEVÁVEL DE AMOR, Ó LUZ DE AMOR. AMÉM</a:t>
            </a:r>
          </a:p>
          <a:p>
            <a:pPr algn="l"/>
            <a:r>
              <a:rPr lang="pt-BR" sz="8000" b="1" dirty="0"/>
              <a:t>COMO DIZER QUEM TU ÉS? TEU NOME É DEU É AMOR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Ó TRINDADE DE AMORSUMO BEM Ó VIDA FELIZ,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OCEANO INFINITO DE AMOR, Ó FOGO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3727300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VIOLÊNCIA SUAVE DE AMOR, EXPLOSÃO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3136888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763E18-9889-3697-3A86-11FB2468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61BBED-B45D-6A4F-4711-24696BC3EAC7}"/>
              </a:ext>
            </a:extLst>
          </p:cNvPr>
          <p:cNvSpPr/>
          <p:nvPr/>
        </p:nvSpPr>
        <p:spPr>
          <a:xfrm>
            <a:off x="8432800" y="3823855"/>
            <a:ext cx="2844800" cy="471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D283FB-8C74-BB41-2360-D75DF00512AA}"/>
              </a:ext>
            </a:extLst>
          </p:cNvPr>
          <p:cNvSpPr/>
          <p:nvPr/>
        </p:nvSpPr>
        <p:spPr>
          <a:xfrm>
            <a:off x="0" y="6541654"/>
            <a:ext cx="4648200" cy="202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529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25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1. PELAS ESTRADAS DA VIDA,</a:t>
            </a:r>
          </a:p>
          <a:p>
            <a:pPr algn="l"/>
            <a:r>
              <a:rPr lang="pt-BR" sz="7400" b="1" dirty="0"/>
              <a:t>NUNCA SOZINHO ESTÁS.</a:t>
            </a:r>
          </a:p>
          <a:p>
            <a:pPr algn="l"/>
            <a:r>
              <a:rPr lang="pt-BR" sz="7400" b="1" dirty="0"/>
              <a:t>CONTIGO PELO CAMINHO,</a:t>
            </a:r>
          </a:p>
          <a:p>
            <a:pPr algn="l"/>
            <a:r>
              <a:rPr lang="pt-BR" sz="7400" b="1" dirty="0"/>
              <a:t>SANTA MARIA VAI.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VEM.</a:t>
            </a:r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</a:t>
            </a:r>
            <a:r>
              <a:rPr lang="pt-BR" sz="7400" b="1" dirty="0"/>
              <a:t>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2. MESMO QUE DIGAM OS HOMENS,</a:t>
            </a:r>
          </a:p>
          <a:p>
            <a:pPr algn="l"/>
            <a:r>
              <a:rPr lang="pt-BR" sz="7400" b="1" dirty="0"/>
              <a:t>TU NADA PODES MUDAR</a:t>
            </a:r>
          </a:p>
          <a:p>
            <a:pPr algn="l"/>
            <a:r>
              <a:rPr lang="pt-BR" sz="7400" b="1" dirty="0"/>
              <a:t>LUTA POR UM MUNDO NOVO</a:t>
            </a:r>
          </a:p>
          <a:p>
            <a:pPr algn="l"/>
            <a:r>
              <a:rPr lang="pt-BR" sz="7400" b="1"/>
              <a:t>DE UNIDADE E PAZ.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VEM.</a:t>
            </a:r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</a:t>
            </a:r>
            <a:r>
              <a:rPr lang="pt-BR" sz="7400" b="1" dirty="0"/>
              <a:t>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591775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10124</TotalTime>
  <Words>917</Words>
  <Application>Microsoft Office PowerPoint</Application>
  <PresentationFormat>Widescreen</PresentationFormat>
  <Paragraphs>167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LOUVOR</vt:lpstr>
      <vt:lpstr>LOUVOR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40</cp:revision>
  <dcterms:created xsi:type="dcterms:W3CDTF">2023-05-06T17:01:55Z</dcterms:created>
  <dcterms:modified xsi:type="dcterms:W3CDTF">2024-02-03T19:59:49Z</dcterms:modified>
</cp:coreProperties>
</file>