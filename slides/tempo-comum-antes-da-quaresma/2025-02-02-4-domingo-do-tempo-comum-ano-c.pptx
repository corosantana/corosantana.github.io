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32" r:id="rId4"/>
    <p:sldId id="486" r:id="rId5"/>
    <p:sldId id="487" r:id="rId6"/>
    <p:sldId id="488" r:id="rId7"/>
    <p:sldId id="517" r:id="rId8"/>
    <p:sldId id="518" r:id="rId9"/>
    <p:sldId id="519" r:id="rId10"/>
    <p:sldId id="520" r:id="rId11"/>
    <p:sldId id="258" r:id="rId12"/>
    <p:sldId id="259" r:id="rId13"/>
    <p:sldId id="489" r:id="rId14"/>
    <p:sldId id="490" r:id="rId15"/>
    <p:sldId id="483" r:id="rId16"/>
    <p:sldId id="261" r:id="rId17"/>
    <p:sldId id="338" r:id="rId18"/>
    <p:sldId id="339" r:id="rId19"/>
    <p:sldId id="340" r:id="rId20"/>
    <p:sldId id="377" r:id="rId21"/>
    <p:sldId id="264" r:id="rId22"/>
    <p:sldId id="265" r:id="rId23"/>
    <p:sldId id="266" r:id="rId24"/>
    <p:sldId id="267" r:id="rId25"/>
    <p:sldId id="271" r:id="rId26"/>
    <p:sldId id="491" r:id="rId27"/>
    <p:sldId id="493" r:id="rId28"/>
    <p:sldId id="494" r:id="rId29"/>
    <p:sldId id="492" r:id="rId30"/>
    <p:sldId id="269" r:id="rId31"/>
    <p:sldId id="475" r:id="rId32"/>
    <p:sldId id="495" r:id="rId33"/>
    <p:sldId id="496" r:id="rId34"/>
    <p:sldId id="497" r:id="rId35"/>
    <p:sldId id="498" r:id="rId36"/>
    <p:sldId id="499" r:id="rId37"/>
    <p:sldId id="500" r:id="rId38"/>
    <p:sldId id="501" r:id="rId39"/>
    <p:sldId id="361" r:id="rId40"/>
    <p:sldId id="445" r:id="rId41"/>
    <p:sldId id="459" r:id="rId42"/>
    <p:sldId id="443" r:id="rId43"/>
    <p:sldId id="362" r:id="rId44"/>
    <p:sldId id="502" r:id="rId45"/>
    <p:sldId id="503" r:id="rId46"/>
    <p:sldId id="504" r:id="rId47"/>
    <p:sldId id="505" r:id="rId48"/>
    <p:sldId id="506" r:id="rId49"/>
    <p:sldId id="507" r:id="rId50"/>
    <p:sldId id="508" r:id="rId51"/>
    <p:sldId id="509" r:id="rId52"/>
    <p:sldId id="510" r:id="rId53"/>
    <p:sldId id="511" r:id="rId54"/>
    <p:sldId id="512" r:id="rId55"/>
    <p:sldId id="513" r:id="rId56"/>
    <p:sldId id="514" r:id="rId57"/>
    <p:sldId id="515" r:id="rId58"/>
    <p:sldId id="516" r:id="rId59"/>
    <p:sldId id="277" r:id="rId60"/>
    <p:sldId id="428" r:id="rId61"/>
    <p:sldId id="465" r:id="rId62"/>
    <p:sldId id="466" r:id="rId63"/>
    <p:sldId id="427" r:id="rId64"/>
    <p:sldId id="337" r:id="rId6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45" autoAdjust="0"/>
    <p:restoredTop sz="94660"/>
  </p:normalViewPr>
  <p:slideViewPr>
    <p:cSldViewPr snapToGrid="0">
      <p:cViewPr>
        <p:scale>
          <a:sx n="66" d="100"/>
          <a:sy n="66" d="100"/>
        </p:scale>
        <p:origin x="2046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47C0E740-7425-4E71-ABE3-7C609A2B4110}"/>
    <pc:docChg chg="custSel addSld delSld modSld sldOrd">
      <pc:chgData name="anaclaracosta116@gmail.com" userId="a793634777582c92" providerId="LiveId" clId="{47C0E740-7425-4E71-ABE3-7C609A2B4110}" dt="2024-01-13T19:08:36.182" v="127" actId="27636"/>
      <pc:docMkLst>
        <pc:docMk/>
      </pc:docMkLst>
      <pc:sldChg chg="modSp mod">
        <pc:chgData name="anaclaracosta116@gmail.com" userId="a793634777582c92" providerId="LiveId" clId="{47C0E740-7425-4E71-ABE3-7C609A2B4110}" dt="2024-01-13T19:08:07.636" v="124" actId="27636"/>
        <pc:sldMkLst>
          <pc:docMk/>
          <pc:sldMk cId="4141278968" sldId="337"/>
        </pc:sldMkLst>
      </pc:sldChg>
      <pc:sldChg chg="del">
        <pc:chgData name="anaclaracosta116@gmail.com" userId="a793634777582c92" providerId="LiveId" clId="{47C0E740-7425-4E71-ABE3-7C609A2B4110}" dt="2024-01-13T18:59:21.084" v="10" actId="2696"/>
        <pc:sldMkLst>
          <pc:docMk/>
          <pc:sldMk cId="2304799739" sldId="362"/>
        </pc:sldMkLst>
      </pc:sldChg>
      <pc:sldChg chg="modSp mod">
        <pc:chgData name="anaclaracosta116@gmail.com" userId="a793634777582c92" providerId="LiveId" clId="{47C0E740-7425-4E71-ABE3-7C609A2B4110}" dt="2024-01-13T19:08:36.182" v="127" actId="27636"/>
        <pc:sldMkLst>
          <pc:docMk/>
          <pc:sldMk cId="1457828054" sldId="374"/>
        </pc:sldMkLst>
      </pc:sldChg>
      <pc:sldChg chg="modSp mod">
        <pc:chgData name="anaclaracosta116@gmail.com" userId="a793634777582c92" providerId="LiveId" clId="{47C0E740-7425-4E71-ABE3-7C609A2B4110}" dt="2024-01-13T19:04:49.606" v="45" actId="27636"/>
        <pc:sldMkLst>
          <pc:docMk/>
          <pc:sldMk cId="3734991938" sldId="428"/>
        </pc:sldMkLst>
      </pc:sldChg>
      <pc:sldChg chg="modSp mod">
        <pc:chgData name="anaclaracosta116@gmail.com" userId="a793634777582c92" providerId="LiveId" clId="{47C0E740-7425-4E71-ABE3-7C609A2B4110}" dt="2024-01-13T19:05:47.109" v="48" actId="113"/>
        <pc:sldMkLst>
          <pc:docMk/>
          <pc:sldMk cId="1475441202" sldId="429"/>
        </pc:sldMkLst>
      </pc:sldChg>
      <pc:sldChg chg="modSp mod">
        <pc:chgData name="anaclaracosta116@gmail.com" userId="a793634777582c92" providerId="LiveId" clId="{47C0E740-7425-4E71-ABE3-7C609A2B4110}" dt="2024-01-13T19:02:38.378" v="27"/>
        <pc:sldMkLst>
          <pc:docMk/>
          <pc:sldMk cId="1179819499" sldId="439"/>
        </pc:sldMkLst>
      </pc:sldChg>
      <pc:sldChg chg="modSp mod">
        <pc:chgData name="anaclaracosta116@gmail.com" userId="a793634777582c92" providerId="LiveId" clId="{47C0E740-7425-4E71-ABE3-7C609A2B4110}" dt="2024-01-13T19:03:14.918" v="31" actId="403"/>
        <pc:sldMkLst>
          <pc:docMk/>
          <pc:sldMk cId="1269557353" sldId="440"/>
        </pc:sldMkLst>
      </pc:sldChg>
      <pc:sldChg chg="modSp mod">
        <pc:chgData name="anaclaracosta116@gmail.com" userId="a793634777582c92" providerId="LiveId" clId="{47C0E740-7425-4E71-ABE3-7C609A2B4110}" dt="2024-01-13T19:06:48.628" v="54" actId="27636"/>
        <pc:sldMkLst>
          <pc:docMk/>
          <pc:sldMk cId="652183787" sldId="441"/>
        </pc:sldMkLst>
      </pc:sldChg>
      <pc:sldChg chg="modSp mod">
        <pc:chgData name="anaclaracosta116@gmail.com" userId="a793634777582c92" providerId="LiveId" clId="{47C0E740-7425-4E71-ABE3-7C609A2B4110}" dt="2024-01-13T19:07:15.490" v="120" actId="20577"/>
        <pc:sldMkLst>
          <pc:docMk/>
          <pc:sldMk cId="13159275" sldId="442"/>
        </pc:sldMkLst>
      </pc:sldChg>
      <pc:sldChg chg="modSp mod">
        <pc:chgData name="anaclaracosta116@gmail.com" userId="a793634777582c92" providerId="LiveId" clId="{47C0E740-7425-4E71-ABE3-7C609A2B4110}" dt="2024-01-13T19:02:45.212" v="28" actId="113"/>
        <pc:sldMkLst>
          <pc:docMk/>
          <pc:sldMk cId="3496163428" sldId="444"/>
        </pc:sldMkLst>
      </pc:sldChg>
      <pc:sldChg chg="modSp mod">
        <pc:chgData name="anaclaracosta116@gmail.com" userId="a793634777582c92" providerId="LiveId" clId="{47C0E740-7425-4E71-ABE3-7C609A2B4110}" dt="2024-01-13T19:00:15.141" v="25" actId="20577"/>
        <pc:sldMkLst>
          <pc:docMk/>
          <pc:sldMk cId="374298811" sldId="445"/>
        </pc:sldMkLst>
      </pc:sldChg>
      <pc:sldChg chg="add ord">
        <pc:chgData name="anaclaracosta116@gmail.com" userId="a793634777582c92" providerId="LiveId" clId="{47C0E740-7425-4E71-ABE3-7C609A2B4110}" dt="2024-01-13T19:03:19.286" v="34"/>
        <pc:sldMkLst>
          <pc:docMk/>
          <pc:sldMk cId="151327524" sldId="448"/>
        </pc:sldMkLst>
      </pc:sldChg>
      <pc:sldChg chg="modSp add mod ord">
        <pc:chgData name="anaclaracosta116@gmail.com" userId="a793634777582c92" providerId="LiveId" clId="{47C0E740-7425-4E71-ABE3-7C609A2B4110}" dt="2024-01-13T19:03:45.119" v="42" actId="27636"/>
        <pc:sldMkLst>
          <pc:docMk/>
          <pc:sldMk cId="1817972339" sldId="449"/>
        </pc:sldMkLst>
      </pc:sldChg>
      <pc:sldChg chg="add ord">
        <pc:chgData name="anaclaracosta116@gmail.com" userId="a793634777582c92" providerId="LiveId" clId="{47C0E740-7425-4E71-ABE3-7C609A2B4110}" dt="2024-01-13T19:03:29.244" v="40"/>
        <pc:sldMkLst>
          <pc:docMk/>
          <pc:sldMk cId="1347575891" sldId="450"/>
        </pc:sldMkLst>
      </pc:sldChg>
    </pc:docChg>
  </pc:docChgLst>
  <pc:docChgLst>
    <pc:chgData name="anaclaracosta116@gmail.com" userId="a793634777582c92" providerId="LiveId" clId="{002BA4D6-5596-4452-94F1-3F27414A0F81}"/>
    <pc:docChg chg="undo custSel addSld delSld modSld sldOrd">
      <pc:chgData name="anaclaracosta116@gmail.com" userId="a793634777582c92" providerId="LiveId" clId="{002BA4D6-5596-4452-94F1-3F27414A0F81}" dt="2025-01-18T19:57:22.679" v="287" actId="14100"/>
      <pc:docMkLst>
        <pc:docMk/>
      </pc:docMkLst>
      <pc:sldChg chg="modSp mod">
        <pc:chgData name="anaclaracosta116@gmail.com" userId="a793634777582c92" providerId="LiveId" clId="{002BA4D6-5596-4452-94F1-3F27414A0F81}" dt="2025-01-18T19:19:00.546" v="111" actId="1076"/>
        <pc:sldMkLst>
          <pc:docMk/>
          <pc:sldMk cId="3388034860" sldId="265"/>
        </pc:sldMkLst>
        <pc:spChg chg="mod">
          <ac:chgData name="anaclaracosta116@gmail.com" userId="a793634777582c92" providerId="LiveId" clId="{002BA4D6-5596-4452-94F1-3F27414A0F81}" dt="2025-01-18T19:19:00.546" v="111" actId="1076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02BA4D6-5596-4452-94F1-3F27414A0F81}" dt="2025-01-18T19:24:13.277" v="211" actId="20577"/>
        <pc:sldMkLst>
          <pc:docMk/>
          <pc:sldMk cId="2671817442" sldId="267"/>
        </pc:sldMkLst>
        <pc:spChg chg="mod">
          <ac:chgData name="anaclaracosta116@gmail.com" userId="a793634777582c92" providerId="LiveId" clId="{002BA4D6-5596-4452-94F1-3F27414A0F81}" dt="2025-01-18T19:24:13.277" v="211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02BA4D6-5596-4452-94F1-3F27414A0F81}" dt="2025-01-18T19:28:41.756" v="229" actId="113"/>
        <pc:sldMkLst>
          <pc:docMk/>
          <pc:sldMk cId="2786277918" sldId="269"/>
        </pc:sldMkLst>
        <pc:spChg chg="mod">
          <ac:chgData name="anaclaracosta116@gmail.com" userId="a793634777582c92" providerId="LiveId" clId="{002BA4D6-5596-4452-94F1-3F27414A0F81}" dt="2025-01-18T19:24:38.349" v="224" actId="20577"/>
          <ac:spMkLst>
            <pc:docMk/>
            <pc:sldMk cId="2786277918" sldId="269"/>
            <ac:spMk id="2" creationId="{F0E406B4-85AC-B67B-F9E2-21AAF8067483}"/>
          </ac:spMkLst>
        </pc:spChg>
        <pc:spChg chg="mod">
          <ac:chgData name="anaclaracosta116@gmail.com" userId="a793634777582c92" providerId="LiveId" clId="{002BA4D6-5596-4452-94F1-3F27414A0F81}" dt="2025-01-18T19:28:41.756" v="229" actId="113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02BA4D6-5596-4452-94F1-3F27414A0F81}" dt="2025-01-18T19:54:47.882" v="277" actId="113"/>
        <pc:sldMkLst>
          <pc:docMk/>
          <pc:sldMk cId="4141278968" sldId="337"/>
        </pc:sldMkLst>
        <pc:spChg chg="mod">
          <ac:chgData name="anaclaracosta116@gmail.com" userId="a793634777582c92" providerId="LiveId" clId="{002BA4D6-5596-4452-94F1-3F27414A0F81}" dt="2025-01-18T19:54:47.882" v="277" actId="113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02BA4D6-5596-4452-94F1-3F27414A0F81}" dt="2025-01-18T19:04:13.349" v="6" actId="27636"/>
        <pc:sldMkLst>
          <pc:docMk/>
          <pc:sldMk cId="880466366" sldId="354"/>
        </pc:sldMkLst>
        <pc:spChg chg="mod">
          <ac:chgData name="anaclaracosta116@gmail.com" userId="a793634777582c92" providerId="LiveId" clId="{002BA4D6-5596-4452-94F1-3F27414A0F81}" dt="2025-01-18T19:04:13.349" v="6" actId="27636"/>
          <ac:spMkLst>
            <pc:docMk/>
            <pc:sldMk cId="880466366" sldId="354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002BA4D6-5596-4452-94F1-3F27414A0F81}" dt="2025-01-18T19:42:28.661" v="268"/>
        <pc:sldMkLst>
          <pc:docMk/>
          <pc:sldMk cId="3348609962" sldId="358"/>
        </pc:sldMkLst>
      </pc:sldChg>
      <pc:sldChg chg="add">
        <pc:chgData name="anaclaracosta116@gmail.com" userId="a793634777582c92" providerId="LiveId" clId="{002BA4D6-5596-4452-94F1-3F27414A0F81}" dt="2025-01-18T19:42:28.661" v="268"/>
        <pc:sldMkLst>
          <pc:docMk/>
          <pc:sldMk cId="2304799739" sldId="362"/>
        </pc:sldMkLst>
      </pc:sldChg>
      <pc:sldChg chg="add">
        <pc:chgData name="anaclaracosta116@gmail.com" userId="a793634777582c92" providerId="LiveId" clId="{002BA4D6-5596-4452-94F1-3F27414A0F81}" dt="2025-01-18T19:42:28.661" v="268"/>
        <pc:sldMkLst>
          <pc:docMk/>
          <pc:sldMk cId="3327129825" sldId="373"/>
        </pc:sldMkLst>
      </pc:sldChg>
      <pc:sldChg chg="del">
        <pc:chgData name="anaclaracosta116@gmail.com" userId="a793634777582c92" providerId="LiveId" clId="{002BA4D6-5596-4452-94F1-3F27414A0F81}" dt="2025-01-18T19:54:40.976" v="276" actId="2696"/>
        <pc:sldMkLst>
          <pc:docMk/>
          <pc:sldMk cId="1457828054" sldId="374"/>
        </pc:sldMkLst>
      </pc:sldChg>
      <pc:sldChg chg="addSp delSp modSp mod">
        <pc:chgData name="anaclaracosta116@gmail.com" userId="a793634777582c92" providerId="LiveId" clId="{002BA4D6-5596-4452-94F1-3F27414A0F81}" dt="2025-01-18T19:57:22.679" v="287" actId="14100"/>
        <pc:sldMkLst>
          <pc:docMk/>
          <pc:sldMk cId="725659120" sldId="375"/>
        </pc:sldMkLst>
        <pc:spChg chg="mod">
          <ac:chgData name="anaclaracosta116@gmail.com" userId="a793634777582c92" providerId="LiveId" clId="{002BA4D6-5596-4452-94F1-3F27414A0F81}" dt="2025-01-18T19:57:22.679" v="287" actId="14100"/>
          <ac:spMkLst>
            <pc:docMk/>
            <pc:sldMk cId="725659120" sldId="375"/>
            <ac:spMk id="3" creationId="{FDE5B5AD-CD71-C2BA-2DE7-294D0B6E29B5}"/>
          </ac:spMkLst>
        </pc:spChg>
        <pc:picChg chg="add mod ord modCrop">
          <ac:chgData name="anaclaracosta116@gmail.com" userId="a793634777582c92" providerId="LiveId" clId="{002BA4D6-5596-4452-94F1-3F27414A0F81}" dt="2025-01-18T19:57:16.152" v="286" actId="167"/>
          <ac:picMkLst>
            <pc:docMk/>
            <pc:sldMk cId="725659120" sldId="375"/>
            <ac:picMk id="2" creationId="{CE09770D-C60C-0C52-E558-6EB3246E9907}"/>
          </ac:picMkLst>
        </pc:picChg>
        <pc:picChg chg="del">
          <ac:chgData name="anaclaracosta116@gmail.com" userId="a793634777582c92" providerId="LiveId" clId="{002BA4D6-5596-4452-94F1-3F27414A0F81}" dt="2025-01-18T19:57:01.962" v="282" actId="21"/>
          <ac:picMkLst>
            <pc:docMk/>
            <pc:sldMk cId="725659120" sldId="375"/>
            <ac:picMk id="6" creationId="{DAB0DC57-F1B5-2427-B029-A18157A3D541}"/>
          </ac:picMkLst>
        </pc:picChg>
      </pc:sldChg>
      <pc:sldChg chg="del">
        <pc:chgData name="anaclaracosta116@gmail.com" userId="a793634777582c92" providerId="LiveId" clId="{002BA4D6-5596-4452-94F1-3F27414A0F81}" dt="2025-01-18T19:28:29.832" v="227" actId="2696"/>
        <pc:sldMkLst>
          <pc:docMk/>
          <pc:sldMk cId="1775942911" sldId="376"/>
        </pc:sldMkLst>
      </pc:sldChg>
      <pc:sldChg chg="modSp mod">
        <pc:chgData name="anaclaracosta116@gmail.com" userId="a793634777582c92" providerId="LiveId" clId="{002BA4D6-5596-4452-94F1-3F27414A0F81}" dt="2025-01-18T19:07:10.906" v="9"/>
        <pc:sldMkLst>
          <pc:docMk/>
          <pc:sldMk cId="3975748999" sldId="432"/>
        </pc:sldMkLst>
        <pc:spChg chg="mod">
          <ac:chgData name="anaclaracosta116@gmail.com" userId="a793634777582c92" providerId="LiveId" clId="{002BA4D6-5596-4452-94F1-3F27414A0F81}" dt="2025-01-18T19:07:10.906" v="9"/>
          <ac:spMkLst>
            <pc:docMk/>
            <pc:sldMk cId="3975748999" sldId="432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002BA4D6-5596-4452-94F1-3F27414A0F81}" dt="2025-01-18T19:28:34.681" v="228" actId="2696"/>
        <pc:sldMkLst>
          <pc:docMk/>
          <pc:sldMk cId="4078698063" sldId="435"/>
        </pc:sldMkLst>
      </pc:sldChg>
      <pc:sldChg chg="del ord">
        <pc:chgData name="anaclaracosta116@gmail.com" userId="a793634777582c92" providerId="LiveId" clId="{002BA4D6-5596-4452-94F1-3F27414A0F81}" dt="2025-01-18T19:43:47.090" v="272" actId="2696"/>
        <pc:sldMkLst>
          <pc:docMk/>
          <pc:sldMk cId="1179819499" sldId="439"/>
        </pc:sldMkLst>
      </pc:sldChg>
      <pc:sldChg chg="del ord">
        <pc:chgData name="anaclaracosta116@gmail.com" userId="a793634777582c92" providerId="LiveId" clId="{002BA4D6-5596-4452-94F1-3F27414A0F81}" dt="2025-01-18T19:43:47.090" v="272" actId="2696"/>
        <pc:sldMkLst>
          <pc:docMk/>
          <pc:sldMk cId="1269557353" sldId="440"/>
        </pc:sldMkLst>
      </pc:sldChg>
      <pc:sldChg chg="del">
        <pc:chgData name="anaclaracosta116@gmail.com" userId="a793634777582c92" providerId="LiveId" clId="{002BA4D6-5596-4452-94F1-3F27414A0F81}" dt="2025-01-18T19:42:34.849" v="269" actId="2696"/>
        <pc:sldMkLst>
          <pc:docMk/>
          <pc:sldMk cId="3496163428" sldId="444"/>
        </pc:sldMkLst>
      </pc:sldChg>
      <pc:sldChg chg="modSp mod">
        <pc:chgData name="anaclaracosta116@gmail.com" userId="a793634777582c92" providerId="LiveId" clId="{002BA4D6-5596-4452-94F1-3F27414A0F81}" dt="2025-01-18T19:35:54.139" v="249" actId="20577"/>
        <pc:sldMkLst>
          <pc:docMk/>
          <pc:sldMk cId="374298811" sldId="445"/>
        </pc:sldMkLst>
        <pc:spChg chg="mod">
          <ac:chgData name="anaclaracosta116@gmail.com" userId="a793634777582c92" providerId="LiveId" clId="{002BA4D6-5596-4452-94F1-3F27414A0F81}" dt="2025-01-18T19:35:54.139" v="249" actId="20577"/>
          <ac:spMkLst>
            <pc:docMk/>
            <pc:sldMk cId="374298811" sldId="44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02BA4D6-5596-4452-94F1-3F27414A0F81}" dt="2025-01-18T19:08:18.480" v="15" actId="113"/>
        <pc:sldMkLst>
          <pc:docMk/>
          <pc:sldMk cId="4035707325" sldId="446"/>
        </pc:sldMkLst>
        <pc:spChg chg="mod">
          <ac:chgData name="anaclaracosta116@gmail.com" userId="a793634777582c92" providerId="LiveId" clId="{002BA4D6-5596-4452-94F1-3F27414A0F81}" dt="2025-01-18T19:08:18.480" v="15" actId="113"/>
          <ac:spMkLst>
            <pc:docMk/>
            <pc:sldMk cId="4035707325" sldId="446"/>
            <ac:spMk id="3" creationId="{FC8F7E34-DB8C-1CEE-BAF4-E537563F9CD2}"/>
          </ac:spMkLst>
        </pc:spChg>
      </pc:sldChg>
      <pc:sldChg chg="del ord">
        <pc:chgData name="anaclaracosta116@gmail.com" userId="a793634777582c92" providerId="LiveId" clId="{002BA4D6-5596-4452-94F1-3F27414A0F81}" dt="2025-01-18T19:43:47.090" v="272" actId="2696"/>
        <pc:sldMkLst>
          <pc:docMk/>
          <pc:sldMk cId="151327524" sldId="448"/>
        </pc:sldMkLst>
      </pc:sldChg>
      <pc:sldChg chg="del ord">
        <pc:chgData name="anaclaracosta116@gmail.com" userId="a793634777582c92" providerId="LiveId" clId="{002BA4D6-5596-4452-94F1-3F27414A0F81}" dt="2025-01-18T19:43:47.090" v="272" actId="2696"/>
        <pc:sldMkLst>
          <pc:docMk/>
          <pc:sldMk cId="1817972339" sldId="449"/>
        </pc:sldMkLst>
      </pc:sldChg>
      <pc:sldChg chg="del">
        <pc:chgData name="anaclaracosta116@gmail.com" userId="a793634777582c92" providerId="LiveId" clId="{002BA4D6-5596-4452-94F1-3F27414A0F81}" dt="2025-01-18T19:44:09.986" v="273" actId="2696"/>
        <pc:sldMkLst>
          <pc:docMk/>
          <pc:sldMk cId="1347575891" sldId="450"/>
        </pc:sldMkLst>
      </pc:sldChg>
      <pc:sldChg chg="add ord">
        <pc:chgData name="anaclaracosta116@gmail.com" userId="a793634777582c92" providerId="LiveId" clId="{002BA4D6-5596-4452-94F1-3F27414A0F81}" dt="2025-01-18T19:07:21.566" v="12"/>
        <pc:sldMkLst>
          <pc:docMk/>
          <pc:sldMk cId="3836013886" sldId="451"/>
        </pc:sldMkLst>
      </pc:sldChg>
      <pc:sldChg chg="modSp add mod">
        <pc:chgData name="anaclaracosta116@gmail.com" userId="a793634777582c92" providerId="LiveId" clId="{002BA4D6-5596-4452-94F1-3F27414A0F81}" dt="2025-01-18T19:30:52.225" v="231"/>
        <pc:sldMkLst>
          <pc:docMk/>
          <pc:sldMk cId="2643522363" sldId="452"/>
        </pc:sldMkLst>
        <pc:spChg chg="mod">
          <ac:chgData name="anaclaracosta116@gmail.com" userId="a793634777582c92" providerId="LiveId" clId="{002BA4D6-5596-4452-94F1-3F27414A0F81}" dt="2025-01-18T19:30:52.225" v="231"/>
          <ac:spMkLst>
            <pc:docMk/>
            <pc:sldMk cId="2643522363" sldId="452"/>
            <ac:spMk id="3" creationId="{476DCFD2-287B-2F14-8631-C85ACB91A479}"/>
          </ac:spMkLst>
        </pc:spChg>
      </pc:sldChg>
      <pc:sldChg chg="modSp add mod">
        <pc:chgData name="anaclaracosta116@gmail.com" userId="a793634777582c92" providerId="LiveId" clId="{002BA4D6-5596-4452-94F1-3F27414A0F81}" dt="2025-01-18T19:31:41.509" v="233"/>
        <pc:sldMkLst>
          <pc:docMk/>
          <pc:sldMk cId="2057139953" sldId="453"/>
        </pc:sldMkLst>
        <pc:spChg chg="mod">
          <ac:chgData name="anaclaracosta116@gmail.com" userId="a793634777582c92" providerId="LiveId" clId="{002BA4D6-5596-4452-94F1-3F27414A0F81}" dt="2025-01-18T19:31:41.509" v="233"/>
          <ac:spMkLst>
            <pc:docMk/>
            <pc:sldMk cId="2057139953" sldId="453"/>
            <ac:spMk id="3" creationId="{9A9D5FFB-C5B0-0B2F-8779-E05BDD6E7A45}"/>
          </ac:spMkLst>
        </pc:spChg>
      </pc:sldChg>
      <pc:sldChg chg="modSp add mod">
        <pc:chgData name="anaclaracosta116@gmail.com" userId="a793634777582c92" providerId="LiveId" clId="{002BA4D6-5596-4452-94F1-3F27414A0F81}" dt="2025-01-18T19:37:59.293" v="267" actId="20577"/>
        <pc:sldMkLst>
          <pc:docMk/>
          <pc:sldMk cId="1794348421" sldId="454"/>
        </pc:sldMkLst>
        <pc:spChg chg="mod">
          <ac:chgData name="anaclaracosta116@gmail.com" userId="a793634777582c92" providerId="LiveId" clId="{002BA4D6-5596-4452-94F1-3F27414A0F81}" dt="2025-01-18T19:37:59.293" v="267" actId="20577"/>
          <ac:spMkLst>
            <pc:docMk/>
            <pc:sldMk cId="1794348421" sldId="454"/>
            <ac:spMk id="3" creationId="{A26843CE-4A1C-692F-B1DA-266ADCB4F5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01/02/2025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2 de fevereiro de 2023 – Festa da Apresentação do Senhor – Paróquia São  Luis – Faro">
            <a:extLst>
              <a:ext uri="{FF2B5EF4-FFF2-40B4-BE49-F238E27FC236}">
                <a16:creationId xmlns:a16="http://schemas.microsoft.com/office/drawing/2014/main" id="{7243346E-7BF6-AC43-76E3-EAD4A6E81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1999" cy="686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24106"/>
            <a:ext cx="12191999" cy="6857999"/>
          </a:xfrm>
          <a:prstGeom prst="rect">
            <a:avLst/>
          </a:prstGeom>
          <a:solidFill>
            <a:schemeClr val="tx1">
              <a:alpha val="5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403ABE3-D2A9-4E95-C93C-168023A9A24E}"/>
              </a:ext>
            </a:extLst>
          </p:cNvPr>
          <p:cNvSpPr txBox="1">
            <a:spLocks/>
          </p:cNvSpPr>
          <p:nvPr/>
        </p:nvSpPr>
        <p:spPr>
          <a:xfrm>
            <a:off x="504476" y="2386306"/>
            <a:ext cx="11183044" cy="2133600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0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FESTA DA APRESENTAÇÃO DO SENHOR</a:t>
            </a:r>
            <a:endParaRPr lang="pt-BR" sz="9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9600" b="1" dirty="0"/>
              <a:t>COM A IGREJA SUBIREMOS AO ALTAR DO SENHOR!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542" y="1073664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8000" b="0" i="0" dirty="0">
                <a:solidFill>
                  <a:srgbClr val="333333"/>
                </a:solidFill>
                <a:effectLst/>
              </a:rPr>
              <a:t>TODA A IGREJA AQUI ESTÁ, PARA O ENCONTRO COM DEUS</a:t>
            </a:r>
            <a:br>
              <a:rPr lang="pt-BR" sz="8000" dirty="0"/>
            </a:br>
            <a:r>
              <a:rPr lang="pt-BR" sz="8000" b="0" i="0" dirty="0">
                <a:solidFill>
                  <a:srgbClr val="333333"/>
                </a:solidFill>
                <a:effectLst/>
              </a:rPr>
              <a:t>ELE MESMO O MARCOU, PARA NÓS FILHOS SEUS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975748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D6B74-017C-EAD2-39BB-51607BAC0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8C23C7-34F8-25E0-C739-413145935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A56C81-30EF-F419-722B-6D3B6F0762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9600" b="1" dirty="0"/>
              <a:t>COM A IGREJA SUBIREMOS AO ALTAR DO SENHOR!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2827779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27C88-95F4-581F-04F2-525AF5697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968AB-8FD4-5336-ED7F-F726609DD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04E524-B12D-11B7-5531-4CD169C712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542" y="1073664"/>
            <a:ext cx="11225647" cy="562494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b="0" i="0" dirty="0">
                <a:solidFill>
                  <a:srgbClr val="333333"/>
                </a:solidFill>
                <a:effectLst/>
              </a:rPr>
              <a:t>ENTRE NÓS E O PAI SANTO, ESTÁ JESUS, NOSSO IRMÃO</a:t>
            </a:r>
          </a:p>
          <a:p>
            <a:pPr algn="l"/>
            <a:r>
              <a:rPr lang="pt-BR" sz="8000" b="0" i="0" dirty="0">
                <a:solidFill>
                  <a:srgbClr val="333333"/>
                </a:solidFill>
                <a:effectLst/>
              </a:rPr>
              <a:t>MEDIADOR, SACERDOTE, NOSSO PONTO DE UNIÃO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2046027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5FD2A-FAFE-1569-11BD-94BF27B07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63C8BA-18E6-EA8A-5A1E-75667860E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72540F-FC06-C81D-A587-BD96E38C29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9600" b="1" dirty="0"/>
              <a:t>COM A IGREJA SUBIREMOS AO ALTAR DO SENHOR!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833789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648A5-E013-5484-978C-995CDBB7D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44F99-D7D2-0FB3-4D5E-5FDC9E468E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6DC7D1-A8F3-E6E8-96C1-17FC9A006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542" y="1073664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8000" b="0" i="0" dirty="0">
                <a:solidFill>
                  <a:srgbClr val="333333"/>
                </a:solidFill>
                <a:effectLst/>
              </a:rPr>
              <a:t>REZAREMOS COM CRISTO, O PERFEITO LOUVOR</a:t>
            </a:r>
          </a:p>
          <a:p>
            <a:pPr algn="l"/>
            <a:r>
              <a:rPr lang="pt-BR" sz="8000" b="0" i="0" dirty="0">
                <a:solidFill>
                  <a:srgbClr val="333333"/>
                </a:solidFill>
                <a:effectLst/>
              </a:rPr>
              <a:t>E SEREMOS PRO PAI, UMA IMAGEM DE AMOR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012891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4E099-9A08-EC98-6BEE-21CB607E8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290C1-3E97-66E8-010B-0D16B966D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273263-51FA-A715-87E9-3499AFE5B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9600" b="1" dirty="0"/>
              <a:t>COM A IGREJA SUBIREMOS AO ALTAR DO SENHOR!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2294059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BF752-1135-3FF5-C27D-65FB21AAC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620823-6F80-A0D5-2A73-99DB7B643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9A1638-3B37-29AE-6520-B7385EBA0A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542" y="1073664"/>
            <a:ext cx="11225647" cy="562494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b="0" i="0" dirty="0">
                <a:solidFill>
                  <a:srgbClr val="333333"/>
                </a:solidFill>
                <a:effectLst/>
              </a:rPr>
              <a:t>CÉUS E TERRA ESTARÃO, NA OBLAÇÃO DE JESUS</a:t>
            </a:r>
          </a:p>
          <a:p>
            <a:pPr algn="l"/>
            <a:r>
              <a:rPr lang="pt-BR" sz="8000" b="0" i="0" dirty="0">
                <a:solidFill>
                  <a:srgbClr val="333333"/>
                </a:solidFill>
                <a:effectLst/>
              </a:rPr>
              <a:t>QUER UNIR NUM REBANHO OS REMIDOS DA CRUZ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1951203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60984-1CE7-0CDC-E1FA-0CFF3BFD9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9CBBDA-9987-15FE-FC4A-94C066D82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447C32-DE44-7814-590B-FCF0F2487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9600" b="1" dirty="0"/>
              <a:t>COM A IGREJA SUBIREMOS AO ALTAR DO SENHOR!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1001967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</a:rPr>
              <a:t>SENHOR, QUE VIESTES NÃO PARA CONDENAR, MAS PARA PERDOAR, TENDE PIEDADE DE NÓS.</a:t>
            </a:r>
          </a:p>
          <a:p>
            <a:pPr algn="l"/>
            <a:endParaRPr lang="pt-BR" sz="6000" b="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KYRIE ELEISON! KYRIE ELEISON!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D061D-2391-6049-5CCB-6F347FF15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B1240D-147E-A778-6625-E3C9F9BD7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7973E0-FF43-F286-09DA-D7D9DDA4D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</a:rPr>
              <a:t>CRISTO, QUE VOS ALEGRAIS PELO PECADOR ARREPENDIDO, TENDE PIEDADE DE NÓS.</a:t>
            </a:r>
          </a:p>
          <a:p>
            <a:pPr algn="l"/>
            <a:endParaRPr lang="pt-BR" sz="6000" b="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CHRISTE ELEISON</a:t>
            </a:r>
            <a:r>
              <a:rPr lang="pt-BR" sz="6000" b="1" dirty="0">
                <a:solidFill>
                  <a:srgbClr val="131313"/>
                </a:solidFill>
              </a:rPr>
              <a:t>! CHRISTE ELEISON!</a:t>
            </a:r>
            <a:endParaRPr lang="pt-BR" sz="6000" b="1" i="0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43091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CD66D-E5A1-2406-F66D-3CF410D6A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A8CA2-27A5-255B-3955-E2ED547DD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1B6C5F-6362-24E0-9DFF-EA1599117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</a:rPr>
              <a:t>SENHOR, QUE MUITO PERDOAIS A QUEM MUITO AMA, TENDE PIEDADE DE NÓS.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KYRIE ELEISON! KYRIE ELEISON!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669561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F6D78-5B77-65F3-0A28-AC5011CE4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D9E4D6D-B7D9-C3EE-E503-6C4C0585B3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0014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500" b="1" dirty="0"/>
              <a:t>GLÓRIA A DEUS NAS ALTURAS! GLÓRIA A DEUS NAS ALTURAS! GLÓRIA A DEUS NAS ALTURAS E</a:t>
            </a:r>
            <a:r>
              <a:rPr lang="pt-BR" sz="6500" dirty="0"/>
              <a:t> </a:t>
            </a:r>
            <a:r>
              <a:rPr lang="pt-BR" sz="6500" b="1" dirty="0"/>
              <a:t>PAZ NA TERRA AOS HOMENS POR ELE AMADOS</a:t>
            </a:r>
          </a:p>
          <a:p>
            <a:pPr algn="just"/>
            <a:endParaRPr lang="pt-BR" sz="6000" dirty="0"/>
          </a:p>
          <a:p>
            <a:pPr algn="just"/>
            <a:r>
              <a:rPr lang="pt-BR" sz="58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endParaRPr lang="pt-BR" sz="5400" dirty="0"/>
          </a:p>
          <a:p>
            <a:pPr algn="l"/>
            <a:r>
              <a:rPr lang="pt-BR" sz="5400" dirty="0"/>
              <a:t>SENHOR DEUS, CORDEIRO DE DEUS, FILHO DE DEUS PAI</a:t>
            </a:r>
            <a:endParaRPr lang="pt-BR" sz="30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000" dirty="0"/>
              <a:t>VÓS QUE TIRAIS O PECADO DO MUNDO,</a:t>
            </a:r>
          </a:p>
          <a:p>
            <a:pPr algn="l"/>
            <a:r>
              <a:rPr lang="pt-BR" sz="12000" dirty="0"/>
              <a:t>TENDE PIEDADE DE NÓS</a:t>
            </a:r>
          </a:p>
          <a:p>
            <a:pPr algn="l"/>
            <a:endParaRPr lang="pt-BR" sz="9600" dirty="0"/>
          </a:p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9600" dirty="0"/>
              <a:t>SÓ VÓS SOIS O SANTO, SÓ VÓS O SENHOR,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SÓ VÓS O ALTÍSSIMO, JESUS CRISTO,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COM O ESPÍRITO SANTO NA GLÓRIA DE DEUS PAI. AMÉM!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726940"/>
            <a:ext cx="10211840" cy="2427576"/>
          </a:xfrm>
        </p:spPr>
        <p:txBody>
          <a:bodyPr>
            <a:normAutofit/>
          </a:bodyPr>
          <a:lstStyle/>
          <a:p>
            <a:r>
              <a:rPr lang="pt-BR" sz="5400" b="1" dirty="0"/>
              <a:t>O REI DA GLÓRIA É O SENHOR ONIPOTENTE!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020" y="48629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020" y="1274619"/>
            <a:ext cx="11330940" cy="5370021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SOIS A LUZ QUE BRILHARÁ PARA OS GENTIOS, E PARA A GLÓRIA DE ISRAEL, O VOSSO POVO </a:t>
            </a:r>
            <a:r>
              <a:rPr lang="pt-BR" dirty="0"/>
              <a:t>(Lc 2, 32)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C79A3-B938-DE9B-7506-7EEAC6253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67FA35-29EB-B220-2ECB-CED793888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ORAÇÃO DO JUBILEU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D26A67-ABD3-87E9-3C97-A63699D31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780" y="1182848"/>
            <a:ext cx="10904912" cy="5935286"/>
          </a:xfrm>
        </p:spPr>
        <p:txBody>
          <a:bodyPr>
            <a:normAutofit fontScale="85000" lnSpcReduction="20000"/>
          </a:bodyPr>
          <a:lstStyle/>
          <a:p>
            <a:pPr algn="ctr" latinLnBrk="0">
              <a:spcAft>
                <a:spcPts val="750"/>
              </a:spcAft>
            </a:pPr>
            <a:r>
              <a:rPr lang="pt-BR" sz="4800" b="1" i="0" dirty="0">
                <a:solidFill>
                  <a:srgbClr val="000000"/>
                </a:solidFill>
                <a:effectLst/>
              </a:rPr>
              <a:t>PAI QUE ESTÁS NOS CÉUS,</a:t>
            </a:r>
            <a:endParaRPr lang="pt-BR" sz="4800" b="0" i="0" dirty="0">
              <a:solidFill>
                <a:srgbClr val="000000"/>
              </a:solidFill>
              <a:effectLst/>
            </a:endParaRPr>
          </a:p>
          <a:p>
            <a:pPr algn="ctr" latinLnBrk="0">
              <a:spcAft>
                <a:spcPts val="750"/>
              </a:spcAft>
            </a:pPr>
            <a:r>
              <a:rPr lang="pt-BR" sz="4800" b="1" i="0" dirty="0">
                <a:solidFill>
                  <a:srgbClr val="000000"/>
                </a:solidFill>
                <a:effectLst/>
              </a:rPr>
              <a:t>A </a:t>
            </a:r>
            <a:r>
              <a:rPr lang="pt-BR" sz="4800" b="1" i="1" dirty="0">
                <a:solidFill>
                  <a:srgbClr val="000000"/>
                </a:solidFill>
                <a:effectLst/>
              </a:rPr>
              <a:t>FÉ</a:t>
            </a:r>
            <a:r>
              <a:rPr lang="pt-BR" sz="4800" b="1" i="0" dirty="0">
                <a:solidFill>
                  <a:srgbClr val="000000"/>
                </a:solidFill>
                <a:effectLst/>
              </a:rPr>
              <a:t> QUE NOS DESTE NO</a:t>
            </a:r>
            <a:endParaRPr lang="pt-BR" sz="4800" b="0" i="0" dirty="0">
              <a:solidFill>
                <a:srgbClr val="000000"/>
              </a:solidFill>
              <a:effectLst/>
            </a:endParaRPr>
          </a:p>
          <a:p>
            <a:pPr algn="ctr" latinLnBrk="0">
              <a:spcAft>
                <a:spcPts val="750"/>
              </a:spcAft>
            </a:pPr>
            <a:r>
              <a:rPr lang="pt-BR" sz="4800" b="1" i="0" dirty="0">
                <a:solidFill>
                  <a:srgbClr val="000000"/>
                </a:solidFill>
                <a:effectLst/>
              </a:rPr>
              <a:t>TEU FILHO JESUS CRISTO, NOSSO IRMÃO,</a:t>
            </a:r>
            <a:endParaRPr lang="pt-BR" sz="4800" b="0" i="0" dirty="0">
              <a:solidFill>
                <a:srgbClr val="000000"/>
              </a:solidFill>
              <a:effectLst/>
            </a:endParaRPr>
          </a:p>
          <a:p>
            <a:pPr algn="ctr" latinLnBrk="0">
              <a:spcAft>
                <a:spcPts val="750"/>
              </a:spcAft>
            </a:pPr>
            <a:r>
              <a:rPr lang="pt-BR" sz="4800" b="1" i="0" dirty="0">
                <a:solidFill>
                  <a:srgbClr val="000000"/>
                </a:solidFill>
                <a:effectLst/>
              </a:rPr>
              <a:t>E A CHAMA DE </a:t>
            </a:r>
            <a:r>
              <a:rPr lang="pt-BR" sz="4800" b="1" i="1" dirty="0">
                <a:solidFill>
                  <a:srgbClr val="000000"/>
                </a:solidFill>
                <a:effectLst/>
              </a:rPr>
              <a:t>CARIDADE</a:t>
            </a:r>
            <a:endParaRPr lang="pt-BR" sz="4800" b="0" i="0" dirty="0">
              <a:solidFill>
                <a:srgbClr val="000000"/>
              </a:solidFill>
              <a:effectLst/>
            </a:endParaRPr>
          </a:p>
          <a:p>
            <a:pPr algn="ctr" latinLnBrk="0">
              <a:spcAft>
                <a:spcPts val="750"/>
              </a:spcAft>
            </a:pPr>
            <a:r>
              <a:rPr lang="pt-BR" sz="4800" b="1" i="0" dirty="0">
                <a:solidFill>
                  <a:srgbClr val="000000"/>
                </a:solidFill>
                <a:effectLst/>
              </a:rPr>
              <a:t>DERRAMADA NOS NOSSOS CORAÇÕES PELO ESPÍRITO SANTO</a:t>
            </a:r>
            <a:endParaRPr lang="pt-BR" sz="4800" b="0" i="0" dirty="0">
              <a:solidFill>
                <a:srgbClr val="000000"/>
              </a:solidFill>
              <a:effectLst/>
            </a:endParaRPr>
          </a:p>
          <a:p>
            <a:pPr algn="ctr" latinLnBrk="0">
              <a:spcAft>
                <a:spcPts val="750"/>
              </a:spcAft>
            </a:pPr>
            <a:r>
              <a:rPr lang="pt-BR" sz="4800" b="1" i="0" dirty="0">
                <a:solidFill>
                  <a:srgbClr val="000000"/>
                </a:solidFill>
                <a:effectLst/>
              </a:rPr>
              <a:t>DESPERTEM EM NÓS A BEM-AVENTURADA </a:t>
            </a:r>
            <a:r>
              <a:rPr lang="pt-BR" sz="4800" b="1" i="1" dirty="0">
                <a:solidFill>
                  <a:srgbClr val="000000"/>
                </a:solidFill>
                <a:effectLst/>
              </a:rPr>
              <a:t>ESPERANÇA</a:t>
            </a:r>
            <a:endParaRPr lang="pt-BR" sz="4800" b="0" i="0" dirty="0">
              <a:solidFill>
                <a:srgbClr val="000000"/>
              </a:solidFill>
              <a:effectLst/>
            </a:endParaRPr>
          </a:p>
          <a:p>
            <a:pPr algn="ctr" latinLnBrk="0">
              <a:spcAft>
                <a:spcPts val="750"/>
              </a:spcAft>
            </a:pPr>
            <a:r>
              <a:rPr lang="pt-BR" sz="4800" b="1" i="0" dirty="0">
                <a:solidFill>
                  <a:srgbClr val="000000"/>
                </a:solidFill>
                <a:effectLst/>
              </a:rPr>
              <a:t>PARA A VINDA DO TEU REINO.</a:t>
            </a:r>
            <a:endParaRPr lang="pt-BR" sz="4800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187225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FA6A1-EC8B-259B-077E-608DA9460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8EB409-AB2B-0948-9995-B9A19983F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6780" y="291411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ORAÇÃO DO JUBILEU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B95F32-5DB5-D66E-BB9A-816DBE9803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780" y="805477"/>
            <a:ext cx="10904912" cy="5935286"/>
          </a:xfrm>
        </p:spPr>
        <p:txBody>
          <a:bodyPr>
            <a:normAutofit/>
          </a:bodyPr>
          <a:lstStyle/>
          <a:p>
            <a:pPr algn="ctr" latinLnBrk="0">
              <a:spcAft>
                <a:spcPts val="750"/>
              </a:spcAft>
            </a:pPr>
            <a:r>
              <a:rPr lang="pt-BR" sz="4000" b="1" i="0" dirty="0">
                <a:solidFill>
                  <a:srgbClr val="000000"/>
                </a:solidFill>
                <a:effectLst/>
              </a:rPr>
              <a:t>A TUA GRAÇA NOS TRANSFORME</a:t>
            </a:r>
            <a:endParaRPr lang="pt-BR" sz="4000" b="0" i="0" dirty="0">
              <a:solidFill>
                <a:srgbClr val="000000"/>
              </a:solidFill>
              <a:effectLst/>
            </a:endParaRPr>
          </a:p>
          <a:p>
            <a:pPr algn="ctr" latinLnBrk="0">
              <a:spcAft>
                <a:spcPts val="750"/>
              </a:spcAft>
            </a:pPr>
            <a:r>
              <a:rPr lang="pt-BR" sz="4000" b="1" i="0" dirty="0">
                <a:solidFill>
                  <a:srgbClr val="000000"/>
                </a:solidFill>
                <a:effectLst/>
              </a:rPr>
              <a:t>EM CULTIVADORES DILIGENTES DAS SEMENTES DO EVANGELHO</a:t>
            </a:r>
            <a:endParaRPr lang="pt-BR" sz="4000" b="0" i="0" dirty="0">
              <a:solidFill>
                <a:srgbClr val="000000"/>
              </a:solidFill>
              <a:effectLst/>
            </a:endParaRPr>
          </a:p>
          <a:p>
            <a:pPr algn="ctr" latinLnBrk="0">
              <a:spcAft>
                <a:spcPts val="750"/>
              </a:spcAft>
            </a:pPr>
            <a:r>
              <a:rPr lang="pt-BR" sz="4000" b="1" i="0" dirty="0">
                <a:solidFill>
                  <a:srgbClr val="000000"/>
                </a:solidFill>
                <a:effectLst/>
              </a:rPr>
              <a:t>QUE FERMENTEM A HUMANIDADE E O COSMOS,</a:t>
            </a:r>
            <a:endParaRPr lang="pt-BR" sz="4000" b="0" i="0" dirty="0">
              <a:solidFill>
                <a:srgbClr val="000000"/>
              </a:solidFill>
              <a:effectLst/>
            </a:endParaRPr>
          </a:p>
          <a:p>
            <a:pPr algn="ctr" latinLnBrk="0">
              <a:spcAft>
                <a:spcPts val="750"/>
              </a:spcAft>
            </a:pPr>
            <a:r>
              <a:rPr lang="pt-BR" sz="4000" b="1" i="0" dirty="0">
                <a:solidFill>
                  <a:srgbClr val="000000"/>
                </a:solidFill>
                <a:effectLst/>
              </a:rPr>
              <a:t>NA ESPERA CONFIANTE</a:t>
            </a:r>
            <a:endParaRPr lang="pt-BR" sz="4000" b="0" i="0" dirty="0">
              <a:solidFill>
                <a:srgbClr val="000000"/>
              </a:solidFill>
              <a:effectLst/>
            </a:endParaRPr>
          </a:p>
          <a:p>
            <a:pPr algn="ctr" latinLnBrk="0">
              <a:spcAft>
                <a:spcPts val="750"/>
              </a:spcAft>
            </a:pPr>
            <a:r>
              <a:rPr lang="pt-BR" sz="4000" b="1" i="0" dirty="0">
                <a:solidFill>
                  <a:srgbClr val="000000"/>
                </a:solidFill>
                <a:effectLst/>
              </a:rPr>
              <a:t>DOS NOVOS CÉUS E DA NOVA TERRA,</a:t>
            </a:r>
            <a:endParaRPr lang="pt-BR" sz="4000" b="0" i="0" dirty="0">
              <a:solidFill>
                <a:srgbClr val="000000"/>
              </a:solidFill>
              <a:effectLst/>
            </a:endParaRPr>
          </a:p>
          <a:p>
            <a:pPr algn="ctr" latinLnBrk="0">
              <a:spcAft>
                <a:spcPts val="750"/>
              </a:spcAft>
            </a:pPr>
            <a:r>
              <a:rPr lang="pt-BR" sz="4000" b="1" i="0" dirty="0">
                <a:solidFill>
                  <a:srgbClr val="000000"/>
                </a:solidFill>
                <a:effectLst/>
              </a:rPr>
              <a:t>QUANDO, VENCIDAS AS POTÊNCIAS DO MAL,</a:t>
            </a:r>
            <a:endParaRPr lang="pt-BR" sz="4000" b="0" i="0" dirty="0">
              <a:solidFill>
                <a:srgbClr val="000000"/>
              </a:solidFill>
              <a:effectLst/>
            </a:endParaRPr>
          </a:p>
          <a:p>
            <a:pPr algn="ctr" latinLnBrk="0">
              <a:spcAft>
                <a:spcPts val="750"/>
              </a:spcAft>
            </a:pPr>
            <a:r>
              <a:rPr lang="pt-BR" sz="4000" b="1" i="0" dirty="0">
                <a:solidFill>
                  <a:srgbClr val="000000"/>
                </a:solidFill>
                <a:effectLst/>
              </a:rPr>
              <a:t>SE MANIFESTAR PARA SEMPRE A TUA GLÓRIA.</a:t>
            </a:r>
            <a:endParaRPr lang="pt-BR" sz="4000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68295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24FF6-40F3-3123-C025-B9DC0F766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02FA9-3609-645D-CF4B-BC6CFEC05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6780" y="291411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ORAÇÃO DO JUBILEU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1B0757-6AF1-05C4-ED55-AD683C839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780" y="805477"/>
            <a:ext cx="10904912" cy="5935286"/>
          </a:xfrm>
        </p:spPr>
        <p:txBody>
          <a:bodyPr>
            <a:normAutofit/>
          </a:bodyPr>
          <a:lstStyle/>
          <a:p>
            <a:pPr algn="ctr" latinLnBrk="0">
              <a:spcAft>
                <a:spcPts val="750"/>
              </a:spcAft>
            </a:pPr>
            <a:r>
              <a:rPr lang="pt-BR" sz="3200" b="1" i="0" dirty="0">
                <a:solidFill>
                  <a:srgbClr val="000000"/>
                </a:solidFill>
                <a:effectLst/>
              </a:rPr>
              <a:t>A GRAÇA DO JUBILEU</a:t>
            </a:r>
            <a:endParaRPr lang="pt-BR" sz="3200" b="0" i="0" dirty="0">
              <a:solidFill>
                <a:srgbClr val="000000"/>
              </a:solidFill>
              <a:effectLst/>
            </a:endParaRPr>
          </a:p>
          <a:p>
            <a:pPr algn="ctr" latinLnBrk="0">
              <a:spcAft>
                <a:spcPts val="750"/>
              </a:spcAft>
            </a:pPr>
            <a:r>
              <a:rPr lang="pt-BR" sz="3200" b="1" i="0" dirty="0">
                <a:solidFill>
                  <a:srgbClr val="000000"/>
                </a:solidFill>
                <a:effectLst/>
              </a:rPr>
              <a:t>REAVIVE EM NÓS, </a:t>
            </a:r>
            <a:r>
              <a:rPr lang="pt-BR" sz="3200" b="1" i="1" dirty="0">
                <a:solidFill>
                  <a:srgbClr val="000000"/>
                </a:solidFill>
                <a:effectLst/>
              </a:rPr>
              <a:t>PEREGRINOS DE ESPERANÇA</a:t>
            </a:r>
            <a:r>
              <a:rPr lang="pt-BR" sz="3200" b="1" i="0" dirty="0">
                <a:solidFill>
                  <a:srgbClr val="000000"/>
                </a:solidFill>
                <a:effectLst/>
              </a:rPr>
              <a:t>,</a:t>
            </a:r>
            <a:endParaRPr lang="pt-BR" sz="3200" b="0" i="0" dirty="0">
              <a:solidFill>
                <a:srgbClr val="000000"/>
              </a:solidFill>
              <a:effectLst/>
            </a:endParaRPr>
          </a:p>
          <a:p>
            <a:pPr algn="ctr" latinLnBrk="0">
              <a:spcAft>
                <a:spcPts val="750"/>
              </a:spcAft>
            </a:pPr>
            <a:r>
              <a:rPr lang="pt-BR" sz="3200" b="1" i="0" dirty="0">
                <a:solidFill>
                  <a:srgbClr val="000000"/>
                </a:solidFill>
                <a:effectLst/>
              </a:rPr>
              <a:t>O DESEJO DOS BENS CELESTES</a:t>
            </a:r>
            <a:endParaRPr lang="pt-BR" sz="3200" b="0" i="0" dirty="0">
              <a:solidFill>
                <a:srgbClr val="000000"/>
              </a:solidFill>
              <a:effectLst/>
            </a:endParaRPr>
          </a:p>
          <a:p>
            <a:pPr algn="ctr" latinLnBrk="0">
              <a:spcAft>
                <a:spcPts val="750"/>
              </a:spcAft>
            </a:pPr>
            <a:r>
              <a:rPr lang="pt-BR" sz="3200" b="1" i="0" dirty="0">
                <a:solidFill>
                  <a:srgbClr val="000000"/>
                </a:solidFill>
                <a:effectLst/>
              </a:rPr>
              <a:t>E DERRAME SOBRE O MUNDO INTEIRO</a:t>
            </a:r>
            <a:endParaRPr lang="pt-BR" sz="3200" b="0" i="0" dirty="0">
              <a:solidFill>
                <a:srgbClr val="000000"/>
              </a:solidFill>
              <a:effectLst/>
            </a:endParaRPr>
          </a:p>
          <a:p>
            <a:pPr algn="ctr" latinLnBrk="0">
              <a:spcAft>
                <a:spcPts val="750"/>
              </a:spcAft>
            </a:pPr>
            <a:r>
              <a:rPr lang="pt-BR" sz="3200" b="1" i="0" dirty="0">
                <a:solidFill>
                  <a:srgbClr val="000000"/>
                </a:solidFill>
                <a:effectLst/>
              </a:rPr>
              <a:t>A ALEGRIA E A PAZ</a:t>
            </a:r>
            <a:endParaRPr lang="pt-BR" sz="3200" b="0" i="0" dirty="0">
              <a:solidFill>
                <a:srgbClr val="000000"/>
              </a:solidFill>
              <a:effectLst/>
            </a:endParaRPr>
          </a:p>
          <a:p>
            <a:pPr algn="ctr" latinLnBrk="0">
              <a:spcAft>
                <a:spcPts val="750"/>
              </a:spcAft>
            </a:pPr>
            <a:r>
              <a:rPr lang="pt-BR" sz="3200" b="1" i="0" dirty="0">
                <a:solidFill>
                  <a:srgbClr val="000000"/>
                </a:solidFill>
                <a:effectLst/>
              </a:rPr>
              <a:t>DO NOSSO REDENTOR.</a:t>
            </a:r>
            <a:endParaRPr lang="pt-BR" sz="3200" b="0" i="0" dirty="0">
              <a:solidFill>
                <a:srgbClr val="000000"/>
              </a:solidFill>
              <a:effectLst/>
            </a:endParaRPr>
          </a:p>
          <a:p>
            <a:pPr algn="ctr" latinLnBrk="0">
              <a:spcAft>
                <a:spcPts val="750"/>
              </a:spcAft>
            </a:pPr>
            <a:r>
              <a:rPr lang="pt-BR" sz="3200" b="1" i="0" dirty="0">
                <a:solidFill>
                  <a:srgbClr val="000000"/>
                </a:solidFill>
                <a:effectLst/>
              </a:rPr>
              <a:t>A TI, DEUS BENDITO NA ETERNIDADE,</a:t>
            </a:r>
            <a:endParaRPr lang="pt-BR" sz="3200" b="0" i="0" dirty="0">
              <a:solidFill>
                <a:srgbClr val="000000"/>
              </a:solidFill>
              <a:effectLst/>
            </a:endParaRPr>
          </a:p>
          <a:p>
            <a:pPr algn="ctr" latinLnBrk="0">
              <a:spcAft>
                <a:spcPts val="750"/>
              </a:spcAft>
            </a:pPr>
            <a:r>
              <a:rPr lang="pt-BR" sz="3200" b="1" i="0" dirty="0">
                <a:solidFill>
                  <a:srgbClr val="000000"/>
                </a:solidFill>
                <a:effectLst/>
              </a:rPr>
              <a:t>LOUVOR E GLÓRIA PELOS SÉCULOS DOS SÉCULOS.</a:t>
            </a:r>
            <a:endParaRPr lang="pt-BR" sz="3200" b="0" i="0" dirty="0">
              <a:solidFill>
                <a:srgbClr val="000000"/>
              </a:solidFill>
              <a:effectLst/>
            </a:endParaRPr>
          </a:p>
          <a:p>
            <a:pPr algn="ctr" latinLnBrk="0">
              <a:spcAft>
                <a:spcPts val="750"/>
              </a:spcAft>
            </a:pPr>
            <a:r>
              <a:rPr lang="pt-BR" sz="3200" b="1" i="0" dirty="0">
                <a:solidFill>
                  <a:srgbClr val="000000"/>
                </a:solidFill>
                <a:effectLst/>
              </a:rPr>
              <a:t>AMÉM</a:t>
            </a:r>
            <a:endParaRPr lang="pt-BR" sz="3200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201505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39DD3-FF83-8891-C417-340776A6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34CABAF-4274-08DC-2480-A303A554BB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49669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665" y="1053284"/>
            <a:ext cx="10904912" cy="593528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BOM É LOUVAR O SENHOR, NOSSO DEUS</a:t>
            </a:r>
          </a:p>
          <a:p>
            <a:pPr algn="l"/>
            <a:r>
              <a:rPr lang="pt-BR" sz="6000" b="1" dirty="0"/>
              <a:t>CANTAR SALMOS AO NOME DO ALTÍSSIMO,</a:t>
            </a:r>
          </a:p>
          <a:p>
            <a:pPr algn="l"/>
            <a:r>
              <a:rPr lang="pt-BR" sz="6000" b="1" dirty="0"/>
              <a:t>COM ALEGRIA ACLAMAR SEU AMOR,</a:t>
            </a:r>
          </a:p>
          <a:p>
            <a:pPr algn="l"/>
            <a:r>
              <a:rPr lang="pt-BR" sz="6000" b="1" dirty="0"/>
              <a:t>SUA GLÓRIA, BONDADE E PODER.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786BE-1586-761D-2020-490952E8E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CE6107-0CEF-A7F2-E0F9-BA1E3ABBC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8B79D2-5E08-4518-59D2-979A28999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828800"/>
            <a:ext cx="10904912" cy="524256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COMO TUAS OBRAS ME ALEGRAM, SENHOR,</a:t>
            </a:r>
          </a:p>
          <a:p>
            <a:pPr algn="l"/>
            <a:r>
              <a:rPr lang="pt-BR" sz="6600" dirty="0"/>
              <a:t>OS TEUS PRODÍGIOS SUSCITAM LOUVOR.</a:t>
            </a:r>
          </a:p>
          <a:p>
            <a:pPr algn="l"/>
            <a:r>
              <a:rPr lang="pt-BR" sz="6600" dirty="0"/>
              <a:t>TUA PRESENÇA EU CONTEMPLO NO CÉU,</a:t>
            </a:r>
          </a:p>
          <a:p>
            <a:pPr algn="l"/>
            <a:r>
              <a:rPr lang="pt-BR" sz="6600" dirty="0"/>
              <a:t>OLHO A TERRA TAMBÉM NELA ESTÁS.</a:t>
            </a:r>
          </a:p>
        </p:txBody>
      </p:sp>
    </p:spTree>
    <p:extLst>
      <p:ext uri="{BB962C8B-B14F-4D97-AF65-F5344CB8AC3E}">
        <p14:creationId xmlns:p14="http://schemas.microsoft.com/office/powerpoint/2010/main" val="7815179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D1C2D-62FE-6696-50C8-44FFD87F2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CAA81F-B11D-E444-2E09-E10FB256A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4E7B8B-1833-588E-5FDF-9DB9E8BE2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665" y="1053284"/>
            <a:ext cx="10904912" cy="593528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BOM É LOUVAR O SENHOR, NOSSO DEUS</a:t>
            </a:r>
          </a:p>
          <a:p>
            <a:pPr algn="l"/>
            <a:r>
              <a:rPr lang="pt-BR" sz="6000" b="1" dirty="0"/>
              <a:t>CANTAR SALMOS AO NOME DO ALTÍSSIMO,</a:t>
            </a:r>
          </a:p>
          <a:p>
            <a:pPr algn="l"/>
            <a:r>
              <a:rPr lang="pt-BR" sz="6000" b="1" dirty="0"/>
              <a:t>COM ALEGRIA ACLAMAR SEU AMOR,</a:t>
            </a:r>
          </a:p>
          <a:p>
            <a:pPr algn="l"/>
            <a:r>
              <a:rPr lang="pt-BR" sz="6000" b="1" dirty="0"/>
              <a:t>SUA GLÓRIA, BONDADE E PODER.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176599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91E53-C8E0-63B2-69FF-8086CF5B4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F428F9-2039-CAE2-152B-6E32BE499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7A934E-7BB2-A118-2199-5D27280227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378858"/>
            <a:ext cx="10904912" cy="524256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dirty="0"/>
              <a:t>TU ENGRANDECES O HOMEM MORTAL</a:t>
            </a:r>
          </a:p>
          <a:p>
            <a:pPr algn="l"/>
            <a:r>
              <a:rPr lang="pt-BR" sz="6600" dirty="0"/>
              <a:t>DA NATUREZA ELE É REI E SENHOR.</a:t>
            </a:r>
          </a:p>
          <a:p>
            <a:pPr algn="l"/>
            <a:r>
              <a:rPr lang="pt-BR" sz="6600" dirty="0"/>
              <a:t>DE HONRA O COROASTE, DE GLÓRIA E PODER,</a:t>
            </a:r>
          </a:p>
          <a:p>
            <a:pPr algn="l"/>
            <a:r>
              <a:rPr lang="pt-BR" sz="6600" dirty="0"/>
              <a:t>POUCO MENOS QUE AOS ANJOS DO CÉU.</a:t>
            </a:r>
          </a:p>
        </p:txBody>
      </p:sp>
    </p:spTree>
    <p:extLst>
      <p:ext uri="{BB962C8B-B14F-4D97-AF65-F5344CB8AC3E}">
        <p14:creationId xmlns:p14="http://schemas.microsoft.com/office/powerpoint/2010/main" val="36464364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3E828-DDAC-2462-1B4C-6B0D1D5B3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DECDB6-45EC-FB0A-65B0-A2EF5558A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38E3FD-F3BE-C425-6B5F-C5D5AD967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665" y="1053284"/>
            <a:ext cx="10904912" cy="593528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BOM É LOUVAR O SENHOR, NOSSO DEUS</a:t>
            </a:r>
          </a:p>
          <a:p>
            <a:pPr algn="l"/>
            <a:r>
              <a:rPr lang="pt-BR" sz="6000" b="1" dirty="0"/>
              <a:t>CANTAR SALMOS AO NOME DO ALTÍSSIMO,</a:t>
            </a:r>
          </a:p>
          <a:p>
            <a:pPr algn="l"/>
            <a:r>
              <a:rPr lang="pt-BR" sz="6000" b="1" dirty="0"/>
              <a:t>COM ALEGRIA ACLAMAR SEU AMOR,</a:t>
            </a:r>
          </a:p>
          <a:p>
            <a:pPr algn="l"/>
            <a:r>
              <a:rPr lang="pt-BR" sz="6000" b="1" dirty="0"/>
              <a:t>SUA GLÓRIA, BONDADE E PODER.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7580984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F9D07-CD8D-691B-3774-797DEBDFC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BECC98-4867-6AEC-5E18-BEB3BBFE1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C122DF-5B40-D13F-4CCC-00D5CC61BA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378858"/>
            <a:ext cx="10904912" cy="524256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dirty="0"/>
              <a:t>NARRAM OS CÉUS O QUE FEZ TUA MÃO,</a:t>
            </a:r>
          </a:p>
          <a:p>
            <a:pPr algn="l"/>
            <a:r>
              <a:rPr lang="pt-BR" sz="6600" dirty="0"/>
              <a:t>TODO UNIVERSO TEU NOME BENDIZ.</a:t>
            </a:r>
          </a:p>
          <a:p>
            <a:pPr algn="l"/>
            <a:r>
              <a:rPr lang="pt-BR" sz="6600" dirty="0"/>
              <a:t>A CRIAÇÃO É UM CANTO DE AMOR,</a:t>
            </a:r>
          </a:p>
          <a:p>
            <a:pPr algn="l"/>
            <a:r>
              <a:rPr lang="pt-BR" sz="6600" dirty="0"/>
              <a:t>E ESSE CANTO É TAMBEM MEU LOUVOR.</a:t>
            </a:r>
          </a:p>
        </p:txBody>
      </p:sp>
    </p:spTree>
    <p:extLst>
      <p:ext uri="{BB962C8B-B14F-4D97-AF65-F5344CB8AC3E}">
        <p14:creationId xmlns:p14="http://schemas.microsoft.com/office/powerpoint/2010/main" val="28290568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06FB0-5536-7931-0CA2-4B0260151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C42126-50B2-11CB-6473-7864401E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330E31-BAF0-0A6D-A09D-52B36EF49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665" y="1053284"/>
            <a:ext cx="10904912" cy="593528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BOM É LOUVAR O SENHOR, NOSSO DEUS</a:t>
            </a:r>
          </a:p>
          <a:p>
            <a:pPr algn="l"/>
            <a:r>
              <a:rPr lang="pt-BR" sz="6000" b="1" dirty="0"/>
              <a:t>CANTAR SALMOS AO NOME DO ALTÍSSIMO,</a:t>
            </a:r>
          </a:p>
          <a:p>
            <a:pPr algn="l"/>
            <a:r>
              <a:rPr lang="pt-BR" sz="6000" b="1" dirty="0"/>
              <a:t>COM ALEGRIA ACLAMAR SEU AMOR,</a:t>
            </a:r>
          </a:p>
          <a:p>
            <a:pPr algn="l"/>
            <a:r>
              <a:rPr lang="pt-BR" sz="6000" b="1" dirty="0"/>
              <a:t>SUA GLÓRIA, BONDADE E PODER.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1616120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DEB98-EBA4-8232-9ABC-FEC225255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7A904-2C75-3AED-48F5-E66EAD4E3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A456BD-2DC2-F8C7-5F01-CEFE36D22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378858"/>
            <a:ext cx="10904912" cy="524256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dirty="0"/>
              <a:t>TUA BONDADE CERCOU-ME DE BENS</a:t>
            </a:r>
          </a:p>
          <a:p>
            <a:pPr algn="l"/>
            <a:r>
              <a:rPr lang="pt-BR" sz="6600" dirty="0"/>
              <a:t>TUDO QUE TENHO É POR GRAÇA E FAVOR</a:t>
            </a:r>
          </a:p>
          <a:p>
            <a:pPr algn="l"/>
            <a:r>
              <a:rPr lang="pt-BR" sz="6600" dirty="0"/>
              <a:t>QUERO OS DONS COM OS IRMÃOS PARTILHAR</a:t>
            </a:r>
          </a:p>
          <a:p>
            <a:pPr algn="l"/>
            <a:r>
              <a:rPr lang="pt-BR" sz="6600" dirty="0"/>
              <a:t>VENDO EM TI NOSSO DEUS, NOSSO PAI</a:t>
            </a:r>
          </a:p>
        </p:txBody>
      </p:sp>
    </p:spTree>
    <p:extLst>
      <p:ext uri="{BB962C8B-B14F-4D97-AF65-F5344CB8AC3E}">
        <p14:creationId xmlns:p14="http://schemas.microsoft.com/office/powerpoint/2010/main" val="29400283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2AE0E-9877-8AC3-239E-6C1178033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801520-B3F1-C183-20F1-86CA1C769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6EAC29-6EA6-2F74-D0B5-53CD87B49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665" y="1053284"/>
            <a:ext cx="10904912" cy="593528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BOM É LOUVAR O SENHOR, NOSSO DEUS</a:t>
            </a:r>
          </a:p>
          <a:p>
            <a:pPr algn="l"/>
            <a:r>
              <a:rPr lang="pt-BR" sz="6000" b="1" dirty="0"/>
              <a:t>CANTAR SALMOS AO NOME DO ALTÍSSIMO,</a:t>
            </a:r>
          </a:p>
          <a:p>
            <a:pPr algn="l"/>
            <a:r>
              <a:rPr lang="pt-BR" sz="6000" b="1" dirty="0"/>
              <a:t>COM ALEGRIA ACLAMAR SEU AMOR,</a:t>
            </a:r>
          </a:p>
          <a:p>
            <a:pPr algn="l"/>
            <a:r>
              <a:rPr lang="pt-BR" sz="6000" b="1" dirty="0"/>
              <a:t>SUA GLÓRIA, BONDADE E PODER.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2579039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9200" i="0" dirty="0">
                <a:effectLst/>
              </a:rPr>
              <a:t>SANTO, SANTO, SANTO, </a:t>
            </a:r>
          </a:p>
          <a:p>
            <a:pPr algn="l"/>
            <a:r>
              <a:rPr lang="pt-BR" sz="19200" i="0" dirty="0">
                <a:effectLst/>
              </a:rPr>
              <a:t>SENHOR DEUS DO UNIVERSO.</a:t>
            </a:r>
          </a:p>
          <a:p>
            <a:pPr algn="l"/>
            <a:r>
              <a:rPr lang="pt-BR" sz="19200" i="0" dirty="0">
                <a:effectLst/>
              </a:rPr>
              <a:t>O CÉU E A TERRA PROCLAMAM </a:t>
            </a:r>
          </a:p>
          <a:p>
            <a:pPr algn="l"/>
            <a:r>
              <a:rPr lang="pt-BR" sz="19200" i="0" dirty="0">
                <a:effectLst/>
              </a:rPr>
              <a:t>A VOSSA GLÓRIA!</a:t>
            </a:r>
          </a:p>
          <a:p>
            <a:pPr algn="l"/>
            <a:br>
              <a:rPr lang="pt-BR" sz="21600" dirty="0"/>
            </a:br>
            <a:r>
              <a:rPr lang="pt-BR" sz="19200" b="1" dirty="0"/>
              <a:t>HOSANA NAS ALTURAS! </a:t>
            </a:r>
            <a:br>
              <a:rPr lang="pt-BR" sz="8000" dirty="0"/>
            </a:b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42988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A5F5E-F9E6-AB31-614D-35875B07C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901E6-5D16-B525-50D1-D9202ACFA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0E401A-ADAC-C0ED-9D89-3F3E0B3EB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effectLst/>
              </a:rPr>
              <a:t>BENDITO O QUE VEM EM NOME DO SENHOR. 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HOSANA NAS ALTURAS! </a:t>
            </a:r>
            <a:br>
              <a:rPr lang="pt-BR" sz="6600" dirty="0"/>
            </a:br>
            <a:endParaRPr lang="pt-BR" sz="6600" dirty="0"/>
          </a:p>
          <a:p>
            <a:pPr algn="just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9797580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3408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l"/>
            <a:endParaRPr lang="pt-BR" sz="1600" dirty="0"/>
          </a:p>
          <a:p>
            <a:pPr algn="l"/>
            <a:endParaRPr lang="pt-BR" sz="1600" dirty="0"/>
          </a:p>
          <a:p>
            <a:pPr algn="l"/>
            <a:r>
              <a:rPr lang="pt-BR" sz="6600" dirty="0"/>
              <a:t>VEJAM: EU ANDEI PELAS VILAS</a:t>
            </a:r>
          </a:p>
          <a:p>
            <a:pPr algn="l"/>
            <a:r>
              <a:rPr lang="pt-BR" sz="6600" dirty="0"/>
              <a:t>APONTEI AS SAÍDAS, COMO O PAI ME PEDIU</a:t>
            </a:r>
          </a:p>
          <a:p>
            <a:pPr algn="l"/>
            <a:r>
              <a:rPr lang="pt-BR" sz="6600" dirty="0"/>
              <a:t>PORTAS, EU CHEGUEI PARA ABRI-LAS</a:t>
            </a:r>
          </a:p>
          <a:p>
            <a:pPr algn="l"/>
            <a:r>
              <a:rPr lang="pt-BR" sz="6600" dirty="0"/>
              <a:t>EU CUREI AS FERIDAS COMO NUNCA SE VIU</a:t>
            </a:r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CB4DE-7157-3751-BB3B-25B33F76E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F137E1-4E91-F23A-A462-99DBEE0B6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EDCBF5-F5E0-CDAD-FF51-F88E982E4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4400" b="1" i="0" dirty="0">
                <a:solidFill>
                  <a:srgbClr val="333333"/>
                </a:solidFill>
                <a:effectLst/>
              </a:rPr>
              <a:t>POR ONDE FORMOS, TAMBÉM NÓS QUE BRILHE A TUA LUZ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FALA, SENHOR, NA NOSSA VOZ, EM NOSSA VIDA!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NOSSO CAMINHO ENTÃO CONDUZ, QUEREMOS SER ASSIM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QUE O PÃO DA VIDA NOS REVIGORE NO NOSSO SIM!</a:t>
            </a:r>
            <a:endParaRPr lang="pt-BR" sz="5400" b="1" dirty="0"/>
          </a:p>
          <a:p>
            <a:pPr algn="l"/>
            <a:endParaRPr lang="pt-BR" sz="19200" b="1" dirty="0"/>
          </a:p>
          <a:p>
            <a:pPr algn="l"/>
            <a:endParaRPr lang="pt-BR" sz="19200" b="1" dirty="0"/>
          </a:p>
          <a:p>
            <a:pPr algn="l"/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25875816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5F2D5-C7F3-B693-5EB3-CF6762AB5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61FF5-1812-531D-FB06-C3C9A8D27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E3F557-44E4-065F-EAEA-A721F18AE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endParaRPr lang="pt-BR" sz="1600" dirty="0"/>
          </a:p>
          <a:p>
            <a:pPr algn="l"/>
            <a:endParaRPr lang="pt-BR" sz="1600" dirty="0"/>
          </a:p>
          <a:p>
            <a:pPr algn="l"/>
            <a:r>
              <a:rPr lang="pt-BR" sz="6600" dirty="0"/>
              <a:t>VEJAM: FIZ DE NOVO A LEITURA</a:t>
            </a:r>
          </a:p>
          <a:p>
            <a:pPr algn="l"/>
            <a:r>
              <a:rPr lang="pt-BR" sz="6600" dirty="0"/>
              <a:t>DAS RAÍZES DA VIDA QUE MEU PAI VÊ MELHOR</a:t>
            </a:r>
          </a:p>
          <a:p>
            <a:pPr algn="l"/>
            <a:r>
              <a:rPr lang="pt-BR" sz="6600" dirty="0"/>
              <a:t>LUZES, ACENDI COM BRANDURA</a:t>
            </a:r>
          </a:p>
          <a:p>
            <a:pPr algn="l"/>
            <a:r>
              <a:rPr lang="pt-BR" sz="6600" dirty="0"/>
              <a:t>PARA A OVELHA PERDIDA NÃO MEDI MEU SUOR</a:t>
            </a:r>
            <a:endParaRPr lang="pt-BR" sz="54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9211832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B7CA5-7BC5-6C20-C6E7-FDEA08DF8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79E38B-20F7-F24B-28D1-7EC77264A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9D2949-3883-EBED-708D-DEC823073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4400" b="1" i="0" dirty="0">
                <a:solidFill>
                  <a:srgbClr val="333333"/>
                </a:solidFill>
                <a:effectLst/>
              </a:rPr>
              <a:t>POR ONDE FORMOS, TAMBÉM NÓS QUE BRILHE A TUA LUZ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FALA, SENHOR, NA NOSSA VOZ, EM NOSSA VIDA!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NOSSO CAMINHO ENTÃO CONDUZ, QUEREMOS SER ASSIM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QUE O PÃO DA VIDA NOS REVIGORE NO NOSSO SIM!</a:t>
            </a:r>
            <a:endParaRPr lang="pt-BR" sz="5400" b="1" dirty="0"/>
          </a:p>
          <a:p>
            <a:pPr algn="l"/>
            <a:endParaRPr lang="pt-BR" sz="19200" b="1" dirty="0"/>
          </a:p>
          <a:p>
            <a:pPr algn="l"/>
            <a:endParaRPr lang="pt-BR" sz="19200" b="1" dirty="0"/>
          </a:p>
          <a:p>
            <a:pPr algn="l"/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0860046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58D9B-E933-7A2F-F78A-68C306BB6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30DC6-4AF5-6033-1D87-92C11B0A3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5B312D-D4C0-9FFB-667C-39EEE55A3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l"/>
            <a:endParaRPr lang="pt-BR" sz="1600" dirty="0"/>
          </a:p>
          <a:p>
            <a:pPr algn="l"/>
            <a:endParaRPr lang="pt-BR" sz="1600" dirty="0"/>
          </a:p>
          <a:p>
            <a:pPr algn="l"/>
            <a:r>
              <a:rPr lang="pt-BR" sz="6600" dirty="0"/>
              <a:t>VEJAM: PROCUREI BEM AQUELES</a:t>
            </a:r>
          </a:p>
          <a:p>
            <a:pPr algn="l"/>
            <a:r>
              <a:rPr lang="pt-BR" sz="6600" dirty="0"/>
              <a:t>QUE NINGUÉM PROCURAVA E FALEI DE MEU PAI</a:t>
            </a:r>
          </a:p>
          <a:p>
            <a:pPr algn="l"/>
            <a:r>
              <a:rPr lang="pt-BR" sz="6600" dirty="0"/>
              <a:t>POBRES, A ESPERANÇA QUE É DELES</a:t>
            </a:r>
          </a:p>
          <a:p>
            <a:pPr algn="l"/>
            <a:r>
              <a:rPr lang="pt-BR" sz="6600" dirty="0"/>
              <a:t>EU NÃO QUIS SER ESCRAVA DE UM PODER QUE RETRAI</a:t>
            </a:r>
            <a:endParaRPr lang="pt-BR" sz="192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689361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DE9C9-E9F4-15B4-EDFC-6374B390D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FD1B9-E33D-24AD-6782-AD560B405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751A0D-A449-4C5F-7CDE-425AB023F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4400" b="1" i="0" dirty="0">
                <a:solidFill>
                  <a:srgbClr val="333333"/>
                </a:solidFill>
                <a:effectLst/>
              </a:rPr>
              <a:t>POR ONDE FORMOS, TAMBÉM NÓS QUE BRILHE A TUA LUZ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FALA, SENHOR, NA NOSSA VOZ, EM NOSSA VIDA!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NOSSO CAMINHO ENTÃO CONDUZ, QUEREMOS SER ASSIM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QUE O PÃO DA VIDA NOS REVIGORE NO NOSSO SIM!</a:t>
            </a:r>
            <a:endParaRPr lang="pt-BR" sz="5400" b="1" dirty="0"/>
          </a:p>
          <a:p>
            <a:pPr algn="l"/>
            <a:endParaRPr lang="pt-BR" sz="19200" b="1" dirty="0"/>
          </a:p>
          <a:p>
            <a:pPr algn="l"/>
            <a:endParaRPr lang="pt-BR" sz="19200" b="1" dirty="0"/>
          </a:p>
          <a:p>
            <a:pPr algn="l"/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7613289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15959-5BFB-81FF-9C26-439847846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F6FDFF-2A9F-A224-2DC2-89798A62D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C561E2-40E0-433E-6A3C-6A45A18B2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l"/>
            <a:endParaRPr lang="pt-BR" sz="1600" dirty="0"/>
          </a:p>
          <a:p>
            <a:pPr algn="l"/>
            <a:endParaRPr lang="pt-BR" sz="1600" dirty="0"/>
          </a:p>
          <a:p>
            <a:pPr algn="l"/>
            <a:r>
              <a:rPr lang="pt-BR" sz="6600" dirty="0"/>
              <a:t>VEJAM: SEMEEI CONSCIÊNCIA</a:t>
            </a:r>
          </a:p>
          <a:p>
            <a:pPr algn="l"/>
            <a:r>
              <a:rPr lang="pt-BR" sz="6600" dirty="0"/>
              <a:t>NOS CAMINHOS DO POVO, POIS O PAI QUER ASSIM</a:t>
            </a:r>
          </a:p>
          <a:p>
            <a:pPr algn="l"/>
            <a:r>
              <a:rPr lang="pt-BR" sz="6600" dirty="0"/>
              <a:t>TRAMAS, ENFRENTEI PREPOTÊNCIA DOS QUE TEMEM O NOVO</a:t>
            </a:r>
          </a:p>
          <a:p>
            <a:pPr algn="l"/>
            <a:r>
              <a:rPr lang="pt-BR" sz="6600" dirty="0"/>
              <a:t>QUAL PERIGO SEM FIM</a:t>
            </a:r>
            <a:endParaRPr lang="pt-BR" sz="192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3873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F6AFD-503D-48F4-8A5C-6887346AB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6D8D2D-122B-0400-70EA-3781752BA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475EB3-DCBC-2C17-5BEC-4DD033D33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4400" b="1" i="0" dirty="0">
                <a:solidFill>
                  <a:srgbClr val="333333"/>
                </a:solidFill>
                <a:effectLst/>
              </a:rPr>
              <a:t>POR ONDE FORMOS, TAMBÉM NÓS QUE BRILHE A TUA LUZ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FALA, SENHOR, NA NOSSA VOZ, EM NOSSA VIDA!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NOSSO CAMINHO ENTÃO CONDUZ, QUEREMOS SER ASSIM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QUE O PÃO DA VIDA NOS REVIGORE NO NOSSO SIM!</a:t>
            </a:r>
            <a:endParaRPr lang="pt-BR" sz="5400" b="1" dirty="0"/>
          </a:p>
          <a:p>
            <a:pPr algn="l"/>
            <a:endParaRPr lang="pt-BR" sz="19200" b="1" dirty="0"/>
          </a:p>
          <a:p>
            <a:pPr algn="l"/>
            <a:endParaRPr lang="pt-BR" sz="19200" b="1" dirty="0"/>
          </a:p>
          <a:p>
            <a:pPr algn="l"/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3532626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94784-C432-29DD-BB55-FAE242534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8C9CBA-912A-7E9A-5D51-D8DF88E62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06F445-10DF-D5E6-D8E8-B481330ED2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endParaRPr lang="pt-BR" sz="1600" dirty="0"/>
          </a:p>
          <a:p>
            <a:pPr algn="l"/>
            <a:endParaRPr lang="pt-BR" sz="1600" dirty="0"/>
          </a:p>
          <a:p>
            <a:pPr algn="l"/>
            <a:r>
              <a:rPr lang="pt-BR" sz="6600" dirty="0"/>
              <a:t>VEJAM: EU QUEBREI AS ALGEMAS</a:t>
            </a:r>
          </a:p>
          <a:p>
            <a:pPr algn="l"/>
            <a:r>
              <a:rPr lang="pt-BR" sz="6600" dirty="0"/>
              <a:t>LEVANTEI OS CAÍDOS, DO MEU PAI, FUI AS MÃOS</a:t>
            </a:r>
          </a:p>
          <a:p>
            <a:pPr algn="l"/>
            <a:r>
              <a:rPr lang="pt-BR" sz="6600" dirty="0"/>
              <a:t>LAÇOS, RECUSEI OS ESQUEMAS</a:t>
            </a:r>
          </a:p>
          <a:p>
            <a:pPr algn="l"/>
            <a:r>
              <a:rPr lang="pt-BR" sz="6600" dirty="0"/>
              <a:t>EU NÃO QUERO OPRIMIDOS, QUERO UM POVO DE IRMÃOS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5115914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5A210-4EFA-3AAA-A699-5FE7C4F30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2C249-2092-21B1-D3DA-367E156C7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8B9A41-4CFF-6893-FBA2-75E363193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4400" b="1" i="0" dirty="0">
                <a:solidFill>
                  <a:srgbClr val="333333"/>
                </a:solidFill>
                <a:effectLst/>
              </a:rPr>
              <a:t>POR ONDE FORMOS, TAMBÉM NÓS QUE BRILHE A TUA LUZ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FALA, SENHOR, NA NOSSA VOZ, EM NOSSA VIDA!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NOSSO CAMINHO ENTÃO CONDUZ, QUEREMOS SER ASSIM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QUE O PÃO DA VIDA NOS REVIGORE NO NOSSO SIM!</a:t>
            </a:r>
            <a:endParaRPr lang="pt-BR" sz="5400" b="1" dirty="0"/>
          </a:p>
          <a:p>
            <a:pPr algn="l"/>
            <a:endParaRPr lang="pt-BR" sz="19200" b="1" dirty="0"/>
          </a:p>
          <a:p>
            <a:pPr algn="l"/>
            <a:endParaRPr lang="pt-BR" sz="19200" b="1" dirty="0"/>
          </a:p>
          <a:p>
            <a:pPr algn="l"/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7370599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0822D-E742-CBBD-A3A8-4C79FB891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09FF76-26D4-8AB7-33F6-A6B7916E0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3A6B3D-546B-FB73-D0C1-779632957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l"/>
            <a:endParaRPr lang="pt-BR" sz="1600" dirty="0"/>
          </a:p>
          <a:p>
            <a:pPr algn="l"/>
            <a:endParaRPr lang="pt-BR" sz="1600" dirty="0"/>
          </a:p>
          <a:p>
            <a:pPr algn="l"/>
            <a:r>
              <a:rPr lang="pt-BR" sz="6600" dirty="0"/>
              <a:t>VEJAM: PROCUREI SER BEM CLARO</a:t>
            </a:r>
          </a:p>
          <a:p>
            <a:pPr algn="l"/>
            <a:r>
              <a:rPr lang="pt-BR" sz="6600" dirty="0"/>
              <a:t>O MEU REINO É DIVERSO, NÃO PRECISA DE REI</a:t>
            </a:r>
          </a:p>
          <a:p>
            <a:pPr algn="l"/>
            <a:r>
              <a:rPr lang="pt-BR" sz="6600" dirty="0"/>
              <a:t>TRONOS, OUTRO JEITO MAIS RARO</a:t>
            </a:r>
          </a:p>
          <a:p>
            <a:pPr algn="l"/>
            <a:r>
              <a:rPr lang="pt-BR" sz="6600" dirty="0"/>
              <a:t>DE JUNTAR OS DISPERSOS, O MEU PAI TEM POR LEI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9397644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AF74B-3CE8-3DAF-AF0E-8C2019062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DB9149-E4EA-7689-799F-C356C03139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749ABF-967D-F1D8-BA45-427ABC1E3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4400" b="1" i="0" dirty="0">
                <a:solidFill>
                  <a:srgbClr val="333333"/>
                </a:solidFill>
                <a:effectLst/>
              </a:rPr>
              <a:t>POR ONDE FORMOS, TAMBÉM NÓS QUE BRILHE A TUA LUZ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FALA, SENHOR, NA NOSSA VOZ, EM NOSSA VIDA!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NOSSO CAMINHO ENTÃO CONDUZ, QUEREMOS SER ASSIM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QUE O PÃO DA VIDA NOS REVIGORE NO NOSSO SIM!</a:t>
            </a:r>
            <a:endParaRPr lang="pt-BR" sz="5400" b="1" dirty="0"/>
          </a:p>
          <a:p>
            <a:pPr algn="l"/>
            <a:endParaRPr lang="pt-BR" sz="19200" b="1" dirty="0"/>
          </a:p>
          <a:p>
            <a:pPr algn="l"/>
            <a:endParaRPr lang="pt-BR" sz="19200" b="1" dirty="0"/>
          </a:p>
          <a:p>
            <a:pPr algn="l"/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4910679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84954-A8C6-6C8F-A436-DE0CA6BCC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906367-C36D-5486-6F62-E8A552B7C6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55405A-74E9-BCC6-30C1-3C0C0BD50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endParaRPr lang="pt-BR" sz="1600" dirty="0"/>
          </a:p>
          <a:p>
            <a:pPr algn="l"/>
            <a:endParaRPr lang="pt-BR" sz="1600" dirty="0"/>
          </a:p>
          <a:p>
            <a:pPr algn="l"/>
            <a:r>
              <a:rPr lang="pt-BR" sz="6600" dirty="0"/>
              <a:t>VEJAM: DO MEU PAI A VONTADE</a:t>
            </a:r>
          </a:p>
          <a:p>
            <a:pPr algn="l"/>
            <a:r>
              <a:rPr lang="pt-BR" sz="6600" dirty="0"/>
              <a:t>EU CUMPRI PASSO A PASSO, FOI PRA ISSO QUE EU VIM</a:t>
            </a:r>
          </a:p>
          <a:p>
            <a:pPr algn="l"/>
            <a:r>
              <a:rPr lang="pt-BR" sz="6600" dirty="0"/>
              <a:t>DORES, ENFRENTEI A MALDADE</a:t>
            </a:r>
          </a:p>
          <a:p>
            <a:pPr algn="l"/>
            <a:r>
              <a:rPr lang="pt-BR" sz="6600" dirty="0"/>
              <a:t>MESMO FRENTE AO FRACASSO EU MANTIVE MEU SIM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8191671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68E83-28CF-4958-60F9-F2F02BC50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A21811-6407-B9B7-3F08-16B2FFF98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B1F038-057A-57F1-F656-BA7CCD261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4400" b="1" i="0" dirty="0">
                <a:solidFill>
                  <a:srgbClr val="333333"/>
                </a:solidFill>
                <a:effectLst/>
              </a:rPr>
              <a:t>POR ONDE FORMOS, TAMBÉM NÓS QUE BRILHE A TUA LUZ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FALA, SENHOR, NA NOSSA VOZ, EM NOSSA VIDA!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NOSSO CAMINHO ENTÃO CONDUZ, QUEREMOS SER ASSIM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QUE O PÃO DA VIDA NOS REVIGORE NO NOSSO SIM!</a:t>
            </a:r>
            <a:endParaRPr lang="pt-BR" sz="5400" b="1" dirty="0"/>
          </a:p>
          <a:p>
            <a:pPr algn="l"/>
            <a:endParaRPr lang="pt-BR" sz="19200" b="1" dirty="0"/>
          </a:p>
          <a:p>
            <a:pPr algn="l"/>
            <a:endParaRPr lang="pt-BR" sz="19200" b="1" dirty="0"/>
          </a:p>
          <a:p>
            <a:pPr algn="l"/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5871034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B68D6-F59E-0E38-B749-86EFF553B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8BD152-6378-95BC-A3B5-11991EFAEC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9CC586-3421-AE7A-AD71-F939255CA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l"/>
            <a:endParaRPr lang="pt-BR" sz="1600" dirty="0"/>
          </a:p>
          <a:p>
            <a:pPr algn="l"/>
            <a:endParaRPr lang="pt-BR" sz="1600" dirty="0"/>
          </a:p>
          <a:p>
            <a:pPr algn="l"/>
            <a:r>
              <a:rPr lang="pt-BR" sz="6600" dirty="0"/>
              <a:t>VEJAM, FUI ALÉM DAS FRONTEIRAS</a:t>
            </a:r>
          </a:p>
          <a:p>
            <a:pPr algn="l"/>
            <a:r>
              <a:rPr lang="pt-BR" sz="6600" dirty="0"/>
              <a:t>ESPALHEI BOA-NOVA: TODOS FILHOS DE DEUS</a:t>
            </a:r>
          </a:p>
          <a:p>
            <a:pPr algn="l"/>
            <a:r>
              <a:rPr lang="pt-BR" sz="6600" dirty="0"/>
              <a:t>VIDA, NÃO SE DEIXE NAS BEIRAS</a:t>
            </a:r>
          </a:p>
          <a:p>
            <a:pPr algn="l"/>
            <a:r>
              <a:rPr lang="pt-BR" sz="6600" dirty="0"/>
              <a:t>QUEM QUISER MAIOR PROVA, VENHA SER UM DOS MEUS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6051669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150A9-85FC-310D-D4B9-4225C2BBC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3B9A84-10FB-8C2A-81AE-F7E91D729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C61743-69AD-4761-57E7-C65979D79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4400" b="1" i="0" dirty="0">
                <a:solidFill>
                  <a:srgbClr val="333333"/>
                </a:solidFill>
                <a:effectLst/>
              </a:rPr>
              <a:t>POR ONDE FORMOS, TAMBÉM NÓS QUE BRILHE A TUA LUZ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FALA, SENHOR, NA NOSSA VOZ, EM NOSSA VIDA!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NOSSO CAMINHO ENTÃO CONDUZ, QUEREMOS SER ASSIM</a:t>
            </a:r>
            <a:br>
              <a:rPr lang="pt-BR" sz="4400" b="1" dirty="0"/>
            </a:br>
            <a:r>
              <a:rPr lang="pt-BR" sz="4400" b="1" i="0" dirty="0">
                <a:solidFill>
                  <a:srgbClr val="333333"/>
                </a:solidFill>
                <a:effectLst/>
              </a:rPr>
              <a:t>QUE O PÃO DA VIDA NOS REVIGORE NO NOSSO SIM!</a:t>
            </a:r>
            <a:endParaRPr lang="pt-BR" sz="5400" b="1" dirty="0"/>
          </a:p>
          <a:p>
            <a:pPr algn="l"/>
            <a:endParaRPr lang="pt-BR" sz="19200" b="1" dirty="0"/>
          </a:p>
          <a:p>
            <a:pPr algn="l"/>
            <a:endParaRPr lang="pt-BR" sz="19200" b="1" dirty="0"/>
          </a:p>
          <a:p>
            <a:pPr algn="l"/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0549492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dirty="0"/>
              <a:t>EU TE ADORO, HÓSTIA DIVINA</a:t>
            </a:r>
          </a:p>
          <a:p>
            <a:pPr algn="l"/>
            <a:r>
              <a:rPr lang="pt-BR" sz="8000" b="1" dirty="0"/>
              <a:t>EU TE ADORO, HÓSTIA DE AMOR</a:t>
            </a:r>
          </a:p>
          <a:p>
            <a:pPr algn="l"/>
            <a:r>
              <a:rPr lang="pt-BR" sz="8000" dirty="0"/>
              <a:t>ÉS DOS ANJOS O TESOURO</a:t>
            </a:r>
          </a:p>
          <a:p>
            <a:pPr algn="l"/>
            <a:r>
              <a:rPr lang="pt-BR" sz="8000" dirty="0"/>
              <a:t>ÉS DOS HOMENS O DULÇOR</a:t>
            </a:r>
          </a:p>
          <a:p>
            <a:pPr algn="l"/>
            <a:r>
              <a:rPr lang="pt-BR" sz="8000" b="1" dirty="0"/>
              <a:t>EU TE ADORO, HÓSTIA DIVINA</a:t>
            </a:r>
          </a:p>
          <a:p>
            <a:pPr algn="l"/>
            <a:r>
              <a:rPr lang="pt-BR" sz="8000" b="1" dirty="0"/>
              <a:t>EU TE ADORO, HÓSTIA DE AMOR</a:t>
            </a:r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349919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DEE60-1577-4077-A28D-A3417F6FD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448606-F3BF-B81A-5BFD-8EAF572A1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64B4E3-715F-485B-DB97-2A399FFFB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dirty="0"/>
              <a:t>EU TE ADORO, HÓSTIA DIVINA</a:t>
            </a:r>
          </a:p>
          <a:p>
            <a:pPr algn="l"/>
            <a:r>
              <a:rPr lang="pt-BR" sz="8000" b="1" dirty="0"/>
              <a:t>EU TE ADORO, HÓSTIA DE AMOR</a:t>
            </a:r>
          </a:p>
          <a:p>
            <a:pPr algn="l"/>
            <a:r>
              <a:rPr lang="pt-BR" sz="8000" dirty="0"/>
              <a:t>ÉS NA VIDA ALENTO E FORÇA</a:t>
            </a:r>
          </a:p>
          <a:p>
            <a:pPr algn="l"/>
            <a:r>
              <a:rPr lang="pt-BR" sz="8000" dirty="0"/>
              <a:t>ÉS NA MORTE DEFENSOR</a:t>
            </a:r>
          </a:p>
          <a:p>
            <a:pPr algn="l"/>
            <a:r>
              <a:rPr lang="pt-BR" sz="8000" b="1" dirty="0"/>
              <a:t>EU TE ADORO, HÓSTIA DIVINA</a:t>
            </a:r>
          </a:p>
          <a:p>
            <a:pPr algn="l"/>
            <a:r>
              <a:rPr lang="pt-BR" sz="8000" b="1" dirty="0"/>
              <a:t>EU TE ADORO, HÓSTIA DE AMOR</a:t>
            </a:r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228409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FC813-60CE-32D9-03F2-11545251F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06687-DE56-152F-420C-B58441B6C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F2B35A-8C31-B6DE-E523-29AF4F693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dirty="0"/>
              <a:t>EU TE ADORO, HÓSTIA DIVINA</a:t>
            </a:r>
          </a:p>
          <a:p>
            <a:pPr algn="l"/>
            <a:r>
              <a:rPr lang="pt-BR" sz="8000" b="1" dirty="0"/>
              <a:t>EU TE ADORO, HÓSTIA DE AMOR</a:t>
            </a:r>
          </a:p>
          <a:p>
            <a:pPr algn="l"/>
            <a:r>
              <a:rPr lang="pt-BR" sz="8000" dirty="0"/>
              <a:t>ÉS MEU DEUS, EXCELSO E GRANDE,</a:t>
            </a:r>
          </a:p>
          <a:p>
            <a:pPr algn="l"/>
            <a:r>
              <a:rPr lang="pt-BR" sz="8000" dirty="0"/>
              <a:t>E DOS SÉCULOS, O SENHOR.</a:t>
            </a:r>
          </a:p>
          <a:p>
            <a:pPr algn="l"/>
            <a:r>
              <a:rPr lang="pt-BR" sz="8000" b="1" dirty="0"/>
              <a:t>EU TE ADORO, HÓSTIA DIVINA</a:t>
            </a:r>
          </a:p>
          <a:p>
            <a:pPr algn="l"/>
            <a:r>
              <a:rPr lang="pt-BR" sz="8000" b="1" dirty="0"/>
              <a:t>EU TE ADORO, HÓSTIA DE AMOR</a:t>
            </a:r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8875441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1654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400" b="1" dirty="0"/>
              <a:t>CHAMA VIVA DA MINHA ESPERANÇA,</a:t>
            </a:r>
          </a:p>
          <a:p>
            <a:pPr algn="l"/>
            <a:r>
              <a:rPr lang="pt-BR" sz="7400" b="1" dirty="0"/>
              <a:t>ESTE CANTO SUBA PARA TI!</a:t>
            </a:r>
          </a:p>
          <a:p>
            <a:pPr algn="l"/>
            <a:r>
              <a:rPr lang="pt-BR" sz="7400" b="1" dirty="0"/>
              <a:t>SEIO ETERNO DE INFINITA VIDA,</a:t>
            </a:r>
          </a:p>
          <a:p>
            <a:pPr algn="l"/>
            <a:r>
              <a:rPr lang="pt-BR" sz="7400" b="1" dirty="0"/>
              <a:t>NO CAMINHO EU CONFIO EM TI! (BIS)</a:t>
            </a:r>
          </a:p>
          <a:p>
            <a:pPr algn="l"/>
            <a:endParaRPr lang="pt-BR" sz="7400" dirty="0"/>
          </a:p>
          <a:p>
            <a:pPr algn="l"/>
            <a:r>
              <a:rPr lang="pt-BR" sz="7400" dirty="0"/>
              <a:t>1. TODA A LÍNGUA, POVO E NAÇÃO</a:t>
            </a:r>
          </a:p>
          <a:p>
            <a:pPr algn="l"/>
            <a:r>
              <a:rPr lang="pt-BR" sz="7400" dirty="0"/>
              <a:t>TUA LUZ ENCONTRA NA PALAVRA.</a:t>
            </a:r>
          </a:p>
          <a:p>
            <a:pPr algn="l"/>
            <a:r>
              <a:rPr lang="pt-BR" sz="7400" dirty="0"/>
              <a:t>OS TEUS FILHOS, FRÁGEIS E DISPERSOS</a:t>
            </a:r>
          </a:p>
          <a:p>
            <a:pPr algn="l"/>
            <a:r>
              <a:rPr lang="pt-BR" sz="7400" dirty="0"/>
              <a:t>SE REÚNEM NO TEU FILHO AMADO.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10260</TotalTime>
  <Words>1684</Words>
  <Application>Microsoft Office PowerPoint</Application>
  <PresentationFormat>Widescreen</PresentationFormat>
  <Paragraphs>266</Paragraphs>
  <Slides>64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64</vt:i4>
      </vt:variant>
    </vt:vector>
  </HeadingPairs>
  <TitlesOfParts>
    <vt:vector size="68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ORAÇÃO DO JUBILEU </vt:lpstr>
      <vt:lpstr>ORAÇÃO DO JUBILEU </vt:lpstr>
      <vt:lpstr>ORAÇÃO DO JUBILEU 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Apresentação do PowerPoint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44</cp:revision>
  <dcterms:created xsi:type="dcterms:W3CDTF">2023-05-06T17:01:55Z</dcterms:created>
  <dcterms:modified xsi:type="dcterms:W3CDTF">2025-02-01T18:45:46Z</dcterms:modified>
</cp:coreProperties>
</file>