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06" r:id="rId4"/>
    <p:sldId id="258" r:id="rId5"/>
    <p:sldId id="410" r:id="rId6"/>
    <p:sldId id="411" r:id="rId7"/>
    <p:sldId id="412" r:id="rId8"/>
    <p:sldId id="260" r:id="rId9"/>
    <p:sldId id="261" r:id="rId10"/>
    <p:sldId id="338" r:id="rId11"/>
    <p:sldId id="339" r:id="rId12"/>
    <p:sldId id="340" r:id="rId13"/>
    <p:sldId id="377" r:id="rId14"/>
    <p:sldId id="264" r:id="rId15"/>
    <p:sldId id="265" r:id="rId16"/>
    <p:sldId id="266" r:id="rId17"/>
    <p:sldId id="267" r:id="rId18"/>
    <p:sldId id="271" r:id="rId19"/>
    <p:sldId id="269" r:id="rId20"/>
    <p:sldId id="376" r:id="rId21"/>
    <p:sldId id="413" r:id="rId22"/>
    <p:sldId id="391" r:id="rId23"/>
    <p:sldId id="414" r:id="rId24"/>
    <p:sldId id="415" r:id="rId25"/>
    <p:sldId id="416" r:id="rId26"/>
    <p:sldId id="417" r:id="rId27"/>
    <p:sldId id="292" r:id="rId28"/>
    <p:sldId id="275" r:id="rId29"/>
    <p:sldId id="361" r:id="rId30"/>
    <p:sldId id="362" r:id="rId31"/>
    <p:sldId id="399" r:id="rId32"/>
    <p:sldId id="418" r:id="rId33"/>
    <p:sldId id="401" r:id="rId34"/>
    <p:sldId id="419" r:id="rId35"/>
    <p:sldId id="402" r:id="rId36"/>
    <p:sldId id="404" r:id="rId37"/>
    <p:sldId id="420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67F3AC0-8361-8D83-17EA-10133A0DB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66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-8660"/>
            <a:ext cx="12191999" cy="6866659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5" y="2032945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</a:rPr>
              <a:t>7º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RECORDAMOS, SENHOR DEUS, VOSSA BONDADE EM MEIO AO VOSSO TEMPLO. (2X)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GRANDE É O SENHOR E MUITO DIGNO DE LOUVORES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NA CIDADE ONDE ELE MORA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RECORDAMOS, SENHOR DEUS, VOSSA BONDADE EM MEIO AO VOSSO TEMPLO. (2X)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SEU MONTE SANTO, ESTA COLINA ENCANTADORA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É A ALEGRIA DO UNIVERSO.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O CAMINHO QUE LEVA AO PAI, TENDE PIEDADE DE NÓS</a:t>
            </a:r>
          </a:p>
          <a:p>
            <a:r>
              <a:rPr lang="pt-BR" sz="6600" b="1" dirty="0"/>
              <a:t>KYRIE ELEISON, KYRIE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651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CRISTO, QUE SOIS A VERDADE QUE ILUMINA OS POVOS, TENDE PIEDADE DE NÓS</a:t>
            </a:r>
          </a:p>
          <a:p>
            <a:r>
              <a:rPr lang="pt-BR" sz="6600" b="1" dirty="0"/>
              <a:t>CHRISTE ELEISON, CHRISTE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25748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A VIDA QUE RENOVA O MUNDO, TENDE PIEDADE DE NÓS</a:t>
            </a:r>
          </a:p>
          <a:p>
            <a:r>
              <a:rPr lang="pt-BR" sz="6600" b="1" dirty="0"/>
              <a:t>KYRIE ELEISON, KYRIE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888966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(2X)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O SENHOR É BONDOSO E COMPASSIVO.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EU VOS DOU ESTE NOVO MANDAMENTO, NOVA ORDEM, AGORA, EU VOS DOU; QUE, TAMBÉM VOS AMEIS UNS AOS OUTROS</a:t>
            </a:r>
            <a:r>
              <a:rPr lang="pt-BR" sz="4800"/>
              <a:t>, COMO EU </a:t>
            </a:r>
            <a:r>
              <a:rPr lang="pt-BR" sz="4800" dirty="0"/>
              <a:t>VOS AMEI, DIZ O SENHOR.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Ó SENHOR MEU DEUS</a:t>
            </a:r>
          </a:p>
          <a:p>
            <a:pPr algn="l"/>
            <a:r>
              <a:rPr lang="pt-BR" sz="8800" b="1" dirty="0"/>
              <a:t>EU TE LOUVAREI</a:t>
            </a:r>
          </a:p>
          <a:p>
            <a:pPr algn="l"/>
            <a:r>
              <a:rPr lang="pt-BR" sz="8800" b="1" dirty="0"/>
              <a:t>TUA LIBERTAÇÃO</a:t>
            </a:r>
          </a:p>
          <a:p>
            <a:pPr algn="l"/>
            <a:r>
              <a:rPr lang="pt-BR" sz="8800" b="1" dirty="0"/>
              <a:t>EU PROCLAMAREI!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50792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AMO O SENHOR, PORQUE ESCUTA O MEU PEDIDO.</a:t>
            </a:r>
          </a:p>
          <a:p>
            <a:pPr algn="l"/>
            <a:r>
              <a:rPr lang="pt-BR" sz="8000" dirty="0"/>
              <a:t>QUANDO EU SUPLICO, ELE ABAIXA O SEU OUVIDO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75069-5178-1790-DA22-3091D47B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A54D7-1C87-B6FE-941E-473D696D3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0510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D2F67D-71D3-AE35-B1E1-B94EED712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Ó SENHOR MEU DEUS</a:t>
            </a:r>
          </a:p>
          <a:p>
            <a:pPr algn="l"/>
            <a:r>
              <a:rPr lang="pt-BR" sz="8800" b="1" dirty="0"/>
              <a:t>EU TE LOUVAREI</a:t>
            </a:r>
          </a:p>
          <a:p>
            <a:pPr algn="l"/>
            <a:r>
              <a:rPr lang="pt-BR" sz="8800" b="1" dirty="0"/>
              <a:t>TUA LIBERTAÇÃO</a:t>
            </a:r>
          </a:p>
          <a:p>
            <a:pPr algn="l"/>
            <a:r>
              <a:rPr lang="pt-BR" sz="8800" b="1" dirty="0"/>
              <a:t>EU PROCLAMAREI!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02406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CAÍ NAS MALHAS DA MAIS DENSA ESCURIDÃO.</a:t>
            </a:r>
          </a:p>
          <a:p>
            <a:pPr algn="l"/>
            <a:r>
              <a:rPr lang="pt-BR" sz="8000" dirty="0"/>
              <a:t>GRITEI: SENHOR, ME TRAZ A TUA SALVAÇÃO.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68652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B603-5D8C-ADFA-BEDA-7B4C69873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84769-170A-C06D-8A13-2C2C739DA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0510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09FF7C-4BAF-4900-46D8-4664482A7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Ó SENHOR MEU DEUS</a:t>
            </a:r>
          </a:p>
          <a:p>
            <a:pPr algn="l"/>
            <a:r>
              <a:rPr lang="pt-BR" sz="8800" b="1" dirty="0"/>
              <a:t>EU TE LOUVAREI</a:t>
            </a:r>
          </a:p>
          <a:p>
            <a:pPr algn="l"/>
            <a:r>
              <a:rPr lang="pt-BR" sz="8800" b="1" dirty="0"/>
              <a:t>TUA LIBERTAÇÃO</a:t>
            </a:r>
          </a:p>
          <a:p>
            <a:pPr algn="l"/>
            <a:r>
              <a:rPr lang="pt-BR" sz="8800" b="1" dirty="0"/>
              <a:t>EU PROCLAMAREI!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696470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FDDF7-E57B-4ABD-8E64-A145FE05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9A6-E4AB-3019-DB67-34691BCCA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2D9BAA-3642-9E5C-D10A-5966396BE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JUSTO E CLEMENTE, NSSO DEUS É COMPAIXÃO.</a:t>
            </a:r>
          </a:p>
          <a:p>
            <a:pPr algn="l"/>
            <a:r>
              <a:rPr lang="pt-BR" sz="8000" dirty="0"/>
              <a:t>PROTEGE OS SIMPLES, DEU-ME A SUA SALVAÇÃO.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449555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F266E-C939-E06C-7382-450B47CE7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EEFA46-B8CB-3C7F-DC4B-1EE78EF3C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0510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57AC2A-EB88-6702-076C-8BEE9E20E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Ó SENHOR MEU DEUS</a:t>
            </a:r>
          </a:p>
          <a:p>
            <a:pPr algn="l"/>
            <a:r>
              <a:rPr lang="pt-BR" sz="8800" b="1" dirty="0"/>
              <a:t>EU TE LOUVAREI</a:t>
            </a:r>
          </a:p>
          <a:p>
            <a:pPr algn="l"/>
            <a:r>
              <a:rPr lang="pt-BR" sz="8800" b="1" dirty="0"/>
              <a:t>TUA LIBERTAÇÃO</a:t>
            </a:r>
          </a:p>
          <a:p>
            <a:pPr algn="l"/>
            <a:r>
              <a:rPr lang="pt-BR" sz="8800" b="1" dirty="0"/>
              <a:t>EU PROCLAMAREI!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985095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7FD3-BCCB-0F01-AC83-340CCDA3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01FBD-3BD8-0170-3107-4A5B93221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E69C76-26DB-3877-CFAA-CE631BAEC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VAI DESCANSAR, MEU CORAÇÃO, MAIS UMA VEZ</a:t>
            </a:r>
          </a:p>
          <a:p>
            <a:pPr algn="l"/>
            <a:r>
              <a:rPr lang="pt-BR" sz="8000" dirty="0"/>
              <a:t>POIS O SENHOR BONDOSO PARA TI SE FEZ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893117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</a:t>
            </a:r>
          </a:p>
          <a:p>
            <a:pPr algn="just"/>
            <a:r>
              <a:rPr lang="pt-BR" sz="6000" dirty="0"/>
              <a:t>A VOSSA GLÓRIA</a:t>
            </a:r>
          </a:p>
          <a:p>
            <a:pPr algn="just"/>
            <a:r>
              <a:rPr lang="pt-BR" sz="6000" b="1" dirty="0"/>
              <a:t>HOSANA NAS ALTURAS </a:t>
            </a:r>
          </a:p>
          <a:p>
            <a:pPr algn="just"/>
            <a:r>
              <a:rPr lang="pt-BR" sz="6000" dirty="0"/>
              <a:t>BENDITO O QUE VEM</a:t>
            </a:r>
          </a:p>
          <a:p>
            <a:pPr algn="just"/>
            <a:r>
              <a:rPr lang="pt-BR" sz="6000" dirty="0"/>
              <a:t>EM NOME DO SENHOR</a:t>
            </a:r>
          </a:p>
          <a:p>
            <a:pPr algn="just"/>
            <a:r>
              <a:rPr lang="pt-BR" sz="6000" b="1" dirty="0"/>
              <a:t>HOSANA NAS ALTURAS </a:t>
            </a:r>
          </a:p>
          <a:p>
            <a:pPr algn="just"/>
            <a:endParaRPr lang="pt-BR" sz="60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GRANDE EU PROCLAMO, ÉS MEU DEUS, SEMPRE IREI TE LOUVAR</a:t>
            </a:r>
          </a:p>
          <a:p>
            <a:pPr algn="l"/>
            <a:r>
              <a:rPr lang="pt-BR" sz="6000" b="1" dirty="0">
                <a:latin typeface="Roboto" panose="02000000000000000000" pitchFamily="2" charset="0"/>
              </a:rPr>
              <a:t>TEU NOME EU VOU BENDIZER, TODO DIA EU VOU CANTAR!</a:t>
            </a:r>
            <a:endParaRPr lang="pt-BR" sz="230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effectLst/>
                <a:latin typeface="Roboto" panose="02000000000000000000" pitchFamily="2" charset="0"/>
              </a:rPr>
              <a:t>O SENHOR É GRANDE E LOUVÁVEL, SEM MEDIDA É SUA GRANDEZA</a:t>
            </a:r>
          </a:p>
          <a:p>
            <a:pPr algn="l"/>
            <a:r>
              <a:rPr lang="pt-BR" sz="6000" dirty="0">
                <a:latin typeface="Roboto" panose="02000000000000000000" pitchFamily="2" charset="0"/>
              </a:rPr>
              <a:t>GERAÇÕES DE UMA PARA OUTRA ANUNCIEM AS TUAS PROEZAS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5206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0661-5E42-451B-DF79-FC25EC71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A966F-79CE-92D3-80E4-ADC4C593E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45C117-0CBB-E8B8-C0A1-7AD3983D3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GRANDE EU PROCLAMO, ÉS MEU DEUS, SEMPRE IREI TE LOUVAR</a:t>
            </a:r>
          </a:p>
          <a:p>
            <a:pPr algn="l"/>
            <a:r>
              <a:rPr lang="pt-BR" sz="6000" b="1" dirty="0">
                <a:latin typeface="Roboto" panose="02000000000000000000" pitchFamily="2" charset="0"/>
              </a:rPr>
              <a:t>TEU NOME EU VOU BENDIZER, TODO DIA EU VOU CANTAR!</a:t>
            </a:r>
            <a:endParaRPr lang="pt-BR" sz="230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154970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effectLst/>
                <a:latin typeface="Roboto" panose="02000000000000000000" pitchFamily="2" charset="0"/>
              </a:rPr>
              <a:t>TUA FAMA É GLÓRIA E ESPLENDOR MARAVILHAS DE TI VOU CANTAR</a:t>
            </a:r>
          </a:p>
          <a:p>
            <a:pPr algn="l"/>
            <a:r>
              <a:rPr lang="pt-BR" sz="6600" dirty="0">
                <a:latin typeface="Roboto" panose="02000000000000000000" pitchFamily="2" charset="0"/>
              </a:rPr>
              <a:t>TEU PODER É TERRÍVEL, DIRÃO, TUA GRANDEZA EU VOU CELEBRAR.</a:t>
            </a:r>
            <a:endParaRPr lang="pt-BR" sz="27600" dirty="0"/>
          </a:p>
        </p:txBody>
      </p:sp>
    </p:spTree>
    <p:extLst>
      <p:ext uri="{BB962C8B-B14F-4D97-AF65-F5344CB8AC3E}">
        <p14:creationId xmlns:p14="http://schemas.microsoft.com/office/powerpoint/2010/main" val="637415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15DF1-FD09-19D0-4058-0FE0CDCA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AFFA3-B4C3-F769-28BB-14BDCD502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80F898-3F69-E3FB-5AE9-438D983CA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GRANDE EU PROCLAMO, ÉS MEU DEUS, SEMPRE IREI TE LOUVAR</a:t>
            </a:r>
          </a:p>
          <a:p>
            <a:pPr algn="l"/>
            <a:r>
              <a:rPr lang="pt-BR" sz="6000" b="1" dirty="0">
                <a:latin typeface="Roboto" panose="02000000000000000000" pitchFamily="2" charset="0"/>
              </a:rPr>
              <a:t>TEU NOME EU VOU BENDIZER, TODO DIA EU VOU CANTAR!</a:t>
            </a:r>
            <a:endParaRPr lang="pt-BR" sz="230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4530986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VÃO LEMBRAR TUA IMENSA BONDADE, TUA JUSTIÇA IRÃO PROCLAMAR</a:t>
            </a:r>
          </a:p>
          <a:p>
            <a:pPr algn="l"/>
            <a:r>
              <a:rPr lang="pt-BR" sz="6600" dirty="0">
                <a:solidFill>
                  <a:srgbClr val="131313"/>
                </a:solidFill>
                <a:latin typeface="Roboto" panose="02000000000000000000" pitchFamily="2" charset="0"/>
              </a:rPr>
              <a:t>O SENHOR, ELE É SÓ COMPAIXÃO, LENTO A IRAR-SE, SÓ SABE AMAR.</a:t>
            </a:r>
            <a:endParaRPr lang="pt-BR" sz="6600" b="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27600" dirty="0"/>
          </a:p>
        </p:txBody>
      </p:sp>
    </p:spTree>
    <p:extLst>
      <p:ext uri="{BB962C8B-B14F-4D97-AF65-F5344CB8AC3E}">
        <p14:creationId xmlns:p14="http://schemas.microsoft.com/office/powerpoint/2010/main" val="2482848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400" b="1" dirty="0"/>
              <a:t>CHAMA VIVA DA MINHA ESPERANÇA,</a:t>
            </a:r>
          </a:p>
          <a:p>
            <a:pPr algn="l"/>
            <a:r>
              <a:rPr lang="pt-BR" sz="7400" b="1" dirty="0"/>
              <a:t>ESTE CANTO SUBA PARA TI!</a:t>
            </a:r>
          </a:p>
          <a:p>
            <a:pPr algn="l"/>
            <a:r>
              <a:rPr lang="pt-BR" sz="7400" b="1" dirty="0"/>
              <a:t>SEIO ETERNO DE INFINITA VIDA,</a:t>
            </a:r>
          </a:p>
          <a:p>
            <a:pPr algn="l"/>
            <a:r>
              <a:rPr lang="pt-BR" sz="7400" b="1" dirty="0"/>
              <a:t>NO CAMINHO EU CONFIO EM TI! (BIS)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1. TODA A LÍNGUA, POVO E NAÇÃO</a:t>
            </a:r>
          </a:p>
          <a:p>
            <a:pPr algn="l"/>
            <a:r>
              <a:rPr lang="pt-BR" sz="7400" dirty="0"/>
              <a:t>TUA LUZ ENCONTRA NA PALAVRA.</a:t>
            </a:r>
          </a:p>
          <a:p>
            <a:pPr algn="l"/>
            <a:r>
              <a:rPr lang="pt-BR" sz="7400" dirty="0"/>
              <a:t>OS TEUS FILHOS, FRÁGEIS E DISPERSOS</a:t>
            </a:r>
          </a:p>
          <a:p>
            <a:pPr algn="l"/>
            <a:r>
              <a:rPr lang="pt-BR" sz="7400" dirty="0"/>
              <a:t>SE REÚNEM NO TEU FILHO AMADO.</a:t>
            </a:r>
          </a:p>
        </p:txBody>
      </p:sp>
    </p:spTree>
    <p:extLst>
      <p:ext uri="{BB962C8B-B14F-4D97-AF65-F5344CB8AC3E}">
        <p14:creationId xmlns:p14="http://schemas.microsoft.com/office/powerpoint/2010/main" val="20238576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8299</TotalTime>
  <Words>725</Words>
  <Application>Microsoft Office PowerPoint</Application>
  <PresentationFormat>Widescreen</PresentationFormat>
  <Paragraphs>121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3" baseType="lpstr">
      <vt:lpstr>-apple-system</vt:lpstr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42</cp:revision>
  <dcterms:created xsi:type="dcterms:W3CDTF">2023-05-06T17:01:55Z</dcterms:created>
  <dcterms:modified xsi:type="dcterms:W3CDTF">2025-02-22T19:42:54Z</dcterms:modified>
</cp:coreProperties>
</file>