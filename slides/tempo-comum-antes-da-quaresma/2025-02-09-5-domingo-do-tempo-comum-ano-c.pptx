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10" r:id="rId4"/>
    <p:sldId id="426" r:id="rId5"/>
    <p:sldId id="427" r:id="rId6"/>
    <p:sldId id="428" r:id="rId7"/>
    <p:sldId id="429" r:id="rId8"/>
    <p:sldId id="258" r:id="rId9"/>
    <p:sldId id="430" r:id="rId10"/>
    <p:sldId id="431" r:id="rId11"/>
    <p:sldId id="260" r:id="rId12"/>
    <p:sldId id="261" r:id="rId13"/>
    <p:sldId id="338" r:id="rId14"/>
    <p:sldId id="339" r:id="rId15"/>
    <p:sldId id="340" r:id="rId16"/>
    <p:sldId id="377" r:id="rId17"/>
    <p:sldId id="407" r:id="rId18"/>
    <p:sldId id="264" r:id="rId19"/>
    <p:sldId id="265" r:id="rId20"/>
    <p:sldId id="266" r:id="rId21"/>
    <p:sldId id="267" r:id="rId22"/>
    <p:sldId id="271" r:id="rId23"/>
    <p:sldId id="269" r:id="rId24"/>
    <p:sldId id="412" r:id="rId25"/>
    <p:sldId id="413" r:id="rId26"/>
    <p:sldId id="414" r:id="rId27"/>
    <p:sldId id="292" r:id="rId28"/>
    <p:sldId id="275" r:id="rId29"/>
    <p:sldId id="361" r:id="rId30"/>
    <p:sldId id="362" r:id="rId31"/>
    <p:sldId id="433" r:id="rId32"/>
    <p:sldId id="432" r:id="rId33"/>
    <p:sldId id="434" r:id="rId34"/>
    <p:sldId id="404" r:id="rId35"/>
    <p:sldId id="420" r:id="rId36"/>
    <p:sldId id="437" r:id="rId37"/>
    <p:sldId id="438" r:id="rId38"/>
    <p:sldId id="436" r:id="rId39"/>
    <p:sldId id="435" r:id="rId40"/>
    <p:sldId id="421" r:id="rId41"/>
    <p:sldId id="422" r:id="rId42"/>
    <p:sldId id="423" r:id="rId43"/>
    <p:sldId id="419" r:id="rId44"/>
    <p:sldId id="337" r:id="rId45"/>
    <p:sldId id="440" r:id="rId46"/>
    <p:sldId id="441" r:id="rId47"/>
    <p:sldId id="374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10"/>
            <p14:sldId id="426"/>
            <p14:sldId id="427"/>
            <p14:sldId id="428"/>
            <p14:sldId id="429"/>
            <p14:sldId id="258"/>
            <p14:sldId id="430"/>
            <p14:sldId id="431"/>
            <p14:sldId id="260"/>
            <p14:sldId id="261"/>
            <p14:sldId id="338"/>
            <p14:sldId id="339"/>
            <p14:sldId id="340"/>
            <p14:sldId id="377"/>
            <p14:sldId id="407"/>
            <p14:sldId id="264"/>
            <p14:sldId id="265"/>
            <p14:sldId id="266"/>
            <p14:sldId id="267"/>
            <p14:sldId id="271"/>
            <p14:sldId id="269"/>
            <p14:sldId id="412"/>
            <p14:sldId id="413"/>
            <p14:sldId id="414"/>
            <p14:sldId id="292"/>
            <p14:sldId id="275"/>
            <p14:sldId id="361"/>
            <p14:sldId id="362"/>
            <p14:sldId id="433"/>
            <p14:sldId id="432"/>
            <p14:sldId id="434"/>
            <p14:sldId id="404"/>
            <p14:sldId id="420"/>
            <p14:sldId id="437"/>
            <p14:sldId id="438"/>
            <p14:sldId id="436"/>
            <p14:sldId id="435"/>
            <p14:sldId id="421"/>
            <p14:sldId id="422"/>
            <p14:sldId id="423"/>
            <p14:sldId id="419"/>
            <p14:sldId id="337"/>
            <p14:sldId id="440"/>
            <p14:sldId id="441"/>
            <p14:sldId id="3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BA3616C-5790-E66E-EC9D-C41AC53B7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4156351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5º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VINDE ADOREMOS E PROSTREMO-NOS POR TERRA,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E AJOELHEMOS ANTE O DEUS QUE NOS CRIOU!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PORQUE ELE É O NOSSO DEUS, NOSSO PASTOR,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E NÓS SOMOS O SEU POVO E SEU REBANHO.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1. VINDE, EXULTEMOS DE ALEGRIA NO SENHOR, 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ACLAMEMOS O ROCHEDO QUE NOS SALVA!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AO SEU ENCONTRO CAMINHEMOS COM LOUVORES, 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E COM CANTOS DE ALEGRIA O CELEBREMOS! </a:t>
            </a:r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DEA6B-4D40-D2B5-2DB6-A93D5C03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EF112-00D5-260A-C751-9771B98A5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F520DC-F5D1-14F0-48F7-C38C10100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VINDE ADOREMOS E PROSTREMO-NOS POR TERRA,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E AJOELHEMOS ANTE O DEUS QUE NOS CRIOU!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PORQUE ELE É O NOSSO DEUS, NOSSO PASTOR,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E NÓS SOMOS O SEU POVO E SEU REBANHO.</a:t>
            </a:r>
          </a:p>
        </p:txBody>
      </p:sp>
    </p:spTree>
    <p:extLst>
      <p:ext uri="{BB962C8B-B14F-4D97-AF65-F5344CB8AC3E}">
        <p14:creationId xmlns:p14="http://schemas.microsoft.com/office/powerpoint/2010/main" val="111755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CD17-4D60-8495-D628-F5C6F3364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E3F5E-C572-3F03-AFF9-B227785AC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5B9158-2229-ECB5-608C-D60B6649B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2. NA VERDADE, O SENHOR É O GRANDE DEUS,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O GRANDE REI, MUITO MAIOR QUE OS DEUSES TODOS.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TEM NAS MÃOS AS PROFUNDEZAS DOS ABISMOS,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E AS ALTURAS DAS MONTANHAS LHE PERTENCEM.</a:t>
            </a:r>
          </a:p>
        </p:txBody>
      </p:sp>
    </p:spTree>
    <p:extLst>
      <p:ext uri="{BB962C8B-B14F-4D97-AF65-F5344CB8AC3E}">
        <p14:creationId xmlns:p14="http://schemas.microsoft.com/office/powerpoint/2010/main" val="1865141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1DBE-A51E-3DE6-5C20-3E4CC5FED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61312-4821-1BBE-8219-E02B7B7B2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2DA992-F6AA-B7E6-60C1-0AC063D9D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VINDE ADOREMOS E PROSTREMO-NOS POR TERRA,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E AJOELHEMOS ANTE O DEUS QUE NOS CRIOU!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PORQUE ELE É O NOSSO DEUS, NOSSO PASTOR,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E NÓS SOMOS O SEU POVO E SEU REBANHO.</a:t>
            </a:r>
          </a:p>
        </p:txBody>
      </p:sp>
    </p:spTree>
    <p:extLst>
      <p:ext uri="{BB962C8B-B14F-4D97-AF65-F5344CB8AC3E}">
        <p14:creationId xmlns:p14="http://schemas.microsoft.com/office/powerpoint/2010/main" val="2311086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8DC9-ACAE-6285-6F6B-29B88247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40C48-3F7D-C00F-3DD8-73781733D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92E730-21A5-8140-5970-6E7CBB1D4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3. NÃO FECHEIS OS CORAÇÕES COMO EM MERIBA, 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COMO EM MASSA, NO DESERTO, AQUELE DIA,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EM QUE OUTRORA VOSSOS PAIS ME PROVOCARAM, 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  <a:latin typeface="-apple-system"/>
              </a:rPr>
              <a:t>APESAR DE TEREM VISTO AS MINHAS OBRAS.</a:t>
            </a:r>
          </a:p>
        </p:txBody>
      </p:sp>
    </p:spTree>
    <p:extLst>
      <p:ext uri="{BB962C8B-B14F-4D97-AF65-F5344CB8AC3E}">
        <p14:creationId xmlns:p14="http://schemas.microsoft.com/office/powerpoint/2010/main" val="2890164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500" b="1" dirty="0"/>
              <a:t>GLÓRIA, GLÓRIA, GLÓRIA A DEUS! GLÓRIA A DEUS NAS ALTURAS!(2X)</a:t>
            </a:r>
          </a:p>
          <a:p>
            <a:pPr algn="just"/>
            <a:endParaRPr lang="pt-BR" sz="6500" b="1" dirty="0"/>
          </a:p>
          <a:p>
            <a:pPr algn="just"/>
            <a:r>
              <a:rPr lang="pt-BR" sz="6500" dirty="0"/>
              <a:t>E PAZ NA TERRA AOS HOMENS POR ELE AMADOS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1" dirty="0"/>
              <a:t>GLÓRIA, GLÓRIA, GLÓRIA A DEUS! GLÓRIA A DEUS NAS ALTURAS!(2X)</a:t>
            </a:r>
            <a:endParaRPr lang="pt-BR" sz="5400" dirty="0"/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30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b="1" dirty="0"/>
              <a:t>GLÓRIA, GLÓRIA, GLÓRIA A DEUS! GLÓRIA A DEUS NAS ALTURAS!(2X)</a:t>
            </a:r>
            <a:endParaRPr lang="pt-BR" sz="9600" dirty="0"/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dirty="0"/>
              <a:t>COM O ESPÍRITO SANTO NA GLÓRIA DE DEUS PAI. </a:t>
            </a:r>
          </a:p>
          <a:p>
            <a:pPr algn="l"/>
            <a:endParaRPr lang="pt-BR" sz="9600" b="1" dirty="0"/>
          </a:p>
          <a:p>
            <a:pPr algn="just"/>
            <a:r>
              <a:rPr lang="pt-BR" sz="9600" b="1" dirty="0"/>
              <a:t>GLÓRIA, GLÓRIA, GLÓRIA A DEUS! GLÓRIA A DEUS NAS ALTURAS!(2X)</a:t>
            </a:r>
            <a:endParaRPr lang="pt-BR" sz="9600" dirty="0"/>
          </a:p>
          <a:p>
            <a:pPr algn="l"/>
            <a:endParaRPr lang="pt-BR" sz="9600" b="1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516816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904483" cy="1913364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i="0" dirty="0">
                <a:effectLst/>
              </a:rPr>
              <a:t>VOU CANTAR-VOS, ANTE OS ANJOS, Ó SENHOR, E ANTE O VOSSO TEMPLO VOU PROSTRAR-ME.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“VINDE APÓS MIM!”, O SENHOR LHES FALOU, “E VOS FAREI PESCADORES DE HOMENS”.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POR VOSSO NOME, SALVAI-ME, SENHOR; E DAI-ME A VOSSA JUSTIÇA!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53172" cy="5721926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3900" b="1" dirty="0"/>
              <a:t>QUEM ME PROTEGE E ME AMPARA É MEU DEUS; É O SENHOR QUEM SUSTENTA MINHA VIDA!</a:t>
            </a:r>
          </a:p>
          <a:p>
            <a:pPr algn="l"/>
            <a:endParaRPr lang="pt-BR" sz="9800" b="1" dirty="0"/>
          </a:p>
          <a:p>
            <a:pPr algn="l"/>
            <a:r>
              <a:rPr lang="pt-BR" sz="9800" dirty="0"/>
              <a:t>2. Ó MEU DEUS, ATENDEI MINHA PRECE</a:t>
            </a:r>
          </a:p>
          <a:p>
            <a:pPr algn="l"/>
            <a:r>
              <a:rPr lang="pt-BR" sz="9800" dirty="0"/>
              <a:t>E ESCUTAI AS PALAVRAS QUE EU DIGO!</a:t>
            </a:r>
            <a:endParaRPr lang="pt-BR" sz="7300" dirty="0"/>
          </a:p>
        </p:txBody>
      </p:sp>
    </p:spTree>
    <p:extLst>
      <p:ext uri="{BB962C8B-B14F-4D97-AF65-F5344CB8AC3E}">
        <p14:creationId xmlns:p14="http://schemas.microsoft.com/office/powerpoint/2010/main" val="383286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QUERO OFERTAR-VOS O MEU SACRIFÍCIO</a:t>
            </a:r>
          </a:p>
          <a:p>
            <a:pPr algn="l"/>
            <a:r>
              <a:rPr lang="pt-BR" sz="8800" dirty="0"/>
              <a:t>DE CORAÇÃO E COM MUITA ALEGRIA;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11360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POIS ME LIVRASTES DE TODA A ANGÚSTIA,</a:t>
            </a:r>
          </a:p>
          <a:p>
            <a:pPr algn="l"/>
            <a:r>
              <a:rPr lang="pt-BR" sz="8800" dirty="0"/>
              <a:t>E HUMILHADOS VI MEUS INIMIGOS;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89073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 NAS ALTURAS</a:t>
            </a:r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 NAS ALTURAS 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 TE ABEIRASTE DA PRAIA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BUSCASTE NEM SÁBIOS NEM RICOS,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SOMENTE QUERES QUE EU TE SIGA!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7085-C430-A1CF-49B5-4279FA72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EA7DB-356D-5C26-23CD-FDF5F00C8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D51346-8A1F-852E-E8DD-8DBAC4BD0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 SABES BEM QUE EM MEU BARCO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NÃO TENHO NEM OURO NEM ESPADAS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SOMENTE REDES E O MEU TRABALHO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96507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D913-21EF-F77F-43F2-E4EA9771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01A1B-2C4A-C8C8-281C-7AEB504D5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176F0D-617C-A577-F494-7D87C851C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TU, MINHAS MÃOS SOLICITAS,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MEU CANSAÇO QUE A OUTROS DESCANSE,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AMOR QUE ALMEJA SEGUIR AMANDO.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7600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3E9E-F3E8-C7BF-30F1-B8BFBA7A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BBD8C-9495-BC4B-B999-5D7151EE3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11813A-E2CF-3AD3-57AA-DD2FF28A2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TU, PESCADOR DE OUTROS LAGOS,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ÂNSIA ETERNA DE ALMAS QUE ESPERAM,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BONDOSO AMIGO QUE ASSIM ME CHAMAS.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811232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800" b="1" i="0" dirty="0">
                <a:solidFill>
                  <a:srgbClr val="131313"/>
                </a:solidFill>
                <a:effectLst/>
              </a:rPr>
              <a:t>DAI GRAÇAS A DEUS, SEU AMOR É PARA SEMPRE, POIS FEZ MARAVILHAS, MARAVILHAS ENTRE OS HOMENS. </a:t>
            </a:r>
          </a:p>
          <a:p>
            <a:pPr algn="l"/>
            <a:endParaRPr lang="pt-BR" sz="48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1. DEU DE BEBER AOS QUE TINHAM TANTA SEDE,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SACIOU COM BENS OS FAMINTOS. DAI-LHE GRAÇAS, PORQUE O SENHOR É BOM,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POIS ETERNO É SEU AMOR. </a:t>
            </a:r>
            <a:endParaRPr lang="pt-BR" sz="4800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85E56-0BB7-05F2-E45A-BCA96E5E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65B51-1B5D-1033-FDF0-C13686EA6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D74B46-B504-875B-5834-5E8819094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800" b="1" i="0" dirty="0">
                <a:solidFill>
                  <a:srgbClr val="131313"/>
                </a:solidFill>
                <a:effectLst/>
              </a:rPr>
              <a:t>DAI GRAÇAS A DEUS, SEU AMOR É PARA SEMPRE, POIS FEZ MARAVILHAS, MARAVILHAS ENTRE OS HOMENS. </a:t>
            </a:r>
          </a:p>
          <a:p>
            <a:pPr algn="l"/>
            <a:endParaRPr lang="pt-BR" sz="48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QUE O DIGAM OS LIBERTOS DO SENHOR,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POIS DA MÃO DE OPRESSORES OS SALVOU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E DAS TERRAS DO ORIENTE, OCIDENTE, NORTE E SUL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O SENHOR OS REUNIU. </a:t>
            </a:r>
            <a:endParaRPr lang="pt-BR" sz="4800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38422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130B9-C952-C9F0-3020-5C007A38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5C72C-DCB0-A1E3-4D9D-D8296ECB9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093D8B-B909-04EF-60FB-DE457DBA0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800" b="1" i="0" dirty="0">
                <a:solidFill>
                  <a:srgbClr val="131313"/>
                </a:solidFill>
                <a:effectLst/>
              </a:rPr>
              <a:t>DAI GRAÇAS A DEUS, SEU AMOR É PARA SEMPRE, POIS FEZ MARAVILHAS, MARAVILHAS ENTRE OS HOMENS. </a:t>
            </a:r>
          </a:p>
          <a:p>
            <a:pPr algn="l"/>
            <a:endParaRPr lang="pt-BR" sz="48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 MAS GRITARAM AO SENHOR NA AFLIÇÃO,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 E DA ANGÚSTIA OS SENHOR OS LIBERTOU, 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 POR CAMINHOS SEGUROS, ELE OS CONDUZIU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 E CHEGARAM ONDE MORAR </a:t>
            </a:r>
            <a:endParaRPr lang="pt-BR" sz="4800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89819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CBD61-D4CC-64D3-3CB4-600D56A28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EF2FF2B-31FD-E92D-31BA-695D9A9BD2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5404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6600" dirty="0"/>
              <a:t>AVE, RAINHA DO CÉU;</a:t>
            </a:r>
          </a:p>
          <a:p>
            <a:pPr algn="l"/>
            <a:r>
              <a:rPr lang="pt-BR" sz="6600" dirty="0"/>
              <a:t>AVE, DOS ANJOS SENHORA.</a:t>
            </a:r>
          </a:p>
          <a:p>
            <a:pPr algn="l"/>
            <a:r>
              <a:rPr lang="pt-BR" sz="6600" dirty="0"/>
              <a:t>AVE, RAIZ, AVE, PORTA,</a:t>
            </a:r>
          </a:p>
          <a:p>
            <a:pPr algn="l"/>
            <a:r>
              <a:rPr lang="pt-BR" sz="6600" dirty="0"/>
              <a:t>DA LUZ DO MUNDO ÉS, AURORA.</a:t>
            </a:r>
          </a:p>
          <a:p>
            <a:pPr algn="l"/>
            <a:endParaRPr lang="pt-BR" sz="3800" dirty="0"/>
          </a:p>
          <a:p>
            <a:pPr algn="l"/>
            <a:r>
              <a:rPr lang="pt-BR" sz="6600" dirty="0"/>
              <a:t>EXULTA, Ó VIRGEM TÃO BELA;</a:t>
            </a:r>
          </a:p>
          <a:p>
            <a:pPr algn="l"/>
            <a:r>
              <a:rPr lang="pt-BR" sz="6600" dirty="0"/>
              <a:t>AS OUTRAS SEGUEM-TE APÓS.</a:t>
            </a:r>
          </a:p>
          <a:p>
            <a:pPr algn="l"/>
            <a:r>
              <a:rPr lang="pt-BR" sz="6600" dirty="0"/>
              <a:t>NÓS TE SAUDAMOS: ADEUS!</a:t>
            </a:r>
          </a:p>
          <a:p>
            <a:pPr algn="l"/>
            <a:r>
              <a:rPr lang="pt-BR" sz="6600" dirty="0"/>
              <a:t>E PEDE A CRISTO POR NÓS!</a:t>
            </a:r>
          </a:p>
          <a:p>
            <a:pPr algn="l"/>
            <a:endParaRPr lang="pt-BR" sz="3800" dirty="0"/>
          </a:p>
          <a:p>
            <a:pPr algn="l"/>
            <a:r>
              <a:rPr lang="pt-BR" sz="6600" dirty="0"/>
              <a:t>VIRGEM MÃE, Ó MARIA!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03687-EDD6-8D60-44A7-D224CB55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3CC1588-0771-387B-E2A0-8EFF70494F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7431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MARIA DE NAZARÉ,</a:t>
            </a:r>
          </a:p>
          <a:p>
            <a:pPr algn="l"/>
            <a:r>
              <a:rPr lang="pt-BR" sz="12600" dirty="0"/>
              <a:t>MARIA ME CATIVOU</a:t>
            </a:r>
          </a:p>
          <a:p>
            <a:pPr algn="l"/>
            <a:r>
              <a:rPr lang="pt-BR" sz="12600" dirty="0"/>
              <a:t>FEZ MAIS FORTE A MINHA FÉ</a:t>
            </a:r>
          </a:p>
          <a:p>
            <a:pPr algn="l"/>
            <a:r>
              <a:rPr lang="pt-BR" sz="12600" dirty="0"/>
              <a:t>E POR FILHO ME ADOTOU</a:t>
            </a:r>
          </a:p>
          <a:p>
            <a:pPr algn="l"/>
            <a:r>
              <a:rPr lang="pt-BR" sz="12600" dirty="0"/>
              <a:t>ÀS VEZES EU PARO E FICO A PENSAR</a:t>
            </a:r>
          </a:p>
          <a:p>
            <a:pPr algn="l"/>
            <a:r>
              <a:rPr lang="pt-BR" sz="12600" dirty="0"/>
              <a:t>E SEM PERCEBER, ME VEJO A REZAR</a:t>
            </a:r>
          </a:p>
          <a:p>
            <a:pPr algn="l"/>
            <a:r>
              <a:rPr lang="pt-BR" sz="12600" dirty="0"/>
              <a:t>E MEU CORAÇÃO SE PÕE A CANTAR</a:t>
            </a:r>
          </a:p>
          <a:p>
            <a:pPr algn="l"/>
            <a:r>
              <a:rPr lang="pt-BR" sz="12600" dirty="0"/>
              <a:t>PRA VIRGEM DE NAZARÉ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0244621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MENINA QUE DEUS AMOU E ESCOLHEU</a:t>
            </a:r>
          </a:p>
          <a:p>
            <a:pPr algn="l"/>
            <a:r>
              <a:rPr lang="pt-BR" sz="5400" dirty="0"/>
              <a:t>PRA MÃE DE JESUS, O FILHO DE DEUS</a:t>
            </a:r>
          </a:p>
          <a:p>
            <a:pPr algn="l"/>
            <a:r>
              <a:rPr lang="pt-BR" sz="5400" dirty="0"/>
              <a:t>MARIA QUE O POVO INTEIRO ELEGEU</a:t>
            </a:r>
          </a:p>
          <a:p>
            <a:pPr algn="l"/>
            <a:r>
              <a:rPr lang="pt-BR" sz="5400" dirty="0"/>
              <a:t>SENHORA E MÃE DO CÉU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AVE MARIA(3X)</a:t>
            </a:r>
          </a:p>
          <a:p>
            <a:pPr algn="l"/>
            <a:r>
              <a:rPr lang="pt-BR" sz="5400" b="1" dirty="0"/>
              <a:t>MÃE DE JESUS!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8310</TotalTime>
  <Words>1324</Words>
  <Application>Microsoft Office PowerPoint</Application>
  <PresentationFormat>Widescreen</PresentationFormat>
  <Paragraphs>222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42</cp:revision>
  <dcterms:created xsi:type="dcterms:W3CDTF">2023-05-06T17:01:55Z</dcterms:created>
  <dcterms:modified xsi:type="dcterms:W3CDTF">2025-02-08T18:33:29Z</dcterms:modified>
</cp:coreProperties>
</file>