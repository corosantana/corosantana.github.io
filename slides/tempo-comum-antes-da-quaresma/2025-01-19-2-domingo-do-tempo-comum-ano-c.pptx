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51" r:id="rId5"/>
    <p:sldId id="446" r:id="rId6"/>
    <p:sldId id="456" r:id="rId7"/>
    <p:sldId id="455" r:id="rId8"/>
    <p:sldId id="258" r:id="rId9"/>
    <p:sldId id="259" r:id="rId10"/>
    <p:sldId id="411" r:id="rId11"/>
    <p:sldId id="433" r:id="rId12"/>
    <p:sldId id="457" r:id="rId13"/>
    <p:sldId id="261" r:id="rId14"/>
    <p:sldId id="338" r:id="rId15"/>
    <p:sldId id="339" r:id="rId16"/>
    <p:sldId id="340" r:id="rId17"/>
    <p:sldId id="377" r:id="rId18"/>
    <p:sldId id="264" r:id="rId19"/>
    <p:sldId id="265" r:id="rId20"/>
    <p:sldId id="266" r:id="rId21"/>
    <p:sldId id="267" r:id="rId22"/>
    <p:sldId id="271" r:id="rId23"/>
    <p:sldId id="269" r:id="rId24"/>
    <p:sldId id="452" r:id="rId25"/>
    <p:sldId id="453" r:id="rId26"/>
    <p:sldId id="458" r:id="rId27"/>
    <p:sldId id="361" r:id="rId28"/>
    <p:sldId id="445" r:id="rId29"/>
    <p:sldId id="459" r:id="rId30"/>
    <p:sldId id="443" r:id="rId31"/>
    <p:sldId id="362" r:id="rId32"/>
    <p:sldId id="461" r:id="rId33"/>
    <p:sldId id="462" r:id="rId34"/>
    <p:sldId id="373" r:id="rId35"/>
    <p:sldId id="463" r:id="rId36"/>
    <p:sldId id="460" r:id="rId37"/>
    <p:sldId id="464" r:id="rId38"/>
    <p:sldId id="277" r:id="rId39"/>
    <p:sldId id="428" r:id="rId40"/>
    <p:sldId id="465" r:id="rId41"/>
    <p:sldId id="466" r:id="rId42"/>
    <p:sldId id="427" r:id="rId43"/>
    <p:sldId id="337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47C0E740-7425-4E71-ABE3-7C609A2B4110}"/>
    <pc:docChg chg="custSel addSld delSld modSld sldOrd">
      <pc:chgData name="anaclaracosta116@gmail.com" userId="a793634777582c92" providerId="LiveId" clId="{47C0E740-7425-4E71-ABE3-7C609A2B4110}" dt="2024-01-13T19:08:36.182" v="127" actId="27636"/>
      <pc:docMkLst>
        <pc:docMk/>
      </pc:docMkLst>
      <pc:sldChg chg="modSp mod">
        <pc:chgData name="anaclaracosta116@gmail.com" userId="a793634777582c92" providerId="LiveId" clId="{47C0E740-7425-4E71-ABE3-7C609A2B4110}" dt="2024-01-13T19:08:07.636" v="124" actId="27636"/>
        <pc:sldMkLst>
          <pc:docMk/>
          <pc:sldMk cId="4141278968" sldId="337"/>
        </pc:sldMkLst>
      </pc:sldChg>
      <pc:sldChg chg="del">
        <pc:chgData name="anaclaracosta116@gmail.com" userId="a793634777582c92" providerId="LiveId" clId="{47C0E740-7425-4E71-ABE3-7C609A2B4110}" dt="2024-01-13T18:59:21.084" v="10" actId="2696"/>
        <pc:sldMkLst>
          <pc:docMk/>
          <pc:sldMk cId="2304799739" sldId="362"/>
        </pc:sldMkLst>
      </pc:sldChg>
      <pc:sldChg chg="modSp mod">
        <pc:chgData name="anaclaracosta116@gmail.com" userId="a793634777582c92" providerId="LiveId" clId="{47C0E740-7425-4E71-ABE3-7C609A2B4110}" dt="2024-01-13T19:08:36.182" v="127" actId="27636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47C0E740-7425-4E71-ABE3-7C609A2B4110}" dt="2024-01-13T19:04:49.606" v="45" actId="27636"/>
        <pc:sldMkLst>
          <pc:docMk/>
          <pc:sldMk cId="3734991938" sldId="428"/>
        </pc:sldMkLst>
      </pc:sldChg>
      <pc:sldChg chg="modSp mod">
        <pc:chgData name="anaclaracosta116@gmail.com" userId="a793634777582c92" providerId="LiveId" clId="{47C0E740-7425-4E71-ABE3-7C609A2B4110}" dt="2024-01-13T19:05:47.109" v="48" actId="113"/>
        <pc:sldMkLst>
          <pc:docMk/>
          <pc:sldMk cId="1475441202" sldId="429"/>
        </pc:sldMkLst>
      </pc:sldChg>
      <pc:sldChg chg="modSp mod">
        <pc:chgData name="anaclaracosta116@gmail.com" userId="a793634777582c92" providerId="LiveId" clId="{47C0E740-7425-4E71-ABE3-7C609A2B4110}" dt="2024-01-13T19:02:38.378" v="27"/>
        <pc:sldMkLst>
          <pc:docMk/>
          <pc:sldMk cId="1179819499" sldId="439"/>
        </pc:sldMkLst>
      </pc:sldChg>
      <pc:sldChg chg="modSp mod">
        <pc:chgData name="anaclaracosta116@gmail.com" userId="a793634777582c92" providerId="LiveId" clId="{47C0E740-7425-4E71-ABE3-7C609A2B4110}" dt="2024-01-13T19:03:14.918" v="31" actId="403"/>
        <pc:sldMkLst>
          <pc:docMk/>
          <pc:sldMk cId="1269557353" sldId="440"/>
        </pc:sldMkLst>
      </pc:sldChg>
      <pc:sldChg chg="modSp mod">
        <pc:chgData name="anaclaracosta116@gmail.com" userId="a793634777582c92" providerId="LiveId" clId="{47C0E740-7425-4E71-ABE3-7C609A2B4110}" dt="2024-01-13T19:06:48.628" v="54" actId="27636"/>
        <pc:sldMkLst>
          <pc:docMk/>
          <pc:sldMk cId="652183787" sldId="441"/>
        </pc:sldMkLst>
      </pc:sldChg>
      <pc:sldChg chg="modSp mod">
        <pc:chgData name="anaclaracosta116@gmail.com" userId="a793634777582c92" providerId="LiveId" clId="{47C0E740-7425-4E71-ABE3-7C609A2B4110}" dt="2024-01-13T19:07:15.490" v="120" actId="20577"/>
        <pc:sldMkLst>
          <pc:docMk/>
          <pc:sldMk cId="13159275" sldId="442"/>
        </pc:sldMkLst>
      </pc:sldChg>
      <pc:sldChg chg="modSp mod">
        <pc:chgData name="anaclaracosta116@gmail.com" userId="a793634777582c92" providerId="LiveId" clId="{47C0E740-7425-4E71-ABE3-7C609A2B4110}" dt="2024-01-13T19:02:45.212" v="28" actId="113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47C0E740-7425-4E71-ABE3-7C609A2B4110}" dt="2024-01-13T19:00:15.141" v="25" actId="20577"/>
        <pc:sldMkLst>
          <pc:docMk/>
          <pc:sldMk cId="374298811" sldId="445"/>
        </pc:sldMkLst>
      </pc:sldChg>
      <pc:sldChg chg="add ord">
        <pc:chgData name="anaclaracosta116@gmail.com" userId="a793634777582c92" providerId="LiveId" clId="{47C0E740-7425-4E71-ABE3-7C609A2B4110}" dt="2024-01-13T19:03:19.286" v="34"/>
        <pc:sldMkLst>
          <pc:docMk/>
          <pc:sldMk cId="151327524" sldId="448"/>
        </pc:sldMkLst>
      </pc:sldChg>
      <pc:sldChg chg="modSp add mod ord">
        <pc:chgData name="anaclaracosta116@gmail.com" userId="a793634777582c92" providerId="LiveId" clId="{47C0E740-7425-4E71-ABE3-7C609A2B4110}" dt="2024-01-13T19:03:45.119" v="42" actId="27636"/>
        <pc:sldMkLst>
          <pc:docMk/>
          <pc:sldMk cId="1817972339" sldId="449"/>
        </pc:sldMkLst>
      </pc:sldChg>
      <pc:sldChg chg="add ord">
        <pc:chgData name="anaclaracosta116@gmail.com" userId="a793634777582c92" providerId="LiveId" clId="{47C0E740-7425-4E71-ABE3-7C609A2B4110}" dt="2024-01-13T19:03:29.244" v="40"/>
        <pc:sldMkLst>
          <pc:docMk/>
          <pc:sldMk cId="1347575891" sldId="450"/>
        </pc:sldMkLst>
      </pc:sldChg>
    </pc:docChg>
  </pc:docChgLst>
  <pc:docChgLst>
    <pc:chgData name="anaclaracosta116@gmail.com" userId="a793634777582c92" providerId="LiveId" clId="{002BA4D6-5596-4452-94F1-3F27414A0F81}"/>
    <pc:docChg chg="undo custSel addSld delSld modSld sldOrd">
      <pc:chgData name="anaclaracosta116@gmail.com" userId="a793634777582c92" providerId="LiveId" clId="{002BA4D6-5596-4452-94F1-3F27414A0F81}" dt="2025-01-18T19:57:22.679" v="287" actId="14100"/>
      <pc:docMkLst>
        <pc:docMk/>
      </pc:docMkLst>
      <pc:sldChg chg="modSp mod">
        <pc:chgData name="anaclaracosta116@gmail.com" userId="a793634777582c92" providerId="LiveId" clId="{002BA4D6-5596-4452-94F1-3F27414A0F81}" dt="2025-01-18T19:19:00.546" v="111" actId="1076"/>
        <pc:sldMkLst>
          <pc:docMk/>
          <pc:sldMk cId="3388034860" sldId="265"/>
        </pc:sldMkLst>
        <pc:spChg chg="mod">
          <ac:chgData name="anaclaracosta116@gmail.com" userId="a793634777582c92" providerId="LiveId" clId="{002BA4D6-5596-4452-94F1-3F27414A0F81}" dt="2025-01-18T19:19:00.546" v="111" actId="107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4:13.277" v="211" actId="20577"/>
        <pc:sldMkLst>
          <pc:docMk/>
          <pc:sldMk cId="2671817442" sldId="267"/>
        </pc:sldMkLst>
        <pc:spChg chg="mod">
          <ac:chgData name="anaclaracosta116@gmail.com" userId="a793634777582c92" providerId="LiveId" clId="{002BA4D6-5596-4452-94F1-3F27414A0F81}" dt="2025-01-18T19:24:13.277" v="21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8:41.756" v="229" actId="113"/>
        <pc:sldMkLst>
          <pc:docMk/>
          <pc:sldMk cId="2786277918" sldId="269"/>
        </pc:sldMkLst>
        <pc:spChg chg="mod">
          <ac:chgData name="anaclaracosta116@gmail.com" userId="a793634777582c92" providerId="LiveId" clId="{002BA4D6-5596-4452-94F1-3F27414A0F81}" dt="2025-01-18T19:24:38.349" v="224" actId="20577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002BA4D6-5596-4452-94F1-3F27414A0F81}" dt="2025-01-18T19:28:41.756" v="229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54:47.882" v="277" actId="113"/>
        <pc:sldMkLst>
          <pc:docMk/>
          <pc:sldMk cId="4141278968" sldId="337"/>
        </pc:sldMkLst>
        <pc:spChg chg="mod">
          <ac:chgData name="anaclaracosta116@gmail.com" userId="a793634777582c92" providerId="LiveId" clId="{002BA4D6-5596-4452-94F1-3F27414A0F81}" dt="2025-01-18T19:54:47.882" v="277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4:13.349" v="6" actId="27636"/>
        <pc:sldMkLst>
          <pc:docMk/>
          <pc:sldMk cId="880466366" sldId="354"/>
        </pc:sldMkLst>
        <pc:spChg chg="mod">
          <ac:chgData name="anaclaracosta116@gmail.com" userId="a793634777582c92" providerId="LiveId" clId="{002BA4D6-5596-4452-94F1-3F27414A0F81}" dt="2025-01-18T19:04:13.349" v="6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48609962" sldId="358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2304799739" sldId="362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27129825" sldId="373"/>
        </pc:sldMkLst>
      </pc:sldChg>
      <pc:sldChg chg="del">
        <pc:chgData name="anaclaracosta116@gmail.com" userId="a793634777582c92" providerId="LiveId" clId="{002BA4D6-5596-4452-94F1-3F27414A0F81}" dt="2025-01-18T19:54:40.976" v="276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002BA4D6-5596-4452-94F1-3F27414A0F81}" dt="2025-01-18T19:57:22.679" v="287" actId="14100"/>
        <pc:sldMkLst>
          <pc:docMk/>
          <pc:sldMk cId="725659120" sldId="375"/>
        </pc:sldMkLst>
        <pc:spChg chg="mod">
          <ac:chgData name="anaclaracosta116@gmail.com" userId="a793634777582c92" providerId="LiveId" clId="{002BA4D6-5596-4452-94F1-3F27414A0F81}" dt="2025-01-18T19:57:22.679" v="287" actId="14100"/>
          <ac:spMkLst>
            <pc:docMk/>
            <pc:sldMk cId="725659120" sldId="375"/>
            <ac:spMk id="3" creationId="{FDE5B5AD-CD71-C2BA-2DE7-294D0B6E29B5}"/>
          </ac:spMkLst>
        </pc:spChg>
        <pc:picChg chg="add mod ord modCrop">
          <ac:chgData name="anaclaracosta116@gmail.com" userId="a793634777582c92" providerId="LiveId" clId="{002BA4D6-5596-4452-94F1-3F27414A0F81}" dt="2025-01-18T19:57:16.152" v="286" actId="167"/>
          <ac:picMkLst>
            <pc:docMk/>
            <pc:sldMk cId="725659120" sldId="375"/>
            <ac:picMk id="2" creationId="{CE09770D-C60C-0C52-E558-6EB3246E9907}"/>
          </ac:picMkLst>
        </pc:picChg>
        <pc:picChg chg="del">
          <ac:chgData name="anaclaracosta116@gmail.com" userId="a793634777582c92" providerId="LiveId" clId="{002BA4D6-5596-4452-94F1-3F27414A0F81}" dt="2025-01-18T19:57:01.962" v="282" actId="21"/>
          <ac:picMkLst>
            <pc:docMk/>
            <pc:sldMk cId="725659120" sldId="375"/>
            <ac:picMk id="6" creationId="{DAB0DC57-F1B5-2427-B029-A18157A3D541}"/>
          </ac:picMkLst>
        </pc:picChg>
      </pc:sldChg>
      <pc:sldChg chg="del">
        <pc:chgData name="anaclaracosta116@gmail.com" userId="a793634777582c92" providerId="LiveId" clId="{002BA4D6-5596-4452-94F1-3F27414A0F81}" dt="2025-01-18T19:28:29.832" v="227" actId="2696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002BA4D6-5596-4452-94F1-3F27414A0F81}" dt="2025-01-18T19:07:10.906" v="9"/>
        <pc:sldMkLst>
          <pc:docMk/>
          <pc:sldMk cId="3975748999" sldId="432"/>
        </pc:sldMkLst>
        <pc:spChg chg="mod">
          <ac:chgData name="anaclaracosta116@gmail.com" userId="a793634777582c92" providerId="LiveId" clId="{002BA4D6-5596-4452-94F1-3F27414A0F81}" dt="2025-01-18T19:07:10.906" v="9"/>
          <ac:spMkLst>
            <pc:docMk/>
            <pc:sldMk cId="3975748999" sldId="43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02BA4D6-5596-4452-94F1-3F27414A0F81}" dt="2025-01-18T19:28:34.681" v="228" actId="2696"/>
        <pc:sldMkLst>
          <pc:docMk/>
          <pc:sldMk cId="4078698063" sldId="435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179819499" sldId="439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269557353" sldId="440"/>
        </pc:sldMkLst>
      </pc:sldChg>
      <pc:sldChg chg="del">
        <pc:chgData name="anaclaracosta116@gmail.com" userId="a793634777582c92" providerId="LiveId" clId="{002BA4D6-5596-4452-94F1-3F27414A0F81}" dt="2025-01-18T19:42:34.849" v="269" actId="2696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002BA4D6-5596-4452-94F1-3F27414A0F81}" dt="2025-01-18T19:35:54.139" v="249" actId="20577"/>
        <pc:sldMkLst>
          <pc:docMk/>
          <pc:sldMk cId="374298811" sldId="445"/>
        </pc:sldMkLst>
        <pc:spChg chg="mod">
          <ac:chgData name="anaclaracosta116@gmail.com" userId="a793634777582c92" providerId="LiveId" clId="{002BA4D6-5596-4452-94F1-3F27414A0F81}" dt="2025-01-18T19:35:54.139" v="249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8:18.480" v="15" actId="113"/>
        <pc:sldMkLst>
          <pc:docMk/>
          <pc:sldMk cId="4035707325" sldId="446"/>
        </pc:sldMkLst>
        <pc:spChg chg="mod">
          <ac:chgData name="anaclaracosta116@gmail.com" userId="a793634777582c92" providerId="LiveId" clId="{002BA4D6-5596-4452-94F1-3F27414A0F81}" dt="2025-01-18T19:08:18.480" v="15" actId="113"/>
          <ac:spMkLst>
            <pc:docMk/>
            <pc:sldMk cId="4035707325" sldId="446"/>
            <ac:spMk id="3" creationId="{FC8F7E34-DB8C-1CEE-BAF4-E537563F9CD2}"/>
          </ac:spMkLst>
        </pc:spChg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51327524" sldId="448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817972339" sldId="449"/>
        </pc:sldMkLst>
      </pc:sldChg>
      <pc:sldChg chg="del">
        <pc:chgData name="anaclaracosta116@gmail.com" userId="a793634777582c92" providerId="LiveId" clId="{002BA4D6-5596-4452-94F1-3F27414A0F81}" dt="2025-01-18T19:44:09.986" v="273" actId="2696"/>
        <pc:sldMkLst>
          <pc:docMk/>
          <pc:sldMk cId="1347575891" sldId="450"/>
        </pc:sldMkLst>
      </pc:sldChg>
      <pc:sldChg chg="add ord">
        <pc:chgData name="anaclaracosta116@gmail.com" userId="a793634777582c92" providerId="LiveId" clId="{002BA4D6-5596-4452-94F1-3F27414A0F81}" dt="2025-01-18T19:07:21.566" v="12"/>
        <pc:sldMkLst>
          <pc:docMk/>
          <pc:sldMk cId="3836013886" sldId="451"/>
        </pc:sldMkLst>
      </pc:sldChg>
      <pc:sldChg chg="modSp add mod">
        <pc:chgData name="anaclaracosta116@gmail.com" userId="a793634777582c92" providerId="LiveId" clId="{002BA4D6-5596-4452-94F1-3F27414A0F81}" dt="2025-01-18T19:30:52.225" v="231"/>
        <pc:sldMkLst>
          <pc:docMk/>
          <pc:sldMk cId="2643522363" sldId="452"/>
        </pc:sldMkLst>
        <pc:spChg chg="mod">
          <ac:chgData name="anaclaracosta116@gmail.com" userId="a793634777582c92" providerId="LiveId" clId="{002BA4D6-5596-4452-94F1-3F27414A0F81}" dt="2025-01-18T19:30:52.225" v="231"/>
          <ac:spMkLst>
            <pc:docMk/>
            <pc:sldMk cId="2643522363" sldId="452"/>
            <ac:spMk id="3" creationId="{476DCFD2-287B-2F14-8631-C85ACB91A479}"/>
          </ac:spMkLst>
        </pc:spChg>
      </pc:sldChg>
      <pc:sldChg chg="modSp add mod">
        <pc:chgData name="anaclaracosta116@gmail.com" userId="a793634777582c92" providerId="LiveId" clId="{002BA4D6-5596-4452-94F1-3F27414A0F81}" dt="2025-01-18T19:31:41.509" v="233"/>
        <pc:sldMkLst>
          <pc:docMk/>
          <pc:sldMk cId="2057139953" sldId="453"/>
        </pc:sldMkLst>
        <pc:spChg chg="mod">
          <ac:chgData name="anaclaracosta116@gmail.com" userId="a793634777582c92" providerId="LiveId" clId="{002BA4D6-5596-4452-94F1-3F27414A0F81}" dt="2025-01-18T19:31:41.509" v="233"/>
          <ac:spMkLst>
            <pc:docMk/>
            <pc:sldMk cId="2057139953" sldId="453"/>
            <ac:spMk id="3" creationId="{9A9D5FFB-C5B0-0B2F-8779-E05BDD6E7A45}"/>
          </ac:spMkLst>
        </pc:spChg>
      </pc:sldChg>
      <pc:sldChg chg="modSp add mod">
        <pc:chgData name="anaclaracosta116@gmail.com" userId="a793634777582c92" providerId="LiveId" clId="{002BA4D6-5596-4452-94F1-3F27414A0F81}" dt="2025-01-18T19:37:59.293" v="267" actId="20577"/>
        <pc:sldMkLst>
          <pc:docMk/>
          <pc:sldMk cId="1794348421" sldId="454"/>
        </pc:sldMkLst>
        <pc:spChg chg="mod">
          <ac:chgData name="anaclaracosta116@gmail.com" userId="a793634777582c92" providerId="LiveId" clId="{002BA4D6-5596-4452-94F1-3F27414A0F81}" dt="2025-01-18T19:37:59.293" v="267" actId="20577"/>
          <ac:spMkLst>
            <pc:docMk/>
            <pc:sldMk cId="1794348421" sldId="454"/>
            <ac:spMk id="3" creationId="{A26843CE-4A1C-692F-B1DA-266ADCB4F5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19/01/2025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E09770D-C60C-0C52-E558-6EB3246E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3" b="2828"/>
          <a:stretch/>
        </p:blipFill>
        <p:spPr>
          <a:xfrm>
            <a:off x="0" y="0"/>
            <a:ext cx="12192000" cy="687245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TODA A TERRA VOS ADORE COM RESPEITO</a:t>
            </a:r>
          </a:p>
          <a:p>
            <a:pPr algn="l"/>
            <a:r>
              <a:rPr lang="pt-BR" sz="6000" b="1" dirty="0"/>
              <a:t>E PROCLAME O LOUVOR DE VOSSO NOME!</a:t>
            </a:r>
          </a:p>
          <a:p>
            <a:pPr algn="l"/>
            <a:r>
              <a:rPr lang="pt-BR" sz="6000" b="1" dirty="0"/>
              <a:t>CANTAI SALMOS A SEU NOME GLORIOSO, </a:t>
            </a:r>
          </a:p>
          <a:p>
            <a:pPr algn="l"/>
            <a:r>
              <a:rPr lang="pt-BR" sz="6000" b="1" dirty="0"/>
              <a:t>DAI A DEUS A MAIS SUBLIME LOUVAÇÃO!</a:t>
            </a:r>
            <a:endParaRPr lang="pt-BR" sz="40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4D67DED-C344-B85A-0BD3-E01FBB7173A1}"/>
              </a:ext>
            </a:extLst>
          </p:cNvPr>
          <p:cNvSpPr txBox="1">
            <a:spLocks/>
          </p:cNvSpPr>
          <p:nvPr/>
        </p:nvSpPr>
        <p:spPr>
          <a:xfrm>
            <a:off x="10529581" y="589135"/>
            <a:ext cx="1510019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(Sl 65,4)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098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1. VINDE VER TODAS AS OBRAS DO SENHOR: *</a:t>
            </a:r>
          </a:p>
          <a:p>
            <a:pPr algn="l"/>
            <a:r>
              <a:rPr lang="pt-BR" sz="13500" dirty="0"/>
              <a:t>SEUS PRODÍGIOS ESTUPENDOS ENTRE OS HOMENS!</a:t>
            </a:r>
          </a:p>
          <a:p>
            <a:pPr algn="l"/>
            <a:r>
              <a:rPr lang="pt-BR" sz="13500" dirty="0"/>
              <a:t>ELE DOMINA PARA SEMPRE COM PODER, *</a:t>
            </a:r>
          </a:p>
          <a:p>
            <a:pPr algn="l"/>
            <a:r>
              <a:rPr lang="pt-BR" sz="13500" dirty="0"/>
              <a:t>E SEUS OLHOS ESTÃO FIXOS SOBRE OS POVOS.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67116-EE55-F261-3726-86FB97AE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633CB-EA52-692A-66C9-83063CCF8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A86F18-87DE-B765-0229-87BF0C656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TODA A TERRA VOS ADORE COM RESPEITO</a:t>
            </a:r>
          </a:p>
          <a:p>
            <a:pPr algn="l"/>
            <a:r>
              <a:rPr lang="pt-BR" sz="6000" b="1" dirty="0"/>
              <a:t>E PROCLAME O LOUVOR DE VOSSO NOME!</a:t>
            </a:r>
          </a:p>
          <a:p>
            <a:pPr algn="l"/>
            <a:r>
              <a:rPr lang="pt-BR" sz="6000" b="1" dirty="0"/>
              <a:t>CANTAI SALMOS A SEU NOME GLORIOSO, </a:t>
            </a:r>
          </a:p>
          <a:p>
            <a:pPr algn="l"/>
            <a:r>
              <a:rPr lang="pt-BR" sz="6000" b="1" dirty="0"/>
              <a:t>DAI A DEUS A MAIS SUBLIME LOUVAÇÃO!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3601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2. EM VOSSA CASA ENTRAREI COM SACRIFÍCIOS *</a:t>
            </a:r>
          </a:p>
          <a:p>
            <a:pPr algn="l"/>
            <a:r>
              <a:rPr lang="pt-BR" sz="13500" dirty="0"/>
              <a:t>E CUMPRIREI TODOS OS VOTOS QUE VOS FIZ;</a:t>
            </a:r>
          </a:p>
          <a:p>
            <a:pPr algn="l"/>
            <a:r>
              <a:rPr lang="pt-BR" sz="13500" dirty="0"/>
              <a:t>TODOS VÓS QUE A DEUS TEMEIS, VINDE ESCUTAR: *</a:t>
            </a:r>
          </a:p>
          <a:p>
            <a:pPr algn="l"/>
            <a:r>
              <a:rPr lang="pt-BR" sz="13500" dirty="0"/>
              <a:t>VOU CONTAR-VOS TODO BEM QUE ELE ME FEZ!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403570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BEF70-D36F-1111-55E0-F6D5601F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A367-F00E-6DB5-63A7-9C641AD29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7357C6-0C32-CBF8-1B0A-098C33676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TODA A TERRA VOS ADORE COM RESPEITO</a:t>
            </a:r>
          </a:p>
          <a:p>
            <a:pPr algn="l"/>
            <a:r>
              <a:rPr lang="pt-BR" sz="6000" b="1" dirty="0"/>
              <a:t>E PROCLAME O LOUVOR DE VOSSO NOME!</a:t>
            </a:r>
          </a:p>
          <a:p>
            <a:pPr algn="l"/>
            <a:r>
              <a:rPr lang="pt-BR" sz="6000" b="1" dirty="0"/>
              <a:t>CANTAI SALMOS A SEU NOME GLORIOSO, </a:t>
            </a:r>
          </a:p>
          <a:p>
            <a:pPr algn="l"/>
            <a:r>
              <a:rPr lang="pt-BR" sz="6000" b="1" dirty="0"/>
              <a:t>DAI A DEUS A MAIS SUBLIME LOUVAÇÃO!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66532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FD34-97E2-A07A-CFF2-4D64C55D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D6E33-2C77-5C2E-BF9A-802917CBB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EE9F0B-618B-EC36-83B5-3643AE86D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3. BENDITO SEJA O SENHOR DEUS QUE ME ESCUTOU, *</a:t>
            </a:r>
          </a:p>
          <a:p>
            <a:pPr algn="l"/>
            <a:r>
              <a:rPr lang="pt-BR" sz="13500" dirty="0"/>
              <a:t>NÃO REJEITOU MINHA ORAÇÃO E MEU CLAMOR,</a:t>
            </a:r>
          </a:p>
          <a:p>
            <a:pPr algn="l"/>
            <a:r>
              <a:rPr lang="pt-BR" sz="13500" dirty="0"/>
              <a:t>NEM AFASTOU LONGE DE MIM O SEU AMOR *</a:t>
            </a:r>
          </a:p>
          <a:p>
            <a:pPr algn="l"/>
            <a:r>
              <a:rPr lang="pt-BR" sz="13500" dirty="0"/>
              <a:t>E DEU OUVIDOS AO CLAMOR DA MINHA PRECE.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54015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SENHOR, QUE VIESTES NÃO PARA CONDENAR, MAS PARA PERDOAR, TENDE PIEDADE DE NÓS.</a:t>
            </a:r>
          </a:p>
          <a:p>
            <a:pPr algn="l"/>
            <a:endParaRPr lang="pt-BR" sz="5400" dirty="0">
              <a:solidFill>
                <a:srgbClr val="131313"/>
              </a:solidFill>
            </a:endParaRPr>
          </a:p>
          <a:p>
            <a:pPr algn="l"/>
            <a:r>
              <a:rPr lang="pt-BR" sz="6600" b="1" dirty="0"/>
              <a:t>KYRIE ELEISON,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CRISTO, QUE VOS ALEGRAIS PELO PECADOR ARREPENDIDO, TENDE PIEDADE DE NÓS.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QUE SOIS A VIDA QUE RENOVA O MUNDO, TENDE PIEDADE DE NÓS.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KYRIE ELEISON,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2198693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EEB18-D991-D875-087A-0C760B29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D300119-1AEB-6C42-7128-43F57AAA6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947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500" b="1" dirty="0"/>
              <a:t>GLÓRIA A DEUS NAS ALTURAS! GLÓRIA A DEUS NAS ALTURAS! GLORIA A DEUS NAS ALTURAS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r>
              <a:rPr lang="pt-BR" sz="9600" dirty="0"/>
              <a:t>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80" y="2215212"/>
            <a:ext cx="10211840" cy="2427576"/>
          </a:xfrm>
        </p:spPr>
        <p:txBody>
          <a:bodyPr>
            <a:normAutofit/>
          </a:bodyPr>
          <a:lstStyle/>
          <a:p>
            <a:r>
              <a:rPr lang="pt-BR" sz="5400" b="1" dirty="0"/>
              <a:t>CANTAI AO SENHOR DEUS UM CANTO NOVO, MANIFESTAI OS SEUS PRODÍGIOS ENTRE OS POVOS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SENHOR DEUS NOS CHAMOU, POR MEIO DO EVANGELHO, A FIM DE ALCANÇARMOS A GLÓRIA DE CRISTO.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1. É TEU O PÃO QUE APRESENTAMOS</a:t>
            </a:r>
          </a:p>
          <a:p>
            <a:pPr algn="l"/>
            <a:r>
              <a:rPr lang="pt-BR" sz="6000" dirty="0"/>
              <a:t>É TUA DOR QUE SUPORTAMOS: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252-1BE8-C844-26B8-935CE5B4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BA1-4C26-4056-03B6-409840839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DCFD2-287B-2F14-8631-C85ACB91A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2. É TEU O VINHO QUE TRAZEMOS</a:t>
            </a:r>
          </a:p>
          <a:p>
            <a:pPr algn="l"/>
            <a:r>
              <a:rPr lang="pt-BR" sz="6000" dirty="0"/>
              <a:t>É TUA VIDA QUE VIVEMOS: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643522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E416-CFAF-F29C-6657-6FF93580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67910-7A9E-3BBA-8B83-AEF03A14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D5FFB-C5B0-0B2F-8779-E05BDD6E7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3. A TUA VIDA É NOSSA VIDA</a:t>
            </a:r>
          </a:p>
          <a:p>
            <a:pPr algn="l"/>
            <a:r>
              <a:rPr lang="pt-BR" sz="6000" dirty="0"/>
              <a:t>NA TUA CASA RECEBIDA: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057139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3E009-87C8-C7B4-6E3D-33F910A0C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F6FBC-378A-3A52-1702-E4ECD7CCF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C5BFB-EF8A-4856-C9A9-EACDA288B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4. NA TUA CRUZ CRUCIFICADOS</a:t>
            </a:r>
          </a:p>
          <a:p>
            <a:pPr algn="l"/>
            <a:r>
              <a:rPr lang="pt-BR" sz="6000" dirty="0"/>
              <a:t>SEREMOS TEUS RESSUSCITADOS: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382737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i="0" dirty="0">
                <a:effectLst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</a:rPr>
              <a:t>O CÉU E A TERRA PROCLAMAM </a:t>
            </a:r>
          </a:p>
          <a:p>
            <a:pPr algn="l"/>
            <a:r>
              <a:rPr lang="pt-BR" sz="19200" i="0" dirty="0">
                <a:effectLst/>
              </a:rPr>
              <a:t>PROCLAMAM  A VOSSA GLÓRIA!</a:t>
            </a:r>
          </a:p>
          <a:p>
            <a:pPr algn="l"/>
            <a:br>
              <a:rPr lang="pt-BR" sz="21600" dirty="0"/>
            </a:br>
            <a:r>
              <a:rPr lang="pt-BR" sz="19200" b="1" i="0" dirty="0">
                <a:effectLst/>
              </a:rPr>
              <a:t>HOSANA! HOSANA! HOSANA!</a:t>
            </a:r>
          </a:p>
          <a:p>
            <a:pPr algn="l"/>
            <a:r>
              <a:rPr lang="pt-BR" sz="19200" b="1" dirty="0"/>
              <a:t>HOSANA NAS ALTURAS! (BIS)</a:t>
            </a: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A5F5E-F9E6-AB31-614D-35875B07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901E6-5D16-B525-50D1-D9202ACFA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0E401A-ADAC-C0ED-9D89-3F3E0B3EB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b="0" i="0" dirty="0">
                <a:effectLst/>
              </a:rPr>
              <a:t>BENDITO O QUE VEM EM NOME DO SENHOR. (BIS)</a:t>
            </a:r>
          </a:p>
          <a:p>
            <a:pPr algn="l"/>
            <a:endParaRPr lang="pt-BR" sz="19200" dirty="0"/>
          </a:p>
          <a:p>
            <a:pPr algn="l"/>
            <a:r>
              <a:rPr lang="pt-BR" sz="19200" b="1" i="0" dirty="0">
                <a:effectLst/>
              </a:rPr>
              <a:t>HOSANA! HOSANA! HOSANA!</a:t>
            </a:r>
          </a:p>
          <a:p>
            <a:pPr algn="l"/>
            <a:r>
              <a:rPr lang="pt-BR" sz="19200" b="1" dirty="0"/>
              <a:t>HOSANA NAS ALTURAS! (BIS)</a:t>
            </a: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79758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900" b="1" i="0" dirty="0">
                <a:solidFill>
                  <a:srgbClr val="131313"/>
                </a:solidFill>
                <a:effectLst/>
              </a:rPr>
              <a:t>Sl 12(13) 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QUE EU VOS CANTE, Ó SENHOR, PELO BEM QUE ME FIZESTES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F205-BA6D-3771-F7BC-66936268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C76DB-B9BD-63B6-B46D-3A20633F4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E95370-8327-554C-D661-3F3F3E83E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600" dirty="0"/>
              <a:t>ATÉ QUANDO, Ó SENHOR, ME ESQUECEREIS?</a:t>
            </a:r>
          </a:p>
          <a:p>
            <a:pPr algn="just"/>
            <a:r>
              <a:rPr lang="pt-BR" sz="6600" dirty="0"/>
              <a:t>ATÉ QUANDO ESCONDEREIS A VOSSA FACE?</a:t>
            </a:r>
          </a:p>
          <a:p>
            <a:pPr algn="just"/>
            <a:r>
              <a:rPr lang="pt-BR" sz="6600" dirty="0"/>
              <a:t>ATÉ QUANDO ESTARÁ TRISTE A MINHA ALMA?</a:t>
            </a:r>
          </a:p>
          <a:p>
            <a:pPr algn="just"/>
            <a:r>
              <a:rPr lang="pt-BR" sz="6600" dirty="0"/>
              <a:t>E O CORAÇÃO ANGUSTIADO A CADA DIA?</a:t>
            </a:r>
          </a:p>
          <a:p>
            <a:pPr algn="just"/>
            <a:endParaRPr lang="pt-BR" sz="66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94760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905A8-96F1-307A-D0AE-A2CFF912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A599D-A958-01D6-905C-B2CF308C0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0AAE72-BD4A-98F4-2682-927DE3031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endParaRPr lang="pt-BR" sz="6600" b="1" dirty="0"/>
          </a:p>
          <a:p>
            <a:pPr algn="l"/>
            <a:r>
              <a:rPr lang="pt-BR" sz="6600" b="1" dirty="0"/>
              <a:t>QUE EU VOS CANTE, Ó SENHOR, PELO BEM QUE ME FIZESTES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39026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ATÉ QUANDO O INIMIGO SE ERGUERÁ?</a:t>
            </a:r>
          </a:p>
          <a:p>
            <a:pPr algn="l"/>
            <a:r>
              <a:rPr lang="pt-BR" sz="5400" dirty="0"/>
              <a:t>OLHAI, SENHOR, MEU DEUS, E RESPONDE-ME.</a:t>
            </a:r>
          </a:p>
          <a:p>
            <a:pPr algn="l"/>
            <a:r>
              <a:rPr lang="pt-BR" sz="5400" dirty="0"/>
              <a:t>NÃO DEIXEI QUE SE ME APAGUE A LUZ DOS OLHOS.</a:t>
            </a:r>
          </a:p>
          <a:p>
            <a:pPr algn="l"/>
            <a:r>
              <a:rPr lang="pt-BR" sz="5400" dirty="0"/>
              <a:t>E SE FECHEM, PELA MORTE, ADORMECIDOS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8AFD-3F6B-056C-6E25-F65A68B1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3241A-EF3C-7FE8-1C1A-C8B3C5C31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E19944-696B-39B3-9849-EE78843E5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endParaRPr lang="pt-BR" sz="6600" b="1" dirty="0"/>
          </a:p>
          <a:p>
            <a:pPr algn="l"/>
            <a:r>
              <a:rPr lang="pt-BR" sz="6600" b="1" dirty="0"/>
              <a:t>QUE EU VOS CANTE, Ó SENHOR, PELO BEM QUE ME FIZESTES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9471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F2FF-CE7A-89C7-DAD5-3B728A5E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70EED-844F-8F6F-6799-E44601B60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E61F1F-8553-CB61-6681-02F99332F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dirty="0"/>
              <a:t>QUE O INIMIGO NÃO ME DIGA: ‘EU TRIUNFEI!’ *</a:t>
            </a:r>
          </a:p>
          <a:p>
            <a:pPr algn="l"/>
            <a:r>
              <a:rPr lang="pt-BR" sz="5400" dirty="0"/>
              <a:t>NEM EXULTE O OPRESSOR POR MINHA QUEDA.</a:t>
            </a:r>
          </a:p>
          <a:p>
            <a:pPr algn="l"/>
            <a:r>
              <a:rPr lang="pt-BR" sz="5400" dirty="0"/>
              <a:t>UMA VEZ QUE CONFIEI NO VOSSO AMOR, *</a:t>
            </a:r>
          </a:p>
          <a:p>
            <a:pPr algn="l"/>
            <a:r>
              <a:rPr lang="pt-BR" sz="5400" dirty="0"/>
              <a:t>MEU CORAÇÃO, POR VOSSO AUXÍLIO, REJUBILE.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26911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47E1-1A97-0AE5-BBDA-171BC7194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98034-411F-A8AE-0FD4-291D60489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6D7038-4534-E222-5377-487FC18B8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endParaRPr lang="pt-BR" sz="6600" b="1" dirty="0"/>
          </a:p>
          <a:p>
            <a:pPr algn="l"/>
            <a:r>
              <a:rPr lang="pt-BR" sz="6600" b="1" dirty="0"/>
              <a:t>QUE EU VOS CANTE, Ó SENHOR, PELO BEM QUE ME FIZESTES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47826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DOS ANJOS O TESOURO</a:t>
            </a:r>
          </a:p>
          <a:p>
            <a:pPr algn="l"/>
            <a:r>
              <a:rPr lang="pt-BR" sz="8000" dirty="0"/>
              <a:t>ÉS DOS HOMENS O DULÇOR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EE60-1577-4077-A28D-A3417F6F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48606-F3BF-B81A-5BFD-8EAF572A1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4B4E3-715F-485B-DB97-2A399FFF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NA VIDA ALENTO E FORÇA</a:t>
            </a:r>
          </a:p>
          <a:p>
            <a:pPr algn="l"/>
            <a:r>
              <a:rPr lang="pt-BR" sz="8000" dirty="0"/>
              <a:t>ÉS NA MORTE DEFENSOR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840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C813-60CE-32D9-03F2-11545251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06687-DE56-152F-420C-B58441B6C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F2B35A-8C31-B6DE-E523-29AF4F693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MEU DEUS, EXCELSO E GRANDE,</a:t>
            </a:r>
          </a:p>
          <a:p>
            <a:pPr algn="l"/>
            <a:r>
              <a:rPr lang="pt-BR" sz="8000" dirty="0"/>
              <a:t>E DOS SÉCULOS, O SENHOR.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87544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CHAMA VIVA DA MINHA ESPERANÇA,</a:t>
            </a:r>
          </a:p>
          <a:p>
            <a:pPr algn="l"/>
            <a:r>
              <a:rPr lang="pt-BR" sz="7400" b="1" dirty="0"/>
              <a:t>ESTE CANTO SUBA PARA TI!</a:t>
            </a:r>
          </a:p>
          <a:p>
            <a:pPr algn="l"/>
            <a:r>
              <a:rPr lang="pt-BR" sz="7400" b="1" dirty="0"/>
              <a:t>SEIO ETERNO DE INFINITA VIDA,</a:t>
            </a:r>
          </a:p>
          <a:p>
            <a:pPr algn="l"/>
            <a:r>
              <a:rPr lang="pt-BR" sz="7400" b="1" dirty="0"/>
              <a:t>NO CAMINHO EU CONFIO EM TI! (BIS)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1. TODA A LÍNGUA, POVO E NAÇÃO</a:t>
            </a:r>
          </a:p>
          <a:p>
            <a:pPr algn="l"/>
            <a:r>
              <a:rPr lang="pt-BR" sz="7400" dirty="0"/>
              <a:t>TUA LUZ ENCONTRA NA PALAVRA.</a:t>
            </a:r>
          </a:p>
          <a:p>
            <a:pPr algn="l"/>
            <a:r>
              <a:rPr lang="pt-BR" sz="7400" dirty="0"/>
              <a:t>OS TEUS FILHOS, FRÁGEIS E DISPERSOS</a:t>
            </a:r>
          </a:p>
          <a:p>
            <a:pPr algn="l"/>
            <a:r>
              <a:rPr lang="pt-BR" sz="7400" dirty="0"/>
              <a:t>SE REÚNEM NO TEU FILHO AMADO.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10206</TotalTime>
  <Words>1035</Words>
  <Application>Microsoft Office PowerPoint</Application>
  <PresentationFormat>Widescreen</PresentationFormat>
  <Paragraphs>189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39</cp:revision>
  <dcterms:created xsi:type="dcterms:W3CDTF">2023-05-06T17:01:55Z</dcterms:created>
  <dcterms:modified xsi:type="dcterms:W3CDTF">2025-01-19T16:36:15Z</dcterms:modified>
</cp:coreProperties>
</file>