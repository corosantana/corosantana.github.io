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67" r:id="rId4"/>
    <p:sldId id="258" r:id="rId5"/>
    <p:sldId id="259" r:id="rId6"/>
    <p:sldId id="404" r:id="rId7"/>
    <p:sldId id="260" r:id="rId8"/>
    <p:sldId id="491" r:id="rId9"/>
    <p:sldId id="49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269" r:id="rId21"/>
    <p:sldId id="485" r:id="rId22"/>
    <p:sldId id="489" r:id="rId23"/>
    <p:sldId id="486" r:id="rId24"/>
    <p:sldId id="361" r:id="rId25"/>
    <p:sldId id="445" r:id="rId26"/>
    <p:sldId id="492" r:id="rId27"/>
    <p:sldId id="443" r:id="rId28"/>
    <p:sldId id="275" r:id="rId29"/>
    <p:sldId id="287" r:id="rId30"/>
    <p:sldId id="290" r:id="rId31"/>
    <p:sldId id="308" r:id="rId32"/>
    <p:sldId id="307" r:id="rId33"/>
    <p:sldId id="309" r:id="rId34"/>
    <p:sldId id="310" r:id="rId35"/>
    <p:sldId id="311" r:id="rId36"/>
    <p:sldId id="277" r:id="rId37"/>
    <p:sldId id="493" r:id="rId38"/>
    <p:sldId id="494" r:id="rId39"/>
    <p:sldId id="495" r:id="rId40"/>
    <p:sldId id="496" r:id="rId41"/>
    <p:sldId id="460" r:id="rId42"/>
    <p:sldId id="337" r:id="rId43"/>
    <p:sldId id="484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5" d="100"/>
          <a:sy n="65" d="100"/>
        </p:scale>
        <p:origin x="7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23B3D5DC-6242-4AB8-AA5F-09F5DA26B703}"/>
    <pc:docChg chg="custSel addSld delSld modSld sldOrd">
      <pc:chgData name="anaclaracosta116@gmail.com" userId="a793634777582c92" providerId="LiveId" clId="{23B3D5DC-6242-4AB8-AA5F-09F5DA26B703}" dt="2025-09-06T22:07:13.111" v="576" actId="14100"/>
      <pc:docMkLst>
        <pc:docMk/>
      </pc:docMkLst>
      <pc:sldChg chg="addSp modSp mod">
        <pc:chgData name="anaclaracosta116@gmail.com" userId="a793634777582c92" providerId="LiveId" clId="{23B3D5DC-6242-4AB8-AA5F-09F5DA26B703}" dt="2025-09-06T22:07:13.111" v="576" actId="14100"/>
        <pc:sldMkLst>
          <pc:docMk/>
          <pc:sldMk cId="4192705753" sldId="258"/>
        </pc:sldMkLst>
        <pc:picChg chg="add mod">
          <ac:chgData name="anaclaracosta116@gmail.com" userId="a793634777582c92" providerId="LiveId" clId="{23B3D5DC-6242-4AB8-AA5F-09F5DA26B703}" dt="2025-09-06T22:07:13.111" v="576" actId="14100"/>
          <ac:picMkLst>
            <pc:docMk/>
            <pc:sldMk cId="4192705753" sldId="258"/>
            <ac:picMk id="3" creationId="{1546AA6C-807A-E87F-C8AE-95704819DED2}"/>
          </ac:picMkLst>
        </pc:picChg>
      </pc:sldChg>
      <pc:sldChg chg="add">
        <pc:chgData name="anaclaracosta116@gmail.com" userId="a793634777582c92" providerId="LiveId" clId="{23B3D5DC-6242-4AB8-AA5F-09F5DA26B703}" dt="2025-02-15T19:40:21.256" v="223"/>
        <pc:sldMkLst>
          <pc:docMk/>
          <pc:sldMk cId="700694440" sldId="259"/>
        </pc:sldMkLst>
      </pc:sldChg>
      <pc:sldChg chg="del">
        <pc:chgData name="anaclaracosta116@gmail.com" userId="a793634777582c92" providerId="LiveId" clId="{23B3D5DC-6242-4AB8-AA5F-09F5DA26B703}" dt="2025-02-15T19:36:30.410" v="2" actId="2696"/>
        <pc:sldMkLst>
          <pc:docMk/>
          <pc:sldMk cId="2490480151" sldId="259"/>
        </pc:sldMkLst>
      </pc:sldChg>
      <pc:sldChg chg="modSp mod">
        <pc:chgData name="anaclaracosta116@gmail.com" userId="a793634777582c92" providerId="LiveId" clId="{23B3D5DC-6242-4AB8-AA5F-09F5DA26B703}" dt="2025-02-15T19:37:51.085" v="62" actId="1076"/>
        <pc:sldMkLst>
          <pc:docMk/>
          <pc:sldMk cId="3388034860" sldId="265"/>
        </pc:sldMkLst>
      </pc:sldChg>
      <pc:sldChg chg="modSp mod">
        <pc:chgData name="anaclaracosta116@gmail.com" userId="a793634777582c92" providerId="LiveId" clId="{23B3D5DC-6242-4AB8-AA5F-09F5DA26B703}" dt="2025-02-15T19:39:17.294" v="222" actId="20577"/>
        <pc:sldMkLst>
          <pc:docMk/>
          <pc:sldMk cId="2671817442" sldId="267"/>
        </pc:sldMkLst>
      </pc:sldChg>
      <pc:sldChg chg="add">
        <pc:chgData name="anaclaracosta116@gmail.com" userId="a793634777582c92" providerId="LiveId" clId="{23B3D5DC-6242-4AB8-AA5F-09F5DA26B703}" dt="2025-02-15T19:50:39.117" v="517"/>
        <pc:sldMkLst>
          <pc:docMk/>
          <pc:sldMk cId="1963412704" sldId="275"/>
        </pc:sldMkLst>
      </pc:sldChg>
      <pc:sldChg chg="add">
        <pc:chgData name="anaclaracosta116@gmail.com" userId="a793634777582c92" providerId="LiveId" clId="{23B3D5DC-6242-4AB8-AA5F-09F5DA26B703}" dt="2025-02-15T19:50:39.117" v="517"/>
        <pc:sldMkLst>
          <pc:docMk/>
          <pc:sldMk cId="887139133" sldId="287"/>
        </pc:sldMkLst>
      </pc:sldChg>
      <pc:sldChg chg="add">
        <pc:chgData name="anaclaracosta116@gmail.com" userId="a793634777582c92" providerId="LiveId" clId="{23B3D5DC-6242-4AB8-AA5F-09F5DA26B703}" dt="2025-02-15T19:50:39.117" v="517"/>
        <pc:sldMkLst>
          <pc:docMk/>
          <pc:sldMk cId="1171802254" sldId="290"/>
        </pc:sldMkLst>
      </pc:sldChg>
      <pc:sldChg chg="add">
        <pc:chgData name="anaclaracosta116@gmail.com" userId="a793634777582c92" providerId="LiveId" clId="{23B3D5DC-6242-4AB8-AA5F-09F5DA26B703}" dt="2025-02-15T19:50:39.117" v="517"/>
        <pc:sldMkLst>
          <pc:docMk/>
          <pc:sldMk cId="2784138116" sldId="307"/>
        </pc:sldMkLst>
      </pc:sldChg>
      <pc:sldChg chg="add">
        <pc:chgData name="anaclaracosta116@gmail.com" userId="a793634777582c92" providerId="LiveId" clId="{23B3D5DC-6242-4AB8-AA5F-09F5DA26B703}" dt="2025-02-15T19:50:39.117" v="517"/>
        <pc:sldMkLst>
          <pc:docMk/>
          <pc:sldMk cId="2666127941" sldId="308"/>
        </pc:sldMkLst>
      </pc:sldChg>
      <pc:sldChg chg="add">
        <pc:chgData name="anaclaracosta116@gmail.com" userId="a793634777582c92" providerId="LiveId" clId="{23B3D5DC-6242-4AB8-AA5F-09F5DA26B703}" dt="2025-02-15T19:50:39.117" v="517"/>
        <pc:sldMkLst>
          <pc:docMk/>
          <pc:sldMk cId="3111919431" sldId="309"/>
        </pc:sldMkLst>
      </pc:sldChg>
      <pc:sldChg chg="add">
        <pc:chgData name="anaclaracosta116@gmail.com" userId="a793634777582c92" providerId="LiveId" clId="{23B3D5DC-6242-4AB8-AA5F-09F5DA26B703}" dt="2025-02-15T19:50:39.117" v="517"/>
        <pc:sldMkLst>
          <pc:docMk/>
          <pc:sldMk cId="2383625797" sldId="310"/>
        </pc:sldMkLst>
      </pc:sldChg>
      <pc:sldChg chg="add">
        <pc:chgData name="anaclaracosta116@gmail.com" userId="a793634777582c92" providerId="LiveId" clId="{23B3D5DC-6242-4AB8-AA5F-09F5DA26B703}" dt="2025-02-15T19:50:39.117" v="517"/>
        <pc:sldMkLst>
          <pc:docMk/>
          <pc:sldMk cId="1023948528" sldId="311"/>
        </pc:sldMkLst>
      </pc:sldChg>
      <pc:sldChg chg="add">
        <pc:chgData name="anaclaracosta116@gmail.com" userId="a793634777582c92" providerId="LiveId" clId="{23B3D5DC-6242-4AB8-AA5F-09F5DA26B703}" dt="2025-02-15T19:41:13.469" v="224"/>
        <pc:sldMkLst>
          <pc:docMk/>
          <pc:sldMk cId="382056880" sldId="404"/>
        </pc:sldMkLst>
      </pc:sldChg>
      <pc:sldChg chg="del">
        <pc:chgData name="anaclaracosta116@gmail.com" userId="a793634777582c92" providerId="LiveId" clId="{23B3D5DC-6242-4AB8-AA5F-09F5DA26B703}" dt="2025-02-15T19:36:22.989" v="1" actId="2696"/>
        <pc:sldMkLst>
          <pc:docMk/>
          <pc:sldMk cId="1193674150" sldId="411"/>
        </pc:sldMkLst>
      </pc:sldChg>
      <pc:sldChg chg="modSp del mod">
        <pc:chgData name="anaclaracosta116@gmail.com" userId="a793634777582c92" providerId="LiveId" clId="{23B3D5DC-6242-4AB8-AA5F-09F5DA26B703}" dt="2025-02-15T19:52:33.096" v="569" actId="2696"/>
        <pc:sldMkLst>
          <pc:docMk/>
          <pc:sldMk cId="3734991938" sldId="428"/>
        </pc:sldMkLst>
      </pc:sldChg>
      <pc:sldChg chg="del">
        <pc:chgData name="anaclaracosta116@gmail.com" userId="a793634777582c92" providerId="LiveId" clId="{23B3D5DC-6242-4AB8-AA5F-09F5DA26B703}" dt="2025-02-15T19:52:33.096" v="569" actId="2696"/>
        <pc:sldMkLst>
          <pc:docMk/>
          <pc:sldMk cId="1475441202" sldId="429"/>
        </pc:sldMkLst>
      </pc:sldChg>
      <pc:sldChg chg="modSp add del mod">
        <pc:chgData name="anaclaracosta116@gmail.com" userId="a793634777582c92" providerId="LiveId" clId="{23B3D5DC-6242-4AB8-AA5F-09F5DA26B703}" dt="2025-02-15T19:41:28.135" v="227" actId="2696"/>
        <pc:sldMkLst>
          <pc:docMk/>
          <pc:sldMk cId="2198693354" sldId="433"/>
        </pc:sldMkLst>
      </pc:sldChg>
      <pc:sldChg chg="del">
        <pc:chgData name="anaclaracosta116@gmail.com" userId="a793634777582c92" providerId="LiveId" clId="{23B3D5DC-6242-4AB8-AA5F-09F5DA26B703}" dt="2025-02-15T19:50:49.213" v="518" actId="2696"/>
        <pc:sldMkLst>
          <pc:docMk/>
          <pc:sldMk cId="1179819499" sldId="439"/>
        </pc:sldMkLst>
      </pc:sldChg>
      <pc:sldChg chg="del">
        <pc:chgData name="anaclaracosta116@gmail.com" userId="a793634777582c92" providerId="LiveId" clId="{23B3D5DC-6242-4AB8-AA5F-09F5DA26B703}" dt="2025-02-15T19:50:49.213" v="518" actId="2696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23B3D5DC-6242-4AB8-AA5F-09F5DA26B703}" dt="2025-02-15T19:48:51.341" v="438" actId="113"/>
        <pc:sldMkLst>
          <pc:docMk/>
          <pc:sldMk cId="374298811" sldId="445"/>
        </pc:sldMkLst>
      </pc:sldChg>
      <pc:sldChg chg="del">
        <pc:chgData name="anaclaracosta116@gmail.com" userId="a793634777582c92" providerId="LiveId" clId="{23B3D5DC-6242-4AB8-AA5F-09F5DA26B703}" dt="2025-02-15T19:50:49.213" v="518" actId="2696"/>
        <pc:sldMkLst>
          <pc:docMk/>
          <pc:sldMk cId="1525905126" sldId="472"/>
        </pc:sldMkLst>
      </pc:sldChg>
      <pc:sldChg chg="del">
        <pc:chgData name="anaclaracosta116@gmail.com" userId="a793634777582c92" providerId="LiveId" clId="{23B3D5DC-6242-4AB8-AA5F-09F5DA26B703}" dt="2025-02-15T19:52:33.096" v="569" actId="2696"/>
        <pc:sldMkLst>
          <pc:docMk/>
          <pc:sldMk cId="3727300810" sldId="475"/>
        </pc:sldMkLst>
      </pc:sldChg>
      <pc:sldChg chg="del">
        <pc:chgData name="anaclaracosta116@gmail.com" userId="a793634777582c92" providerId="LiveId" clId="{23B3D5DC-6242-4AB8-AA5F-09F5DA26B703}" dt="2025-02-15T19:52:33.096" v="569" actId="2696"/>
        <pc:sldMkLst>
          <pc:docMk/>
          <pc:sldMk cId="3136888973" sldId="476"/>
        </pc:sldMkLst>
      </pc:sldChg>
      <pc:sldChg chg="del">
        <pc:chgData name="anaclaracosta116@gmail.com" userId="a793634777582c92" providerId="LiveId" clId="{23B3D5DC-6242-4AB8-AA5F-09F5DA26B703}" dt="2025-02-15T19:50:49.213" v="518" actId="2696"/>
        <pc:sldMkLst>
          <pc:docMk/>
          <pc:sldMk cId="4276673297" sldId="482"/>
        </pc:sldMkLst>
      </pc:sldChg>
      <pc:sldChg chg="del">
        <pc:chgData name="anaclaracosta116@gmail.com" userId="a793634777582c92" providerId="LiveId" clId="{23B3D5DC-6242-4AB8-AA5F-09F5DA26B703}" dt="2025-02-15T19:50:49.213" v="518" actId="2696"/>
        <pc:sldMkLst>
          <pc:docMk/>
          <pc:sldMk cId="1138806011" sldId="487"/>
        </pc:sldMkLst>
      </pc:sldChg>
      <pc:sldChg chg="del">
        <pc:chgData name="anaclaracosta116@gmail.com" userId="a793634777582c92" providerId="LiveId" clId="{23B3D5DC-6242-4AB8-AA5F-09F5DA26B703}" dt="2025-02-15T19:50:49.213" v="518" actId="2696"/>
        <pc:sldMkLst>
          <pc:docMk/>
          <pc:sldMk cId="99201043" sldId="488"/>
        </pc:sldMkLst>
      </pc:sldChg>
      <pc:sldChg chg="add del">
        <pc:chgData name="anaclaracosta116@gmail.com" userId="a793634777582c92" providerId="LiveId" clId="{23B3D5DC-6242-4AB8-AA5F-09F5DA26B703}" dt="2025-02-15T19:41:30.746" v="229"/>
        <pc:sldMkLst>
          <pc:docMk/>
          <pc:sldMk cId="729525679" sldId="490"/>
        </pc:sldMkLst>
      </pc:sldChg>
      <pc:sldChg chg="add">
        <pc:chgData name="anaclaracosta116@gmail.com" userId="a793634777582c92" providerId="LiveId" clId="{23B3D5DC-6242-4AB8-AA5F-09F5DA26B703}" dt="2025-02-15T19:41:38.674" v="230" actId="2890"/>
        <pc:sldMkLst>
          <pc:docMk/>
          <pc:sldMk cId="1511236368" sldId="490"/>
        </pc:sldMkLst>
      </pc:sldChg>
      <pc:sldChg chg="add del">
        <pc:chgData name="anaclaracosta116@gmail.com" userId="a793634777582c92" providerId="LiveId" clId="{23B3D5DC-6242-4AB8-AA5F-09F5DA26B703}" dt="2025-02-15T19:41:19.059" v="225" actId="2696"/>
        <pc:sldMkLst>
          <pc:docMk/>
          <pc:sldMk cId="1734133895" sldId="490"/>
        </pc:sldMkLst>
      </pc:sldChg>
      <pc:sldChg chg="modSp add mod ord">
        <pc:chgData name="anaclaracosta116@gmail.com" userId="a793634777582c92" providerId="LiveId" clId="{23B3D5DC-6242-4AB8-AA5F-09F5DA26B703}" dt="2025-02-15T19:44:27.082" v="386" actId="1076"/>
        <pc:sldMkLst>
          <pc:docMk/>
          <pc:sldMk cId="3352353311" sldId="491"/>
        </pc:sldMkLst>
      </pc:sldChg>
      <pc:sldChg chg="add del">
        <pc:chgData name="anaclaracosta116@gmail.com" userId="a793634777582c92" providerId="LiveId" clId="{23B3D5DC-6242-4AB8-AA5F-09F5DA26B703}" dt="2025-02-15T19:41:24.366" v="226" actId="2696"/>
        <pc:sldMkLst>
          <pc:docMk/>
          <pc:sldMk cId="3592926342" sldId="491"/>
        </pc:sldMkLst>
      </pc:sldChg>
      <pc:sldChg chg="modSp add mod">
        <pc:chgData name="anaclaracosta116@gmail.com" userId="a793634777582c92" providerId="LiveId" clId="{23B3D5DC-6242-4AB8-AA5F-09F5DA26B703}" dt="2025-02-15T19:49:52.660" v="516" actId="113"/>
        <pc:sldMkLst>
          <pc:docMk/>
          <pc:sldMk cId="3193238464" sldId="492"/>
        </pc:sldMkLst>
      </pc:sldChg>
      <pc:sldChg chg="add">
        <pc:chgData name="anaclaracosta116@gmail.com" userId="a793634777582c92" providerId="LiveId" clId="{23B3D5DC-6242-4AB8-AA5F-09F5DA26B703}" dt="2025-02-15T19:52:24.254" v="568"/>
        <pc:sldMkLst>
          <pc:docMk/>
          <pc:sldMk cId="2251607810" sldId="493"/>
        </pc:sldMkLst>
      </pc:sldChg>
      <pc:sldChg chg="add ord">
        <pc:chgData name="anaclaracosta116@gmail.com" userId="a793634777582c92" providerId="LiveId" clId="{23B3D5DC-6242-4AB8-AA5F-09F5DA26B703}" dt="2025-09-06T19:45:33.196" v="573"/>
        <pc:sldMkLst>
          <pc:docMk/>
          <pc:sldMk cId="2319636213" sldId="494"/>
        </pc:sldMkLst>
      </pc:sldChg>
      <pc:sldChg chg="add">
        <pc:chgData name="anaclaracosta116@gmail.com" userId="a793634777582c92" providerId="LiveId" clId="{23B3D5DC-6242-4AB8-AA5F-09F5DA26B703}" dt="2025-02-15T19:52:24.254" v="568"/>
        <pc:sldMkLst>
          <pc:docMk/>
          <pc:sldMk cId="334442082" sldId="495"/>
        </pc:sldMkLst>
      </pc:sldChg>
      <pc:sldChg chg="add">
        <pc:chgData name="anaclaracosta116@gmail.com" userId="a793634777582c92" providerId="LiveId" clId="{23B3D5DC-6242-4AB8-AA5F-09F5DA26B703}" dt="2025-02-15T19:52:24.254" v="568"/>
        <pc:sldMkLst>
          <pc:docMk/>
          <pc:sldMk cId="444168856" sldId="496"/>
        </pc:sldMkLst>
      </pc:sldChg>
    </pc:docChg>
  </pc:docChgLst>
  <pc:docChgLst>
    <pc:chgData name="anaclaracosta116@gmail.com" userId="a793634777582c92" providerId="LiveId" clId="{3856E217-2A81-4AB4-A25D-8410AF7585E9}"/>
    <pc:docChg chg="undo custSel addSld delSld modSld sldOrd">
      <pc:chgData name="anaclaracosta116@gmail.com" userId="a793634777582c92" providerId="LiveId" clId="{3856E217-2A81-4AB4-A25D-8410AF7585E9}" dt="2024-02-10T20:30:03.078" v="961"/>
      <pc:docMkLst>
        <pc:docMk/>
      </pc:docMkLst>
      <pc:sldChg chg="modSp mod">
        <pc:chgData name="anaclaracosta116@gmail.com" userId="a793634777582c92" providerId="LiveId" clId="{3856E217-2A81-4AB4-A25D-8410AF7585E9}" dt="2024-02-10T19:52:08.420" v="201" actId="27636"/>
        <pc:sldMkLst>
          <pc:docMk/>
          <pc:sldMk cId="2490480151" sldId="259"/>
        </pc:sldMkLst>
      </pc:sldChg>
      <pc:sldChg chg="modSp mod">
        <pc:chgData name="anaclaracosta116@gmail.com" userId="a793634777582c92" providerId="LiveId" clId="{3856E217-2A81-4AB4-A25D-8410AF7585E9}" dt="2024-02-10T19:55:02.039" v="402" actId="20577"/>
        <pc:sldMkLst>
          <pc:docMk/>
          <pc:sldMk cId="337661645" sldId="261"/>
        </pc:sldMkLst>
      </pc:sldChg>
      <pc:sldChg chg="modSp mod">
        <pc:chgData name="anaclaracosta116@gmail.com" userId="a793634777582c92" providerId="LiveId" clId="{3856E217-2A81-4AB4-A25D-8410AF7585E9}" dt="2024-02-10T19:56:38.118" v="445" actId="20577"/>
        <pc:sldMkLst>
          <pc:docMk/>
          <pc:sldMk cId="3388034860" sldId="265"/>
        </pc:sldMkLst>
      </pc:sldChg>
      <pc:sldChg chg="modSp mod">
        <pc:chgData name="anaclaracosta116@gmail.com" userId="a793634777582c92" providerId="LiveId" clId="{3856E217-2A81-4AB4-A25D-8410AF7585E9}" dt="2024-02-10T19:57:48.042" v="561" actId="27636"/>
        <pc:sldMkLst>
          <pc:docMk/>
          <pc:sldMk cId="2671817442" sldId="267"/>
        </pc:sldMkLst>
      </pc:sldChg>
      <pc:sldChg chg="modSp mod">
        <pc:chgData name="anaclaracosta116@gmail.com" userId="a793634777582c92" providerId="LiveId" clId="{3856E217-2A81-4AB4-A25D-8410AF7585E9}" dt="2024-02-10T20:27:02.223" v="877" actId="113"/>
        <pc:sldMkLst>
          <pc:docMk/>
          <pc:sldMk cId="2786277918" sldId="269"/>
        </pc:sldMkLst>
      </pc:sldChg>
      <pc:sldChg chg="modSp mod">
        <pc:chgData name="anaclaracosta116@gmail.com" userId="a793634777582c92" providerId="LiveId" clId="{3856E217-2A81-4AB4-A25D-8410AF7585E9}" dt="2024-02-10T19:48:38.554" v="6" actId="20577"/>
        <pc:sldMkLst>
          <pc:docMk/>
          <pc:sldMk cId="725659120" sldId="375"/>
        </pc:sldMkLst>
      </pc:sldChg>
      <pc:sldChg chg="modSp mod">
        <pc:chgData name="anaclaracosta116@gmail.com" userId="a793634777582c92" providerId="LiveId" clId="{3856E217-2A81-4AB4-A25D-8410AF7585E9}" dt="2024-02-10T19:53:49.149" v="321" actId="20577"/>
        <pc:sldMkLst>
          <pc:docMk/>
          <pc:sldMk cId="1193674150" sldId="411"/>
        </pc:sldMkLst>
      </pc:sldChg>
      <pc:sldChg chg="del">
        <pc:chgData name="anaclaracosta116@gmail.com" userId="a793634777582c92" providerId="LiveId" clId="{3856E217-2A81-4AB4-A25D-8410AF7585E9}" dt="2024-02-10T20:13:19.943" v="811" actId="2696"/>
        <pc:sldMkLst>
          <pc:docMk/>
          <pc:sldMk cId="790165418" sldId="427"/>
        </pc:sldMkLst>
      </pc:sldChg>
      <pc:sldChg chg="modSp mod">
        <pc:chgData name="anaclaracosta116@gmail.com" userId="a793634777582c92" providerId="LiveId" clId="{3856E217-2A81-4AB4-A25D-8410AF7585E9}" dt="2024-02-10T20:10:31.767" v="797" actId="27636"/>
        <pc:sldMkLst>
          <pc:docMk/>
          <pc:sldMk cId="3734991938" sldId="428"/>
        </pc:sldMkLst>
      </pc:sldChg>
      <pc:sldChg chg="modSp mod">
        <pc:chgData name="anaclaracosta116@gmail.com" userId="a793634777582c92" providerId="LiveId" clId="{3856E217-2A81-4AB4-A25D-8410AF7585E9}" dt="2024-02-10T20:12:08.628" v="800"/>
        <pc:sldMkLst>
          <pc:docMk/>
          <pc:sldMk cId="1475441202" sldId="429"/>
        </pc:sldMkLst>
      </pc:sldChg>
      <pc:sldChg chg="modSp mod">
        <pc:chgData name="anaclaracosta116@gmail.com" userId="a793634777582c92" providerId="LiveId" clId="{3856E217-2A81-4AB4-A25D-8410AF7585E9}" dt="2024-02-10T20:07:25.810" v="781" actId="113"/>
        <pc:sldMkLst>
          <pc:docMk/>
          <pc:sldMk cId="1179819499" sldId="439"/>
        </pc:sldMkLst>
      </pc:sldChg>
      <pc:sldChg chg="modSp mod">
        <pc:chgData name="anaclaracosta116@gmail.com" userId="a793634777582c92" providerId="LiveId" clId="{3856E217-2A81-4AB4-A25D-8410AF7585E9}" dt="2024-02-10T20:06:06.661" v="778" actId="27636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3856E217-2A81-4AB4-A25D-8410AF7585E9}" dt="2024-02-10T20:03:13.443" v="772" actId="404"/>
        <pc:sldMkLst>
          <pc:docMk/>
          <pc:sldMk cId="374298811" sldId="445"/>
        </pc:sldMkLst>
      </pc:sldChg>
      <pc:sldChg chg="del">
        <pc:chgData name="anaclaracosta116@gmail.com" userId="a793634777582c92" providerId="LiveId" clId="{3856E217-2A81-4AB4-A25D-8410AF7585E9}" dt="2024-02-10T20:13:15.876" v="810" actId="2696"/>
        <pc:sldMkLst>
          <pc:docMk/>
          <pc:sldMk cId="2649529568" sldId="459"/>
        </pc:sldMkLst>
      </pc:sldChg>
      <pc:sldChg chg="modSp mod">
        <pc:chgData name="anaclaracosta116@gmail.com" userId="a793634777582c92" providerId="LiveId" clId="{3856E217-2A81-4AB4-A25D-8410AF7585E9}" dt="2024-02-10T19:48:29.499" v="4" actId="113"/>
        <pc:sldMkLst>
          <pc:docMk/>
          <pc:sldMk cId="1877514772" sldId="467"/>
        </pc:sldMkLst>
      </pc:sldChg>
      <pc:sldChg chg="del">
        <pc:chgData name="anaclaracosta116@gmail.com" userId="a793634777582c92" providerId="LiveId" clId="{3856E217-2A81-4AB4-A25D-8410AF7585E9}" dt="2024-02-10T19:59:20.326" v="566" actId="2696"/>
        <pc:sldMkLst>
          <pc:docMk/>
          <pc:sldMk cId="2395893813" sldId="469"/>
        </pc:sldMkLst>
      </pc:sldChg>
      <pc:sldChg chg="del">
        <pc:chgData name="anaclaracosta116@gmail.com" userId="a793634777582c92" providerId="LiveId" clId="{3856E217-2A81-4AB4-A25D-8410AF7585E9}" dt="2024-02-10T19:59:25.988" v="568" actId="2696"/>
        <pc:sldMkLst>
          <pc:docMk/>
          <pc:sldMk cId="3477985838" sldId="470"/>
        </pc:sldMkLst>
      </pc:sldChg>
      <pc:sldChg chg="modSp mod">
        <pc:chgData name="anaclaracosta116@gmail.com" userId="a793634777582c92" providerId="LiveId" clId="{3856E217-2A81-4AB4-A25D-8410AF7585E9}" dt="2024-02-10T20:08:54.576" v="788"/>
        <pc:sldMkLst>
          <pc:docMk/>
          <pc:sldMk cId="1525905126" sldId="472"/>
        </pc:sldMkLst>
      </pc:sldChg>
      <pc:sldChg chg="del">
        <pc:chgData name="anaclaracosta116@gmail.com" userId="a793634777582c92" providerId="LiveId" clId="{3856E217-2A81-4AB4-A25D-8410AF7585E9}" dt="2024-02-10T20:09:04.278" v="790" actId="2696"/>
        <pc:sldMkLst>
          <pc:docMk/>
          <pc:sldMk cId="1380314716" sldId="474"/>
        </pc:sldMkLst>
      </pc:sldChg>
      <pc:sldChg chg="modSp mod">
        <pc:chgData name="anaclaracosta116@gmail.com" userId="a793634777582c92" providerId="LiveId" clId="{3856E217-2A81-4AB4-A25D-8410AF7585E9}" dt="2024-02-10T20:12:32.900" v="803"/>
        <pc:sldMkLst>
          <pc:docMk/>
          <pc:sldMk cId="3727300810" sldId="475"/>
        </pc:sldMkLst>
      </pc:sldChg>
      <pc:sldChg chg="modSp mod">
        <pc:chgData name="anaclaracosta116@gmail.com" userId="a793634777582c92" providerId="LiveId" clId="{3856E217-2A81-4AB4-A25D-8410AF7585E9}" dt="2024-02-10T20:13:08.619" v="809"/>
        <pc:sldMkLst>
          <pc:docMk/>
          <pc:sldMk cId="3136888973" sldId="476"/>
        </pc:sldMkLst>
      </pc:sldChg>
      <pc:sldChg chg="del">
        <pc:chgData name="anaclaracosta116@gmail.com" userId="a793634777582c92" providerId="LiveId" clId="{3856E217-2A81-4AB4-A25D-8410AF7585E9}" dt="2024-02-10T19:52:20.008" v="202" actId="2696"/>
        <pc:sldMkLst>
          <pc:docMk/>
          <pc:sldMk cId="2493255585" sldId="478"/>
        </pc:sldMkLst>
      </pc:sldChg>
      <pc:sldChg chg="del">
        <pc:chgData name="anaclaracosta116@gmail.com" userId="a793634777582c92" providerId="LiveId" clId="{3856E217-2A81-4AB4-A25D-8410AF7585E9}" dt="2024-02-10T19:55:14.178" v="403" actId="2696"/>
        <pc:sldMkLst>
          <pc:docMk/>
          <pc:sldMk cId="1294689904" sldId="479"/>
        </pc:sldMkLst>
      </pc:sldChg>
      <pc:sldChg chg="del">
        <pc:chgData name="anaclaracosta116@gmail.com" userId="a793634777582c92" providerId="LiveId" clId="{3856E217-2A81-4AB4-A25D-8410AF7585E9}" dt="2024-02-10T19:59:22.572" v="567" actId="2696"/>
        <pc:sldMkLst>
          <pc:docMk/>
          <pc:sldMk cId="4190419614" sldId="480"/>
        </pc:sldMkLst>
      </pc:sldChg>
      <pc:sldChg chg="del">
        <pc:chgData name="anaclaracosta116@gmail.com" userId="a793634777582c92" providerId="LiveId" clId="{3856E217-2A81-4AB4-A25D-8410AF7585E9}" dt="2024-02-10T20:03:36.928" v="773" actId="2696"/>
        <pc:sldMkLst>
          <pc:docMk/>
          <pc:sldMk cId="1472066218" sldId="481"/>
        </pc:sldMkLst>
      </pc:sldChg>
      <pc:sldChg chg="modSp mod">
        <pc:chgData name="anaclaracosta116@gmail.com" userId="a793634777582c92" providerId="LiveId" clId="{3856E217-2A81-4AB4-A25D-8410AF7585E9}" dt="2024-02-10T20:07:56.928" v="784" actId="113"/>
        <pc:sldMkLst>
          <pc:docMk/>
          <pc:sldMk cId="4276673297" sldId="482"/>
        </pc:sldMkLst>
      </pc:sldChg>
      <pc:sldChg chg="del">
        <pc:chgData name="anaclaracosta116@gmail.com" userId="a793634777582c92" providerId="LiveId" clId="{3856E217-2A81-4AB4-A25D-8410AF7585E9}" dt="2024-02-10T20:08:58.320" v="789" actId="2696"/>
        <pc:sldMkLst>
          <pc:docMk/>
          <pc:sldMk cId="4191238401" sldId="483"/>
        </pc:sldMkLst>
      </pc:sldChg>
      <pc:sldChg chg="modSp add mod">
        <pc:chgData name="anaclaracosta116@gmail.com" userId="a793634777582c92" providerId="LiveId" clId="{3856E217-2A81-4AB4-A25D-8410AF7585E9}" dt="2024-02-10T20:27:51.741" v="957" actId="20577"/>
        <pc:sldMkLst>
          <pc:docMk/>
          <pc:sldMk cId="4259773543" sldId="485"/>
        </pc:sldMkLst>
      </pc:sldChg>
      <pc:sldChg chg="modSp add mod">
        <pc:chgData name="anaclaracosta116@gmail.com" userId="a793634777582c92" providerId="LiveId" clId="{3856E217-2A81-4AB4-A25D-8410AF7585E9}" dt="2024-02-10T20:30:03.078" v="961"/>
        <pc:sldMkLst>
          <pc:docMk/>
          <pc:sldMk cId="1408694151" sldId="486"/>
        </pc:sldMkLst>
      </pc:sldChg>
      <pc:sldChg chg="add ord">
        <pc:chgData name="anaclaracosta116@gmail.com" userId="a793634777582c92" providerId="LiveId" clId="{3856E217-2A81-4AB4-A25D-8410AF7585E9}" dt="2024-02-10T20:08:16.820" v="787"/>
        <pc:sldMkLst>
          <pc:docMk/>
          <pc:sldMk cId="1138806011" sldId="487"/>
        </pc:sldMkLst>
      </pc:sldChg>
      <pc:sldChg chg="add ord">
        <pc:chgData name="anaclaracosta116@gmail.com" userId="a793634777582c92" providerId="LiveId" clId="{3856E217-2A81-4AB4-A25D-8410AF7585E9}" dt="2024-02-10T20:09:10.837" v="793"/>
        <pc:sldMkLst>
          <pc:docMk/>
          <pc:sldMk cId="99201043" sldId="488"/>
        </pc:sldMkLst>
      </pc:sldChg>
      <pc:sldChg chg="add ord">
        <pc:chgData name="anaclaracosta116@gmail.com" userId="a793634777582c92" providerId="LiveId" clId="{3856E217-2A81-4AB4-A25D-8410AF7585E9}" dt="2024-02-10T20:27:43.610" v="956"/>
        <pc:sldMkLst>
          <pc:docMk/>
          <pc:sldMk cId="736365946" sldId="4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1A46272-582C-6747-4C06-A5CBBD62F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0" cy="686631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-8314"/>
            <a:ext cx="12191999" cy="6866313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6º DOMINGO DO TEMPO COMUM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EIS-ME AQUI, SENHOR! EIS-ME AQUI, SENHOR!</a:t>
            </a:r>
          </a:p>
          <a:p>
            <a:pPr algn="l"/>
            <a:r>
              <a:rPr lang="pt-BR" sz="6000" b="1" dirty="0"/>
              <a:t>PRA FAZER TUA VONTADE, PRA VIVER DO TEU AMOR</a:t>
            </a:r>
          </a:p>
          <a:p>
            <a:pPr algn="l"/>
            <a:r>
              <a:rPr lang="pt-BR" sz="6000" b="1" dirty="0"/>
              <a:t>PRA FAZER TUA VONTADE, PRA VIVER DO TEU AMOR</a:t>
            </a:r>
          </a:p>
          <a:p>
            <a:pPr algn="l"/>
            <a:r>
              <a:rPr lang="pt-BR" sz="6000" b="1" dirty="0"/>
              <a:t>EIS-ME AQUI, SENHOR!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O SENHOR É O PASTOR QUE ME CONDUZ</a:t>
            </a:r>
          </a:p>
          <a:p>
            <a:pPr algn="l"/>
            <a:r>
              <a:rPr lang="pt-BR" sz="6000" dirty="0"/>
              <a:t>POR CAMINHOS NUNCA VISTOS ME ENVIOU</a:t>
            </a:r>
          </a:p>
          <a:p>
            <a:pPr algn="l"/>
            <a:r>
              <a:rPr lang="pt-BR" sz="6000" dirty="0"/>
              <a:t>SOU CHAMADO A SER FERMENTO, SAL E LUZ</a:t>
            </a:r>
          </a:p>
          <a:p>
            <a:pPr algn="l"/>
            <a:r>
              <a:rPr lang="pt-BR" sz="6000" dirty="0"/>
              <a:t>E POR ISSO RESPONDI: AQUI ESTOU!</a:t>
            </a:r>
          </a:p>
        </p:txBody>
      </p:sp>
    </p:spTree>
    <p:extLst>
      <p:ext uri="{BB962C8B-B14F-4D97-AF65-F5344CB8AC3E}">
        <p14:creationId xmlns:p14="http://schemas.microsoft.com/office/powerpoint/2010/main" val="187751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46AA6C-807A-E87F-C8AE-95704819D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27" y="37040"/>
            <a:ext cx="9940412" cy="677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584133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dirty="0"/>
              <a:t>CONFESSO A DEUS TODO-PODEROSO E A VÓS, IRMÃOS E IRMÃS, QUE PEQUEI MUITAS VEZES POR PENSAMENTOS E PALAVRAS, ATOS E OMISSÕES, POR MINHA CULPA, MINHA CULPA, MINHA TÃO GRANDE CULPA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700694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1584133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A VIRGEM MARIA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</a:t>
            </a:r>
          </a:p>
          <a:p>
            <a:pPr algn="just"/>
            <a:r>
              <a:rPr lang="pt-BR" sz="7200" dirty="0"/>
              <a:t>QUE ROGUEIS POR MIM A DEUS, NOSSO SENHOR</a:t>
            </a:r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8919E-5B6C-904E-DF37-5C63C60C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1494E-FFF3-C310-7D25-D81B96306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340" y="360217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F45633-96CE-3FA6-76E5-A3865E5C5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340" y="2133600"/>
            <a:ext cx="11584133" cy="2978728"/>
          </a:xfrm>
        </p:spPr>
        <p:txBody>
          <a:bodyPr>
            <a:normAutofit/>
          </a:bodyPr>
          <a:lstStyle/>
          <a:p>
            <a:r>
              <a:rPr lang="pt-BR" sz="5400" b="1" dirty="0"/>
              <a:t>SENHOR, TENDE PIEDADE DE NÓS! (2X)</a:t>
            </a:r>
          </a:p>
          <a:p>
            <a:r>
              <a:rPr lang="pt-BR" sz="5400" b="1" dirty="0"/>
              <a:t>CRISTO, TENDE PIEDADE DE NÓS! (2X)</a:t>
            </a:r>
          </a:p>
          <a:p>
            <a:r>
              <a:rPr lang="pt-BR" sz="54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3352353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74BB-5687-2095-E8C9-2DAE9135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4B5A214-A5FC-F317-5032-17EAB46EF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236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500" b="1" dirty="0"/>
              <a:t>GLÓRIA A DEUS NAS ALTURAS (3X)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r>
              <a:rPr lang="pt-BR" sz="9600" dirty="0"/>
              <a:t>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712459"/>
            <a:ext cx="10659342" cy="1308389"/>
          </a:xfrm>
        </p:spPr>
        <p:txBody>
          <a:bodyPr>
            <a:normAutofit fontScale="92500"/>
          </a:bodyPr>
          <a:lstStyle/>
          <a:p>
            <a:r>
              <a:rPr lang="pt-BR" sz="6000" b="1" dirty="0"/>
              <a:t>É FELIZ QUEM A DEUS SE CONFIA!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FICAI MUITO ALEGRES, SALTAI DE ALEGRIA, POIS, TENDE UM PRÊMIO BEM GRANDE NO CÉU, FICAI MUITO ALEGRES, SALTAI DE ALEGRIA, AMÉM! ALELUIA, ALELUIA!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7100" b="1" dirty="0"/>
              <a:t>FICAI ATENTO AO CLAMOR DA MINHA PRECE, Ó MEU REI E MEU SENHOR!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DD0D6-DDCE-0282-D88E-B5C905E3C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45E01-27B9-F9A6-18CF-B854C86B0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A31314-635C-6147-ED89-4C5AADF27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7100" dirty="0"/>
              <a:t>ESCUTAI, Ó SENHOR, DEUS A MINHA PRECE, DE MANHÃ JÁ ME ESCUTAIS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259773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0409-00D0-21EA-5C40-D13E954D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FED89-85BF-CB6A-8BBE-FC69B45F8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A75F6F-3E44-0367-0B5D-332F8DB3A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7100" b="1" dirty="0"/>
              <a:t>FICAI ATENTO AO CLAMOR DA MINHA PRECE, Ó MEU REI E MEU SENHOR!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736365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4CDFF-0DEF-6729-DEAA-6A07A6763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B4B6D-CBCB-A026-15F5-C8D8329D2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74F70D-E1FF-C049-2A15-5945CE79C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É A VÓS QUE EU DIRIJO A MINHA PRECE, DE MANHÃ JÁ ME ESCUTAIS</a:t>
            </a:r>
            <a:endParaRPr lang="pt-BR" sz="60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694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i="0" dirty="0">
                <a:effectLst/>
                <a:latin typeface="Open Sans" panose="020B0606030504020204" pitchFamily="34" charset="0"/>
              </a:rPr>
              <a:t>SANTO, SANTO, SANTO</a:t>
            </a:r>
          </a:p>
          <a:p>
            <a:pPr algn="l"/>
            <a:r>
              <a:rPr lang="pt-BR" sz="24000" dirty="0">
                <a:latin typeface="Open Sans" panose="020B0606030504020204" pitchFamily="34" charset="0"/>
              </a:rPr>
              <a:t>SENHOR DEUS DO UNIVERSO</a:t>
            </a:r>
          </a:p>
          <a:p>
            <a:pPr algn="l"/>
            <a:r>
              <a:rPr lang="pt-BR" sz="26400" dirty="0"/>
              <a:t>O CÉU E A TERRA PROCLAMAM </a:t>
            </a:r>
          </a:p>
          <a:p>
            <a:pPr algn="l"/>
            <a:r>
              <a:rPr lang="pt-BR" sz="26400" dirty="0"/>
              <a:t>PROCLAMA A VOSSA GLÓRIA, </a:t>
            </a:r>
            <a:r>
              <a:rPr lang="pt-BR" sz="26400" b="1" dirty="0"/>
              <a:t>HOSANA, HOSANA, HOSANA</a:t>
            </a:r>
          </a:p>
          <a:p>
            <a:pPr algn="l"/>
            <a:r>
              <a:rPr lang="pt-BR" sz="26400" b="1" dirty="0"/>
              <a:t>HOSANA NAS ALTURAS (2X)</a:t>
            </a:r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3CD09-3A40-DA9C-3ADB-2E5FF49E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4F98E-5685-46C5-391C-7FAFA9A0B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37F845-DAB7-3811-E97F-87DBEB351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6400" dirty="0"/>
              <a:t>BENDITO O QUE VEZ EM NOME DO SENHOR</a:t>
            </a:r>
          </a:p>
          <a:p>
            <a:pPr algn="l"/>
            <a:r>
              <a:rPr lang="pt-BR" sz="26400" dirty="0"/>
              <a:t>BENDITO O QUE VEM EM NOME DO SENHOR</a:t>
            </a:r>
          </a:p>
          <a:p>
            <a:pPr algn="l"/>
            <a:r>
              <a:rPr lang="pt-BR" sz="26400" b="1" dirty="0"/>
              <a:t>HOSANA, HOSANA, HOSANA HOSANA NAS ALTURAS (2X)</a:t>
            </a:r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1932384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9200" dirty="0"/>
              <a:t>CANTAR A BELEZA DA VIDA</a:t>
            </a:r>
          </a:p>
          <a:p>
            <a:pPr algn="just"/>
            <a:r>
              <a:rPr lang="pt-BR" sz="19200" dirty="0"/>
              <a:t>PRESENTE DO AMOR SEM IGUAL,</a:t>
            </a:r>
          </a:p>
          <a:p>
            <a:pPr algn="l"/>
            <a:r>
              <a:rPr lang="pt-BR" sz="19200" dirty="0"/>
              <a:t>MISSÃO DO SEU POVO ESCOLHIDO,</a:t>
            </a:r>
          </a:p>
          <a:p>
            <a:pPr algn="just"/>
            <a:r>
              <a:rPr lang="pt-BR" sz="19200" dirty="0"/>
              <a:t>SENHOR, VEM LIVRAR-NOS DO MAL.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71391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9"/>
            <a:ext cx="10702637" cy="5299796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9200" dirty="0"/>
              <a:t>FALAR DO TEU FILHO ÀS NAÇÕES</a:t>
            </a:r>
          </a:p>
          <a:p>
            <a:pPr algn="just"/>
            <a:r>
              <a:rPr lang="pt-BR" sz="19200" dirty="0"/>
              <a:t>VIVENDO COMO ELE VIVEU,</a:t>
            </a:r>
          </a:p>
          <a:p>
            <a:pPr algn="just"/>
            <a:r>
              <a:rPr lang="pt-BR" sz="19200" dirty="0"/>
              <a:t>MISSÃO DO TEU POVO ESCOLHIDO,</a:t>
            </a:r>
          </a:p>
          <a:p>
            <a:pPr algn="just"/>
            <a:r>
              <a:rPr lang="pt-BR" sz="19200" dirty="0"/>
              <a:t>SENHOR VEM CUIDAR QUE É TEU.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1802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6127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9"/>
            <a:ext cx="10702637" cy="5299796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9200" dirty="0"/>
              <a:t>VIVER O PERDÃO SEM MEDIDA,</a:t>
            </a:r>
          </a:p>
          <a:p>
            <a:pPr algn="just"/>
            <a:r>
              <a:rPr lang="pt-BR" sz="19200" dirty="0"/>
              <a:t>SERVIR SEM JAMAIS CONDENAR,</a:t>
            </a:r>
          </a:p>
          <a:p>
            <a:pPr algn="l"/>
            <a:r>
              <a:rPr lang="pt-BR" sz="19200" dirty="0"/>
              <a:t>MISSÃO DO TEU POVO ESCOLHIDO,</a:t>
            </a:r>
          </a:p>
          <a:p>
            <a:pPr algn="l"/>
            <a:r>
              <a:rPr lang="pt-BR" sz="19200" dirty="0"/>
              <a:t>SENHOR VEM CONOSCO FICAR.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4138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1919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9"/>
            <a:ext cx="10702637" cy="5299796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ERGUER OS QUE SÃO HUMILHADOS</a:t>
            </a:r>
          </a:p>
          <a:p>
            <a:pPr algn="just"/>
            <a:r>
              <a:rPr lang="pt-BR" sz="6000" dirty="0"/>
              <a:t>DOAR-SE AOS PEQUENOS, AOS POBRES,</a:t>
            </a:r>
          </a:p>
          <a:p>
            <a:pPr algn="just"/>
            <a:r>
              <a:rPr lang="pt-BR" sz="6000" dirty="0"/>
              <a:t>MISSÃO DO TEU POVO ESCOLHIDO,</a:t>
            </a:r>
          </a:p>
          <a:p>
            <a:pPr algn="just"/>
            <a:r>
              <a:rPr lang="pt-BR" sz="6000" dirty="0"/>
              <a:t>SENHOR, NOSSAS FORÇAS REDOBRE.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23836257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3948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66001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O SILÊNCIO INEVÁVEL DE AMOR, Ó LUZ DE AMOR. AMÉM</a:t>
            </a:r>
          </a:p>
          <a:p>
            <a:pPr algn="l"/>
            <a:r>
              <a:rPr lang="pt-BR" sz="8000" b="1" dirty="0"/>
              <a:t>COMO DIZER QUEM TU ÉS? TEU NOME É DEU É AMOR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2516078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Ó TRINDADE DE AMORSUMO BEM Ó VIDA FELIZ,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 É AMOR</a:t>
            </a:r>
          </a:p>
        </p:txBody>
      </p:sp>
    </p:spTree>
    <p:extLst>
      <p:ext uri="{BB962C8B-B14F-4D97-AF65-F5344CB8AC3E}">
        <p14:creationId xmlns:p14="http://schemas.microsoft.com/office/powerpoint/2010/main" val="23196362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OCEANO INFINITO DE AMOR, Ó FOGO DE AMOR,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 É AMOR</a:t>
            </a:r>
          </a:p>
        </p:txBody>
      </p:sp>
    </p:spTree>
    <p:extLst>
      <p:ext uri="{BB962C8B-B14F-4D97-AF65-F5344CB8AC3E}">
        <p14:creationId xmlns:p14="http://schemas.microsoft.com/office/powerpoint/2010/main" val="3344420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VIOLÊNCIA SUAVE DE AMOR, EXPLOSÃO DE AMOR,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 É AMOR</a:t>
            </a:r>
          </a:p>
        </p:txBody>
      </p:sp>
    </p:spTree>
    <p:extLst>
      <p:ext uri="{BB962C8B-B14F-4D97-AF65-F5344CB8AC3E}">
        <p14:creationId xmlns:p14="http://schemas.microsoft.com/office/powerpoint/2010/main" val="4441688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7251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85672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b="1" dirty="0"/>
              <a:t>1. PELAS ESTRADAS DA VIDA,</a:t>
            </a:r>
          </a:p>
          <a:p>
            <a:pPr algn="l"/>
            <a:r>
              <a:rPr lang="pt-BR" sz="7400" b="1" dirty="0"/>
              <a:t>NUNCA SOZINHO ESTÁS.</a:t>
            </a:r>
          </a:p>
          <a:p>
            <a:pPr algn="l"/>
            <a:r>
              <a:rPr lang="pt-BR" sz="7400" b="1" dirty="0"/>
              <a:t>CONTIGO PELO CAMINHO,</a:t>
            </a:r>
          </a:p>
          <a:p>
            <a:pPr algn="l"/>
            <a:r>
              <a:rPr lang="pt-BR" sz="7400" b="1" dirty="0"/>
              <a:t>SANTA MARIA VAI.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Ó VEM CONOSCO, VEM CAMINHAR,</a:t>
            </a:r>
          </a:p>
          <a:p>
            <a:pPr algn="l"/>
            <a:r>
              <a:rPr lang="pt-BR" sz="7400" dirty="0"/>
              <a:t>SANTA MARIA VEM.</a:t>
            </a:r>
          </a:p>
          <a:p>
            <a:pPr algn="l"/>
            <a:r>
              <a:rPr lang="pt-BR" sz="7400" dirty="0"/>
              <a:t>Ó VEM CONOSCO, VEM CAMINHAR,</a:t>
            </a:r>
          </a:p>
          <a:p>
            <a:pPr algn="l"/>
            <a:r>
              <a:rPr lang="pt-BR" sz="7400" dirty="0"/>
              <a:t>SANTA MARIA VEM</a:t>
            </a:r>
            <a:r>
              <a:rPr lang="pt-BR" sz="7400" b="1" dirty="0"/>
              <a:t>.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85672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b="1" dirty="0"/>
              <a:t>2. MESMO QUE DIGAM OS HOMENS,</a:t>
            </a:r>
          </a:p>
          <a:p>
            <a:pPr algn="l"/>
            <a:r>
              <a:rPr lang="pt-BR" sz="7400" b="1" dirty="0"/>
              <a:t>TU NADA PODES MUDAR</a:t>
            </a:r>
          </a:p>
          <a:p>
            <a:pPr algn="l"/>
            <a:r>
              <a:rPr lang="pt-BR" sz="7400" b="1" dirty="0"/>
              <a:t>LUTA POR UM MUNDO NOVO</a:t>
            </a:r>
          </a:p>
          <a:p>
            <a:pPr algn="l"/>
            <a:r>
              <a:rPr lang="pt-BR" sz="7400" b="1"/>
              <a:t>DE UNIDADE E PAZ.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Ó VEM CONOSCO, VEM CAMINHAR,</a:t>
            </a:r>
          </a:p>
          <a:p>
            <a:pPr algn="l"/>
            <a:r>
              <a:rPr lang="pt-BR" sz="7400" dirty="0"/>
              <a:t>SANTA MARIA VEM.</a:t>
            </a:r>
          </a:p>
          <a:p>
            <a:pPr algn="l"/>
            <a:r>
              <a:rPr lang="pt-BR" sz="7400" dirty="0"/>
              <a:t>Ó VEM CONOSCO, VEM CAMINHAR,</a:t>
            </a:r>
          </a:p>
          <a:p>
            <a:pPr algn="l"/>
            <a:r>
              <a:rPr lang="pt-BR" sz="7400" dirty="0"/>
              <a:t>SANTA MARIA VEM</a:t>
            </a:r>
            <a:r>
              <a:rPr lang="pt-BR" sz="7400" b="1" dirty="0"/>
              <a:t>.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15917758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10350</TotalTime>
  <Words>904</Words>
  <Application>Microsoft Office PowerPoint</Application>
  <PresentationFormat>Widescreen</PresentationFormat>
  <Paragraphs>148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41</cp:revision>
  <dcterms:created xsi:type="dcterms:W3CDTF">2023-05-06T17:01:55Z</dcterms:created>
  <dcterms:modified xsi:type="dcterms:W3CDTF">2025-09-06T22:56:48Z</dcterms:modified>
</cp:coreProperties>
</file>