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67" r:id="rId4"/>
    <p:sldId id="494" r:id="rId5"/>
    <p:sldId id="492" r:id="rId6"/>
    <p:sldId id="495" r:id="rId7"/>
    <p:sldId id="493" r:id="rId8"/>
    <p:sldId id="496" r:id="rId9"/>
    <p:sldId id="258" r:id="rId10"/>
    <p:sldId id="397" r:id="rId11"/>
    <p:sldId id="425" r:id="rId12"/>
    <p:sldId id="426" r:id="rId13"/>
    <p:sldId id="260" r:id="rId14"/>
    <p:sldId id="261" r:id="rId15"/>
    <p:sldId id="338" r:id="rId16"/>
    <p:sldId id="339" r:id="rId17"/>
    <p:sldId id="340" r:id="rId18"/>
    <p:sldId id="377" r:id="rId19"/>
    <p:sldId id="264" r:id="rId20"/>
    <p:sldId id="265" r:id="rId21"/>
    <p:sldId id="266" r:id="rId22"/>
    <p:sldId id="267" r:id="rId23"/>
    <p:sldId id="271" r:id="rId24"/>
    <p:sldId id="451" r:id="rId25"/>
    <p:sldId id="480" r:id="rId26"/>
    <p:sldId id="481" r:id="rId27"/>
    <p:sldId id="482" r:id="rId28"/>
    <p:sldId id="361" r:id="rId29"/>
    <p:sldId id="445" r:id="rId30"/>
    <p:sldId id="443" r:id="rId31"/>
    <p:sldId id="444" r:id="rId32"/>
    <p:sldId id="439" r:id="rId33"/>
    <p:sldId id="471" r:id="rId34"/>
    <p:sldId id="472" r:id="rId35"/>
    <p:sldId id="473" r:id="rId36"/>
    <p:sldId id="474" r:id="rId37"/>
    <p:sldId id="277" r:id="rId38"/>
    <p:sldId id="337" r:id="rId39"/>
    <p:sldId id="424" r:id="rId40"/>
    <p:sldId id="497" r:id="rId41"/>
    <p:sldId id="498" r:id="rId42"/>
    <p:sldId id="427" r:id="rId43"/>
    <p:sldId id="491" r:id="rId44"/>
    <p:sldId id="459" r:id="rId45"/>
    <p:sldId id="433" r:id="rId46"/>
    <p:sldId id="432" r:id="rId47"/>
    <p:sldId id="434" r:id="rId48"/>
    <p:sldId id="499" r:id="rId49"/>
    <p:sldId id="469" r:id="rId50"/>
    <p:sldId id="430" r:id="rId51"/>
    <p:sldId id="431" r:id="rId5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41" autoAdjust="0"/>
    <p:restoredTop sz="94660"/>
  </p:normalViewPr>
  <p:slideViewPr>
    <p:cSldViewPr snapToGrid="0">
      <p:cViewPr varScale="1">
        <p:scale>
          <a:sx n="69" d="100"/>
          <a:sy n="69" d="100"/>
        </p:scale>
        <p:origin x="5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EC77693A-FA36-4AEF-B9E7-6522662135EB}"/>
    <pc:docChg chg="custSel addSld delSld modSld sldOrd">
      <pc:chgData name="anaclaracosta116@gmail.com" userId="a793634777582c92" providerId="LiveId" clId="{EC77693A-FA36-4AEF-B9E7-6522662135EB}" dt="2024-01-27T20:15:36.899" v="916"/>
      <pc:docMkLst>
        <pc:docMk/>
      </pc:docMkLst>
      <pc:sldChg chg="modSp mod">
        <pc:chgData name="anaclaracosta116@gmail.com" userId="a793634777582c92" providerId="LiveId" clId="{EC77693A-FA36-4AEF-B9E7-6522662135EB}" dt="2024-01-27T19:28:05.608" v="106" actId="113"/>
        <pc:sldMkLst>
          <pc:docMk/>
          <pc:sldMk cId="2490480151" sldId="259"/>
        </pc:sldMkLst>
        <pc:spChg chg="mod">
          <ac:chgData name="anaclaracosta116@gmail.com" userId="a793634777582c92" providerId="LiveId" clId="{EC77693A-FA36-4AEF-B9E7-6522662135EB}" dt="2024-01-27T19:28:05.608" v="106" actId="113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29:23.621" v="226" actId="20577"/>
        <pc:sldMkLst>
          <pc:docMk/>
          <pc:sldMk cId="337661645" sldId="261"/>
        </pc:sldMkLst>
        <pc:spChg chg="mod">
          <ac:chgData name="anaclaracosta116@gmail.com" userId="a793634777582c92" providerId="LiveId" clId="{EC77693A-FA36-4AEF-B9E7-6522662135EB}" dt="2024-01-27T19:29:23.621" v="226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32:17.787" v="253"/>
        <pc:sldMkLst>
          <pc:docMk/>
          <pc:sldMk cId="3388034860" sldId="265"/>
        </pc:sldMkLst>
        <pc:spChg chg="mod">
          <ac:chgData name="anaclaracosta116@gmail.com" userId="a793634777582c92" providerId="LiveId" clId="{EC77693A-FA36-4AEF-B9E7-6522662135EB}" dt="2024-01-27T19:32:17.787" v="253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44:42.653" v="513" actId="20577"/>
        <pc:sldMkLst>
          <pc:docMk/>
          <pc:sldMk cId="2671817442" sldId="267"/>
        </pc:sldMkLst>
        <pc:spChg chg="mod">
          <ac:chgData name="anaclaracosta116@gmail.com" userId="a793634777582c92" providerId="LiveId" clId="{EC77693A-FA36-4AEF-B9E7-6522662135EB}" dt="2024-01-27T19:44:42.653" v="513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37:15.244" v="359" actId="113"/>
        <pc:sldMkLst>
          <pc:docMk/>
          <pc:sldMk cId="2786277918" sldId="269"/>
        </pc:sldMkLst>
        <pc:spChg chg="mod">
          <ac:chgData name="anaclaracosta116@gmail.com" userId="a793634777582c92" providerId="LiveId" clId="{EC77693A-FA36-4AEF-B9E7-6522662135EB}" dt="2024-01-27T19:37:15.244" v="359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20:15:08.857" v="911" actId="113"/>
        <pc:sldMkLst>
          <pc:docMk/>
          <pc:sldMk cId="4141278968" sldId="337"/>
        </pc:sldMkLst>
        <pc:spChg chg="mod">
          <ac:chgData name="anaclaracosta116@gmail.com" userId="a793634777582c92" providerId="LiveId" clId="{EC77693A-FA36-4AEF-B9E7-6522662135EB}" dt="2024-01-27T20:15:08.857" v="911" actId="113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29:31.230" v="229" actId="20577"/>
        <pc:sldMkLst>
          <pc:docMk/>
          <pc:sldMk cId="1733667129" sldId="338"/>
        </pc:sldMkLst>
        <pc:spChg chg="mod">
          <ac:chgData name="anaclaracosta116@gmail.com" userId="a793634777582c92" providerId="LiveId" clId="{EC77693A-FA36-4AEF-B9E7-6522662135EB}" dt="2024-01-27T19:29:31.230" v="229" actId="20577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29:54.009" v="236" actId="27636"/>
        <pc:sldMkLst>
          <pc:docMk/>
          <pc:sldMk cId="2703894855" sldId="339"/>
        </pc:sldMkLst>
        <pc:spChg chg="mod">
          <ac:chgData name="anaclaracosta116@gmail.com" userId="a793634777582c92" providerId="LiveId" clId="{EC77693A-FA36-4AEF-B9E7-6522662135EB}" dt="2024-01-27T19:29:54.009" v="236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30:04.864" v="239" actId="20577"/>
        <pc:sldMkLst>
          <pc:docMk/>
          <pc:sldMk cId="641955455" sldId="340"/>
        </pc:sldMkLst>
        <pc:spChg chg="mod">
          <ac:chgData name="anaclaracosta116@gmail.com" userId="a793634777582c92" providerId="LiveId" clId="{EC77693A-FA36-4AEF-B9E7-6522662135EB}" dt="2024-01-27T19:30:04.864" v="239" actId="20577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25:47.102" v="9" actId="403"/>
        <pc:sldMkLst>
          <pc:docMk/>
          <pc:sldMk cId="880466366" sldId="354"/>
        </pc:sldMkLst>
        <pc:spChg chg="mod">
          <ac:chgData name="anaclaracosta116@gmail.com" userId="a793634777582c92" providerId="LiveId" clId="{EC77693A-FA36-4AEF-B9E7-6522662135EB}" dt="2024-01-27T19:25:47.102" v="9" actId="403"/>
          <ac:spMkLst>
            <pc:docMk/>
            <pc:sldMk cId="880466366" sldId="35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C77693A-FA36-4AEF-B9E7-6522662135EB}" dt="2024-01-27T20:15:11.582" v="912" actId="2696"/>
        <pc:sldMkLst>
          <pc:docMk/>
          <pc:sldMk cId="1457828054" sldId="374"/>
        </pc:sldMkLst>
      </pc:sldChg>
      <pc:sldChg chg="modSp mod ord">
        <pc:chgData name="anaclaracosta116@gmail.com" userId="a793634777582c92" providerId="LiveId" clId="{EC77693A-FA36-4AEF-B9E7-6522662135EB}" dt="2024-01-27T19:25:03.328" v="3" actId="20577"/>
        <pc:sldMkLst>
          <pc:docMk/>
          <pc:sldMk cId="725659120" sldId="375"/>
        </pc:sldMkLst>
        <pc:spChg chg="mod">
          <ac:chgData name="anaclaracosta116@gmail.com" userId="a793634777582c92" providerId="LiveId" clId="{EC77693A-FA36-4AEF-B9E7-6522662135EB}" dt="2024-01-27T19:25:03.328" v="3" actId="20577"/>
          <ac:spMkLst>
            <pc:docMk/>
            <pc:sldMk cId="725659120" sldId="375"/>
            <ac:spMk id="4" creationId="{2403ABE3-D2A9-4E95-C93C-168023A9A24E}"/>
          </ac:spMkLst>
        </pc:spChg>
      </pc:sldChg>
      <pc:sldChg chg="modSp mod">
        <pc:chgData name="anaclaracosta116@gmail.com" userId="a793634777582c92" providerId="LiveId" clId="{EC77693A-FA36-4AEF-B9E7-6522662135EB}" dt="2024-01-27T19:30:22.572" v="250" actId="20577"/>
        <pc:sldMkLst>
          <pc:docMk/>
          <pc:sldMk cId="3733524150" sldId="377"/>
        </pc:sldMkLst>
        <pc:spChg chg="mod">
          <ac:chgData name="anaclaracosta116@gmail.com" userId="a793634777582c92" providerId="LiveId" clId="{EC77693A-FA36-4AEF-B9E7-6522662135EB}" dt="2024-01-27T19:30:22.572" v="250" actId="20577"/>
          <ac:spMkLst>
            <pc:docMk/>
            <pc:sldMk cId="3733524150" sldId="37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28:53.947" v="219" actId="113"/>
        <pc:sldMkLst>
          <pc:docMk/>
          <pc:sldMk cId="1193674150" sldId="411"/>
        </pc:sldMkLst>
        <pc:spChg chg="mod">
          <ac:chgData name="anaclaracosta116@gmail.com" userId="a793634777582c92" providerId="LiveId" clId="{EC77693A-FA36-4AEF-B9E7-6522662135EB}" dt="2024-01-27T19:28:53.947" v="219" actId="113"/>
          <ac:spMkLst>
            <pc:docMk/>
            <pc:sldMk cId="1193674150" sldId="41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59:01.441" v="726" actId="113"/>
        <pc:sldMkLst>
          <pc:docMk/>
          <pc:sldMk cId="3734991938" sldId="428"/>
        </pc:sldMkLst>
        <pc:spChg chg="mod">
          <ac:chgData name="anaclaracosta116@gmail.com" userId="a793634777582c92" providerId="LiveId" clId="{EC77693A-FA36-4AEF-B9E7-6522662135EB}" dt="2024-01-27T19:59:01.441" v="726" actId="113"/>
          <ac:spMkLst>
            <pc:docMk/>
            <pc:sldMk cId="3734991938" sldId="42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20:05:43.588" v="798" actId="27636"/>
        <pc:sldMkLst>
          <pc:docMk/>
          <pc:sldMk cId="1475441202" sldId="429"/>
        </pc:sldMkLst>
        <pc:spChg chg="mod">
          <ac:chgData name="anaclaracosta116@gmail.com" userId="a793634777582c92" providerId="LiveId" clId="{EC77693A-FA36-4AEF-B9E7-6522662135EB}" dt="2024-01-27T20:05:43.588" v="798" actId="27636"/>
          <ac:spMkLst>
            <pc:docMk/>
            <pc:sldMk cId="1475441202" sldId="42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C77693A-FA36-4AEF-B9E7-6522662135EB}" dt="2024-01-27T19:29:08.775" v="220" actId="2696"/>
        <pc:sldMkLst>
          <pc:docMk/>
          <pc:sldMk cId="2198693354" sldId="433"/>
        </pc:sldMkLst>
      </pc:sldChg>
      <pc:sldChg chg="modSp mod">
        <pc:chgData name="anaclaracosta116@gmail.com" userId="a793634777582c92" providerId="LiveId" clId="{EC77693A-FA36-4AEF-B9E7-6522662135EB}" dt="2024-01-27T19:52:05.195" v="605" actId="207"/>
        <pc:sldMkLst>
          <pc:docMk/>
          <pc:sldMk cId="1179819499" sldId="439"/>
        </pc:sldMkLst>
        <pc:spChg chg="mod">
          <ac:chgData name="anaclaracosta116@gmail.com" userId="a793634777582c92" providerId="LiveId" clId="{EC77693A-FA36-4AEF-B9E7-6522662135EB}" dt="2024-01-27T19:52:05.195" v="605" actId="207"/>
          <ac:spMkLst>
            <pc:docMk/>
            <pc:sldMk cId="1179819499" sldId="43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C77693A-FA36-4AEF-B9E7-6522662135EB}" dt="2024-01-27T19:47:27.201" v="581" actId="2696"/>
        <pc:sldMkLst>
          <pc:docMk/>
          <pc:sldMk cId="1269557353" sldId="440"/>
        </pc:sldMkLst>
      </pc:sldChg>
      <pc:sldChg chg="del">
        <pc:chgData name="anaclaracosta116@gmail.com" userId="a793634777582c92" providerId="LiveId" clId="{EC77693A-FA36-4AEF-B9E7-6522662135EB}" dt="2024-01-27T20:06:01.493" v="800" actId="2696"/>
        <pc:sldMkLst>
          <pc:docMk/>
          <pc:sldMk cId="652183787" sldId="441"/>
        </pc:sldMkLst>
      </pc:sldChg>
      <pc:sldChg chg="modSp mod">
        <pc:chgData name="anaclaracosta116@gmail.com" userId="a793634777582c92" providerId="LiveId" clId="{EC77693A-FA36-4AEF-B9E7-6522662135EB}" dt="2024-01-27T19:45:53.823" v="571" actId="27636"/>
        <pc:sldMkLst>
          <pc:docMk/>
          <pc:sldMk cId="3496163428" sldId="444"/>
        </pc:sldMkLst>
        <pc:spChg chg="mod">
          <ac:chgData name="anaclaracosta116@gmail.com" userId="a793634777582c92" providerId="LiveId" clId="{EC77693A-FA36-4AEF-B9E7-6522662135EB}" dt="2024-01-27T19:45:53.823" v="571" actId="27636"/>
          <ac:spMkLst>
            <pc:docMk/>
            <pc:sldMk cId="3496163428" sldId="44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EC77693A-FA36-4AEF-B9E7-6522662135EB}" dt="2024-01-27T19:38:52.533" v="391" actId="20577"/>
        <pc:sldMkLst>
          <pc:docMk/>
          <pc:sldMk cId="374298811" sldId="445"/>
        </pc:sldMkLst>
        <pc:spChg chg="mod">
          <ac:chgData name="anaclaracosta116@gmail.com" userId="a793634777582c92" providerId="LiveId" clId="{EC77693A-FA36-4AEF-B9E7-6522662135EB}" dt="2024-01-27T19:38:52.533" v="391" actId="20577"/>
          <ac:spMkLst>
            <pc:docMk/>
            <pc:sldMk cId="374298811" sldId="44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C77693A-FA36-4AEF-B9E7-6522662135EB}" dt="2024-01-27T19:47:33.367" v="583" actId="2696"/>
        <pc:sldMkLst>
          <pc:docMk/>
          <pc:sldMk cId="1817972339" sldId="449"/>
        </pc:sldMkLst>
      </pc:sldChg>
      <pc:sldChg chg="del">
        <pc:chgData name="anaclaracosta116@gmail.com" userId="a793634777582c92" providerId="LiveId" clId="{EC77693A-FA36-4AEF-B9E7-6522662135EB}" dt="2024-01-27T19:25:52.322" v="10" actId="2696"/>
        <pc:sldMkLst>
          <pc:docMk/>
          <pc:sldMk cId="2135920785" sldId="451"/>
        </pc:sldMkLst>
      </pc:sldChg>
      <pc:sldChg chg="del">
        <pc:chgData name="anaclaracosta116@gmail.com" userId="a793634777582c92" providerId="LiveId" clId="{EC77693A-FA36-4AEF-B9E7-6522662135EB}" dt="2024-01-27T19:26:01.620" v="12" actId="2696"/>
        <pc:sldMkLst>
          <pc:docMk/>
          <pc:sldMk cId="101785395" sldId="452"/>
        </pc:sldMkLst>
      </pc:sldChg>
      <pc:sldChg chg="del">
        <pc:chgData name="anaclaracosta116@gmail.com" userId="a793634777582c92" providerId="LiveId" clId="{EC77693A-FA36-4AEF-B9E7-6522662135EB}" dt="2024-01-27T19:37:28.928" v="360" actId="2696"/>
        <pc:sldMkLst>
          <pc:docMk/>
          <pc:sldMk cId="3858239864" sldId="453"/>
        </pc:sldMkLst>
      </pc:sldChg>
      <pc:sldChg chg="del">
        <pc:chgData name="anaclaracosta116@gmail.com" userId="a793634777582c92" providerId="LiveId" clId="{EC77693A-FA36-4AEF-B9E7-6522662135EB}" dt="2024-01-27T19:37:31.974" v="361" actId="2696"/>
        <pc:sldMkLst>
          <pc:docMk/>
          <pc:sldMk cId="307078900" sldId="454"/>
        </pc:sldMkLst>
      </pc:sldChg>
      <pc:sldChg chg="del">
        <pc:chgData name="anaclaracosta116@gmail.com" userId="a793634777582c92" providerId="LiveId" clId="{EC77693A-FA36-4AEF-B9E7-6522662135EB}" dt="2024-01-27T19:47:24.423" v="580" actId="2696"/>
        <pc:sldMkLst>
          <pc:docMk/>
          <pc:sldMk cId="2174702356" sldId="455"/>
        </pc:sldMkLst>
      </pc:sldChg>
      <pc:sldChg chg="del">
        <pc:chgData name="anaclaracosta116@gmail.com" userId="a793634777582c92" providerId="LiveId" clId="{EC77693A-FA36-4AEF-B9E7-6522662135EB}" dt="2024-01-27T19:47:30.840" v="582" actId="2696"/>
        <pc:sldMkLst>
          <pc:docMk/>
          <pc:sldMk cId="2128036226" sldId="456"/>
        </pc:sldMkLst>
      </pc:sldChg>
      <pc:sldChg chg="del">
        <pc:chgData name="anaclaracosta116@gmail.com" userId="a793634777582c92" providerId="LiveId" clId="{EC77693A-FA36-4AEF-B9E7-6522662135EB}" dt="2024-01-27T20:06:43.658" v="848" actId="2696"/>
        <pc:sldMkLst>
          <pc:docMk/>
          <pc:sldMk cId="3261158927" sldId="457"/>
        </pc:sldMkLst>
      </pc:sldChg>
      <pc:sldChg chg="del">
        <pc:chgData name="anaclaracosta116@gmail.com" userId="a793634777582c92" providerId="LiveId" clId="{EC77693A-FA36-4AEF-B9E7-6522662135EB}" dt="2024-01-27T20:15:14.011" v="913" actId="2696"/>
        <pc:sldMkLst>
          <pc:docMk/>
          <pc:sldMk cId="1928760368" sldId="458"/>
        </pc:sldMkLst>
      </pc:sldChg>
      <pc:sldChg chg="del">
        <pc:chgData name="anaclaracosta116@gmail.com" userId="a793634777582c92" providerId="LiveId" clId="{EC77693A-FA36-4AEF-B9E7-6522662135EB}" dt="2024-01-27T20:09:11.508" v="905" actId="2696"/>
        <pc:sldMkLst>
          <pc:docMk/>
          <pc:sldMk cId="3774764682" sldId="462"/>
        </pc:sldMkLst>
      </pc:sldChg>
      <pc:sldChg chg="del">
        <pc:chgData name="anaclaracosta116@gmail.com" userId="a793634777582c92" providerId="LiveId" clId="{EC77693A-FA36-4AEF-B9E7-6522662135EB}" dt="2024-01-27T19:25:58.148" v="11" actId="2696"/>
        <pc:sldMkLst>
          <pc:docMk/>
          <pc:sldMk cId="1084459873" sldId="463"/>
        </pc:sldMkLst>
      </pc:sldChg>
      <pc:sldChg chg="del">
        <pc:chgData name="anaclaracosta116@gmail.com" userId="a793634777582c92" providerId="LiveId" clId="{EC77693A-FA36-4AEF-B9E7-6522662135EB}" dt="2024-01-27T19:30:37.125" v="251" actId="2696"/>
        <pc:sldMkLst>
          <pc:docMk/>
          <pc:sldMk cId="1686429539" sldId="464"/>
        </pc:sldMkLst>
      </pc:sldChg>
      <pc:sldChg chg="del">
        <pc:chgData name="anaclaracosta116@gmail.com" userId="a793634777582c92" providerId="LiveId" clId="{EC77693A-FA36-4AEF-B9E7-6522662135EB}" dt="2024-01-27T19:47:36.177" v="584" actId="2696"/>
        <pc:sldMkLst>
          <pc:docMk/>
          <pc:sldMk cId="2578539777" sldId="465"/>
        </pc:sldMkLst>
      </pc:sldChg>
      <pc:sldChg chg="del">
        <pc:chgData name="anaclaracosta116@gmail.com" userId="a793634777582c92" providerId="LiveId" clId="{EC77693A-FA36-4AEF-B9E7-6522662135EB}" dt="2024-01-27T19:47:38.565" v="585" actId="2696"/>
        <pc:sldMkLst>
          <pc:docMk/>
          <pc:sldMk cId="42144226" sldId="466"/>
        </pc:sldMkLst>
      </pc:sldChg>
      <pc:sldChg chg="modSp add mod">
        <pc:chgData name="anaclaracosta116@gmail.com" userId="a793634777582c92" providerId="LiveId" clId="{EC77693A-FA36-4AEF-B9E7-6522662135EB}" dt="2024-01-27T19:26:36.007" v="15"/>
        <pc:sldMkLst>
          <pc:docMk/>
          <pc:sldMk cId="1877514772" sldId="467"/>
        </pc:sldMkLst>
        <pc:spChg chg="mod">
          <ac:chgData name="anaclaracosta116@gmail.com" userId="a793634777582c92" providerId="LiveId" clId="{EC77693A-FA36-4AEF-B9E7-6522662135EB}" dt="2024-01-27T19:26:36.007" v="15"/>
          <ac:spMkLst>
            <pc:docMk/>
            <pc:sldMk cId="1877514772" sldId="467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77693A-FA36-4AEF-B9E7-6522662135EB}" dt="2024-01-27T19:27:17.814" v="16"/>
        <pc:sldMkLst>
          <pc:docMk/>
          <pc:sldMk cId="2429657436" sldId="468"/>
        </pc:sldMkLst>
        <pc:spChg chg="mod">
          <ac:chgData name="anaclaracosta116@gmail.com" userId="a793634777582c92" providerId="LiveId" clId="{EC77693A-FA36-4AEF-B9E7-6522662135EB}" dt="2024-01-27T19:27:17.814" v="16"/>
          <ac:spMkLst>
            <pc:docMk/>
            <pc:sldMk cId="2429657436" sldId="468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77693A-FA36-4AEF-B9E7-6522662135EB}" dt="2024-01-27T19:38:06.025" v="371"/>
        <pc:sldMkLst>
          <pc:docMk/>
          <pc:sldMk cId="2395893813" sldId="469"/>
        </pc:sldMkLst>
        <pc:spChg chg="mod">
          <ac:chgData name="anaclaracosta116@gmail.com" userId="a793634777582c92" providerId="LiveId" clId="{EC77693A-FA36-4AEF-B9E7-6522662135EB}" dt="2024-01-27T19:38:06.025" v="371"/>
          <ac:spMkLst>
            <pc:docMk/>
            <pc:sldMk cId="2395893813" sldId="46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77693A-FA36-4AEF-B9E7-6522662135EB}" dt="2024-01-27T19:38:33.502" v="382" actId="27636"/>
        <pc:sldMkLst>
          <pc:docMk/>
          <pc:sldMk cId="3477985838" sldId="470"/>
        </pc:sldMkLst>
        <pc:spChg chg="mod">
          <ac:chgData name="anaclaracosta116@gmail.com" userId="a793634777582c92" providerId="LiveId" clId="{EC77693A-FA36-4AEF-B9E7-6522662135EB}" dt="2024-01-27T19:38:33.502" v="382" actId="27636"/>
          <ac:spMkLst>
            <pc:docMk/>
            <pc:sldMk cId="3477985838" sldId="470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EC77693A-FA36-4AEF-B9E7-6522662135EB}" dt="2024-01-27T19:47:43.066" v="588"/>
        <pc:sldMkLst>
          <pc:docMk/>
          <pc:sldMk cId="732830456" sldId="471"/>
        </pc:sldMkLst>
      </pc:sldChg>
      <pc:sldChg chg="modSp add mod ord">
        <pc:chgData name="anaclaracosta116@gmail.com" userId="a793634777582c92" providerId="LiveId" clId="{EC77693A-FA36-4AEF-B9E7-6522662135EB}" dt="2024-01-27T19:54:49.657" v="611" actId="27636"/>
        <pc:sldMkLst>
          <pc:docMk/>
          <pc:sldMk cId="1525905126" sldId="472"/>
        </pc:sldMkLst>
        <pc:spChg chg="mod">
          <ac:chgData name="anaclaracosta116@gmail.com" userId="a793634777582c92" providerId="LiveId" clId="{EC77693A-FA36-4AEF-B9E7-6522662135EB}" dt="2024-01-27T19:54:49.657" v="611" actId="27636"/>
          <ac:spMkLst>
            <pc:docMk/>
            <pc:sldMk cId="1525905126" sldId="472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EC77693A-FA36-4AEF-B9E7-6522662135EB}" dt="2024-01-27T19:49:18.866" v="597"/>
        <pc:sldMkLst>
          <pc:docMk/>
          <pc:sldMk cId="3903464118" sldId="473"/>
        </pc:sldMkLst>
      </pc:sldChg>
      <pc:sldChg chg="modSp add mod ord">
        <pc:chgData name="anaclaracosta116@gmail.com" userId="a793634777582c92" providerId="LiveId" clId="{EC77693A-FA36-4AEF-B9E7-6522662135EB}" dt="2024-01-27T19:55:02.220" v="613" actId="27636"/>
        <pc:sldMkLst>
          <pc:docMk/>
          <pc:sldMk cId="1380314716" sldId="474"/>
        </pc:sldMkLst>
        <pc:spChg chg="mod">
          <ac:chgData name="anaclaracosta116@gmail.com" userId="a793634777582c92" providerId="LiveId" clId="{EC77693A-FA36-4AEF-B9E7-6522662135EB}" dt="2024-01-27T19:55:02.220" v="613" actId="27636"/>
          <ac:spMkLst>
            <pc:docMk/>
            <pc:sldMk cId="1380314716" sldId="47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77693A-FA36-4AEF-B9E7-6522662135EB}" dt="2024-01-27T20:06:38.855" v="847" actId="20577"/>
        <pc:sldMkLst>
          <pc:docMk/>
          <pc:sldMk cId="3727300810" sldId="475"/>
        </pc:sldMkLst>
        <pc:spChg chg="mod">
          <ac:chgData name="anaclaracosta116@gmail.com" userId="a793634777582c92" providerId="LiveId" clId="{EC77693A-FA36-4AEF-B9E7-6522662135EB}" dt="2024-01-27T20:06:38.855" v="847" actId="20577"/>
          <ac:spMkLst>
            <pc:docMk/>
            <pc:sldMk cId="3727300810" sldId="47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77693A-FA36-4AEF-B9E7-6522662135EB}" dt="2024-01-27T20:08:42.864" v="902" actId="20577"/>
        <pc:sldMkLst>
          <pc:docMk/>
          <pc:sldMk cId="3136888973" sldId="476"/>
        </pc:sldMkLst>
        <pc:spChg chg="mod">
          <ac:chgData name="anaclaracosta116@gmail.com" userId="a793634777582c92" providerId="LiveId" clId="{EC77693A-FA36-4AEF-B9E7-6522662135EB}" dt="2024-01-27T20:08:42.864" v="902" actId="20577"/>
          <ac:spMkLst>
            <pc:docMk/>
            <pc:sldMk cId="3136888973" sldId="476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C77693A-FA36-4AEF-B9E7-6522662135EB}" dt="2024-01-27T20:15:36.899" v="916"/>
        <pc:sldMkLst>
          <pc:docMk/>
          <pc:sldMk cId="1688425786" sldId="477"/>
        </pc:sldMkLst>
        <pc:spChg chg="mod">
          <ac:chgData name="anaclaracosta116@gmail.com" userId="a793634777582c92" providerId="LiveId" clId="{EC77693A-FA36-4AEF-B9E7-6522662135EB}" dt="2024-01-27T20:15:36.899" v="916"/>
          <ac:spMkLst>
            <pc:docMk/>
            <pc:sldMk cId="1688425786" sldId="477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EC77693A-FA36-4AEF-B9E7-6522662135EB}" dt="2024-01-27T20:09:03.072" v="904" actId="2696"/>
        <pc:sldMkLst>
          <pc:docMk/>
          <pc:sldMk cId="3848212539" sldId="4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1A46272-582C-6747-4C06-A5CBBD62F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0" cy="6866313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-8314"/>
            <a:ext cx="12191999" cy="6866313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504476" y="2386306"/>
            <a:ext cx="11183044" cy="2133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4º DOMINGO DO TEMPO COMUM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EIS-ME AQUI, SENHOR! EIS-ME AQUI, SENHOR!</a:t>
            </a:r>
          </a:p>
          <a:p>
            <a:pPr algn="l"/>
            <a:r>
              <a:rPr lang="pt-BR" sz="6000" b="1" dirty="0"/>
              <a:t>PRA FAZER TUA VONTADE, PRA VIVER DO TEU AMOR</a:t>
            </a:r>
          </a:p>
          <a:p>
            <a:pPr algn="l"/>
            <a:r>
              <a:rPr lang="pt-BR" sz="6000" b="1" dirty="0"/>
              <a:t>PRA FAZER TUA VONTADE, PRA VIVER DO TEU AMOR</a:t>
            </a:r>
          </a:p>
          <a:p>
            <a:pPr algn="l"/>
            <a:r>
              <a:rPr lang="pt-BR" sz="6000" b="1" dirty="0"/>
              <a:t>EIS-ME AQUI, SENHOR!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O SENHOR É O PASTOR QUE ME CONDUZ</a:t>
            </a:r>
          </a:p>
          <a:p>
            <a:pPr algn="l"/>
            <a:r>
              <a:rPr lang="pt-BR" sz="6000" dirty="0"/>
              <a:t>POR CAMINHOS NUNCA VISTOS ME ENVIOU</a:t>
            </a:r>
          </a:p>
          <a:p>
            <a:pPr algn="l"/>
            <a:r>
              <a:rPr lang="pt-BR" sz="6000" dirty="0"/>
              <a:t>SOU CHAMADO A SER FERMENTO, SAL E LUZ</a:t>
            </a:r>
          </a:p>
          <a:p>
            <a:pPr algn="l"/>
            <a:r>
              <a:rPr lang="pt-BR" sz="6000" dirty="0"/>
              <a:t>E POR ISSO RESPONDI: AQUI ESTOU!</a:t>
            </a:r>
          </a:p>
        </p:txBody>
      </p:sp>
    </p:spTree>
    <p:extLst>
      <p:ext uri="{BB962C8B-B14F-4D97-AF65-F5344CB8AC3E}">
        <p14:creationId xmlns:p14="http://schemas.microsoft.com/office/powerpoint/2010/main" val="1877514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2A23F-E956-7944-31DB-5F9C6B769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F5AA1-1E3D-7FC9-D0CC-22F1894A7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EE3FAF-CE03-60F6-2135-31D3DD952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EIS-ME AQUI, SENHOR! EIS-ME AQUI, SENHOR!</a:t>
            </a:r>
          </a:p>
          <a:p>
            <a:pPr algn="l"/>
            <a:r>
              <a:rPr lang="pt-BR" sz="6000" b="1" dirty="0"/>
              <a:t>PRA FAZER TUA VONTADE, PRA VIVER DO TEU AMOR</a:t>
            </a:r>
          </a:p>
          <a:p>
            <a:pPr algn="l"/>
            <a:r>
              <a:rPr lang="pt-BR" sz="6000" b="1" dirty="0"/>
              <a:t>PRA FAZER TUA VONTADE, PRA VIVER DO TEU AMOR</a:t>
            </a:r>
          </a:p>
          <a:p>
            <a:pPr algn="l"/>
            <a:r>
              <a:rPr lang="pt-BR" sz="6000" b="1" dirty="0"/>
              <a:t>EIS-ME AQUI, SENHOR!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62590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2C609-AD15-1B2C-9A5C-949EC7E31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2063B-5422-82F4-EDE8-A755E2B70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089D3E-7A81-1805-C633-8303F4BDE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ELE PÔS EM MINHA BOCA UMA CANÇÃO</a:t>
            </a:r>
          </a:p>
          <a:p>
            <a:pPr algn="l"/>
            <a:r>
              <a:rPr lang="pt-BR" sz="6000" dirty="0"/>
              <a:t>ME UNGIU COMO PROFETA E TROVADOR</a:t>
            </a:r>
          </a:p>
          <a:p>
            <a:pPr algn="l"/>
            <a:r>
              <a:rPr lang="pt-BR" sz="6000" dirty="0"/>
              <a:t>DA HISTÓRIA E DA VIDA DO MEU POVO</a:t>
            </a:r>
          </a:p>
          <a:p>
            <a:pPr algn="l"/>
            <a:r>
              <a:rPr lang="pt-BR" sz="6000" dirty="0"/>
              <a:t>E POR ISSO RESPONDI: AQUI ESTOU!</a:t>
            </a:r>
          </a:p>
        </p:txBody>
      </p:sp>
    </p:spTree>
    <p:extLst>
      <p:ext uri="{BB962C8B-B14F-4D97-AF65-F5344CB8AC3E}">
        <p14:creationId xmlns:p14="http://schemas.microsoft.com/office/powerpoint/2010/main" val="994352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4D464-7C05-9D7E-36FF-9D8CB799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71609-E127-3FE6-6C1E-A9995CF86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6753F5-D7EE-E78E-F5F7-E700BA623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EIS-ME AQUI, SENHOR! EIS-ME AQUI, SENHOR!</a:t>
            </a:r>
          </a:p>
          <a:p>
            <a:pPr algn="l"/>
            <a:r>
              <a:rPr lang="pt-BR" sz="6000" b="1" dirty="0"/>
              <a:t>PRA FAZER TUA VONTADE, PRA VIVER DO TEU AMOR</a:t>
            </a:r>
          </a:p>
          <a:p>
            <a:pPr algn="l"/>
            <a:r>
              <a:rPr lang="pt-BR" sz="6000" b="1" dirty="0"/>
              <a:t>PRA FAZER TUA VONTADE, PRA VIVER DO TEU AMOR</a:t>
            </a:r>
          </a:p>
          <a:p>
            <a:pPr algn="l"/>
            <a:r>
              <a:rPr lang="pt-BR" sz="6000" b="1" dirty="0"/>
              <a:t>EIS-ME AQUI, SENHOR!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75436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B52A-9D5E-A6ED-7BB0-A316F73D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E95B5-0299-CCA4-819F-486CCBFCF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68002-BBC8-20EF-40B6-5DFE8BBA59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PONHO A MINHA CONFIANÇA NO SENHOR</a:t>
            </a:r>
          </a:p>
          <a:p>
            <a:pPr algn="l"/>
            <a:r>
              <a:rPr lang="pt-BR" sz="6000" dirty="0"/>
              <a:t>DA ESPERANÇA SOU CHAMADO A SER SINAL</a:t>
            </a:r>
          </a:p>
          <a:p>
            <a:pPr algn="l"/>
            <a:r>
              <a:rPr lang="pt-BR" sz="6000" dirty="0"/>
              <a:t>SEU OUVIDO SE INCLINOU AO MEU CLAMOR</a:t>
            </a:r>
          </a:p>
          <a:p>
            <a:pPr algn="l"/>
            <a:r>
              <a:rPr lang="pt-BR" sz="6000" dirty="0"/>
              <a:t>E POR ISSO RESPONDI: AQUI ESTOU!</a:t>
            </a:r>
          </a:p>
        </p:txBody>
      </p:sp>
    </p:spTree>
    <p:extLst>
      <p:ext uri="{BB962C8B-B14F-4D97-AF65-F5344CB8AC3E}">
        <p14:creationId xmlns:p14="http://schemas.microsoft.com/office/powerpoint/2010/main" val="915064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B9A00-A909-4C7D-B3AC-1F78F81E0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4D165-AA8D-EEDB-60CC-92B287A90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0957FB-752C-B4BC-C93B-267111159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EIS-ME AQUI, SENHOR! EIS-ME AQUI, SENHOR!</a:t>
            </a:r>
          </a:p>
          <a:p>
            <a:pPr algn="l"/>
            <a:r>
              <a:rPr lang="pt-BR" sz="6000" b="1" dirty="0"/>
              <a:t>PRA FAZER TUA VONTADE, PRA VIVER DO TEU AMOR</a:t>
            </a:r>
          </a:p>
          <a:p>
            <a:pPr algn="l"/>
            <a:r>
              <a:rPr lang="pt-BR" sz="6000" b="1" dirty="0"/>
              <a:t>PRA FAZER TUA VONTADE, PRA VIVER DO TEU AMOR</a:t>
            </a:r>
          </a:p>
          <a:p>
            <a:pPr algn="l"/>
            <a:r>
              <a:rPr lang="pt-BR" sz="6000" b="1" dirty="0"/>
              <a:t>EIS-ME AQUI, SENHOR!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281927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0" i="0" dirty="0">
                <a:effectLst/>
                <a:latin typeface="arial" panose="020B0604020202020204" pitchFamily="34" charset="0"/>
              </a:rPr>
              <a:t>SENHOR QUE VIESTES SALVAR OS CORAÇÕES ARREPENDIDOS</a:t>
            </a:r>
            <a:r>
              <a:rPr lang="pt-BR" sz="7200" dirty="0"/>
              <a:t>, TENDE PIEDADE DE NÓS</a:t>
            </a:r>
          </a:p>
          <a:p>
            <a:pPr algn="just"/>
            <a:r>
              <a:rPr lang="pt-BR" sz="7200" b="1" dirty="0"/>
              <a:t>KYRIE ELEISON, KYRIE</a:t>
            </a:r>
          </a:p>
          <a:p>
            <a:pPr algn="just"/>
            <a:r>
              <a:rPr lang="pt-BR" sz="7200" b="1" dirty="0"/>
              <a:t>ELEISON</a:t>
            </a:r>
            <a:endParaRPr lang="pt-BR" sz="16300" b="1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950498" cy="572705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200" dirty="0"/>
              <a:t>CRISTO QUE VIESTES CHAMAR OS PECADORES, TENDE PIEDADE DE NÓS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CHRISTE ELEISON, CHRISTE</a:t>
            </a:r>
          </a:p>
          <a:p>
            <a:pPr algn="l"/>
            <a:r>
              <a:rPr lang="pt-BR" sz="7200" b="1" dirty="0"/>
              <a:t>ELEISON</a:t>
            </a:r>
            <a:endParaRPr lang="pt-BR" sz="20800" b="1" dirty="0"/>
          </a:p>
        </p:txBody>
      </p:sp>
    </p:spTree>
    <p:extLst>
      <p:ext uri="{BB962C8B-B14F-4D97-AF65-F5344CB8AC3E}">
        <p14:creationId xmlns:p14="http://schemas.microsoft.com/office/powerpoint/2010/main" val="1700317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0" i="0" dirty="0">
                <a:effectLst/>
                <a:latin typeface="arial" panose="020B0604020202020204" pitchFamily="34" charset="0"/>
              </a:rPr>
              <a:t>SENHOR QUE INTERCEDEIS POR NÓS JUNTO DO PAI, TENDE PIEDADE DE NÓS.</a:t>
            </a:r>
          </a:p>
          <a:p>
            <a:pPr algn="just"/>
            <a:endParaRPr lang="pt-BR" sz="7200" b="1" dirty="0"/>
          </a:p>
          <a:p>
            <a:pPr algn="l"/>
            <a:r>
              <a:rPr lang="pt-BR" sz="7200" b="1" dirty="0"/>
              <a:t>KYRIE ELEISON, KYRIE ELEISON</a:t>
            </a:r>
            <a:endParaRPr lang="pt-BR" sz="17600" b="1" dirty="0"/>
          </a:p>
        </p:txBody>
      </p:sp>
    </p:spTree>
    <p:extLst>
      <p:ext uri="{BB962C8B-B14F-4D97-AF65-F5344CB8AC3E}">
        <p14:creationId xmlns:p14="http://schemas.microsoft.com/office/powerpoint/2010/main" val="479079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500" b="1" dirty="0"/>
              <a:t>GLÓRIA A DEUS NAS ALTURAS  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r>
              <a:rPr lang="pt-BR" sz="9600" dirty="0"/>
              <a:t>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11840" cy="2957080"/>
          </a:xfrm>
        </p:spPr>
        <p:txBody>
          <a:bodyPr>
            <a:normAutofit/>
          </a:bodyPr>
          <a:lstStyle/>
          <a:p>
            <a:r>
              <a:rPr lang="pt-BR" sz="5400" b="1" dirty="0"/>
              <a:t>FELIZES OS POBRES EM ESPÍRITO, PORQUE DELES É O REINO DOS CÉUS. 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MEUS DISCÍPULOS, ALEGRAI-VOS, EXULTAI DE ALEGRIA, POIS BEM GRANDE É A RECOMPENSA QUE NOS CÉUS TEREIS UM DIA!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b="1" dirty="0"/>
              <a:t>BOM É LOUVAR O SENHOR, NOSSO DEUS</a:t>
            </a:r>
          </a:p>
          <a:p>
            <a:pPr algn="l"/>
            <a:r>
              <a:rPr lang="pt-BR" sz="7100" b="1" dirty="0"/>
              <a:t>CANTAR SALMOS AO NOME DO ALTÍSSIMO,</a:t>
            </a:r>
          </a:p>
          <a:p>
            <a:pPr algn="l"/>
            <a:r>
              <a:rPr lang="pt-BR" sz="7100" b="1" dirty="0"/>
              <a:t>COM ALEGRIA ACLAMAR SEU AMOR,</a:t>
            </a:r>
          </a:p>
          <a:p>
            <a:pPr algn="l"/>
            <a:r>
              <a:rPr lang="pt-BR" sz="7100" b="1" dirty="0"/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637967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100" dirty="0"/>
              <a:t>COMO TUAS OBRAS ME ALEGRAM, SENHOR,</a:t>
            </a:r>
          </a:p>
          <a:p>
            <a:pPr algn="l"/>
            <a:r>
              <a:rPr lang="pt-BR" sz="7100" dirty="0"/>
              <a:t>OS TEUS PRODÍGIOS SUSCITAM LOUVOR.</a:t>
            </a:r>
          </a:p>
          <a:p>
            <a:pPr algn="l"/>
            <a:r>
              <a:rPr lang="pt-BR" sz="7100" dirty="0"/>
              <a:t>TUA PRESENÇA EU CONTEMPLO NO CÉU,</a:t>
            </a:r>
          </a:p>
          <a:p>
            <a:pPr algn="l"/>
            <a:r>
              <a:rPr lang="pt-BR" sz="7100" dirty="0"/>
              <a:t>OLHO A TERRA TAMBÉM NELA ESTÁS.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01138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100" b="1" dirty="0"/>
              <a:t>BOM É LOUVAR O SENHOR, NOSSO DEUS</a:t>
            </a:r>
          </a:p>
          <a:p>
            <a:pPr algn="l"/>
            <a:r>
              <a:rPr lang="pt-BR" sz="7100" b="1" dirty="0"/>
              <a:t>CANTAR SALMOS AO NOME DO ALTÍSSIMO,</a:t>
            </a:r>
          </a:p>
          <a:p>
            <a:pPr algn="l"/>
            <a:r>
              <a:rPr lang="pt-BR" sz="7100" b="1" dirty="0"/>
              <a:t>COM ALEGRIA ACLAMAR SEU AMOR,</a:t>
            </a:r>
          </a:p>
          <a:p>
            <a:pPr algn="l"/>
            <a:r>
              <a:rPr lang="pt-BR" sz="7100" b="1" dirty="0"/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190419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100" dirty="0"/>
              <a:t>TU ENGRANDECES O HOMEM MORTAL</a:t>
            </a:r>
          </a:p>
          <a:p>
            <a:pPr algn="l"/>
            <a:r>
              <a:rPr lang="pt-BR" sz="7100" dirty="0"/>
              <a:t>DA NATUREZA ELE É REI E SENHOR.</a:t>
            </a:r>
          </a:p>
          <a:p>
            <a:pPr algn="l"/>
            <a:r>
              <a:rPr lang="pt-BR" sz="7100" dirty="0"/>
              <a:t>DE HONRA O COROASTE, DE GLÓRIA E PODER,</a:t>
            </a:r>
          </a:p>
          <a:p>
            <a:pPr algn="l"/>
            <a:r>
              <a:rPr lang="pt-BR" sz="7100" dirty="0"/>
              <a:t>POUCO MENOS QUE AOS ANJOS DO CÉU.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080084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SANTO, SANTO, SANTO, 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SENHOR DEUS DO UNIVERSO.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O CÉU E A TERRA PROCLAMAM VOSSA GLÓRIA!</a:t>
            </a:r>
            <a:br>
              <a:rPr lang="pt-BR" sz="21600" dirty="0"/>
            </a:br>
            <a:r>
              <a:rPr lang="pt-BR" sz="19200" i="0" dirty="0">
                <a:effectLst/>
                <a:latin typeface="Open Sans" panose="020B0606030504020204" pitchFamily="34" charset="0"/>
              </a:rPr>
              <a:t>HOSANA NAS ALTURAS! (2X)</a:t>
            </a:r>
            <a:endParaRPr lang="pt-BR" sz="19200" dirty="0">
              <a:latin typeface="Open Sans" panose="020B0606030504020204" pitchFamily="34" charset="0"/>
            </a:endParaRPr>
          </a:p>
          <a:p>
            <a:pPr algn="l"/>
            <a:endParaRPr lang="pt-BR" sz="192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19200" b="0" i="0" dirty="0">
                <a:effectLst/>
                <a:latin typeface="Open Sans" panose="020B0606030504020204" pitchFamily="34" charset="0"/>
              </a:rPr>
              <a:t>BENDITO O QUE VEM EM NOME DO SENHOR.</a:t>
            </a:r>
            <a:br>
              <a:rPr lang="pt-BR" sz="19200" dirty="0"/>
            </a:br>
            <a:r>
              <a:rPr lang="pt-BR" sz="19200" b="0" i="0" dirty="0">
                <a:effectLst/>
                <a:latin typeface="Open Sans" panose="020B0606030504020204" pitchFamily="34" charset="0"/>
              </a:rPr>
              <a:t>HOSANA NAS ALTURAS! (2X)</a:t>
            </a:r>
            <a:endParaRPr lang="pt-BR" sz="19200" dirty="0"/>
          </a:p>
          <a:p>
            <a:pPr algn="just"/>
            <a:endParaRPr lang="pt-BR" sz="12800" dirty="0"/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MOSTRAI SERENA A VOSSA FACE AO VOSSO SERVO, E SALVAI-ME PELA VOSSA COMPAIXÃO. NÃO SEREI CONFUDIDO, SENHOR, PORQUE EU VOS INVOQUEI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96163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VINDE, EXULTEMOS DE ALEGRIA NO SENHOR, ACLAMEMOS O ROCHEDO QUE NOS SALVA! AO SEU ENCONTRO CAMINHEMOS COM LOUVORES, E COM CANTOS DE ALEGRIA O CELEBREMOS!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79819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MOSTRAI SERENA A VOSSA FACE AO VOSSO SERVO, E SALVAI-ME PELA VOSSA COMPAIXÃO. NÃO SEREI CONFUDIDO, SENHOR, PORQUE EU VOS INVOQUEI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732830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VINDE, ADOREMOS E PROSTREMO-NOS POR TERRA, E AJOELHEMOS ANTE O DEUS QUE NOS CRIOU! PORQUE ELE É O NOSSO DEUS, NOSSO PASTOR, E NÓS SOMOS O SEU POVO E SEU REBANHO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5259051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MOSTRAI SERENA A VOSSA FACE AO VOSSO SERVO, E SALVAI-ME PELA VOSSA COMPAIXÃO. NÃO SEREI CONFUDIDO, SENHOR, PORQUE EU VOS INVOQUEI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034641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OXALÁ OUVÍSSEIS HOJE A SUA VOZ: “NÃO FECHEIS OS CORAÇÕES COMO EM MERIBA, COMO EM MASSA, NO DESERTO, AQUELE DIA, EM QUE OUTRORA VOSSOS PAIS ME PROVOCARAM,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3803147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ALMA DE CRISTO, SANTIFICAI-ME</a:t>
            </a:r>
          </a:p>
          <a:p>
            <a:pPr algn="l"/>
            <a:r>
              <a:rPr lang="pt-BR" sz="12600" b="1" dirty="0"/>
              <a:t>CORPO DE CRISTO, SALVAI-ME</a:t>
            </a:r>
          </a:p>
          <a:p>
            <a:pPr algn="l"/>
            <a:r>
              <a:rPr lang="pt-BR" sz="12600" b="1" dirty="0"/>
              <a:t>SANGUE DE CRISTO, INEBRIAI-ME</a:t>
            </a:r>
          </a:p>
          <a:p>
            <a:pPr algn="l"/>
            <a:r>
              <a:rPr lang="pt-BR" sz="12600" b="1" dirty="0"/>
              <a:t>ÁGUA DO LADO DE CRISTO, LAVAI-ME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944380"/>
            <a:ext cx="11194472" cy="56978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PAIXÃO DE CRISTO, CONFORTAI-ME</a:t>
            </a:r>
          </a:p>
          <a:p>
            <a:pPr algn="l"/>
            <a:r>
              <a:rPr lang="pt-BR" sz="8800" b="1" dirty="0"/>
              <a:t>Ó BOM JESUS, OUVI-ME</a:t>
            </a:r>
          </a:p>
          <a:p>
            <a:pPr algn="l"/>
            <a:r>
              <a:rPr lang="pt-BR" sz="8800" b="1" dirty="0"/>
              <a:t>DENTRO DE VOSSAS CHAGAS, ESCONDEI-ME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33146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NÃO PERMITAIS QUE EU ME SEPARE DE VÓS</a:t>
            </a:r>
          </a:p>
          <a:p>
            <a:pPr algn="l"/>
            <a:r>
              <a:rPr lang="pt-BR" sz="12600" b="1" dirty="0"/>
              <a:t>DO ESPÍRITO MALIGNO DEFENDEI-ME</a:t>
            </a:r>
          </a:p>
          <a:p>
            <a:pPr algn="l"/>
            <a:r>
              <a:rPr lang="pt-BR" sz="12600" b="1" dirty="0"/>
              <a:t>NA HORA DA MORTE</a:t>
            </a:r>
          </a:p>
          <a:p>
            <a:pPr algn="l"/>
            <a:r>
              <a:rPr lang="pt-BR" sz="12600" b="1" dirty="0"/>
              <a:t>CHAMAI-ME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7407830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NÃO PERMITAIS QUE EU ME SEPARE DE VÓS</a:t>
            </a:r>
          </a:p>
          <a:p>
            <a:pPr algn="l"/>
            <a:r>
              <a:rPr lang="pt-BR" sz="12600" b="1" dirty="0"/>
              <a:t>DO ESPÍRITO MALIGNO DEFENDEI-ME</a:t>
            </a:r>
          </a:p>
          <a:p>
            <a:pPr algn="l"/>
            <a:r>
              <a:rPr lang="pt-BR" sz="12600" b="1" dirty="0"/>
              <a:t>NA HORA DA MORTE</a:t>
            </a:r>
          </a:p>
          <a:p>
            <a:pPr algn="l"/>
            <a:r>
              <a:rPr lang="pt-BR" sz="12600" b="1" dirty="0"/>
              <a:t>CHAMAI-ME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8642280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1052944"/>
            <a:ext cx="11194472" cy="558932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2600" b="1" dirty="0"/>
              <a:t>E MANDAI-ME IR PARA VÓS</a:t>
            </a:r>
          </a:p>
          <a:p>
            <a:pPr algn="l"/>
            <a:r>
              <a:rPr lang="pt-BR" sz="12600" b="1" dirty="0"/>
              <a:t>PARA QUE COM VOSSOS SANTOS VOS LOUVE</a:t>
            </a:r>
          </a:p>
          <a:p>
            <a:pPr algn="l"/>
            <a:r>
              <a:rPr lang="pt-BR" sz="12600" b="1" dirty="0"/>
              <a:t>POR TODOS OS SÉCULOS DOS SÉCULOS, AMÉM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8186671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C6410-59BC-84FA-DF7B-B7DE741F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F0C58AC-ABB2-B561-7FA5-A0397BF7E2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37289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TU TE ABEIRASTE DA PRAIA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NÃO BUSCASTE NEM SÁBIOS NEM RICOS,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SOMENTE QUERES QUE EU TE SIGA!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b="1" i="0" dirty="0">
                <a:effectLst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716030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7085-C430-A1CF-49B5-4279FA720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7D51346-8A1F-852E-E8DD-8DBAC4BD0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TU SABES BEM QUE EM MEU BARCO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NÃO TENHO NEM OURO NEM ESPADAS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SOMENTE REDES E O MEU TRABALHO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b="1" i="0" dirty="0">
                <a:effectLst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8965079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8D913-21EF-F77F-43F2-E4EA9771B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A176F0D-617C-A577-F494-7D87C851C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TU, MINHAS MÃOS SOLICITAS,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MEU CANSAÇO QUE A OUTROS DESCANSE,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AMOR QUE ALMEJA SEGUIR AMANDO.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b="1" i="0" dirty="0">
                <a:effectLst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</a:rPr>
              <a:t>JUNTO A TI BUSCAREI OUTRO MAR.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376008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3E9E-F3E8-C7BF-30F1-B8BFBA7A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811813A-E2CF-3AD3-57AA-DD2FF28A2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ea typeface="Roboto" panose="02000000000000000000" pitchFamily="2" charset="0"/>
                <a:cs typeface="Roboto" panose="02000000000000000000" pitchFamily="2" charset="0"/>
              </a:rPr>
              <a:t>TU, PESCADOR DE OUTROS LAGOS,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ea typeface="Roboto" panose="02000000000000000000" pitchFamily="2" charset="0"/>
                <a:cs typeface="Roboto" panose="02000000000000000000" pitchFamily="2" charset="0"/>
              </a:rPr>
              <a:t>ÂNSIA ETERNA DE ALMAS QUE ESPERAM,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ea typeface="Roboto" panose="02000000000000000000" pitchFamily="2" charset="0"/>
                <a:cs typeface="Roboto" panose="02000000000000000000" pitchFamily="2" charset="0"/>
              </a:rPr>
              <a:t>BONDOSO AMIGO QUE ASSIM ME CHAMAS.</a:t>
            </a:r>
          </a:p>
          <a:p>
            <a:pPr algn="l"/>
            <a:endParaRPr lang="pt-BR" sz="6000" b="1" i="0" dirty="0">
              <a:effectLst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pt-BR" sz="6000" b="1" i="0" dirty="0">
                <a:effectLst/>
                <a:ea typeface="Roboto" panose="02000000000000000000" pitchFamily="2" charset="0"/>
                <a:cs typeface="Roboto" panose="02000000000000000000" pitchFamily="2" charset="0"/>
              </a:rPr>
              <a:t>SENHOR, TU ME OLHASTE NOS OLHOS,</a:t>
            </a:r>
          </a:p>
          <a:p>
            <a:pPr algn="l"/>
            <a:r>
              <a:rPr lang="pt-BR" sz="6000" b="1" i="0" dirty="0">
                <a:effectLst/>
                <a:ea typeface="Roboto" panose="02000000000000000000" pitchFamily="2" charset="0"/>
                <a:cs typeface="Roboto" panose="02000000000000000000" pitchFamily="2" charset="0"/>
              </a:rPr>
              <a:t>A SORRIR, PRONUNCIASTES MEU NOME,</a:t>
            </a:r>
          </a:p>
          <a:p>
            <a:pPr algn="l"/>
            <a:r>
              <a:rPr lang="pt-BR" sz="6000" b="1" i="0" dirty="0">
                <a:effectLst/>
                <a:ea typeface="Roboto" panose="02000000000000000000" pitchFamily="2" charset="0"/>
                <a:cs typeface="Roboto" panose="02000000000000000000" pitchFamily="2" charset="0"/>
              </a:rPr>
              <a:t>LÁ NA PRAIA, EU LARGUEI O MEU BARCO,</a:t>
            </a:r>
          </a:p>
          <a:p>
            <a:pPr algn="l"/>
            <a:r>
              <a:rPr lang="pt-BR" sz="6000" b="1" i="0" dirty="0">
                <a:effectLst/>
                <a:ea typeface="Roboto" panose="02000000000000000000" pitchFamily="2" charset="0"/>
                <a:cs typeface="Roboto" panose="02000000000000000000" pitchFamily="2" charset="0"/>
              </a:rPr>
              <a:t>JUNTO A TI BUSCAREI OUTRO MAR.</a:t>
            </a:r>
            <a:endParaRPr lang="pt-BR" sz="19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1232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950E1-DC30-BA9F-059A-947E9E65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B4370DC-7410-EFD5-3269-DD881083F9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29594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OLHEM TEU POVO AQUI REUNIDOS/ AGRADECEMOS A TI AVÓS QUERIDOS NESTE DIA FESTIVO DE ALEGRIA</a:t>
            </a:r>
          </a:p>
          <a:p>
            <a:pPr algn="l"/>
            <a:endParaRPr lang="pt-BR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928083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VEM</a:t>
            </a:r>
          </a:p>
          <a:p>
            <a:pPr algn="l"/>
            <a:r>
              <a:rPr lang="pt-BR" sz="4800" dirty="0"/>
              <a:t>CAMINHAR COM ESTE POVO SOFRIDO/ TODOS JUNTOS VAMOS ACREDITAR/ EMANUEL DEUS CONOSCO VEM MORAR.</a:t>
            </a:r>
          </a:p>
          <a:p>
            <a:pPr algn="l"/>
            <a:endParaRPr lang="pt-BR" sz="20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7177400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PAIS DE</a:t>
            </a:r>
          </a:p>
          <a:p>
            <a:pPr algn="l"/>
            <a:r>
              <a:rPr lang="pt-BR" sz="4800" dirty="0"/>
              <a:t>AMOR , ESPERANÇA E FÉ / Ó SANT’ANA E TAMBÉM SÃO JOAQUIM ABENÇOAI TODOS NOSSOS LAVRADORES. </a:t>
            </a:r>
          </a:p>
          <a:p>
            <a:pPr algn="l"/>
            <a:endParaRPr lang="pt-BR" sz="28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1357522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10210</TotalTime>
  <Words>1317</Words>
  <Application>Microsoft Office PowerPoint</Application>
  <PresentationFormat>Widescreen</PresentationFormat>
  <Paragraphs>189</Paragraphs>
  <Slides>51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8" baseType="lpstr">
      <vt:lpstr>Arial</vt:lpstr>
      <vt:lpstr>Arial</vt:lpstr>
      <vt:lpstr>Calibri</vt:lpstr>
      <vt:lpstr>Calibri Light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PÓS 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47</cp:revision>
  <dcterms:created xsi:type="dcterms:W3CDTF">2023-05-06T17:01:55Z</dcterms:created>
  <dcterms:modified xsi:type="dcterms:W3CDTF">2026-02-01T14:29:20Z</dcterms:modified>
</cp:coreProperties>
</file>