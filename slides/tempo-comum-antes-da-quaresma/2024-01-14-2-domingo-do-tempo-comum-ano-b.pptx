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32" r:id="rId4"/>
    <p:sldId id="446" r:id="rId5"/>
    <p:sldId id="258" r:id="rId6"/>
    <p:sldId id="259" r:id="rId7"/>
    <p:sldId id="411" r:id="rId8"/>
    <p:sldId id="433" r:id="rId9"/>
    <p:sldId id="260" r:id="rId10"/>
    <p:sldId id="261" r:id="rId11"/>
    <p:sldId id="338" r:id="rId12"/>
    <p:sldId id="339" r:id="rId13"/>
    <p:sldId id="340" r:id="rId14"/>
    <p:sldId id="377" r:id="rId15"/>
    <p:sldId id="447" r:id="rId16"/>
    <p:sldId id="264" r:id="rId17"/>
    <p:sldId id="265" r:id="rId18"/>
    <p:sldId id="266" r:id="rId19"/>
    <p:sldId id="267" r:id="rId20"/>
    <p:sldId id="271" r:id="rId21"/>
    <p:sldId id="269" r:id="rId22"/>
    <p:sldId id="376" r:id="rId23"/>
    <p:sldId id="435" r:id="rId24"/>
    <p:sldId id="361" r:id="rId25"/>
    <p:sldId id="445" r:id="rId26"/>
    <p:sldId id="362" r:id="rId27"/>
    <p:sldId id="443" r:id="rId28"/>
    <p:sldId id="444" r:id="rId29"/>
    <p:sldId id="439" r:id="rId30"/>
    <p:sldId id="440" r:id="rId31"/>
    <p:sldId id="277" r:id="rId32"/>
    <p:sldId id="428" r:id="rId33"/>
    <p:sldId id="429" r:id="rId34"/>
    <p:sldId id="441" r:id="rId35"/>
    <p:sldId id="442" r:id="rId36"/>
    <p:sldId id="427" r:id="rId37"/>
    <p:sldId id="337" r:id="rId38"/>
    <p:sldId id="374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A867AAA-D72A-4229-A2D4-C920CADA7E28}"/>
    <pc:docChg chg="undo custSel addSld delSld modSld sldOrd">
      <pc:chgData name="anaclaracosta116@gmail.com" userId="a793634777582c92" providerId="LiveId" clId="{FA867AAA-D72A-4229-A2D4-C920CADA7E28}" dt="2024-01-13T18:56:49.266" v="1111" actId="20577"/>
      <pc:docMkLst>
        <pc:docMk/>
      </pc:docMkLst>
      <pc:sldChg chg="modSp mod">
        <pc:chgData name="anaclaracosta116@gmail.com" userId="a793634777582c92" providerId="LiveId" clId="{FA867AAA-D72A-4229-A2D4-C920CADA7E28}" dt="2024-01-13T18:43:08.238" v="839" actId="20577"/>
        <pc:sldMkLst>
          <pc:docMk/>
          <pc:sldMk cId="2490480151" sldId="259"/>
        </pc:sldMkLst>
        <pc:spChg chg="mod">
          <ac:chgData name="anaclaracosta116@gmail.com" userId="a793634777582c92" providerId="LiveId" clId="{FA867AAA-D72A-4229-A2D4-C920CADA7E28}" dt="2024-01-13T18:43:08.238" v="839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46:42.901" v="1020" actId="403"/>
        <pc:sldMkLst>
          <pc:docMk/>
          <pc:sldMk cId="337661645" sldId="261"/>
        </pc:sldMkLst>
        <pc:spChg chg="mod">
          <ac:chgData name="anaclaracosta116@gmail.com" userId="a793634777582c92" providerId="LiveId" clId="{FA867AAA-D72A-4229-A2D4-C920CADA7E28}" dt="2024-01-13T18:46:42.901" v="1020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52:39.310" v="1066"/>
        <pc:sldMkLst>
          <pc:docMk/>
          <pc:sldMk cId="3388034860" sldId="265"/>
        </pc:sldMkLst>
        <pc:spChg chg="mod">
          <ac:chgData name="anaclaracosta116@gmail.com" userId="a793634777582c92" providerId="LiveId" clId="{FA867AAA-D72A-4229-A2D4-C920CADA7E28}" dt="2024-01-13T18:52:39.310" v="106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53:43.196" v="1079" actId="1076"/>
        <pc:sldMkLst>
          <pc:docMk/>
          <pc:sldMk cId="2671817442" sldId="267"/>
        </pc:sldMkLst>
        <pc:spChg chg="mod">
          <ac:chgData name="anaclaracosta116@gmail.com" userId="a793634777582c92" providerId="LiveId" clId="{FA867AAA-D72A-4229-A2D4-C920CADA7E28}" dt="2024-01-13T18:53:43.196" v="1079" actId="1076"/>
          <ac:spMkLst>
            <pc:docMk/>
            <pc:sldMk cId="2671817442" sldId="267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13T18:53:39.122" v="1078" actId="1076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54:51.354" v="1085" actId="14100"/>
        <pc:sldMkLst>
          <pc:docMk/>
          <pc:sldMk cId="2786277918" sldId="269"/>
        </pc:sldMkLst>
        <pc:spChg chg="mod">
          <ac:chgData name="anaclaracosta116@gmail.com" userId="a793634777582c92" providerId="LiveId" clId="{FA867AAA-D72A-4229-A2D4-C920CADA7E28}" dt="2024-01-06T18:04:12.411" v="461" actId="1076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13T18:54:51.354" v="1085" actId="14100"/>
          <ac:spMkLst>
            <pc:docMk/>
            <pc:sldMk cId="2786277918" sldId="269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FA867AAA-D72A-4229-A2D4-C920CADA7E28}" dt="2024-01-07T20:13:42.471" v="599" actId="47"/>
        <pc:sldMkLst>
          <pc:docMk/>
          <pc:sldMk cId="1963412704" sldId="275"/>
        </pc:sldMkLst>
        <pc:spChg chg="mod">
          <ac:chgData name="anaclaracosta116@gmail.com" userId="a793634777582c92" providerId="LiveId" clId="{FA867AAA-D72A-4229-A2D4-C920CADA7E28}" dt="2024-01-06T18:08:41.276" v="511" actId="1076"/>
          <ac:spMkLst>
            <pc:docMk/>
            <pc:sldMk cId="1963412704" sldId="275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06T18:08:36.917" v="510" actId="1076"/>
          <ac:spMkLst>
            <pc:docMk/>
            <pc:sldMk cId="1963412704" sldId="27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A867AAA-D72A-4229-A2D4-C920CADA7E28}" dt="2024-01-07T20:13:47.229" v="601" actId="47"/>
        <pc:sldMkLst>
          <pc:docMk/>
          <pc:sldMk cId="3172461034" sldId="292"/>
        </pc:sldMkLst>
      </pc:sldChg>
      <pc:sldChg chg="modSp mod">
        <pc:chgData name="anaclaracosta116@gmail.com" userId="a793634777582c92" providerId="LiveId" clId="{FA867AAA-D72A-4229-A2D4-C920CADA7E28}" dt="2024-01-06T18:16:41.256" v="562" actId="1076"/>
        <pc:sldMkLst>
          <pc:docMk/>
          <pc:sldMk cId="4141278968" sldId="337"/>
        </pc:sldMkLst>
        <pc:spChg chg="mod">
          <ac:chgData name="anaclaracosta116@gmail.com" userId="a793634777582c92" providerId="LiveId" clId="{FA867AAA-D72A-4229-A2D4-C920CADA7E28}" dt="2024-01-06T18:16:41.256" v="562" actId="1076"/>
          <ac:spMkLst>
            <pc:docMk/>
            <pc:sldMk cId="4141278968" sldId="337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06T18:16:35.085" v="561" actId="27636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46:49.129" v="1023" actId="20577"/>
        <pc:sldMkLst>
          <pc:docMk/>
          <pc:sldMk cId="1733667129" sldId="338"/>
        </pc:sldMkLst>
        <pc:spChg chg="mod">
          <ac:chgData name="anaclaracosta116@gmail.com" userId="a793634777582c92" providerId="LiveId" clId="{FA867AAA-D72A-4229-A2D4-C920CADA7E28}" dt="2024-01-13T18:46:49.129" v="1023" actId="20577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47:09.895" v="1026" actId="27636"/>
        <pc:sldMkLst>
          <pc:docMk/>
          <pc:sldMk cId="2703894855" sldId="339"/>
        </pc:sldMkLst>
        <pc:spChg chg="mod">
          <ac:chgData name="anaclaracosta116@gmail.com" userId="a793634777582c92" providerId="LiveId" clId="{FA867AAA-D72A-4229-A2D4-C920CADA7E28}" dt="2024-01-06T17:56:26.303" v="402" actId="1076"/>
          <ac:spMkLst>
            <pc:docMk/>
            <pc:sldMk cId="2703894855" sldId="339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13T18:47:09.895" v="1026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47:50.192" v="1037" actId="20577"/>
        <pc:sldMkLst>
          <pc:docMk/>
          <pc:sldMk cId="641955455" sldId="340"/>
        </pc:sldMkLst>
        <pc:spChg chg="mod">
          <ac:chgData name="anaclaracosta116@gmail.com" userId="a793634777582c92" providerId="LiveId" clId="{FA867AAA-D72A-4229-A2D4-C920CADA7E28}" dt="2024-01-13T18:47:50.192" v="1037" actId="20577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41:45.068" v="755"/>
        <pc:sldMkLst>
          <pc:docMk/>
          <pc:sldMk cId="880466366" sldId="354"/>
        </pc:sldMkLst>
        <pc:spChg chg="mod">
          <ac:chgData name="anaclaracosta116@gmail.com" userId="a793634777582c92" providerId="LiveId" clId="{FA867AAA-D72A-4229-A2D4-C920CADA7E28}" dt="2024-01-13T18:41:45.068" v="755"/>
          <ac:spMkLst>
            <pc:docMk/>
            <pc:sldMk cId="880466366" sldId="35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A867AAA-D72A-4229-A2D4-C920CADA7E28}" dt="2024-01-06T18:10:13.493" v="528" actId="2696"/>
        <pc:sldMkLst>
          <pc:docMk/>
          <pc:sldMk cId="3348609962" sldId="358"/>
        </pc:sldMkLst>
      </pc:sldChg>
      <pc:sldChg chg="modSp mod ord">
        <pc:chgData name="anaclaracosta116@gmail.com" userId="a793634777582c92" providerId="LiveId" clId="{FA867AAA-D72A-4229-A2D4-C920CADA7E28}" dt="2024-01-07T20:16:56.529" v="691" actId="20577"/>
        <pc:sldMkLst>
          <pc:docMk/>
          <pc:sldMk cId="2304799739" sldId="362"/>
        </pc:sldMkLst>
        <pc:spChg chg="mod">
          <ac:chgData name="anaclaracosta116@gmail.com" userId="a793634777582c92" providerId="LiveId" clId="{FA867AAA-D72A-4229-A2D4-C920CADA7E28}" dt="2024-01-07T20:14:31.992" v="610" actId="20577"/>
          <ac:spMkLst>
            <pc:docMk/>
            <pc:sldMk cId="2304799739" sldId="362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07T20:16:56.529" v="691" actId="20577"/>
          <ac:spMkLst>
            <pc:docMk/>
            <pc:sldMk cId="2304799739" sldId="362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FA867AAA-D72A-4229-A2D4-C920CADA7E28}" dt="2024-01-07T20:13:45.720" v="600" actId="47"/>
        <pc:sldMkLst>
          <pc:docMk/>
          <pc:sldMk cId="496775209" sldId="363"/>
        </pc:sldMkLst>
        <pc:spChg chg="mod">
          <ac:chgData name="anaclaracosta116@gmail.com" userId="a793634777582c92" providerId="LiveId" clId="{FA867AAA-D72A-4229-A2D4-C920CADA7E28}" dt="2024-01-06T18:08:22.277" v="508" actId="20577"/>
          <ac:spMkLst>
            <pc:docMk/>
            <pc:sldMk cId="496775209" sldId="363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06T18:08:29.401" v="509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06T18:17:04.632" v="564" actId="113"/>
        <pc:sldMkLst>
          <pc:docMk/>
          <pc:sldMk cId="1457828054" sldId="374"/>
        </pc:sldMkLst>
        <pc:spChg chg="mod">
          <ac:chgData name="anaclaracosta116@gmail.com" userId="a793634777582c92" providerId="LiveId" clId="{FA867AAA-D72A-4229-A2D4-C920CADA7E28}" dt="2024-01-06T18:17:04.632" v="564" actId="113"/>
          <ac:spMkLst>
            <pc:docMk/>
            <pc:sldMk cId="1457828054" sldId="374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FA867AAA-D72A-4229-A2D4-C920CADA7E28}" dt="2024-01-13T18:39:43.708" v="754" actId="20577"/>
        <pc:sldMkLst>
          <pc:docMk/>
          <pc:sldMk cId="725659120" sldId="375"/>
        </pc:sldMkLst>
        <pc:spChg chg="mod">
          <ac:chgData name="anaclaracosta116@gmail.com" userId="a793634777582c92" providerId="LiveId" clId="{FA867AAA-D72A-4229-A2D4-C920CADA7E28}" dt="2024-01-13T18:39:32.593" v="721" actId="207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FA867AAA-D72A-4229-A2D4-C920CADA7E28}" dt="2024-01-13T18:39:43.708" v="754" actId="20577"/>
          <ac:spMkLst>
            <pc:docMk/>
            <pc:sldMk cId="725659120" sldId="375"/>
            <ac:spMk id="4" creationId="{2403ABE3-D2A9-4E95-C93C-168023A9A24E}"/>
          </ac:spMkLst>
        </pc:spChg>
        <pc:picChg chg="add del">
          <ac:chgData name="anaclaracosta116@gmail.com" userId="a793634777582c92" providerId="LiveId" clId="{FA867AAA-D72A-4229-A2D4-C920CADA7E28}" dt="2024-01-13T18:38:33.751" v="693" actId="21"/>
          <ac:picMkLst>
            <pc:docMk/>
            <pc:sldMk cId="725659120" sldId="375"/>
            <ac:picMk id="2" creationId="{1EF1FE67-8ED6-218F-1345-2BB5BC9F796F}"/>
          </ac:picMkLst>
        </pc:picChg>
        <pc:picChg chg="del">
          <ac:chgData name="anaclaracosta116@gmail.com" userId="a793634777582c92" providerId="LiveId" clId="{FA867AAA-D72A-4229-A2D4-C920CADA7E28}" dt="2024-01-13T18:39:07.064" v="698" actId="21"/>
          <ac:picMkLst>
            <pc:docMk/>
            <pc:sldMk cId="725659120" sldId="375"/>
            <ac:picMk id="5" creationId="{57F38558-71B5-0E60-2CDC-E5053A2EF6EB}"/>
          </ac:picMkLst>
        </pc:picChg>
        <pc:picChg chg="add mod ord modCrop">
          <ac:chgData name="anaclaracosta116@gmail.com" userId="a793634777582c92" providerId="LiveId" clId="{FA867AAA-D72A-4229-A2D4-C920CADA7E28}" dt="2024-01-13T18:39:17.448" v="701" actId="167"/>
          <ac:picMkLst>
            <pc:docMk/>
            <pc:sldMk cId="725659120" sldId="375"/>
            <ac:picMk id="6" creationId="{DAB0DC57-F1B5-2427-B029-A18157A3D541}"/>
          </ac:picMkLst>
        </pc:picChg>
      </pc:sldChg>
      <pc:sldChg chg="modSp mod">
        <pc:chgData name="anaclaracosta116@gmail.com" userId="a793634777582c92" providerId="LiveId" clId="{FA867AAA-D72A-4229-A2D4-C920CADA7E28}" dt="2024-01-13T18:55:16.154" v="1088" actId="113"/>
        <pc:sldMkLst>
          <pc:docMk/>
          <pc:sldMk cId="1775942911" sldId="376"/>
        </pc:sldMkLst>
        <pc:spChg chg="mod">
          <ac:chgData name="anaclaracosta116@gmail.com" userId="a793634777582c92" providerId="LiveId" clId="{FA867AAA-D72A-4229-A2D4-C920CADA7E28}" dt="2024-01-06T18:04:41.868" v="467" actId="1076"/>
          <ac:spMkLst>
            <pc:docMk/>
            <pc:sldMk cId="1775942911" sldId="376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13T18:55:16.154" v="1088" actId="113"/>
          <ac:spMkLst>
            <pc:docMk/>
            <pc:sldMk cId="1775942911" sldId="37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13T18:48:06.290" v="1042" actId="21"/>
        <pc:sldMkLst>
          <pc:docMk/>
          <pc:sldMk cId="3733524150" sldId="377"/>
        </pc:sldMkLst>
        <pc:spChg chg="mod">
          <ac:chgData name="anaclaracosta116@gmail.com" userId="a793634777582c92" providerId="LiveId" clId="{FA867AAA-D72A-4229-A2D4-C920CADA7E28}" dt="2024-01-13T18:48:06.290" v="1042" actId="21"/>
          <ac:spMkLst>
            <pc:docMk/>
            <pc:sldMk cId="3733524150" sldId="37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A867AAA-D72A-4229-A2D4-C920CADA7E28}" dt="2024-01-06T18:04:49.862" v="469" actId="2696"/>
        <pc:sldMkLst>
          <pc:docMk/>
          <pc:sldMk cId="3022578728" sldId="396"/>
        </pc:sldMkLst>
      </pc:sldChg>
      <pc:sldChg chg="del">
        <pc:chgData name="anaclaracosta116@gmail.com" userId="a793634777582c92" providerId="LiveId" clId="{FA867AAA-D72A-4229-A2D4-C920CADA7E28}" dt="2024-01-06T18:10:21.712" v="531" actId="2696"/>
        <pc:sldMkLst>
          <pc:docMk/>
          <pc:sldMk cId="947951164" sldId="398"/>
        </pc:sldMkLst>
      </pc:sldChg>
      <pc:sldChg chg="del">
        <pc:chgData name="anaclaracosta116@gmail.com" userId="a793634777582c92" providerId="LiveId" clId="{FA867AAA-D72A-4229-A2D4-C920CADA7E28}" dt="2024-01-06T18:10:26.655" v="533" actId="2696"/>
        <pc:sldMkLst>
          <pc:docMk/>
          <pc:sldMk cId="412002114" sldId="408"/>
        </pc:sldMkLst>
      </pc:sldChg>
      <pc:sldChg chg="modSp mod">
        <pc:chgData name="anaclaracosta116@gmail.com" userId="a793634777582c92" providerId="LiveId" clId="{FA867AAA-D72A-4229-A2D4-C920CADA7E28}" dt="2024-01-13T18:43:40.169" v="917" actId="20577"/>
        <pc:sldMkLst>
          <pc:docMk/>
          <pc:sldMk cId="1193674150" sldId="411"/>
        </pc:sldMkLst>
        <pc:spChg chg="mod">
          <ac:chgData name="anaclaracosta116@gmail.com" userId="a793634777582c92" providerId="LiveId" clId="{FA867AAA-D72A-4229-A2D4-C920CADA7E28}" dt="2024-01-13T18:43:40.169" v="917" actId="20577"/>
          <ac:spMkLst>
            <pc:docMk/>
            <pc:sldMk cId="1193674150" sldId="41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A867AAA-D72A-4229-A2D4-C920CADA7E28}" dt="2024-01-06T18:04:47.115" v="468" actId="2696"/>
        <pc:sldMkLst>
          <pc:docMk/>
          <pc:sldMk cId="2126310468" sldId="414"/>
        </pc:sldMkLst>
      </pc:sldChg>
      <pc:sldChg chg="del">
        <pc:chgData name="anaclaracosta116@gmail.com" userId="a793634777582c92" providerId="LiveId" clId="{FA867AAA-D72A-4229-A2D4-C920CADA7E28}" dt="2024-01-06T18:10:16.769" v="529" actId="2696"/>
        <pc:sldMkLst>
          <pc:docMk/>
          <pc:sldMk cId="1083974072" sldId="419"/>
        </pc:sldMkLst>
      </pc:sldChg>
      <pc:sldChg chg="del">
        <pc:chgData name="anaclaracosta116@gmail.com" userId="a793634777582c92" providerId="LiveId" clId="{FA867AAA-D72A-4229-A2D4-C920CADA7E28}" dt="2024-01-06T17:49:32.021" v="6" actId="2696"/>
        <pc:sldMkLst>
          <pc:docMk/>
          <pc:sldMk cId="1677633708" sldId="422"/>
        </pc:sldMkLst>
      </pc:sldChg>
      <pc:sldChg chg="del">
        <pc:chgData name="anaclaracosta116@gmail.com" userId="a793634777582c92" providerId="LiveId" clId="{FA867AAA-D72A-4229-A2D4-C920CADA7E28}" dt="2024-01-06T17:49:35.354" v="7" actId="2696"/>
        <pc:sldMkLst>
          <pc:docMk/>
          <pc:sldMk cId="637538053" sldId="423"/>
        </pc:sldMkLst>
      </pc:sldChg>
      <pc:sldChg chg="del">
        <pc:chgData name="anaclaracosta116@gmail.com" userId="a793634777582c92" providerId="LiveId" clId="{FA867AAA-D72A-4229-A2D4-C920CADA7E28}" dt="2024-01-06T18:10:19.279" v="530" actId="2696"/>
        <pc:sldMkLst>
          <pc:docMk/>
          <pc:sldMk cId="1522167802" sldId="424"/>
        </pc:sldMkLst>
      </pc:sldChg>
      <pc:sldChg chg="del">
        <pc:chgData name="anaclaracosta116@gmail.com" userId="a793634777582c92" providerId="LiveId" clId="{FA867AAA-D72A-4229-A2D4-C920CADA7E28}" dt="2024-01-06T18:10:24.177" v="532" actId="2696"/>
        <pc:sldMkLst>
          <pc:docMk/>
          <pc:sldMk cId="2258295147" sldId="425"/>
        </pc:sldMkLst>
      </pc:sldChg>
      <pc:sldChg chg="del">
        <pc:chgData name="anaclaracosta116@gmail.com" userId="a793634777582c92" providerId="LiveId" clId="{FA867AAA-D72A-4229-A2D4-C920CADA7E28}" dt="2024-01-06T18:10:29.084" v="534" actId="2696"/>
        <pc:sldMkLst>
          <pc:docMk/>
          <pc:sldMk cId="3438445378" sldId="426"/>
        </pc:sldMkLst>
      </pc:sldChg>
      <pc:sldChg chg="modSp mod">
        <pc:chgData name="anaclaracosta116@gmail.com" userId="a793634777582c92" providerId="LiveId" clId="{FA867AAA-D72A-4229-A2D4-C920CADA7E28}" dt="2024-01-06T18:13:26.328" v="545" actId="113"/>
        <pc:sldMkLst>
          <pc:docMk/>
          <pc:sldMk cId="3734991938" sldId="428"/>
        </pc:sldMkLst>
        <pc:spChg chg="mod">
          <ac:chgData name="anaclaracosta116@gmail.com" userId="a793634777582c92" providerId="LiveId" clId="{FA867AAA-D72A-4229-A2D4-C920CADA7E28}" dt="2024-01-06T18:13:26.328" v="545" actId="113"/>
          <ac:spMkLst>
            <pc:docMk/>
            <pc:sldMk cId="3734991938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A867AAA-D72A-4229-A2D4-C920CADA7E28}" dt="2024-01-06T18:13:12.471" v="544" actId="27636"/>
        <pc:sldMkLst>
          <pc:docMk/>
          <pc:sldMk cId="1475441202" sldId="429"/>
        </pc:sldMkLst>
        <pc:spChg chg="mod">
          <ac:chgData name="anaclaracosta116@gmail.com" userId="a793634777582c92" providerId="LiveId" clId="{FA867AAA-D72A-4229-A2D4-C920CADA7E28}" dt="2024-01-06T18:13:12.471" v="544" actId="27636"/>
          <ac:spMkLst>
            <pc:docMk/>
            <pc:sldMk cId="1475441202" sldId="42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A867AAA-D72A-4229-A2D4-C920CADA7E28}" dt="2024-01-06T18:13:30.752" v="546" actId="2696"/>
        <pc:sldMkLst>
          <pc:docMk/>
          <pc:sldMk cId="2395872959" sldId="430"/>
        </pc:sldMkLst>
      </pc:sldChg>
      <pc:sldChg chg="del">
        <pc:chgData name="anaclaracosta116@gmail.com" userId="a793634777582c92" providerId="LiveId" clId="{FA867AAA-D72A-4229-A2D4-C920CADA7E28}" dt="2024-01-06T18:13:33.280" v="547" actId="2696"/>
        <pc:sldMkLst>
          <pc:docMk/>
          <pc:sldMk cId="957986339" sldId="431"/>
        </pc:sldMkLst>
      </pc:sldChg>
      <pc:sldChg chg="modSp add mod">
        <pc:chgData name="anaclaracosta116@gmail.com" userId="a793634777582c92" providerId="LiveId" clId="{FA867AAA-D72A-4229-A2D4-C920CADA7E28}" dt="2024-01-13T18:42:17.927" v="757" actId="113"/>
        <pc:sldMkLst>
          <pc:docMk/>
          <pc:sldMk cId="3975748999" sldId="432"/>
        </pc:sldMkLst>
        <pc:spChg chg="mod">
          <ac:chgData name="anaclaracosta116@gmail.com" userId="a793634777582c92" providerId="LiveId" clId="{FA867AAA-D72A-4229-A2D4-C920CADA7E28}" dt="2024-01-13T18:42:17.927" v="757" actId="113"/>
          <ac:spMkLst>
            <pc:docMk/>
            <pc:sldMk cId="3975748999" sldId="43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FA867AAA-D72A-4229-A2D4-C920CADA7E28}" dt="2024-01-13T18:43:57.986" v="957" actId="20577"/>
        <pc:sldMkLst>
          <pc:docMk/>
          <pc:sldMk cId="2198693354" sldId="433"/>
        </pc:sldMkLst>
        <pc:spChg chg="mod">
          <ac:chgData name="anaclaracosta116@gmail.com" userId="a793634777582c92" providerId="LiveId" clId="{FA867AAA-D72A-4229-A2D4-C920CADA7E28}" dt="2024-01-13T18:43:57.986" v="957" actId="20577"/>
          <ac:spMkLst>
            <pc:docMk/>
            <pc:sldMk cId="2198693354" sldId="433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FA867AAA-D72A-4229-A2D4-C920CADA7E28}" dt="2024-01-07T20:13:28.372" v="598" actId="47"/>
        <pc:sldMkLst>
          <pc:docMk/>
          <pc:sldMk cId="2835388885" sldId="434"/>
        </pc:sldMkLst>
        <pc:spChg chg="mod">
          <ac:chgData name="anaclaracosta116@gmail.com" userId="a793634777582c92" providerId="LiveId" clId="{FA867AAA-D72A-4229-A2D4-C920CADA7E28}" dt="2024-01-06T17:58:17.609" v="446" actId="20577"/>
          <ac:spMkLst>
            <pc:docMk/>
            <pc:sldMk cId="2835388885" sldId="434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FA867AAA-D72A-4229-A2D4-C920CADA7E28}" dt="2024-01-13T18:55:50.688" v="1091" actId="113"/>
        <pc:sldMkLst>
          <pc:docMk/>
          <pc:sldMk cId="4078698063" sldId="435"/>
        </pc:sldMkLst>
        <pc:spChg chg="mod">
          <ac:chgData name="anaclaracosta116@gmail.com" userId="a793634777582c92" providerId="LiveId" clId="{FA867AAA-D72A-4229-A2D4-C920CADA7E28}" dt="2024-01-06T18:05:28.640" v="478" actId="1076"/>
          <ac:spMkLst>
            <pc:docMk/>
            <pc:sldMk cId="4078698063" sldId="435"/>
            <ac:spMk id="2" creationId="{F0E406B4-85AC-B67B-F9E2-21AAF8067483}"/>
          </ac:spMkLst>
        </pc:spChg>
        <pc:spChg chg="mod">
          <ac:chgData name="anaclaracosta116@gmail.com" userId="a793634777582c92" providerId="LiveId" clId="{FA867AAA-D72A-4229-A2D4-C920CADA7E28}" dt="2024-01-13T18:55:50.688" v="1091" actId="113"/>
          <ac:spMkLst>
            <pc:docMk/>
            <pc:sldMk cId="4078698063" sldId="435"/>
            <ac:spMk id="3" creationId="{FC8F7E34-DB8C-1CEE-BAF4-E537563F9CD2}"/>
          </ac:spMkLst>
        </pc:spChg>
      </pc:sldChg>
      <pc:sldChg chg="add del ord">
        <pc:chgData name="anaclaracosta116@gmail.com" userId="a793634777582c92" providerId="LiveId" clId="{FA867AAA-D72A-4229-A2D4-C920CADA7E28}" dt="2024-01-13T18:55:57.183" v="1092" actId="2696"/>
        <pc:sldMkLst>
          <pc:docMk/>
          <pc:sldMk cId="516013229" sldId="436"/>
        </pc:sldMkLst>
      </pc:sldChg>
      <pc:sldChg chg="add del">
        <pc:chgData name="anaclaracosta116@gmail.com" userId="a793634777582c92" providerId="LiveId" clId="{FA867AAA-D72A-4229-A2D4-C920CADA7E28}" dt="2024-01-13T18:56:03.429" v="1094" actId="2696"/>
        <pc:sldMkLst>
          <pc:docMk/>
          <pc:sldMk cId="1578134786" sldId="437"/>
        </pc:sldMkLst>
      </pc:sldChg>
      <pc:sldChg chg="modSp add del mod ord">
        <pc:chgData name="anaclaracosta116@gmail.com" userId="a793634777582c92" providerId="LiveId" clId="{FA867AAA-D72A-4229-A2D4-C920CADA7E28}" dt="2024-01-13T18:56:00.394" v="1093" actId="2696"/>
        <pc:sldMkLst>
          <pc:docMk/>
          <pc:sldMk cId="1626154668" sldId="438"/>
        </pc:sldMkLst>
        <pc:spChg chg="mod">
          <ac:chgData name="anaclaracosta116@gmail.com" userId="a793634777582c92" providerId="LiveId" clId="{FA867AAA-D72A-4229-A2D4-C920CADA7E28}" dt="2024-01-06T18:06:13.261" v="487" actId="1076"/>
          <ac:spMkLst>
            <pc:docMk/>
            <pc:sldMk cId="1626154668" sldId="43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FA867AAA-D72A-4229-A2D4-C920CADA7E28}" dt="2024-01-06T18:11:03.325" v="537"/>
        <pc:sldMkLst>
          <pc:docMk/>
          <pc:sldMk cId="1179819499" sldId="439"/>
        </pc:sldMkLst>
        <pc:spChg chg="mod">
          <ac:chgData name="anaclaracosta116@gmail.com" userId="a793634777582c92" providerId="LiveId" clId="{FA867AAA-D72A-4229-A2D4-C920CADA7E28}" dt="2024-01-06T18:11:03.325" v="537"/>
          <ac:spMkLst>
            <pc:docMk/>
            <pc:sldMk cId="1179819499" sldId="43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FA867AAA-D72A-4229-A2D4-C920CADA7E28}" dt="2024-01-06T18:11:21.177" v="538"/>
        <pc:sldMkLst>
          <pc:docMk/>
          <pc:sldMk cId="1269557353" sldId="440"/>
        </pc:sldMkLst>
        <pc:spChg chg="mod">
          <ac:chgData name="anaclaracosta116@gmail.com" userId="a793634777582c92" providerId="LiveId" clId="{FA867AAA-D72A-4229-A2D4-C920CADA7E28}" dt="2024-01-06T18:11:21.177" v="538"/>
          <ac:spMkLst>
            <pc:docMk/>
            <pc:sldMk cId="1269557353" sldId="440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FA867AAA-D72A-4229-A2D4-C920CADA7E28}" dt="2024-01-06T18:14:42.882" v="555" actId="14100"/>
        <pc:sldMkLst>
          <pc:docMk/>
          <pc:sldMk cId="652183787" sldId="441"/>
        </pc:sldMkLst>
        <pc:spChg chg="mod">
          <ac:chgData name="anaclaracosta116@gmail.com" userId="a793634777582c92" providerId="LiveId" clId="{FA867AAA-D72A-4229-A2D4-C920CADA7E28}" dt="2024-01-06T18:14:42.882" v="555" actId="14100"/>
          <ac:spMkLst>
            <pc:docMk/>
            <pc:sldMk cId="652183787" sldId="441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FA867AAA-D72A-4229-A2D4-C920CADA7E28}" dt="2024-01-06T18:13:48.925" v="553"/>
        <pc:sldMkLst>
          <pc:docMk/>
          <pc:sldMk cId="13159275" sldId="442"/>
        </pc:sldMkLst>
      </pc:sldChg>
      <pc:sldChg chg="add">
        <pc:chgData name="anaclaracosta116@gmail.com" userId="a793634777582c92" providerId="LiveId" clId="{FA867AAA-D72A-4229-A2D4-C920CADA7E28}" dt="2024-01-07T20:14:16.323" v="602" actId="2890"/>
        <pc:sldMkLst>
          <pc:docMk/>
          <pc:sldMk cId="1974340804" sldId="443"/>
        </pc:sldMkLst>
      </pc:sldChg>
      <pc:sldChg chg="add">
        <pc:chgData name="anaclaracosta116@gmail.com" userId="a793634777582c92" providerId="LiveId" clId="{FA867AAA-D72A-4229-A2D4-C920CADA7E28}" dt="2024-01-07T20:14:22.093" v="603" actId="2890"/>
        <pc:sldMkLst>
          <pc:docMk/>
          <pc:sldMk cId="3496163428" sldId="444"/>
        </pc:sldMkLst>
      </pc:sldChg>
      <pc:sldChg chg="modSp add mod ord">
        <pc:chgData name="anaclaracosta116@gmail.com" userId="a793634777582c92" providerId="LiveId" clId="{FA867AAA-D72A-4229-A2D4-C920CADA7E28}" dt="2024-01-13T18:56:49.266" v="1111" actId="20577"/>
        <pc:sldMkLst>
          <pc:docMk/>
          <pc:sldMk cId="374298811" sldId="445"/>
        </pc:sldMkLst>
        <pc:spChg chg="mod">
          <ac:chgData name="anaclaracosta116@gmail.com" userId="a793634777582c92" providerId="LiveId" clId="{FA867AAA-D72A-4229-A2D4-C920CADA7E28}" dt="2024-01-13T18:56:49.266" v="1111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FA867AAA-D72A-4229-A2D4-C920CADA7E28}" dt="2024-01-13T18:42:26.117" v="760"/>
        <pc:sldMkLst>
          <pc:docMk/>
          <pc:sldMk cId="4035707325" sldId="446"/>
        </pc:sldMkLst>
      </pc:sldChg>
      <pc:sldChg chg="modSp add mod">
        <pc:chgData name="anaclaracosta116@gmail.com" userId="a793634777582c92" providerId="LiveId" clId="{FA867AAA-D72A-4229-A2D4-C920CADA7E28}" dt="2024-01-13T18:48:42.213" v="1064" actId="113"/>
        <pc:sldMkLst>
          <pc:docMk/>
          <pc:sldMk cId="3643768469" sldId="447"/>
        </pc:sldMkLst>
        <pc:spChg chg="mod">
          <ac:chgData name="anaclaracosta116@gmail.com" userId="a793634777582c92" providerId="LiveId" clId="{FA867AAA-D72A-4229-A2D4-C920CADA7E28}" dt="2024-01-13T18:48:42.213" v="1064" actId="113"/>
          <ac:spMkLst>
            <pc:docMk/>
            <pc:sldMk cId="3643768469" sldId="447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AB0DC57-F1B5-2427-B029-A18157A3D5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010"/>
          <a:stretch/>
        </p:blipFill>
        <p:spPr>
          <a:xfrm>
            <a:off x="0" y="0"/>
            <a:ext cx="12192000" cy="67929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403ABE3-D2A9-4E95-C93C-168023A9A24E}"/>
              </a:ext>
            </a:extLst>
          </p:cNvPr>
          <p:cNvSpPr txBox="1">
            <a:spLocks/>
          </p:cNvSpPr>
          <p:nvPr/>
        </p:nvSpPr>
        <p:spPr>
          <a:xfrm>
            <a:off x="504476" y="2386306"/>
            <a:ext cx="11183044" cy="2133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0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2º DOMINGO DO TEMPO COMUM</a:t>
            </a:r>
            <a:endParaRPr lang="pt-BR" sz="9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b="1" dirty="0"/>
              <a:t>EIS-ME AQUI SENHOR!</a:t>
            </a:r>
          </a:p>
          <a:p>
            <a:pPr algn="l"/>
            <a:r>
              <a:rPr lang="pt-BR" sz="13500" b="1" dirty="0"/>
              <a:t>EIS-ME AQUI SENHOR!</a:t>
            </a:r>
          </a:p>
          <a:p>
            <a:pPr algn="l"/>
            <a:r>
              <a:rPr lang="pt-BR" sz="13500" b="1" dirty="0"/>
              <a:t>PRA FAZER TUA VONTADE</a:t>
            </a:r>
          </a:p>
          <a:p>
            <a:pPr algn="l"/>
            <a:r>
              <a:rPr lang="pt-BR" sz="13500" b="1" dirty="0"/>
              <a:t>PRA VIVER NO TEU AMOR</a:t>
            </a:r>
          </a:p>
          <a:p>
            <a:pPr algn="l"/>
            <a:r>
              <a:rPr lang="pt-BR" sz="13500" b="1" dirty="0"/>
              <a:t>PRA FAZER TUA VONTADE</a:t>
            </a:r>
          </a:p>
          <a:p>
            <a:pPr algn="l"/>
            <a:r>
              <a:rPr lang="pt-BR" sz="13500" b="1" dirty="0"/>
              <a:t>PRA VIVER NO TEU AMOR</a:t>
            </a:r>
          </a:p>
          <a:p>
            <a:pPr algn="l"/>
            <a:r>
              <a:rPr lang="pt-BR" sz="13500" b="1" dirty="0"/>
              <a:t>EIS-ME AQUI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dirty="0"/>
              <a:t>O SENHOR É O PASTOR QUE ME CONDUZ</a:t>
            </a:r>
          </a:p>
          <a:p>
            <a:pPr algn="l"/>
            <a:r>
              <a:rPr lang="pt-BR" sz="13500" dirty="0"/>
              <a:t>POR CAMINHOS NUNCA VISTOS ME ENVIOU</a:t>
            </a:r>
          </a:p>
          <a:p>
            <a:pPr algn="l"/>
            <a:r>
              <a:rPr lang="pt-BR" sz="13500" dirty="0"/>
              <a:t>SOU CHAMADO A SER FERMENTO SAL E LUZ</a:t>
            </a:r>
          </a:p>
          <a:p>
            <a:pPr algn="l"/>
            <a:r>
              <a:rPr lang="pt-BR" sz="13500" dirty="0"/>
              <a:t>E POR ISSO RESPONDI: AQUI ESTOU!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97574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b="1" dirty="0"/>
              <a:t>EIS-ME AQUI SENHOR!</a:t>
            </a:r>
          </a:p>
          <a:p>
            <a:pPr algn="l"/>
            <a:r>
              <a:rPr lang="pt-BR" sz="13500" b="1" dirty="0"/>
              <a:t>EIS-ME AQUI SENHOR!</a:t>
            </a:r>
          </a:p>
          <a:p>
            <a:pPr algn="l"/>
            <a:r>
              <a:rPr lang="pt-BR" sz="13500" b="1" dirty="0"/>
              <a:t>PRA FAZER TUA VONTADE</a:t>
            </a:r>
          </a:p>
          <a:p>
            <a:pPr algn="l"/>
            <a:r>
              <a:rPr lang="pt-BR" sz="13500" b="1" dirty="0"/>
              <a:t>PRA VIVER NO TEU AMOR</a:t>
            </a:r>
          </a:p>
          <a:p>
            <a:pPr algn="l"/>
            <a:r>
              <a:rPr lang="pt-BR" sz="13500" b="1" dirty="0"/>
              <a:t>PRA FAZER TUA VONTADE</a:t>
            </a:r>
          </a:p>
          <a:p>
            <a:pPr algn="l"/>
            <a:r>
              <a:rPr lang="pt-BR" sz="13500" b="1" dirty="0"/>
              <a:t>PRA VIVER NO TEU AMOR</a:t>
            </a:r>
          </a:p>
          <a:p>
            <a:pPr algn="l"/>
            <a:r>
              <a:rPr lang="pt-BR" sz="13500" b="1" dirty="0"/>
              <a:t>EIS-ME AQUI SENHOR!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403570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SENHOR, QUE SOIS O CAMINHO QUE LEVA AO PAI, TENDE PIEDADE DE NÓS.</a:t>
            </a:r>
          </a:p>
          <a:p>
            <a:pPr algn="l"/>
            <a:r>
              <a:rPr lang="pt-BR" sz="6600" b="1" dirty="0"/>
              <a:t>KYRIE, KYRIE ELEISON, KYRIE ELEISON, ELEISON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CRISTO, QUE SOIS A VERDADE QUE ILUMINA OS POVOS, TENDE PIEDADE DE NÓS.</a:t>
            </a:r>
          </a:p>
          <a:p>
            <a:pPr algn="just"/>
            <a:r>
              <a:rPr lang="pt-BR" sz="6600" b="1" dirty="0"/>
              <a:t>CHRISTE, CHRISTE ELEISON, CHRISTE ELEISON, ELEISON</a:t>
            </a:r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SENHOR, QUE SOIS A VIDA QUE RENOVA O MUNDO, TENDE PIEDADE DE NÓS.</a:t>
            </a:r>
          </a:p>
          <a:p>
            <a:pPr algn="just"/>
            <a:r>
              <a:rPr lang="pt-BR" sz="6600" b="1" dirty="0"/>
              <a:t>KYRIE,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219869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fr-FR" sz="9600" b="1" dirty="0"/>
              <a:t>GLORIA IN EXCELSIS DEO ET IN TERRA PAX HOMINIBUS BONAE VOLUNTATIS, BONAE VOLUNTATIS</a:t>
            </a:r>
            <a:endParaRPr lang="pt-BR" sz="9600" b="1" dirty="0"/>
          </a:p>
          <a:p>
            <a:pPr algn="just"/>
            <a:r>
              <a:rPr lang="pt-BR" sz="38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800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9600" b="1" dirty="0"/>
              <a:t>GLORIA IN EXCELSIS DEO ET IN TERRA PAX HOMINIBUS BONAE VOLUNTATIS, BONAE VOLUNTATIS.</a:t>
            </a:r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EU DISSE: “EIS QUE VENHO, SENHOR!” COM PRAZER FAÇO A VOSSA VONTADE.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ENCONTRAMOS O MESSIAS, JESUS CRISTO, DE GRAÇA E VERDADE ELE É PLENO; DE SUA IMENSA RIQUEZA GRAÇAS, SEM FIM, RECEBEMOS.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dirty="0"/>
              <a:t>1. A MESA SANTA QUE PREPARAMOS,</a:t>
            </a:r>
          </a:p>
          <a:p>
            <a:pPr algn="l"/>
            <a:r>
              <a:rPr lang="pt-BR" sz="6000" dirty="0"/>
              <a:t>MÃOS QUE SE ELEVAM A TI, Ó SENHOR</a:t>
            </a:r>
          </a:p>
          <a:p>
            <a:pPr algn="l"/>
            <a:r>
              <a:rPr lang="pt-BR" sz="6000" dirty="0"/>
              <a:t>O PÃO E O VINHO, FRUTOS DA TERRA,</a:t>
            </a:r>
          </a:p>
          <a:p>
            <a:pPr algn="l"/>
            <a:r>
              <a:rPr lang="pt-BR" sz="6000" dirty="0"/>
              <a:t>DURO TRABALHO, CARINHO E AMOR.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Ô, Ô, Ô, RECEBE SENHOR</a:t>
            </a:r>
          </a:p>
          <a:p>
            <a:pPr algn="l"/>
            <a:r>
              <a:rPr lang="pt-BR" sz="6000" b="1" dirty="0"/>
              <a:t>Ô, Ô RECEBE SENHOR (BIS)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088" y="42394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088" y="1136074"/>
            <a:ext cx="11484032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dirty="0"/>
              <a:t>2. FLORES, ESPINHOS, DOR E ALEGRIA,</a:t>
            </a:r>
          </a:p>
          <a:p>
            <a:pPr algn="l"/>
            <a:r>
              <a:rPr lang="pt-BR" sz="8000" dirty="0"/>
              <a:t>PAIS, MÃES E FILHOS DIANTE DO ALTAR.</a:t>
            </a:r>
          </a:p>
          <a:p>
            <a:pPr algn="l"/>
            <a:r>
              <a:rPr lang="pt-BR" sz="8000" dirty="0"/>
              <a:t>A NOSSA OFERTA EM NOVA FESTA,</a:t>
            </a:r>
          </a:p>
          <a:p>
            <a:pPr algn="l"/>
            <a:r>
              <a:rPr lang="pt-BR" sz="8000" dirty="0"/>
              <a:t>A NOSSA DOR, VEM SENHOR TRANSFORMAR</a:t>
            </a:r>
          </a:p>
          <a:p>
            <a:pPr algn="l"/>
            <a:endParaRPr lang="pt-BR" sz="8000" b="1" dirty="0"/>
          </a:p>
          <a:p>
            <a:pPr algn="l"/>
            <a:r>
              <a:rPr lang="pt-BR" sz="8000" b="1" dirty="0"/>
              <a:t>Ô, Ô, Ô, RECEBE SENHOR</a:t>
            </a:r>
          </a:p>
          <a:p>
            <a:pPr algn="l"/>
            <a:r>
              <a:rPr lang="pt-BR" sz="8000" b="1" dirty="0"/>
              <a:t>Ô, Ô RECEBE SENHOR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328" y="45442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328" y="1120834"/>
            <a:ext cx="1107255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3. A VIDA NOVA, NOVA FAMÍLIA,</a:t>
            </a:r>
          </a:p>
          <a:p>
            <a:pPr algn="l"/>
            <a:r>
              <a:rPr lang="pt-BR" sz="6000" dirty="0"/>
              <a:t>QUE CELEBRAMOS AQUI TEM LUGAR.</a:t>
            </a:r>
          </a:p>
          <a:p>
            <a:pPr algn="l"/>
            <a:r>
              <a:rPr lang="pt-BR" sz="6000" dirty="0"/>
              <a:t>TUA BONDADE VEM COM FARTURA</a:t>
            </a:r>
          </a:p>
          <a:p>
            <a:pPr algn="l"/>
            <a:r>
              <a:rPr lang="pt-BR" sz="6000" dirty="0"/>
              <a:t>É SÓ SABER REUNIR, PARTILHAR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Ô, Ô, Ô, RECEBE SENHOR</a:t>
            </a:r>
          </a:p>
          <a:p>
            <a:pPr algn="l"/>
            <a:r>
              <a:rPr lang="pt-BR" sz="6000" b="1" dirty="0"/>
              <a:t>Ô, Ô RECEBE SENHOR (BIS)</a:t>
            </a:r>
          </a:p>
        </p:txBody>
      </p:sp>
    </p:spTree>
    <p:extLst>
      <p:ext uri="{BB962C8B-B14F-4D97-AF65-F5344CB8AC3E}">
        <p14:creationId xmlns:p14="http://schemas.microsoft.com/office/powerpoint/2010/main" val="4078698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i="0" dirty="0">
                <a:effectLst/>
                <a:latin typeface="Open Sans" panose="020B0606030504020204" pitchFamily="34" charset="0"/>
              </a:rPr>
              <a:t>SANTO, SANTO, SANTO, SENHOR DEUS DO UNIVERSO.</a:t>
            </a:r>
            <a:br>
              <a:rPr lang="pt-BR" sz="12600" dirty="0"/>
            </a:br>
            <a:r>
              <a:rPr lang="pt-BR" sz="12600" i="0" dirty="0">
                <a:effectLst/>
                <a:latin typeface="Open Sans" panose="020B0606030504020204" pitchFamily="34" charset="0"/>
              </a:rPr>
              <a:t>O CÉU E A TERRA PROCLAMAM VOSSA GLÓRIA!</a:t>
            </a:r>
            <a:br>
              <a:rPr lang="pt-BR" sz="9800" dirty="0"/>
            </a:br>
            <a:br>
              <a:rPr lang="pt-BR" sz="9800" dirty="0"/>
            </a:br>
            <a:r>
              <a:rPr lang="pt-BR" sz="9800" i="0" dirty="0">
                <a:effectLst/>
                <a:latin typeface="Open Sans" panose="020B0606030504020204" pitchFamily="34" charset="0"/>
              </a:rPr>
              <a:t>HOSANA NAS </a:t>
            </a:r>
            <a:r>
              <a:rPr lang="pt-BR" sz="9800" i="0">
                <a:effectLst/>
                <a:latin typeface="Open Sans" panose="020B0606030504020204" pitchFamily="34" charset="0"/>
              </a:rPr>
              <a:t>ALTURAS!</a:t>
            </a:r>
            <a:endParaRPr lang="pt-BR" sz="9800">
              <a:latin typeface="Open Sans" panose="020B0606030504020204" pitchFamily="34" charset="0"/>
            </a:endParaRPr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BENDITO O QUE VEM EM NOME DO SENHOR.</a:t>
            </a:r>
            <a:br>
              <a:rPr lang="pt-BR" sz="6000" dirty="0"/>
            </a:br>
            <a:br>
              <a:rPr lang="pt-BR" sz="6000" dirty="0"/>
            </a:br>
            <a:r>
              <a:rPr lang="pt-BR" sz="6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HOSANA NAS ALTURAS! (2X)</a:t>
            </a:r>
            <a:endParaRPr lang="pt-BR" sz="6000" dirty="0"/>
          </a:p>
          <a:p>
            <a:pPr algn="just"/>
            <a:endParaRPr lang="pt-BR" sz="6000" dirty="0"/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b="1" dirty="0"/>
              <a:t>VIMOS SUA ESTRELA NO ORIENTE</a:t>
            </a:r>
          </a:p>
          <a:p>
            <a:pPr algn="l"/>
            <a:r>
              <a:rPr lang="pt-BR" sz="12600" b="1" dirty="0"/>
              <a:t>E ASSIM VIMOS ADORARO REI DA GENTE.</a:t>
            </a:r>
          </a:p>
          <a:p>
            <a:pPr algn="l"/>
            <a:endParaRPr lang="pt-BR" sz="11500" dirty="0"/>
          </a:p>
          <a:p>
            <a:pPr algn="l"/>
            <a:r>
              <a:rPr lang="pt-BR" sz="11500" dirty="0"/>
              <a:t>ONDE FOI QUE NASCEU O REI DOS JUDEUS?</a:t>
            </a:r>
          </a:p>
          <a:p>
            <a:pPr algn="l"/>
            <a:r>
              <a:rPr lang="pt-BR" sz="11500" dirty="0"/>
              <a:t>EM BELÉM DA JUDÉIA, CONFORME DIZ MIQUÉIAS.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b="1" dirty="0"/>
              <a:t>VIMOS SUA ESTRELA NO ORIENTE</a:t>
            </a:r>
          </a:p>
          <a:p>
            <a:pPr algn="l"/>
            <a:r>
              <a:rPr lang="pt-BR" sz="12600" b="1" dirty="0"/>
              <a:t>E ASSIM VIMOS ADORARO REI DA GENTE.</a:t>
            </a:r>
          </a:p>
          <a:p>
            <a:pPr algn="l"/>
            <a:endParaRPr lang="pt-BR" sz="11500" dirty="0"/>
          </a:p>
          <a:p>
            <a:pPr algn="l"/>
            <a:r>
              <a:rPr lang="pt-BR" sz="11500" dirty="0"/>
              <a:t>NO LUGAR DA ESTREBARIA,</a:t>
            </a:r>
          </a:p>
          <a:p>
            <a:pPr algn="l"/>
            <a:r>
              <a:rPr lang="pt-BR" sz="11500" dirty="0"/>
              <a:t>SE DETEVE A ESTRELA GUIA.</a:t>
            </a:r>
          </a:p>
          <a:p>
            <a:pPr algn="l"/>
            <a:r>
              <a:rPr lang="pt-BR" sz="11500" dirty="0"/>
              <a:t>ENCONTRARAM COM ALEGRIA,</a:t>
            </a:r>
          </a:p>
          <a:p>
            <a:pPr algn="l"/>
            <a:r>
              <a:rPr lang="pt-BR" sz="11500" dirty="0"/>
              <a:t>O MENINO COM MARIA.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79819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b="1" dirty="0"/>
              <a:t>VIMOS SUA ESTRELA NO ORIENTE</a:t>
            </a:r>
          </a:p>
          <a:p>
            <a:pPr algn="l"/>
            <a:r>
              <a:rPr lang="pt-BR" sz="12600" b="1" dirty="0"/>
              <a:t>E ASSIM VIMOS ADORARO REI DA GENTE.</a:t>
            </a:r>
          </a:p>
          <a:p>
            <a:pPr algn="l"/>
            <a:endParaRPr lang="pt-BR" sz="11500" dirty="0"/>
          </a:p>
          <a:p>
            <a:pPr algn="l"/>
            <a:r>
              <a:rPr lang="pt-BR" sz="11500" dirty="0"/>
              <a:t>E ABRINDO OS SEUS TESOUROS,</a:t>
            </a:r>
          </a:p>
          <a:p>
            <a:pPr algn="l"/>
            <a:r>
              <a:rPr lang="pt-BR" sz="11500" dirty="0"/>
              <a:t>DERAM INCENSO, MIRRA E OURO.</a:t>
            </a:r>
          </a:p>
          <a:p>
            <a:pPr algn="l"/>
            <a:r>
              <a:rPr lang="pt-BR" sz="11500" dirty="0"/>
              <a:t>GLÓRIA AO PAI E AO MENINO,</a:t>
            </a:r>
          </a:p>
          <a:p>
            <a:pPr algn="l"/>
            <a:r>
              <a:rPr lang="pt-BR" sz="11500" dirty="0"/>
              <a:t>E AO ESPÍRITO DIVINO.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69557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GLÓRIA A JESUS NA HÓSTIA SANTA,</a:t>
            </a:r>
          </a:p>
          <a:p>
            <a:pPr algn="l"/>
            <a:r>
              <a:rPr lang="pt-BR" sz="8000" dirty="0"/>
              <a:t>QUE SE CONSAGRA SOBRE O ALTAR;</a:t>
            </a:r>
          </a:p>
          <a:p>
            <a:pPr algn="l"/>
            <a:r>
              <a:rPr lang="pt-BR" sz="8000" dirty="0"/>
              <a:t>E AOS NOSSOS OLHOS SE LEVANTA</a:t>
            </a:r>
          </a:p>
          <a:p>
            <a:pPr algn="l"/>
            <a:r>
              <a:rPr lang="pt-BR" sz="8000" dirty="0"/>
              <a:t>PARA O BRASIL ABENÇOAR.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QUE O SANTO SACRAMENTO,</a:t>
            </a:r>
          </a:p>
          <a:p>
            <a:pPr algn="l"/>
            <a:r>
              <a:rPr lang="pt-BR" sz="8000" b="1" dirty="0"/>
              <a:t>QUE É O PRÓPRIO CRISTO JESUS,</a:t>
            </a:r>
          </a:p>
          <a:p>
            <a:pPr algn="l"/>
            <a:r>
              <a:rPr lang="pt-BR" sz="8000" b="1" dirty="0"/>
              <a:t>SEJA ADORADO E SEJA AMADO,</a:t>
            </a:r>
          </a:p>
          <a:p>
            <a:pPr algn="l"/>
            <a:r>
              <a:rPr lang="pt-BR" sz="8000" b="1" dirty="0"/>
              <a:t>NESTA TERRA DE SANTA CRUZ.</a:t>
            </a:r>
          </a:p>
          <a:p>
            <a:pPr algn="l"/>
            <a:r>
              <a:rPr lang="pt-BR" sz="8000" b="1" dirty="0"/>
              <a:t>SEJA ADORADO E SEJA AMADO,</a:t>
            </a:r>
          </a:p>
          <a:p>
            <a:pPr algn="l"/>
            <a:r>
              <a:rPr lang="pt-BR" sz="8000" b="1" dirty="0"/>
              <a:t>NESTA TERRA DE SANTA CRUZ.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dirty="0"/>
              <a:t>GLÓRIA A JESUS, DEUS ESCONDIDO,</a:t>
            </a:r>
          </a:p>
          <a:p>
            <a:pPr algn="l"/>
            <a:r>
              <a:rPr lang="pt-BR" sz="8000" dirty="0"/>
              <a:t>QUE VINDO A NÓS NA COMUNHÃO,</a:t>
            </a:r>
          </a:p>
          <a:p>
            <a:pPr algn="l"/>
            <a:r>
              <a:rPr lang="pt-BR" sz="8000" dirty="0"/>
              <a:t>PURIFICADO, ENRIQUECIDO,</a:t>
            </a:r>
          </a:p>
          <a:p>
            <a:pPr algn="l"/>
            <a:r>
              <a:rPr lang="pt-BR" sz="8000" dirty="0"/>
              <a:t>DEIXA-NOS SEMPRE O CORAÇÃO.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QUE O SANTO SACRAMENTO,</a:t>
            </a:r>
          </a:p>
          <a:p>
            <a:pPr algn="l"/>
            <a:r>
              <a:rPr lang="pt-BR" sz="8000" b="1" dirty="0"/>
              <a:t>QUE É O PRÓPRIO CRISTO JESUS,</a:t>
            </a:r>
          </a:p>
          <a:p>
            <a:pPr algn="l"/>
            <a:r>
              <a:rPr lang="pt-BR" sz="8000" b="1" dirty="0"/>
              <a:t>SEJA ADORADO E SEJA AMADO,</a:t>
            </a:r>
          </a:p>
          <a:p>
            <a:pPr algn="l"/>
            <a:r>
              <a:rPr lang="pt-BR" sz="8000" b="1" dirty="0"/>
              <a:t>NESTA TERRA DE SANTA CRUZ.</a:t>
            </a:r>
          </a:p>
          <a:p>
            <a:pPr algn="l"/>
            <a:r>
              <a:rPr lang="pt-BR" sz="8000" b="1" dirty="0"/>
              <a:t>SEJA ADORADO E SEJA AMADO,</a:t>
            </a:r>
          </a:p>
          <a:p>
            <a:pPr algn="l"/>
            <a:r>
              <a:rPr lang="pt-BR" sz="8000" b="1" dirty="0"/>
              <a:t>NESTA TERRA DE SANTA CRUZ.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3159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400" dirty="0"/>
              <a:t>SÃO TRÊS REIS QUE CHEGAM LÁ DO ORIENTE</a:t>
            </a:r>
          </a:p>
          <a:p>
            <a:pPr algn="l"/>
            <a:r>
              <a:rPr lang="pt-BR" sz="7400" dirty="0"/>
              <a:t>PARA VER UM REI QUE ACABA DE NASCER.</a:t>
            </a:r>
          </a:p>
          <a:p>
            <a:pPr algn="l"/>
            <a:r>
              <a:rPr lang="pt-BR" sz="7400" dirty="0"/>
              <a:t>DIZEM QUE UM É BRANCO, O OUTRO, COR DE JAMBO,</a:t>
            </a:r>
          </a:p>
          <a:p>
            <a:pPr algn="l"/>
            <a:r>
              <a:rPr lang="pt-BR" sz="7400" dirty="0"/>
              <a:t>O OUTRO REI É NEGRO E QUE VIERAM VER.</a:t>
            </a:r>
          </a:p>
          <a:p>
            <a:pPr algn="l"/>
            <a:r>
              <a:rPr lang="pt-BR" sz="7400" dirty="0"/>
              <a:t>O NOVO REI QUE NASCEU, IGUAL ESTRELA NO CÉU!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706581"/>
            <a:ext cx="11495809" cy="6151419"/>
          </a:xfrm>
        </p:spPr>
        <p:txBody>
          <a:bodyPr>
            <a:normAutofit/>
          </a:bodyPr>
          <a:lstStyle/>
          <a:p>
            <a:pPr algn="l"/>
            <a:r>
              <a:rPr lang="pt-BR" sz="5400" b="1" dirty="0"/>
              <a:t>E TRAZEM OURO, INCENSO E MIRRA</a:t>
            </a:r>
          </a:p>
          <a:p>
            <a:pPr algn="l"/>
            <a:r>
              <a:rPr lang="pt-BR" sz="5400" b="1" dirty="0"/>
              <a:t>PRA FESTEJAR O NOVO REI</a:t>
            </a:r>
          </a:p>
          <a:p>
            <a:pPr algn="l"/>
            <a:r>
              <a:rPr lang="pt-BR" sz="5400" b="1" dirty="0"/>
              <a:t>QUE TEM PODER E MAJESTADE,</a:t>
            </a:r>
          </a:p>
          <a:p>
            <a:pPr algn="l"/>
            <a:r>
              <a:rPr lang="pt-BR" sz="5400" b="1" dirty="0"/>
              <a:t>QUE VEM DO CÉU, QUE É DE DEUS,</a:t>
            </a:r>
          </a:p>
          <a:p>
            <a:pPr algn="l"/>
            <a:r>
              <a:rPr lang="pt-BR" sz="5400" b="1" dirty="0"/>
              <a:t>QUE VAI SOFRER, QUE VAI MORRER,</a:t>
            </a:r>
          </a:p>
          <a:p>
            <a:pPr algn="l"/>
            <a:r>
              <a:rPr lang="pt-BR" sz="5400" b="1" dirty="0"/>
              <a:t>E QUE NOS LIBERTARÁ.(BIS)</a:t>
            </a:r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9981</TotalTime>
  <Words>938</Words>
  <Application>Microsoft Office PowerPoint</Application>
  <PresentationFormat>Widescreen</PresentationFormat>
  <Paragraphs>156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36</cp:revision>
  <dcterms:created xsi:type="dcterms:W3CDTF">2023-05-06T17:01:55Z</dcterms:created>
  <dcterms:modified xsi:type="dcterms:W3CDTF">2024-01-13T18:56:51Z</dcterms:modified>
</cp:coreProperties>
</file>