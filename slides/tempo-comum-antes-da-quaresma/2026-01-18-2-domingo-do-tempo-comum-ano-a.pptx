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75" r:id="rId2"/>
    <p:sldId id="354" r:id="rId3"/>
    <p:sldId id="432" r:id="rId4"/>
    <p:sldId id="451" r:id="rId5"/>
    <p:sldId id="446" r:id="rId6"/>
    <p:sldId id="258" r:id="rId7"/>
    <p:sldId id="397" r:id="rId8"/>
    <p:sldId id="425" r:id="rId9"/>
    <p:sldId id="260" r:id="rId10"/>
    <p:sldId id="261" r:id="rId11"/>
    <p:sldId id="338" r:id="rId12"/>
    <p:sldId id="339" r:id="rId13"/>
    <p:sldId id="340" r:id="rId14"/>
    <p:sldId id="377" r:id="rId15"/>
    <p:sldId id="264" r:id="rId16"/>
    <p:sldId id="265" r:id="rId17"/>
    <p:sldId id="266" r:id="rId18"/>
    <p:sldId id="267" r:id="rId19"/>
    <p:sldId id="271" r:id="rId20"/>
    <p:sldId id="455" r:id="rId21"/>
    <p:sldId id="376" r:id="rId22"/>
    <p:sldId id="379" r:id="rId23"/>
    <p:sldId id="361" r:id="rId24"/>
    <p:sldId id="445" r:id="rId25"/>
    <p:sldId id="454" r:id="rId26"/>
    <p:sldId id="443" r:id="rId27"/>
    <p:sldId id="362" r:id="rId28"/>
    <p:sldId id="358" r:id="rId29"/>
    <p:sldId id="373" r:id="rId30"/>
    <p:sldId id="277" r:id="rId31"/>
    <p:sldId id="428" r:id="rId32"/>
    <p:sldId id="429" r:id="rId33"/>
    <p:sldId id="441" r:id="rId34"/>
    <p:sldId id="427" r:id="rId35"/>
    <p:sldId id="456" r:id="rId36"/>
    <p:sldId id="457" r:id="rId37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809" autoAdjust="0"/>
    <p:restoredTop sz="94660"/>
  </p:normalViewPr>
  <p:slideViewPr>
    <p:cSldViewPr snapToGrid="0">
      <p:cViewPr varScale="1">
        <p:scale>
          <a:sx n="69" d="100"/>
          <a:sy n="69" d="100"/>
        </p:scale>
        <p:origin x="54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microsoft.com/office/2016/11/relationships/changesInfo" Target="changesInfos/changesInfo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aclaracosta116@gmail.com" userId="a793634777582c92" providerId="LiveId" clId="{47C0E740-7425-4E71-ABE3-7C609A2B4110}"/>
    <pc:docChg chg="custSel addSld delSld modSld sldOrd">
      <pc:chgData name="anaclaracosta116@gmail.com" userId="a793634777582c92" providerId="LiveId" clId="{47C0E740-7425-4E71-ABE3-7C609A2B4110}" dt="2024-01-13T19:08:36.182" v="127" actId="27636"/>
      <pc:docMkLst>
        <pc:docMk/>
      </pc:docMkLst>
      <pc:sldChg chg="modSp mod">
        <pc:chgData name="anaclaracosta116@gmail.com" userId="a793634777582c92" providerId="LiveId" clId="{47C0E740-7425-4E71-ABE3-7C609A2B4110}" dt="2024-01-13T19:08:07.636" v="124" actId="27636"/>
        <pc:sldMkLst>
          <pc:docMk/>
          <pc:sldMk cId="4141278968" sldId="337"/>
        </pc:sldMkLst>
      </pc:sldChg>
      <pc:sldChg chg="del">
        <pc:chgData name="anaclaracosta116@gmail.com" userId="a793634777582c92" providerId="LiveId" clId="{47C0E740-7425-4E71-ABE3-7C609A2B4110}" dt="2024-01-13T18:59:21.084" v="10" actId="2696"/>
        <pc:sldMkLst>
          <pc:docMk/>
          <pc:sldMk cId="2304799739" sldId="362"/>
        </pc:sldMkLst>
      </pc:sldChg>
      <pc:sldChg chg="modSp mod">
        <pc:chgData name="anaclaracosta116@gmail.com" userId="a793634777582c92" providerId="LiveId" clId="{47C0E740-7425-4E71-ABE3-7C609A2B4110}" dt="2024-01-13T19:08:36.182" v="127" actId="27636"/>
        <pc:sldMkLst>
          <pc:docMk/>
          <pc:sldMk cId="1457828054" sldId="374"/>
        </pc:sldMkLst>
      </pc:sldChg>
      <pc:sldChg chg="modSp mod">
        <pc:chgData name="anaclaracosta116@gmail.com" userId="a793634777582c92" providerId="LiveId" clId="{47C0E740-7425-4E71-ABE3-7C609A2B4110}" dt="2024-01-13T19:04:49.606" v="45" actId="27636"/>
        <pc:sldMkLst>
          <pc:docMk/>
          <pc:sldMk cId="3734991938" sldId="428"/>
        </pc:sldMkLst>
      </pc:sldChg>
      <pc:sldChg chg="modSp mod">
        <pc:chgData name="anaclaracosta116@gmail.com" userId="a793634777582c92" providerId="LiveId" clId="{47C0E740-7425-4E71-ABE3-7C609A2B4110}" dt="2024-01-13T19:05:47.109" v="48" actId="113"/>
        <pc:sldMkLst>
          <pc:docMk/>
          <pc:sldMk cId="1475441202" sldId="429"/>
        </pc:sldMkLst>
      </pc:sldChg>
      <pc:sldChg chg="modSp mod">
        <pc:chgData name="anaclaracosta116@gmail.com" userId="a793634777582c92" providerId="LiveId" clId="{47C0E740-7425-4E71-ABE3-7C609A2B4110}" dt="2024-01-13T19:02:38.378" v="27"/>
        <pc:sldMkLst>
          <pc:docMk/>
          <pc:sldMk cId="1179819499" sldId="439"/>
        </pc:sldMkLst>
      </pc:sldChg>
      <pc:sldChg chg="modSp mod">
        <pc:chgData name="anaclaracosta116@gmail.com" userId="a793634777582c92" providerId="LiveId" clId="{47C0E740-7425-4E71-ABE3-7C609A2B4110}" dt="2024-01-13T19:03:14.918" v="31" actId="403"/>
        <pc:sldMkLst>
          <pc:docMk/>
          <pc:sldMk cId="1269557353" sldId="440"/>
        </pc:sldMkLst>
      </pc:sldChg>
      <pc:sldChg chg="modSp mod">
        <pc:chgData name="anaclaracosta116@gmail.com" userId="a793634777582c92" providerId="LiveId" clId="{47C0E740-7425-4E71-ABE3-7C609A2B4110}" dt="2024-01-13T19:06:48.628" v="54" actId="27636"/>
        <pc:sldMkLst>
          <pc:docMk/>
          <pc:sldMk cId="652183787" sldId="441"/>
        </pc:sldMkLst>
      </pc:sldChg>
      <pc:sldChg chg="modSp mod">
        <pc:chgData name="anaclaracosta116@gmail.com" userId="a793634777582c92" providerId="LiveId" clId="{47C0E740-7425-4E71-ABE3-7C609A2B4110}" dt="2024-01-13T19:07:15.490" v="120" actId="20577"/>
        <pc:sldMkLst>
          <pc:docMk/>
          <pc:sldMk cId="13159275" sldId="442"/>
        </pc:sldMkLst>
      </pc:sldChg>
      <pc:sldChg chg="modSp mod">
        <pc:chgData name="anaclaracosta116@gmail.com" userId="a793634777582c92" providerId="LiveId" clId="{47C0E740-7425-4E71-ABE3-7C609A2B4110}" dt="2024-01-13T19:02:45.212" v="28" actId="113"/>
        <pc:sldMkLst>
          <pc:docMk/>
          <pc:sldMk cId="3496163428" sldId="444"/>
        </pc:sldMkLst>
      </pc:sldChg>
      <pc:sldChg chg="modSp mod">
        <pc:chgData name="anaclaracosta116@gmail.com" userId="a793634777582c92" providerId="LiveId" clId="{47C0E740-7425-4E71-ABE3-7C609A2B4110}" dt="2024-01-13T19:00:15.141" v="25" actId="20577"/>
        <pc:sldMkLst>
          <pc:docMk/>
          <pc:sldMk cId="374298811" sldId="445"/>
        </pc:sldMkLst>
      </pc:sldChg>
      <pc:sldChg chg="add ord">
        <pc:chgData name="anaclaracosta116@gmail.com" userId="a793634777582c92" providerId="LiveId" clId="{47C0E740-7425-4E71-ABE3-7C609A2B4110}" dt="2024-01-13T19:03:19.286" v="34"/>
        <pc:sldMkLst>
          <pc:docMk/>
          <pc:sldMk cId="151327524" sldId="448"/>
        </pc:sldMkLst>
      </pc:sldChg>
      <pc:sldChg chg="modSp add mod ord">
        <pc:chgData name="anaclaracosta116@gmail.com" userId="a793634777582c92" providerId="LiveId" clId="{47C0E740-7425-4E71-ABE3-7C609A2B4110}" dt="2024-01-13T19:03:45.119" v="42" actId="27636"/>
        <pc:sldMkLst>
          <pc:docMk/>
          <pc:sldMk cId="1817972339" sldId="449"/>
        </pc:sldMkLst>
      </pc:sldChg>
      <pc:sldChg chg="add ord">
        <pc:chgData name="anaclaracosta116@gmail.com" userId="a793634777582c92" providerId="LiveId" clId="{47C0E740-7425-4E71-ABE3-7C609A2B4110}" dt="2024-01-13T19:03:29.244" v="40"/>
        <pc:sldMkLst>
          <pc:docMk/>
          <pc:sldMk cId="1347575891" sldId="450"/>
        </pc:sldMkLst>
      </pc:sldChg>
    </pc:docChg>
  </pc:docChgLst>
  <pc:docChgLst>
    <pc:chgData name="anaclaracosta116@gmail.com" userId="a793634777582c92" providerId="LiveId" clId="{002BA4D6-5596-4452-94F1-3F27414A0F81}"/>
    <pc:docChg chg="undo custSel addSld delSld modSld sldOrd">
      <pc:chgData name="anaclaracosta116@gmail.com" userId="a793634777582c92" providerId="LiveId" clId="{002BA4D6-5596-4452-94F1-3F27414A0F81}" dt="2025-01-18T19:57:22.679" v="287" actId="14100"/>
      <pc:docMkLst>
        <pc:docMk/>
      </pc:docMkLst>
      <pc:sldChg chg="modSp mod">
        <pc:chgData name="anaclaracosta116@gmail.com" userId="a793634777582c92" providerId="LiveId" clId="{002BA4D6-5596-4452-94F1-3F27414A0F81}" dt="2025-01-18T19:19:00.546" v="111" actId="1076"/>
        <pc:sldMkLst>
          <pc:docMk/>
          <pc:sldMk cId="3388034860" sldId="265"/>
        </pc:sldMkLst>
        <pc:spChg chg="mod">
          <ac:chgData name="anaclaracosta116@gmail.com" userId="a793634777582c92" providerId="LiveId" clId="{002BA4D6-5596-4452-94F1-3F27414A0F81}" dt="2025-01-18T19:19:00.546" v="111" actId="1076"/>
          <ac:spMkLst>
            <pc:docMk/>
            <pc:sldMk cId="3388034860" sldId="265"/>
            <ac:spMk id="3" creationId="{FC8F7E34-DB8C-1CEE-BAF4-E537563F9CD2}"/>
          </ac:spMkLst>
        </pc:spChg>
      </pc:sldChg>
      <pc:sldChg chg="modSp mod">
        <pc:chgData name="anaclaracosta116@gmail.com" userId="a793634777582c92" providerId="LiveId" clId="{002BA4D6-5596-4452-94F1-3F27414A0F81}" dt="2025-01-18T19:24:13.277" v="211" actId="20577"/>
        <pc:sldMkLst>
          <pc:docMk/>
          <pc:sldMk cId="2671817442" sldId="267"/>
        </pc:sldMkLst>
        <pc:spChg chg="mod">
          <ac:chgData name="anaclaracosta116@gmail.com" userId="a793634777582c92" providerId="LiveId" clId="{002BA4D6-5596-4452-94F1-3F27414A0F81}" dt="2025-01-18T19:24:13.277" v="211" actId="20577"/>
          <ac:spMkLst>
            <pc:docMk/>
            <pc:sldMk cId="2671817442" sldId="267"/>
            <ac:spMk id="3" creationId="{FC8F7E34-DB8C-1CEE-BAF4-E537563F9CD2}"/>
          </ac:spMkLst>
        </pc:spChg>
      </pc:sldChg>
      <pc:sldChg chg="modSp mod">
        <pc:chgData name="anaclaracosta116@gmail.com" userId="a793634777582c92" providerId="LiveId" clId="{002BA4D6-5596-4452-94F1-3F27414A0F81}" dt="2025-01-18T19:28:41.756" v="229" actId="113"/>
        <pc:sldMkLst>
          <pc:docMk/>
          <pc:sldMk cId="2786277918" sldId="269"/>
        </pc:sldMkLst>
        <pc:spChg chg="mod">
          <ac:chgData name="anaclaracosta116@gmail.com" userId="a793634777582c92" providerId="LiveId" clId="{002BA4D6-5596-4452-94F1-3F27414A0F81}" dt="2025-01-18T19:24:38.349" v="224" actId="20577"/>
          <ac:spMkLst>
            <pc:docMk/>
            <pc:sldMk cId="2786277918" sldId="269"/>
            <ac:spMk id="2" creationId="{F0E406B4-85AC-B67B-F9E2-21AAF8067483}"/>
          </ac:spMkLst>
        </pc:spChg>
        <pc:spChg chg="mod">
          <ac:chgData name="anaclaracosta116@gmail.com" userId="a793634777582c92" providerId="LiveId" clId="{002BA4D6-5596-4452-94F1-3F27414A0F81}" dt="2025-01-18T19:28:41.756" v="229" actId="113"/>
          <ac:spMkLst>
            <pc:docMk/>
            <pc:sldMk cId="2786277918" sldId="269"/>
            <ac:spMk id="3" creationId="{FC8F7E34-DB8C-1CEE-BAF4-E537563F9CD2}"/>
          </ac:spMkLst>
        </pc:spChg>
      </pc:sldChg>
      <pc:sldChg chg="modSp mod">
        <pc:chgData name="anaclaracosta116@gmail.com" userId="a793634777582c92" providerId="LiveId" clId="{002BA4D6-5596-4452-94F1-3F27414A0F81}" dt="2025-01-18T19:54:47.882" v="277" actId="113"/>
        <pc:sldMkLst>
          <pc:docMk/>
          <pc:sldMk cId="4141278968" sldId="337"/>
        </pc:sldMkLst>
        <pc:spChg chg="mod">
          <ac:chgData name="anaclaracosta116@gmail.com" userId="a793634777582c92" providerId="LiveId" clId="{002BA4D6-5596-4452-94F1-3F27414A0F81}" dt="2025-01-18T19:54:47.882" v="277" actId="113"/>
          <ac:spMkLst>
            <pc:docMk/>
            <pc:sldMk cId="4141278968" sldId="337"/>
            <ac:spMk id="3" creationId="{FC8F7E34-DB8C-1CEE-BAF4-E537563F9CD2}"/>
          </ac:spMkLst>
        </pc:spChg>
      </pc:sldChg>
      <pc:sldChg chg="modSp mod">
        <pc:chgData name="anaclaracosta116@gmail.com" userId="a793634777582c92" providerId="LiveId" clId="{002BA4D6-5596-4452-94F1-3F27414A0F81}" dt="2025-01-18T19:04:13.349" v="6" actId="27636"/>
        <pc:sldMkLst>
          <pc:docMk/>
          <pc:sldMk cId="880466366" sldId="354"/>
        </pc:sldMkLst>
        <pc:spChg chg="mod">
          <ac:chgData name="anaclaracosta116@gmail.com" userId="a793634777582c92" providerId="LiveId" clId="{002BA4D6-5596-4452-94F1-3F27414A0F81}" dt="2025-01-18T19:04:13.349" v="6" actId="27636"/>
          <ac:spMkLst>
            <pc:docMk/>
            <pc:sldMk cId="880466366" sldId="354"/>
            <ac:spMk id="3" creationId="{FC8F7E34-DB8C-1CEE-BAF4-E537563F9CD2}"/>
          </ac:spMkLst>
        </pc:spChg>
      </pc:sldChg>
      <pc:sldChg chg="add">
        <pc:chgData name="anaclaracosta116@gmail.com" userId="a793634777582c92" providerId="LiveId" clId="{002BA4D6-5596-4452-94F1-3F27414A0F81}" dt="2025-01-18T19:42:28.661" v="268"/>
        <pc:sldMkLst>
          <pc:docMk/>
          <pc:sldMk cId="3348609962" sldId="358"/>
        </pc:sldMkLst>
      </pc:sldChg>
      <pc:sldChg chg="add">
        <pc:chgData name="anaclaracosta116@gmail.com" userId="a793634777582c92" providerId="LiveId" clId="{002BA4D6-5596-4452-94F1-3F27414A0F81}" dt="2025-01-18T19:42:28.661" v="268"/>
        <pc:sldMkLst>
          <pc:docMk/>
          <pc:sldMk cId="2304799739" sldId="362"/>
        </pc:sldMkLst>
      </pc:sldChg>
      <pc:sldChg chg="add">
        <pc:chgData name="anaclaracosta116@gmail.com" userId="a793634777582c92" providerId="LiveId" clId="{002BA4D6-5596-4452-94F1-3F27414A0F81}" dt="2025-01-18T19:42:28.661" v="268"/>
        <pc:sldMkLst>
          <pc:docMk/>
          <pc:sldMk cId="3327129825" sldId="373"/>
        </pc:sldMkLst>
      </pc:sldChg>
      <pc:sldChg chg="del">
        <pc:chgData name="anaclaracosta116@gmail.com" userId="a793634777582c92" providerId="LiveId" clId="{002BA4D6-5596-4452-94F1-3F27414A0F81}" dt="2025-01-18T19:54:40.976" v="276" actId="2696"/>
        <pc:sldMkLst>
          <pc:docMk/>
          <pc:sldMk cId="1457828054" sldId="374"/>
        </pc:sldMkLst>
      </pc:sldChg>
      <pc:sldChg chg="addSp delSp modSp mod">
        <pc:chgData name="anaclaracosta116@gmail.com" userId="a793634777582c92" providerId="LiveId" clId="{002BA4D6-5596-4452-94F1-3F27414A0F81}" dt="2025-01-18T19:57:22.679" v="287" actId="14100"/>
        <pc:sldMkLst>
          <pc:docMk/>
          <pc:sldMk cId="725659120" sldId="375"/>
        </pc:sldMkLst>
        <pc:spChg chg="mod">
          <ac:chgData name="anaclaracosta116@gmail.com" userId="a793634777582c92" providerId="LiveId" clId="{002BA4D6-5596-4452-94F1-3F27414A0F81}" dt="2025-01-18T19:57:22.679" v="287" actId="14100"/>
          <ac:spMkLst>
            <pc:docMk/>
            <pc:sldMk cId="725659120" sldId="375"/>
            <ac:spMk id="3" creationId="{FDE5B5AD-CD71-C2BA-2DE7-294D0B6E29B5}"/>
          </ac:spMkLst>
        </pc:spChg>
        <pc:picChg chg="add mod ord modCrop">
          <ac:chgData name="anaclaracosta116@gmail.com" userId="a793634777582c92" providerId="LiveId" clId="{002BA4D6-5596-4452-94F1-3F27414A0F81}" dt="2025-01-18T19:57:16.152" v="286" actId="167"/>
          <ac:picMkLst>
            <pc:docMk/>
            <pc:sldMk cId="725659120" sldId="375"/>
            <ac:picMk id="2" creationId="{CE09770D-C60C-0C52-E558-6EB3246E9907}"/>
          </ac:picMkLst>
        </pc:picChg>
        <pc:picChg chg="del">
          <ac:chgData name="anaclaracosta116@gmail.com" userId="a793634777582c92" providerId="LiveId" clId="{002BA4D6-5596-4452-94F1-3F27414A0F81}" dt="2025-01-18T19:57:01.962" v="282" actId="21"/>
          <ac:picMkLst>
            <pc:docMk/>
            <pc:sldMk cId="725659120" sldId="375"/>
            <ac:picMk id="6" creationId="{DAB0DC57-F1B5-2427-B029-A18157A3D541}"/>
          </ac:picMkLst>
        </pc:picChg>
      </pc:sldChg>
      <pc:sldChg chg="del">
        <pc:chgData name="anaclaracosta116@gmail.com" userId="a793634777582c92" providerId="LiveId" clId="{002BA4D6-5596-4452-94F1-3F27414A0F81}" dt="2025-01-18T19:28:29.832" v="227" actId="2696"/>
        <pc:sldMkLst>
          <pc:docMk/>
          <pc:sldMk cId="1775942911" sldId="376"/>
        </pc:sldMkLst>
      </pc:sldChg>
      <pc:sldChg chg="modSp mod">
        <pc:chgData name="anaclaracosta116@gmail.com" userId="a793634777582c92" providerId="LiveId" clId="{002BA4D6-5596-4452-94F1-3F27414A0F81}" dt="2025-01-18T19:07:10.906" v="9"/>
        <pc:sldMkLst>
          <pc:docMk/>
          <pc:sldMk cId="3975748999" sldId="432"/>
        </pc:sldMkLst>
        <pc:spChg chg="mod">
          <ac:chgData name="anaclaracosta116@gmail.com" userId="a793634777582c92" providerId="LiveId" clId="{002BA4D6-5596-4452-94F1-3F27414A0F81}" dt="2025-01-18T19:07:10.906" v="9"/>
          <ac:spMkLst>
            <pc:docMk/>
            <pc:sldMk cId="3975748999" sldId="432"/>
            <ac:spMk id="3" creationId="{FC8F7E34-DB8C-1CEE-BAF4-E537563F9CD2}"/>
          </ac:spMkLst>
        </pc:spChg>
      </pc:sldChg>
      <pc:sldChg chg="del">
        <pc:chgData name="anaclaracosta116@gmail.com" userId="a793634777582c92" providerId="LiveId" clId="{002BA4D6-5596-4452-94F1-3F27414A0F81}" dt="2025-01-18T19:28:34.681" v="228" actId="2696"/>
        <pc:sldMkLst>
          <pc:docMk/>
          <pc:sldMk cId="4078698063" sldId="435"/>
        </pc:sldMkLst>
      </pc:sldChg>
      <pc:sldChg chg="del ord">
        <pc:chgData name="anaclaracosta116@gmail.com" userId="a793634777582c92" providerId="LiveId" clId="{002BA4D6-5596-4452-94F1-3F27414A0F81}" dt="2025-01-18T19:43:47.090" v="272" actId="2696"/>
        <pc:sldMkLst>
          <pc:docMk/>
          <pc:sldMk cId="1179819499" sldId="439"/>
        </pc:sldMkLst>
      </pc:sldChg>
      <pc:sldChg chg="del ord">
        <pc:chgData name="anaclaracosta116@gmail.com" userId="a793634777582c92" providerId="LiveId" clId="{002BA4D6-5596-4452-94F1-3F27414A0F81}" dt="2025-01-18T19:43:47.090" v="272" actId="2696"/>
        <pc:sldMkLst>
          <pc:docMk/>
          <pc:sldMk cId="1269557353" sldId="440"/>
        </pc:sldMkLst>
      </pc:sldChg>
      <pc:sldChg chg="del">
        <pc:chgData name="anaclaracosta116@gmail.com" userId="a793634777582c92" providerId="LiveId" clId="{002BA4D6-5596-4452-94F1-3F27414A0F81}" dt="2025-01-18T19:42:34.849" v="269" actId="2696"/>
        <pc:sldMkLst>
          <pc:docMk/>
          <pc:sldMk cId="3496163428" sldId="444"/>
        </pc:sldMkLst>
      </pc:sldChg>
      <pc:sldChg chg="modSp mod">
        <pc:chgData name="anaclaracosta116@gmail.com" userId="a793634777582c92" providerId="LiveId" clId="{002BA4D6-5596-4452-94F1-3F27414A0F81}" dt="2025-01-18T19:35:54.139" v="249" actId="20577"/>
        <pc:sldMkLst>
          <pc:docMk/>
          <pc:sldMk cId="374298811" sldId="445"/>
        </pc:sldMkLst>
        <pc:spChg chg="mod">
          <ac:chgData name="anaclaracosta116@gmail.com" userId="a793634777582c92" providerId="LiveId" clId="{002BA4D6-5596-4452-94F1-3F27414A0F81}" dt="2025-01-18T19:35:54.139" v="249" actId="20577"/>
          <ac:spMkLst>
            <pc:docMk/>
            <pc:sldMk cId="374298811" sldId="445"/>
            <ac:spMk id="3" creationId="{FC8F7E34-DB8C-1CEE-BAF4-E537563F9CD2}"/>
          </ac:spMkLst>
        </pc:spChg>
      </pc:sldChg>
      <pc:sldChg chg="modSp mod">
        <pc:chgData name="anaclaracosta116@gmail.com" userId="a793634777582c92" providerId="LiveId" clId="{002BA4D6-5596-4452-94F1-3F27414A0F81}" dt="2025-01-18T19:08:18.480" v="15" actId="113"/>
        <pc:sldMkLst>
          <pc:docMk/>
          <pc:sldMk cId="4035707325" sldId="446"/>
        </pc:sldMkLst>
        <pc:spChg chg="mod">
          <ac:chgData name="anaclaracosta116@gmail.com" userId="a793634777582c92" providerId="LiveId" clId="{002BA4D6-5596-4452-94F1-3F27414A0F81}" dt="2025-01-18T19:08:18.480" v="15" actId="113"/>
          <ac:spMkLst>
            <pc:docMk/>
            <pc:sldMk cId="4035707325" sldId="446"/>
            <ac:spMk id="3" creationId="{FC8F7E34-DB8C-1CEE-BAF4-E537563F9CD2}"/>
          </ac:spMkLst>
        </pc:spChg>
      </pc:sldChg>
      <pc:sldChg chg="del ord">
        <pc:chgData name="anaclaracosta116@gmail.com" userId="a793634777582c92" providerId="LiveId" clId="{002BA4D6-5596-4452-94F1-3F27414A0F81}" dt="2025-01-18T19:43:47.090" v="272" actId="2696"/>
        <pc:sldMkLst>
          <pc:docMk/>
          <pc:sldMk cId="151327524" sldId="448"/>
        </pc:sldMkLst>
      </pc:sldChg>
      <pc:sldChg chg="del ord">
        <pc:chgData name="anaclaracosta116@gmail.com" userId="a793634777582c92" providerId="LiveId" clId="{002BA4D6-5596-4452-94F1-3F27414A0F81}" dt="2025-01-18T19:43:47.090" v="272" actId="2696"/>
        <pc:sldMkLst>
          <pc:docMk/>
          <pc:sldMk cId="1817972339" sldId="449"/>
        </pc:sldMkLst>
      </pc:sldChg>
      <pc:sldChg chg="del">
        <pc:chgData name="anaclaracosta116@gmail.com" userId="a793634777582c92" providerId="LiveId" clId="{002BA4D6-5596-4452-94F1-3F27414A0F81}" dt="2025-01-18T19:44:09.986" v="273" actId="2696"/>
        <pc:sldMkLst>
          <pc:docMk/>
          <pc:sldMk cId="1347575891" sldId="450"/>
        </pc:sldMkLst>
      </pc:sldChg>
      <pc:sldChg chg="add ord">
        <pc:chgData name="anaclaracosta116@gmail.com" userId="a793634777582c92" providerId="LiveId" clId="{002BA4D6-5596-4452-94F1-3F27414A0F81}" dt="2025-01-18T19:07:21.566" v="12"/>
        <pc:sldMkLst>
          <pc:docMk/>
          <pc:sldMk cId="3836013886" sldId="451"/>
        </pc:sldMkLst>
      </pc:sldChg>
      <pc:sldChg chg="modSp add mod">
        <pc:chgData name="anaclaracosta116@gmail.com" userId="a793634777582c92" providerId="LiveId" clId="{002BA4D6-5596-4452-94F1-3F27414A0F81}" dt="2025-01-18T19:30:52.225" v="231"/>
        <pc:sldMkLst>
          <pc:docMk/>
          <pc:sldMk cId="2643522363" sldId="452"/>
        </pc:sldMkLst>
        <pc:spChg chg="mod">
          <ac:chgData name="anaclaracosta116@gmail.com" userId="a793634777582c92" providerId="LiveId" clId="{002BA4D6-5596-4452-94F1-3F27414A0F81}" dt="2025-01-18T19:30:52.225" v="231"/>
          <ac:spMkLst>
            <pc:docMk/>
            <pc:sldMk cId="2643522363" sldId="452"/>
            <ac:spMk id="3" creationId="{476DCFD2-287B-2F14-8631-C85ACB91A479}"/>
          </ac:spMkLst>
        </pc:spChg>
      </pc:sldChg>
      <pc:sldChg chg="modSp add mod">
        <pc:chgData name="anaclaracosta116@gmail.com" userId="a793634777582c92" providerId="LiveId" clId="{002BA4D6-5596-4452-94F1-3F27414A0F81}" dt="2025-01-18T19:31:41.509" v="233"/>
        <pc:sldMkLst>
          <pc:docMk/>
          <pc:sldMk cId="2057139953" sldId="453"/>
        </pc:sldMkLst>
        <pc:spChg chg="mod">
          <ac:chgData name="anaclaracosta116@gmail.com" userId="a793634777582c92" providerId="LiveId" clId="{002BA4D6-5596-4452-94F1-3F27414A0F81}" dt="2025-01-18T19:31:41.509" v="233"/>
          <ac:spMkLst>
            <pc:docMk/>
            <pc:sldMk cId="2057139953" sldId="453"/>
            <ac:spMk id="3" creationId="{9A9D5FFB-C5B0-0B2F-8779-E05BDD6E7A45}"/>
          </ac:spMkLst>
        </pc:spChg>
      </pc:sldChg>
      <pc:sldChg chg="modSp add mod">
        <pc:chgData name="anaclaracosta116@gmail.com" userId="a793634777582c92" providerId="LiveId" clId="{002BA4D6-5596-4452-94F1-3F27414A0F81}" dt="2025-01-18T19:37:59.293" v="267" actId="20577"/>
        <pc:sldMkLst>
          <pc:docMk/>
          <pc:sldMk cId="1794348421" sldId="454"/>
        </pc:sldMkLst>
        <pc:spChg chg="mod">
          <ac:chgData name="anaclaracosta116@gmail.com" userId="a793634777582c92" providerId="LiveId" clId="{002BA4D6-5596-4452-94F1-3F27414A0F81}" dt="2025-01-18T19:37:59.293" v="267" actId="20577"/>
          <ac:spMkLst>
            <pc:docMk/>
            <pc:sldMk cId="1794348421" sldId="454"/>
            <ac:spMk id="3" creationId="{A26843CE-4A1C-692F-B1DA-266ADCB4F5F4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575746C-981B-DB7C-F3D3-C84CB7E4689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83BAFC4-CFE8-DA0B-A3DF-F4001B8344D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609E6F8-2DBC-09CB-DBA6-5CB7B9BAF0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17/01/2026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88B365A-3B26-66CD-9D24-4367E82B80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99A8C3B-630C-B6E0-FC51-7BDEEDF1E0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479369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CBBCDE-EE93-E1B9-DFC4-CD4BA0688A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C705EC5-7DEC-2E08-C99B-47CF3FB5C0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29EA133-5667-C6A0-816F-7211D8A90E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17/01/2026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0676FB5-6941-D7F6-8C22-9135C70849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CA7668A-5F33-AF5F-C51A-5D86111A21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602168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76CF12F-08E2-2AA1-B402-630CF57C77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5FE783E-B7D7-AC22-F66F-796611319D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E16B7AD-1710-4CD3-4A22-E885745023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17/01/2026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21FC751-3305-BB51-AA15-54E12F11B2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22F7B73-8093-D5E2-CAC4-03F572BDC2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585818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247092F-B59C-7924-4A19-515844306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FE3394C-133A-224A-BCDB-000937916A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D6AAA661-EC79-7613-F4AC-F331C012D4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EE4AEED-E9F1-69E2-2AE8-EC1957BD2B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17/01/2026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12123F4B-01A6-51C8-AEB4-E1AC48AA88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056211B-1D00-34BF-17F6-4C30BA6E9D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991533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F722ED3-E34E-45C4-596D-799F506982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0A23E38-B855-5F20-08F2-F0716B37EE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660AA198-9C71-DBD5-2DA8-9E6C54D985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782B1456-FF7A-2419-EDE6-2F2B28322AE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F86C57A7-513F-2472-12D1-E14D9BF15C7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34E3205C-CDB4-96EE-62E8-150AE7415D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17/01/2026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7A3A62C0-3C60-1E47-29C2-C79E123802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69D97A16-135B-09CD-79D8-EA458784E9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311596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8980BC6-A8F2-6382-99AC-152FC6E104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DED4F30A-6FB1-2C45-39A5-99E50B6D1A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17/01/2026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B592C8CB-16E2-22E6-6464-F9BBD633E1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648FE6A5-BBF0-2BAF-D866-1F551FC8D3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36664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F8B764A4-531E-D809-F5D0-127A1A4CCD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17/01/2026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5764C7A1-A52E-B63C-6B3F-9FC9F97C3A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442630A4-F3A3-D58A-06ED-BCD03CDB4B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864487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289FA7F-88F6-16F6-8ECA-ADE185E908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FDA3F1B-0694-BD83-53AF-C7950F6CBF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F9594C00-1CA6-500C-9162-0E0F6F0911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44DB114-76BE-F5EA-F170-281F0DA049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17/01/2026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D7238A8-285F-1735-D9B5-569DAF45AA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94A8BF5C-0A98-FCAF-F426-137B145687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203770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A56AED0-8488-BA7C-C2E4-07712F8F6B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3BA242C3-D20F-43FD-4853-84A71AB1A3C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9CBDDE27-1CD4-780A-7D80-511F881747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58A38D9E-A624-D4D9-F7B3-DBBDC80BC7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17/01/2026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9407EF3-D9E0-9C43-4FA6-F1118DCF91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CFF0DC0D-1C83-103D-7428-FE661E872B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650759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BA418C1-E1BC-6623-1236-54C03F8E1E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2658C9B5-3C5D-4BA9-BBEE-E642ED0990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8877FB8-9D1B-58A9-EB55-3D125391D2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17/01/2026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7E3B181-0E48-0916-F698-355E6EEC63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BCED669-A055-D7E8-129B-54BBD2EC55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051698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D1A45A97-5108-1EED-26EF-9FE9B26203B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71D946A7-B4D7-7EE9-1234-EDD47F41F76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7482BBF-AF49-0D20-C141-FE4AEA692C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17/01/2026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4BD554E-AD86-83BF-9B3C-C7EF0387C3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9ADC73E-D7C1-E472-838F-4CC456C200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579663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D0C5B5E5-77A5-D0B0-C8CF-4B2148E86E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A8CFF8A-B079-FBDE-96A4-D95E9CB3A8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BBC425F-B706-AF6E-05C3-9DD8B3847BD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ADB375-1491-4444-9FE7-F0D57218A44F}" type="datetimeFigureOut">
              <a:rPr lang="pt-BR" smtClean="0"/>
              <a:t>17/01/2026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1D9E827-BD5E-38C5-A58E-6A12B746C1E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602C6BA-4483-59CD-6323-071F88AF4B3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89130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CE09770D-C60C-0C52-E558-6EB3246E990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7273" b="2828"/>
          <a:stretch/>
        </p:blipFill>
        <p:spPr>
          <a:xfrm>
            <a:off x="0" y="0"/>
            <a:ext cx="12192000" cy="6872452"/>
          </a:xfrm>
          <a:prstGeom prst="rect">
            <a:avLst/>
          </a:prstGeom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FDE5B5AD-CD71-C2BA-2DE7-294D0B6E29B5}"/>
              </a:ext>
            </a:extLst>
          </p:cNvPr>
          <p:cNvSpPr/>
          <p:nvPr/>
        </p:nvSpPr>
        <p:spPr>
          <a:xfrm>
            <a:off x="0" y="0"/>
            <a:ext cx="12191999" cy="6857999"/>
          </a:xfrm>
          <a:prstGeom prst="rect">
            <a:avLst/>
          </a:prstGeom>
          <a:solidFill>
            <a:schemeClr val="tx1">
              <a:alpha val="55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Subtítulo 2">
            <a:extLst>
              <a:ext uri="{FF2B5EF4-FFF2-40B4-BE49-F238E27FC236}">
                <a16:creationId xmlns:a16="http://schemas.microsoft.com/office/drawing/2014/main" id="{2403ABE3-D2A9-4E95-C93C-168023A9A24E}"/>
              </a:ext>
            </a:extLst>
          </p:cNvPr>
          <p:cNvSpPr txBox="1">
            <a:spLocks/>
          </p:cNvSpPr>
          <p:nvPr/>
        </p:nvSpPr>
        <p:spPr>
          <a:xfrm>
            <a:off x="504476" y="2386306"/>
            <a:ext cx="11183044" cy="2133600"/>
          </a:xfrm>
          <a:prstGeom prst="rect">
            <a:avLst/>
          </a:prstGeom>
        </p:spPr>
        <p:txBody>
          <a:bodyPr>
            <a:normAutofit fontScale="8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pt-BR" sz="10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2º DOMINGO DO TEMPO COMUM</a:t>
            </a:r>
            <a:endParaRPr lang="pt-BR" sz="96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7256591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5408" y="47105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13953" y="1233055"/>
            <a:ext cx="11225647" cy="5624945"/>
          </a:xfrm>
        </p:spPr>
        <p:txBody>
          <a:bodyPr>
            <a:normAutofit fontScale="92500" lnSpcReduction="20000"/>
          </a:bodyPr>
          <a:lstStyle/>
          <a:p>
            <a:pPr algn="l"/>
            <a:r>
              <a:rPr lang="pt-BR" sz="6000" b="1" dirty="0"/>
              <a:t>TODA A TERRA VOS ADORE COM RESPEITO</a:t>
            </a:r>
          </a:p>
          <a:p>
            <a:pPr algn="l"/>
            <a:r>
              <a:rPr lang="pt-BR" sz="6000" b="1" dirty="0"/>
              <a:t>E PROCLAME O LOUVOR DE VOSSO NOME!</a:t>
            </a:r>
          </a:p>
          <a:p>
            <a:pPr algn="l"/>
            <a:r>
              <a:rPr lang="pt-BR" sz="6000" b="1" dirty="0"/>
              <a:t>CANTAI SALMOS A SEU NOME GLORIOSO, </a:t>
            </a:r>
          </a:p>
          <a:p>
            <a:pPr algn="l"/>
            <a:r>
              <a:rPr lang="pt-BR" sz="6000" b="1" dirty="0"/>
              <a:t>DAI A DEUS A MAIS SUBLIME LOUVAÇÃO!</a:t>
            </a:r>
            <a:endParaRPr lang="pt-BR" sz="4000" dirty="0"/>
          </a:p>
        </p:txBody>
      </p:sp>
    </p:spTree>
    <p:extLst>
      <p:ext uri="{BB962C8B-B14F-4D97-AF65-F5344CB8AC3E}">
        <p14:creationId xmlns:p14="http://schemas.microsoft.com/office/powerpoint/2010/main" val="8804663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5408" y="47105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00098" y="1233055"/>
            <a:ext cx="11225647" cy="5624945"/>
          </a:xfrm>
        </p:spPr>
        <p:txBody>
          <a:bodyPr>
            <a:normAutofit fontScale="40000" lnSpcReduction="20000"/>
          </a:bodyPr>
          <a:lstStyle/>
          <a:p>
            <a:pPr algn="l"/>
            <a:r>
              <a:rPr lang="pt-BR" sz="13500" dirty="0"/>
              <a:t>1. VINDE VER TODAS AS OBRAS DO SENHOR: *</a:t>
            </a:r>
          </a:p>
          <a:p>
            <a:pPr algn="l"/>
            <a:r>
              <a:rPr lang="pt-BR" sz="13500" dirty="0"/>
              <a:t>SEUS PRODÍGIOS ESTUPENDOS ENTRE OS HOMENS!</a:t>
            </a:r>
          </a:p>
          <a:p>
            <a:pPr algn="l"/>
            <a:r>
              <a:rPr lang="pt-BR" sz="13500" dirty="0"/>
              <a:t>ELE DOMINA PARA SEMPRE COM PODER, *</a:t>
            </a:r>
          </a:p>
          <a:p>
            <a:pPr algn="l"/>
            <a:r>
              <a:rPr lang="pt-BR" sz="13500" dirty="0"/>
              <a:t>E SEUS OLHOS ESTÃO FIXOS SOBRE OS POVOS.</a:t>
            </a:r>
            <a:endParaRPr lang="pt-BR" sz="9600" dirty="0"/>
          </a:p>
        </p:txBody>
      </p:sp>
    </p:spTree>
    <p:extLst>
      <p:ext uri="{BB962C8B-B14F-4D97-AF65-F5344CB8AC3E}">
        <p14:creationId xmlns:p14="http://schemas.microsoft.com/office/powerpoint/2010/main" val="39757489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767116-EE55-F261-3726-86FB97AE5D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B6633CB-EA52-692A-66C9-83063CCF837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5408" y="47105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D4A86F18-87DE-B765-0229-87BF0C656F0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13953" y="1233055"/>
            <a:ext cx="11225647" cy="5624945"/>
          </a:xfrm>
        </p:spPr>
        <p:txBody>
          <a:bodyPr>
            <a:normAutofit fontScale="92500" lnSpcReduction="20000"/>
          </a:bodyPr>
          <a:lstStyle/>
          <a:p>
            <a:pPr algn="l"/>
            <a:r>
              <a:rPr lang="pt-BR" sz="6000" b="1" dirty="0"/>
              <a:t>TODA A TERRA VOS ADORE COM RESPEITO</a:t>
            </a:r>
          </a:p>
          <a:p>
            <a:pPr algn="l"/>
            <a:r>
              <a:rPr lang="pt-BR" sz="6000" b="1" dirty="0"/>
              <a:t>E PROCLAME O LOUVOR DE VOSSO NOME!</a:t>
            </a:r>
          </a:p>
          <a:p>
            <a:pPr algn="l"/>
            <a:r>
              <a:rPr lang="pt-BR" sz="6000" b="1" dirty="0"/>
              <a:t>CANTAI SALMOS A SEU NOME GLORIOSO, </a:t>
            </a:r>
          </a:p>
          <a:p>
            <a:pPr algn="l"/>
            <a:r>
              <a:rPr lang="pt-BR" sz="6000" b="1" dirty="0"/>
              <a:t>DAI A DEUS A MAIS SUBLIME LOUVAÇÃO!</a:t>
            </a:r>
            <a:endParaRPr lang="pt-BR" sz="4000" dirty="0"/>
          </a:p>
        </p:txBody>
      </p:sp>
    </p:spTree>
    <p:extLst>
      <p:ext uri="{BB962C8B-B14F-4D97-AF65-F5344CB8AC3E}">
        <p14:creationId xmlns:p14="http://schemas.microsoft.com/office/powerpoint/2010/main" val="38360138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5408" y="47105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13953" y="1233055"/>
            <a:ext cx="11225647" cy="5624945"/>
          </a:xfrm>
        </p:spPr>
        <p:txBody>
          <a:bodyPr>
            <a:normAutofit fontScale="40000" lnSpcReduction="20000"/>
          </a:bodyPr>
          <a:lstStyle/>
          <a:p>
            <a:pPr algn="l"/>
            <a:r>
              <a:rPr lang="pt-BR" sz="13500" dirty="0"/>
              <a:t>2. EM VOSSA CASA ENTRAREI COM SACRIFÍCIOS *</a:t>
            </a:r>
          </a:p>
          <a:p>
            <a:pPr algn="l"/>
            <a:r>
              <a:rPr lang="pt-BR" sz="13500" dirty="0"/>
              <a:t>E CUMPRIREI TODOS OS VOTOS QUE VOS FIZ;</a:t>
            </a:r>
          </a:p>
          <a:p>
            <a:pPr algn="l"/>
            <a:r>
              <a:rPr lang="pt-BR" sz="13500" dirty="0"/>
              <a:t>TODOS VÓS QUE A DEUS TEMEIS, VINDE ESCUTAR: *</a:t>
            </a:r>
          </a:p>
          <a:p>
            <a:pPr algn="l"/>
            <a:r>
              <a:rPr lang="pt-BR" sz="13500" dirty="0"/>
              <a:t>VOU CONTAR-VOS TODO BEM QUE ELE ME FEZ!</a:t>
            </a:r>
            <a:endParaRPr lang="pt-BR" sz="9600" dirty="0"/>
          </a:p>
        </p:txBody>
      </p:sp>
    </p:spTree>
    <p:extLst>
      <p:ext uri="{BB962C8B-B14F-4D97-AF65-F5344CB8AC3E}">
        <p14:creationId xmlns:p14="http://schemas.microsoft.com/office/powerpoint/2010/main" val="40357073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927057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1245" y="351494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ATO PENITENCIAL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61245" y="970844"/>
            <a:ext cx="11143866" cy="5727059"/>
          </a:xfrm>
        </p:spPr>
        <p:txBody>
          <a:bodyPr>
            <a:normAutofit fontScale="85000" lnSpcReduction="20000"/>
          </a:bodyPr>
          <a:lstStyle/>
          <a:p>
            <a:pPr algn="just"/>
            <a:r>
              <a:rPr lang="pt-BR" sz="6000" dirty="0"/>
              <a:t>SENHOR, QUE VIESTES NÃO PARA CONDENAR, MAS PARA PERDOAR, TENDE PIEDADE DE NÓS</a:t>
            </a:r>
          </a:p>
          <a:p>
            <a:pPr algn="just"/>
            <a:r>
              <a:rPr lang="pt-BR" sz="6000" b="1" dirty="0"/>
              <a:t>KYRIE ELEISON, KYRIE ELEISON</a:t>
            </a:r>
          </a:p>
          <a:p>
            <a:pPr algn="just"/>
            <a:endParaRPr lang="pt-BR" sz="6000" dirty="0"/>
          </a:p>
          <a:p>
            <a:pPr algn="just"/>
            <a:r>
              <a:rPr lang="pt-BR" sz="6000" dirty="0"/>
              <a:t>CRISTO, QUE VOS ALEGRAIS PELO PECADOR ARREPENDIDO</a:t>
            </a:r>
          </a:p>
          <a:p>
            <a:pPr algn="just"/>
            <a:r>
              <a:rPr lang="pt-BR" sz="6000" dirty="0"/>
              <a:t>TENDE PIEDADE DE NÓS</a:t>
            </a:r>
          </a:p>
          <a:p>
            <a:pPr algn="just"/>
            <a:r>
              <a:rPr lang="pt-BR" sz="6000" b="1" dirty="0"/>
              <a:t>CHRISTE ELEISON, CHRISTE ELEISON</a:t>
            </a:r>
          </a:p>
        </p:txBody>
      </p:sp>
    </p:spTree>
    <p:extLst>
      <p:ext uri="{BB962C8B-B14F-4D97-AF65-F5344CB8AC3E}">
        <p14:creationId xmlns:p14="http://schemas.microsoft.com/office/powerpoint/2010/main" val="14264779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1245" y="351494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ATO PENITENCIAL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61245" y="970844"/>
            <a:ext cx="11143866" cy="5727059"/>
          </a:xfrm>
        </p:spPr>
        <p:txBody>
          <a:bodyPr>
            <a:normAutofit/>
          </a:bodyPr>
          <a:lstStyle/>
          <a:p>
            <a:pPr algn="just"/>
            <a:r>
              <a:rPr lang="pt-BR" sz="6000" dirty="0"/>
              <a:t>SENHOR, QUE MUITO PERDOAIS A QUEM MUITO AMA, TENDE PIEDADE DE NÓS</a:t>
            </a:r>
          </a:p>
          <a:p>
            <a:pPr algn="just"/>
            <a:r>
              <a:rPr lang="pt-BR" sz="6000" b="1" dirty="0"/>
              <a:t>KYRIE ELEISON, KYRIE ELEISON.</a:t>
            </a:r>
          </a:p>
        </p:txBody>
      </p:sp>
    </p:spTree>
    <p:extLst>
      <p:ext uri="{BB962C8B-B14F-4D97-AF65-F5344CB8AC3E}">
        <p14:creationId xmlns:p14="http://schemas.microsoft.com/office/powerpoint/2010/main" val="17003175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234528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2672" y="415636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DE LOUVOR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673" y="1011382"/>
            <a:ext cx="11193088" cy="5587538"/>
          </a:xfrm>
        </p:spPr>
        <p:txBody>
          <a:bodyPr>
            <a:normAutofit fontScale="70000" lnSpcReduction="20000"/>
          </a:bodyPr>
          <a:lstStyle/>
          <a:p>
            <a:pPr algn="just"/>
            <a:r>
              <a:rPr lang="pt-BR" sz="8500" b="1" dirty="0"/>
              <a:t>GLÓRIA A DEUS NAS ALTURAS(3X) </a:t>
            </a:r>
          </a:p>
          <a:p>
            <a:pPr algn="just"/>
            <a:r>
              <a:rPr lang="pt-BR" sz="8500" dirty="0"/>
              <a:t>E PAZ NA TERRA AOS HOMENS POR ELE AMADOS</a:t>
            </a:r>
          </a:p>
          <a:p>
            <a:pPr algn="just"/>
            <a:endParaRPr lang="pt-BR" sz="10600" b="1" dirty="0"/>
          </a:p>
          <a:p>
            <a:pPr algn="just"/>
            <a:r>
              <a:rPr lang="pt-BR" sz="8600" dirty="0"/>
              <a:t>SENHOR DEUS, REI DOS CÉUS, DEUS PAI TODO PODEROSO</a:t>
            </a:r>
          </a:p>
          <a:p>
            <a:pPr algn="just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376616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2672" y="415636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DE LOUVOR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672" y="1011382"/>
            <a:ext cx="11467408" cy="5999018"/>
          </a:xfrm>
        </p:spPr>
        <p:txBody>
          <a:bodyPr>
            <a:normAutofit fontScale="62500" lnSpcReduction="20000"/>
          </a:bodyPr>
          <a:lstStyle/>
          <a:p>
            <a:pPr algn="just"/>
            <a:r>
              <a:rPr lang="pt-BR" sz="11000" dirty="0"/>
              <a:t>NÓS VOS LOUVAMOS, NÓS VOS BENDIZEMOS</a:t>
            </a:r>
            <a:endParaRPr lang="pt-BR" sz="11000" b="1" dirty="0"/>
          </a:p>
          <a:p>
            <a:pPr algn="just"/>
            <a:r>
              <a:rPr lang="pt-BR" sz="11000" dirty="0"/>
              <a:t>NÓS VOS ADORAMOS, NÓS VOS GLORIFICAMOS</a:t>
            </a:r>
          </a:p>
          <a:p>
            <a:pPr algn="just"/>
            <a:r>
              <a:rPr lang="pt-BR" sz="11000" dirty="0"/>
              <a:t>NÓS VOS DAMOS GRAÇAS, POR VOSSA IMENSA GLÓRIA. </a:t>
            </a:r>
          </a:p>
        </p:txBody>
      </p:sp>
    </p:spTree>
    <p:extLst>
      <p:ext uri="{BB962C8B-B14F-4D97-AF65-F5344CB8AC3E}">
        <p14:creationId xmlns:p14="http://schemas.microsoft.com/office/powerpoint/2010/main" val="173366712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2672" y="232756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DE LOUVOR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672" y="703811"/>
            <a:ext cx="11436928" cy="6220691"/>
          </a:xfrm>
        </p:spPr>
        <p:txBody>
          <a:bodyPr>
            <a:normAutofit lnSpcReduction="10000"/>
          </a:bodyPr>
          <a:lstStyle/>
          <a:p>
            <a:pPr algn="l"/>
            <a:r>
              <a:rPr lang="pt-BR" sz="6600" dirty="0"/>
              <a:t>SENHOR JESUS CRISTO, FILHO UNIGÊNITO,</a:t>
            </a:r>
          </a:p>
          <a:p>
            <a:pPr algn="l"/>
            <a:r>
              <a:rPr lang="pt-BR" sz="6600" dirty="0"/>
              <a:t>SENHOR DEUS, CORDEIRO DE DEUS, FILHO DE DEUS PAI</a:t>
            </a:r>
            <a:endParaRPr lang="pt-BR" sz="6600" b="1" dirty="0"/>
          </a:p>
          <a:p>
            <a:pPr algn="l"/>
            <a:r>
              <a:rPr lang="pt-BR" sz="6600" dirty="0"/>
              <a:t>VÓS QUE TIRAIS O PECADO DO MUNDO, TENDE PIEDADE DE NÓS</a:t>
            </a:r>
          </a:p>
          <a:p>
            <a:pPr algn="l"/>
            <a:endParaRPr lang="pt-BR" sz="6600" dirty="0"/>
          </a:p>
          <a:p>
            <a:pPr algn="l"/>
            <a:endParaRPr lang="pt-BR" sz="6600" dirty="0"/>
          </a:p>
          <a:p>
            <a:pPr algn="l"/>
            <a:endParaRPr lang="pt-BR" sz="5400" dirty="0"/>
          </a:p>
          <a:p>
            <a:pPr algn="l"/>
            <a:endParaRPr lang="pt-BR" sz="5400" dirty="0"/>
          </a:p>
        </p:txBody>
      </p:sp>
    </p:spTree>
    <p:extLst>
      <p:ext uri="{BB962C8B-B14F-4D97-AF65-F5344CB8AC3E}">
        <p14:creationId xmlns:p14="http://schemas.microsoft.com/office/powerpoint/2010/main" val="270389485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2672" y="415636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DE LOUVOR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673" y="1011382"/>
            <a:ext cx="11242963" cy="5555674"/>
          </a:xfrm>
        </p:spPr>
        <p:txBody>
          <a:bodyPr>
            <a:normAutofit fontScale="92500"/>
          </a:bodyPr>
          <a:lstStyle/>
          <a:p>
            <a:pPr algn="just"/>
            <a:r>
              <a:rPr lang="pt-BR" sz="6000" dirty="0"/>
              <a:t>VÓS QUE TIRAIS O PECADO DO MUNDO, ACOLHEI A NOSSA SÚPLICA</a:t>
            </a:r>
          </a:p>
          <a:p>
            <a:pPr algn="just"/>
            <a:r>
              <a:rPr lang="pt-BR" sz="6000" dirty="0"/>
              <a:t>VÓS QUE ESTAIS À DIREITA DO PAI, </a:t>
            </a:r>
          </a:p>
          <a:p>
            <a:pPr algn="just"/>
            <a:r>
              <a:rPr lang="pt-BR" sz="6000" dirty="0"/>
              <a:t>TENDE PIEDADE DE NÓS</a:t>
            </a:r>
          </a:p>
          <a:p>
            <a:pPr algn="just"/>
            <a:r>
              <a:rPr lang="pt-BR" sz="6000" dirty="0"/>
              <a:t>SÓ VÓS SOIS SANTO, SÓ VÓS O SENHOR</a:t>
            </a:r>
          </a:p>
        </p:txBody>
      </p:sp>
    </p:spTree>
    <p:extLst>
      <p:ext uri="{BB962C8B-B14F-4D97-AF65-F5344CB8AC3E}">
        <p14:creationId xmlns:p14="http://schemas.microsoft.com/office/powerpoint/2010/main" val="64195545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2672" y="415636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DE LOUVOR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672" y="1011382"/>
            <a:ext cx="11357099" cy="5846618"/>
          </a:xfrm>
        </p:spPr>
        <p:txBody>
          <a:bodyPr>
            <a:normAutofit fontScale="92500" lnSpcReduction="10000"/>
          </a:bodyPr>
          <a:lstStyle/>
          <a:p>
            <a:pPr algn="just"/>
            <a:r>
              <a:rPr lang="pt-BR" sz="9600" dirty="0"/>
              <a:t>SÓ VÓS O ALTÍSSIMO, JESUS CRISTO, </a:t>
            </a:r>
          </a:p>
          <a:p>
            <a:pPr algn="just"/>
            <a:r>
              <a:rPr lang="pt-BR" sz="9600" dirty="0"/>
              <a:t>COM O ESPÍRITO SANTO NA GLÓRIA DE DEUS PAI, AMÉM. </a:t>
            </a:r>
          </a:p>
        </p:txBody>
      </p:sp>
    </p:spTree>
    <p:extLst>
      <p:ext uri="{BB962C8B-B14F-4D97-AF65-F5344CB8AC3E}">
        <p14:creationId xmlns:p14="http://schemas.microsoft.com/office/powerpoint/2010/main" val="373352415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2205986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4038600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SALMO RESPONSORIAL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90080" y="2215212"/>
            <a:ext cx="10211840" cy="2427576"/>
          </a:xfrm>
        </p:spPr>
        <p:txBody>
          <a:bodyPr>
            <a:normAutofit/>
          </a:bodyPr>
          <a:lstStyle/>
          <a:p>
            <a:r>
              <a:rPr lang="pt-BR" sz="5400" b="1" dirty="0"/>
              <a:t>EU DISSE: EIS QUE VENHO, SENHOR, COM PRAZER FAÇO A VOSSA VONTADE!</a:t>
            </a:r>
            <a:endParaRPr lang="pt-BR" sz="1400" dirty="0"/>
          </a:p>
        </p:txBody>
      </p:sp>
    </p:spTree>
    <p:extLst>
      <p:ext uri="{BB962C8B-B14F-4D97-AF65-F5344CB8AC3E}">
        <p14:creationId xmlns:p14="http://schemas.microsoft.com/office/powerpoint/2010/main" val="338803486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6784945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41020" y="486293"/>
            <a:ext cx="4038600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ACLAMAÇÃO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41020" y="1274619"/>
            <a:ext cx="11330940" cy="5370021"/>
          </a:xfrm>
        </p:spPr>
        <p:txBody>
          <a:bodyPr>
            <a:normAutofit/>
          </a:bodyPr>
          <a:lstStyle/>
          <a:p>
            <a:r>
              <a:rPr lang="pt-BR" sz="4800" b="1" dirty="0"/>
              <a:t>ALELUIA, ALELUIA, ALELUIA, ALELUIA</a:t>
            </a:r>
          </a:p>
          <a:p>
            <a:endParaRPr lang="pt-BR" sz="4800" b="1" dirty="0"/>
          </a:p>
          <a:p>
            <a:r>
              <a:rPr lang="pt-BR" sz="4800" dirty="0"/>
              <a:t>A PALAVRA SE FEZ CARNE, ENTRE NÓS ELA ACAMPOU; TODO AQUELE QUE A ACOLHEU, DE DEUS FILHO SE TORNOU.</a:t>
            </a:r>
          </a:p>
          <a:p>
            <a:endParaRPr lang="pt-BR" sz="4800" b="1" dirty="0"/>
          </a:p>
          <a:p>
            <a:r>
              <a:rPr lang="pt-BR" sz="4800" b="1" dirty="0"/>
              <a:t>ALELUIA, ALELUIA, ALELUIA, ALELUIA</a:t>
            </a:r>
            <a:endParaRPr lang="pt-BR" sz="4800" dirty="0"/>
          </a:p>
          <a:p>
            <a:endParaRPr lang="pt-BR" sz="4800" dirty="0"/>
          </a:p>
          <a:p>
            <a:endParaRPr lang="pt-BR" sz="1200" dirty="0"/>
          </a:p>
        </p:txBody>
      </p:sp>
    </p:spTree>
    <p:extLst>
      <p:ext uri="{BB962C8B-B14F-4D97-AF65-F5344CB8AC3E}">
        <p14:creationId xmlns:p14="http://schemas.microsoft.com/office/powerpoint/2010/main" val="267181744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2815659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8" y="332508"/>
            <a:ext cx="3636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CANTO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1136074"/>
            <a:ext cx="11007436" cy="5527962"/>
          </a:xfrm>
        </p:spPr>
        <p:txBody>
          <a:bodyPr>
            <a:normAutofit fontScale="77500" lnSpcReduction="20000"/>
          </a:bodyPr>
          <a:lstStyle/>
          <a:p>
            <a:pPr algn="l"/>
            <a:r>
              <a:rPr lang="pt-BR" sz="6600" dirty="0"/>
              <a:t>1. A MESA SANTA QUE PREPARAMOS,</a:t>
            </a:r>
          </a:p>
          <a:p>
            <a:pPr algn="l"/>
            <a:r>
              <a:rPr lang="pt-BR" sz="6600" dirty="0"/>
              <a:t>MÃOS QUE SE ELEVAM A TI, Ó SENHOR</a:t>
            </a:r>
          </a:p>
          <a:p>
            <a:pPr algn="l"/>
            <a:r>
              <a:rPr lang="pt-BR" sz="6600" dirty="0"/>
              <a:t>O PÃO E O VINHO, FRUTOS DA TERRA,</a:t>
            </a:r>
          </a:p>
          <a:p>
            <a:pPr algn="l"/>
            <a:r>
              <a:rPr lang="pt-BR" sz="6600" dirty="0"/>
              <a:t>DURO TRABALHO, CARINHO E AMOR.</a:t>
            </a:r>
          </a:p>
          <a:p>
            <a:pPr algn="l"/>
            <a:endParaRPr lang="pt-BR" sz="6600" b="1" dirty="0"/>
          </a:p>
          <a:p>
            <a:pPr algn="l"/>
            <a:r>
              <a:rPr lang="pt-BR" sz="6600" b="1" dirty="0"/>
              <a:t>Ô, Ô, Ô, RECEBE SENHOR</a:t>
            </a:r>
          </a:p>
          <a:p>
            <a:pPr algn="l"/>
            <a:r>
              <a:rPr lang="pt-BR" sz="6600" b="1" dirty="0"/>
              <a:t>Ô, Ô RECEBE SENHOR (BIS)</a:t>
            </a:r>
            <a:endParaRPr lang="pt-BR" sz="6600" dirty="0"/>
          </a:p>
        </p:txBody>
      </p:sp>
    </p:spTree>
    <p:extLst>
      <p:ext uri="{BB962C8B-B14F-4D97-AF65-F5344CB8AC3E}">
        <p14:creationId xmlns:p14="http://schemas.microsoft.com/office/powerpoint/2010/main" val="88174829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8" y="332508"/>
            <a:ext cx="3636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CANTO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1136074"/>
            <a:ext cx="11007436" cy="5527962"/>
          </a:xfrm>
        </p:spPr>
        <p:txBody>
          <a:bodyPr>
            <a:normAutofit fontScale="77500" lnSpcReduction="20000"/>
          </a:bodyPr>
          <a:lstStyle/>
          <a:p>
            <a:pPr algn="l"/>
            <a:r>
              <a:rPr lang="pt-BR" sz="6600" dirty="0"/>
              <a:t>2. FLORES, ESPINHOS, DOR E ALEGRIA,</a:t>
            </a:r>
          </a:p>
          <a:p>
            <a:pPr algn="l"/>
            <a:r>
              <a:rPr lang="pt-BR" sz="6600" dirty="0"/>
              <a:t>PAIS, MÃES E FILHOS DIANTE DO ALTAR.</a:t>
            </a:r>
          </a:p>
          <a:p>
            <a:pPr algn="l"/>
            <a:r>
              <a:rPr lang="pt-BR" sz="6600" dirty="0"/>
              <a:t>A NOSSA OFERTA EM NOVA FESTA,</a:t>
            </a:r>
          </a:p>
          <a:p>
            <a:pPr algn="l"/>
            <a:r>
              <a:rPr lang="pt-BR" sz="6600" dirty="0"/>
              <a:t>A NOSSA DOR, VEM SENHOR TRANSFORMAR</a:t>
            </a:r>
          </a:p>
          <a:p>
            <a:pPr algn="l"/>
            <a:endParaRPr lang="pt-BR" sz="6600" b="1" dirty="0"/>
          </a:p>
          <a:p>
            <a:pPr algn="l"/>
            <a:r>
              <a:rPr lang="pt-BR" sz="6600" b="1" dirty="0"/>
              <a:t>Ô, Ô, Ô, RECEBE SENHOR</a:t>
            </a:r>
          </a:p>
          <a:p>
            <a:pPr algn="l"/>
            <a:r>
              <a:rPr lang="pt-BR" sz="6600" b="1" dirty="0"/>
              <a:t>Ô, Ô RECEBE SENHOR (BIS)</a:t>
            </a:r>
            <a:endParaRPr lang="pt-BR" sz="6600" dirty="0"/>
          </a:p>
        </p:txBody>
      </p:sp>
    </p:spTree>
    <p:extLst>
      <p:ext uri="{BB962C8B-B14F-4D97-AF65-F5344CB8AC3E}">
        <p14:creationId xmlns:p14="http://schemas.microsoft.com/office/powerpoint/2010/main" val="177594291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8" y="332508"/>
            <a:ext cx="3636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CANTO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1136074"/>
            <a:ext cx="11007436" cy="5527962"/>
          </a:xfrm>
        </p:spPr>
        <p:txBody>
          <a:bodyPr>
            <a:normAutofit fontScale="77500" lnSpcReduction="20000"/>
          </a:bodyPr>
          <a:lstStyle/>
          <a:p>
            <a:pPr algn="l"/>
            <a:r>
              <a:rPr lang="pt-BR" sz="6600" dirty="0"/>
              <a:t>3. A VIDA NOVA, NOVA FAMÍLIA,</a:t>
            </a:r>
          </a:p>
          <a:p>
            <a:pPr algn="l"/>
            <a:r>
              <a:rPr lang="pt-BR" sz="6600" dirty="0"/>
              <a:t>QUE CELEBRAMOS AQUI TEM LUGAR.</a:t>
            </a:r>
          </a:p>
          <a:p>
            <a:pPr algn="l"/>
            <a:r>
              <a:rPr lang="pt-BR" sz="6600" dirty="0"/>
              <a:t>TUA BONDADE VEM COM FARTURA</a:t>
            </a:r>
          </a:p>
          <a:p>
            <a:pPr algn="l"/>
            <a:r>
              <a:rPr lang="pt-BR" sz="6600" dirty="0"/>
              <a:t>É SÓ SABER REUNIR, PARTILHAR</a:t>
            </a:r>
          </a:p>
          <a:p>
            <a:pPr algn="l"/>
            <a:endParaRPr lang="pt-BR" sz="6600" b="1" dirty="0"/>
          </a:p>
          <a:p>
            <a:pPr algn="l"/>
            <a:r>
              <a:rPr lang="pt-BR" sz="6600" b="1" dirty="0"/>
              <a:t>Ô, Ô, Ô, RECEBE SENHOR</a:t>
            </a:r>
          </a:p>
          <a:p>
            <a:pPr algn="l"/>
            <a:r>
              <a:rPr lang="pt-BR" sz="6600" b="1" dirty="0"/>
              <a:t>Ô, Ô RECEBE SENHOR (BIS)</a:t>
            </a:r>
          </a:p>
        </p:txBody>
      </p:sp>
    </p:spTree>
    <p:extLst>
      <p:ext uri="{BB962C8B-B14F-4D97-AF65-F5344CB8AC3E}">
        <p14:creationId xmlns:p14="http://schemas.microsoft.com/office/powerpoint/2010/main" val="411493234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4172737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3" y="512618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SANTO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247467" cy="5715432"/>
          </a:xfrm>
        </p:spPr>
        <p:txBody>
          <a:bodyPr>
            <a:normAutofit fontScale="25000" lnSpcReduction="20000"/>
          </a:bodyPr>
          <a:lstStyle/>
          <a:p>
            <a:pPr algn="l"/>
            <a:r>
              <a:rPr lang="pt-BR" sz="19200" b="1" i="0" dirty="0">
                <a:effectLst/>
                <a:latin typeface="Open Sans" panose="020B0606030504020204" pitchFamily="34" charset="0"/>
              </a:rPr>
              <a:t>SANTO, SANTO, SANTO, </a:t>
            </a:r>
          </a:p>
          <a:p>
            <a:pPr algn="l"/>
            <a:r>
              <a:rPr lang="pt-BR" sz="19200" i="0" dirty="0">
                <a:effectLst/>
                <a:latin typeface="Open Sans" panose="020B0606030504020204" pitchFamily="34" charset="0"/>
              </a:rPr>
              <a:t>SENHOR DEUS DO UNIVERSO.</a:t>
            </a:r>
          </a:p>
          <a:p>
            <a:pPr algn="l"/>
            <a:r>
              <a:rPr lang="pt-BR" sz="19200" i="0" dirty="0">
                <a:effectLst/>
                <a:latin typeface="Open Sans" panose="020B0606030504020204" pitchFamily="34" charset="0"/>
              </a:rPr>
              <a:t>O CÉU E A TERRA PROCLAMAM </a:t>
            </a:r>
          </a:p>
          <a:p>
            <a:pPr algn="l"/>
            <a:r>
              <a:rPr lang="pt-BR" sz="19200" i="0" dirty="0">
                <a:effectLst/>
                <a:latin typeface="Open Sans" panose="020B0606030504020204" pitchFamily="34" charset="0"/>
              </a:rPr>
              <a:t>PROCLAMA VOSSA GLÓRIA!</a:t>
            </a:r>
            <a:br>
              <a:rPr lang="pt-BR" sz="21600" dirty="0"/>
            </a:br>
            <a:r>
              <a:rPr lang="pt-BR" sz="19200" b="1" i="0" dirty="0">
                <a:effectLst/>
                <a:latin typeface="Open Sans" panose="020B0606030504020204" pitchFamily="34" charset="0"/>
              </a:rPr>
              <a:t>HOSANA NAS ALTURAS!</a:t>
            </a:r>
            <a:endParaRPr lang="pt-BR" sz="19200" b="1" dirty="0">
              <a:latin typeface="Open Sans" panose="020B0606030504020204" pitchFamily="34" charset="0"/>
            </a:endParaRPr>
          </a:p>
          <a:p>
            <a:pPr algn="l"/>
            <a:endParaRPr lang="pt-BR" sz="19200" b="0" i="0" dirty="0">
              <a:effectLst/>
              <a:latin typeface="Open Sans" panose="020B0606030504020204" pitchFamily="34" charset="0"/>
            </a:endParaRPr>
          </a:p>
          <a:p>
            <a:pPr algn="l"/>
            <a:r>
              <a:rPr lang="pt-BR" sz="19200" b="0" i="0" dirty="0">
                <a:effectLst/>
                <a:latin typeface="Open Sans" panose="020B0606030504020204" pitchFamily="34" charset="0"/>
              </a:rPr>
              <a:t>BENDITO O QUE VEM EM NOME DO SENHOR.</a:t>
            </a:r>
            <a:br>
              <a:rPr lang="pt-BR" sz="19200" dirty="0"/>
            </a:br>
            <a:r>
              <a:rPr lang="pt-BR" sz="19200" b="0" i="0" dirty="0">
                <a:effectLst/>
                <a:latin typeface="Open Sans" panose="020B0606030504020204" pitchFamily="34" charset="0"/>
              </a:rPr>
              <a:t>HOSANA NAS ALTURAS! (2X)</a:t>
            </a:r>
            <a:endParaRPr lang="pt-BR" sz="19200" dirty="0"/>
          </a:p>
          <a:p>
            <a:pPr algn="just"/>
            <a:endParaRPr lang="pt-BR" sz="12800" dirty="0"/>
          </a:p>
          <a:p>
            <a:pPr algn="l"/>
            <a:br>
              <a:rPr lang="pt-BR" sz="8000" dirty="0"/>
            </a:br>
            <a:br>
              <a:rPr lang="pt-BR" sz="8000" dirty="0"/>
            </a:br>
            <a:endParaRPr lang="pt-BR" sz="19200" dirty="0"/>
          </a:p>
          <a:p>
            <a:pPr algn="just"/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37429881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5D30FC-A0B1-29A4-9A7A-7C4D21C955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3B13D29-86C5-8370-BFF1-8828F7BC88F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3" y="512618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SANTO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26843CE-4A1C-692F-B1DA-266ADCB4F5F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247467" cy="5715432"/>
          </a:xfrm>
        </p:spPr>
        <p:txBody>
          <a:bodyPr>
            <a:normAutofit fontScale="25000" lnSpcReduction="20000"/>
          </a:bodyPr>
          <a:lstStyle/>
          <a:p>
            <a:pPr algn="l"/>
            <a:r>
              <a:rPr lang="pt-BR" sz="19200" b="1" i="0" dirty="0">
                <a:effectLst/>
                <a:latin typeface="Open Sans" panose="020B0606030504020204" pitchFamily="34" charset="0"/>
              </a:rPr>
              <a:t>SANTO, SANTO, SANTO, </a:t>
            </a:r>
          </a:p>
          <a:p>
            <a:pPr algn="l"/>
            <a:r>
              <a:rPr lang="pt-BR" sz="19200" i="0" dirty="0">
                <a:effectLst/>
                <a:latin typeface="Open Sans" panose="020B0606030504020204" pitchFamily="34" charset="0"/>
              </a:rPr>
              <a:t>SENHOR DEUS DO UNIVERSO.</a:t>
            </a:r>
          </a:p>
          <a:p>
            <a:pPr algn="l"/>
            <a:r>
              <a:rPr lang="pt-BR" sz="19200" i="0" dirty="0">
                <a:effectLst/>
                <a:latin typeface="Open Sans" panose="020B0606030504020204" pitchFamily="34" charset="0"/>
              </a:rPr>
              <a:t>O CÉU E A TERRA PROCLAMAM </a:t>
            </a:r>
          </a:p>
          <a:p>
            <a:pPr algn="l"/>
            <a:r>
              <a:rPr lang="pt-BR" sz="19200" i="0" dirty="0">
                <a:effectLst/>
                <a:latin typeface="Open Sans" panose="020B0606030504020204" pitchFamily="34" charset="0"/>
              </a:rPr>
              <a:t>PROCLAMA VOSSA GLÓRIA!</a:t>
            </a:r>
            <a:br>
              <a:rPr lang="pt-BR" sz="21600" dirty="0"/>
            </a:br>
            <a:r>
              <a:rPr lang="pt-BR" sz="19200" b="1" i="0" dirty="0">
                <a:effectLst/>
                <a:latin typeface="Open Sans" panose="020B0606030504020204" pitchFamily="34" charset="0"/>
              </a:rPr>
              <a:t>HOSANA NAS ALTURAS!</a:t>
            </a:r>
            <a:endParaRPr lang="pt-BR" sz="19200" b="1" dirty="0">
              <a:latin typeface="Open Sans" panose="020B0606030504020204" pitchFamily="34" charset="0"/>
            </a:endParaRPr>
          </a:p>
          <a:p>
            <a:pPr algn="l"/>
            <a:r>
              <a:rPr lang="pt-BR" sz="19200" b="1" i="0" dirty="0">
                <a:effectLst/>
                <a:latin typeface="Open Sans" panose="020B0606030504020204" pitchFamily="34" charset="0"/>
              </a:rPr>
              <a:t>SANTO, SANTO, SANTO, </a:t>
            </a:r>
            <a:endParaRPr lang="pt-BR" sz="19200" b="0" i="0" dirty="0">
              <a:effectLst/>
              <a:latin typeface="Open Sans" panose="020B0606030504020204" pitchFamily="34" charset="0"/>
            </a:endParaRPr>
          </a:p>
          <a:p>
            <a:pPr algn="l"/>
            <a:r>
              <a:rPr lang="pt-BR" sz="19200" b="0" i="0" dirty="0">
                <a:effectLst/>
                <a:latin typeface="Open Sans" panose="020B0606030504020204" pitchFamily="34" charset="0"/>
              </a:rPr>
              <a:t>BENDITO O QUE VEM EM NOME DO SENHOR.</a:t>
            </a:r>
            <a:br>
              <a:rPr lang="pt-BR" sz="19200" dirty="0"/>
            </a:br>
            <a:r>
              <a:rPr lang="pt-BR" sz="19200" b="0" i="0" dirty="0">
                <a:effectLst/>
                <a:latin typeface="Open Sans" panose="020B0606030504020204" pitchFamily="34" charset="0"/>
              </a:rPr>
              <a:t>HOSANA, HOSANA, NAS ALTURAS! </a:t>
            </a:r>
            <a:endParaRPr lang="pt-BR" sz="19200" dirty="0"/>
          </a:p>
          <a:p>
            <a:pPr algn="just"/>
            <a:endParaRPr lang="pt-BR" sz="12800" dirty="0"/>
          </a:p>
          <a:p>
            <a:pPr algn="l"/>
            <a:br>
              <a:rPr lang="pt-BR" sz="8000" dirty="0"/>
            </a:br>
            <a:br>
              <a:rPr lang="pt-BR" sz="8000" dirty="0"/>
            </a:br>
            <a:endParaRPr lang="pt-BR" sz="19200" dirty="0"/>
          </a:p>
          <a:p>
            <a:pPr algn="just"/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179434842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7434080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3" y="512618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0851573" cy="5424487"/>
          </a:xfrm>
        </p:spPr>
        <p:txBody>
          <a:bodyPr>
            <a:normAutofit fontScale="92500"/>
          </a:bodyPr>
          <a:lstStyle/>
          <a:p>
            <a:pPr algn="just"/>
            <a:r>
              <a:rPr lang="pt-BR" sz="6600" b="1" dirty="0"/>
              <a:t>QUE EU VOS CANTE, Ó SENHOR, PELO BEM QUE ME FIZESTES</a:t>
            </a:r>
          </a:p>
          <a:p>
            <a:pPr algn="just"/>
            <a:r>
              <a:rPr lang="pt-BR" sz="6600" dirty="0"/>
              <a:t>ATÉ QUANDO, Ó SENHOR, ME ESQUECEREIS?</a:t>
            </a:r>
          </a:p>
          <a:p>
            <a:pPr algn="just"/>
            <a:r>
              <a:rPr lang="pt-BR" sz="6600" dirty="0"/>
              <a:t>ATÉ QUANDO ESCONDEREIS A VOSSA FACE?</a:t>
            </a:r>
          </a:p>
          <a:p>
            <a:pPr algn="just"/>
            <a:endParaRPr lang="pt-BR" sz="5400" dirty="0"/>
          </a:p>
          <a:p>
            <a:pPr algn="just"/>
            <a:endParaRPr lang="pt-BR" sz="5400" dirty="0"/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230479973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3" y="443345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990168"/>
            <a:ext cx="10851573" cy="5424487"/>
          </a:xfrm>
        </p:spPr>
        <p:txBody>
          <a:bodyPr>
            <a:normAutofit/>
          </a:bodyPr>
          <a:lstStyle/>
          <a:p>
            <a:pPr algn="just"/>
            <a:r>
              <a:rPr lang="pt-BR" sz="5400" dirty="0"/>
              <a:t>ATÉ QUANDO ESTARÁ TRISTE A MINHA ALMA?</a:t>
            </a:r>
          </a:p>
          <a:p>
            <a:pPr algn="just"/>
            <a:r>
              <a:rPr lang="pt-BR" sz="5400" dirty="0"/>
              <a:t>E O CORAÇÃO ANGUATIADO A CADA DIA?</a:t>
            </a:r>
          </a:p>
          <a:p>
            <a:pPr algn="just"/>
            <a:r>
              <a:rPr lang="pt-BR" sz="5400" b="1" dirty="0"/>
              <a:t>QUE EU VOS CANTE, Ó SENHOR, PELO BEM QUE ME FIZESTES</a:t>
            </a:r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334860996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3" y="443345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990168"/>
            <a:ext cx="10851573" cy="5424487"/>
          </a:xfrm>
        </p:spPr>
        <p:txBody>
          <a:bodyPr>
            <a:normAutofit fontScale="92500"/>
          </a:bodyPr>
          <a:lstStyle/>
          <a:p>
            <a:pPr algn="l"/>
            <a:r>
              <a:rPr lang="pt-BR" sz="5400" dirty="0"/>
              <a:t>ATÉ QUANDO O INIMIGO SE ERGUERÁ?</a:t>
            </a:r>
          </a:p>
          <a:p>
            <a:pPr algn="l"/>
            <a:r>
              <a:rPr lang="pt-BR" sz="5400" dirty="0"/>
              <a:t>OLHAI, SENHOR, MEU DEUS, E RESPONDE-ME.</a:t>
            </a:r>
          </a:p>
          <a:p>
            <a:pPr algn="l"/>
            <a:r>
              <a:rPr lang="pt-BR" sz="5400" dirty="0"/>
              <a:t>NÃO DEIXEI QUE SE ME APAGUE A LUZ DOS OLHOS.</a:t>
            </a:r>
          </a:p>
          <a:p>
            <a:pPr algn="l"/>
            <a:r>
              <a:rPr lang="pt-BR" sz="5400" dirty="0"/>
              <a:t>E SE FECHEM, PELA MORTE, ADORMECIDOS</a:t>
            </a:r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332712982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8940453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2" y="443345"/>
            <a:ext cx="3109307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PÓS-COMUNHÃO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990168"/>
            <a:ext cx="10851573" cy="5424487"/>
          </a:xfrm>
        </p:spPr>
        <p:txBody>
          <a:bodyPr>
            <a:normAutofit fontScale="70000" lnSpcReduction="20000"/>
          </a:bodyPr>
          <a:lstStyle/>
          <a:p>
            <a:pPr algn="l"/>
            <a:r>
              <a:rPr lang="pt-BR" sz="8000" dirty="0"/>
              <a:t>Ó HÓSTIA SANTA, TU ÉS O TESTAMENTO</a:t>
            </a:r>
          </a:p>
          <a:p>
            <a:pPr algn="l"/>
            <a:r>
              <a:rPr lang="pt-BR" sz="8000" dirty="0"/>
              <a:t>DA TÃO GRANDE DIVINA MISERICÓRDIA</a:t>
            </a:r>
          </a:p>
          <a:p>
            <a:pPr algn="l"/>
            <a:r>
              <a:rPr lang="pt-BR" sz="8000" dirty="0"/>
              <a:t>TU ÉS O CORPO E O SANGUE DO SENHOR</a:t>
            </a:r>
          </a:p>
          <a:p>
            <a:pPr algn="l"/>
            <a:r>
              <a:rPr lang="pt-BR" sz="8000" dirty="0"/>
              <a:t>SINAL DE AMOR POR NÓS PECADORES</a:t>
            </a:r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373499193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2" y="443345"/>
            <a:ext cx="3109307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PÓS-COMUNHÃO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990168"/>
            <a:ext cx="10851573" cy="5424487"/>
          </a:xfrm>
        </p:spPr>
        <p:txBody>
          <a:bodyPr>
            <a:normAutofit fontScale="77500" lnSpcReduction="20000"/>
          </a:bodyPr>
          <a:lstStyle/>
          <a:p>
            <a:pPr algn="l"/>
            <a:r>
              <a:rPr lang="pt-BR" sz="8000" dirty="0"/>
              <a:t>Ó HÓSTIA SANTA, TU ÉS A NASCENTE</a:t>
            </a:r>
          </a:p>
          <a:p>
            <a:pPr algn="l"/>
            <a:r>
              <a:rPr lang="pt-BR" sz="8000" dirty="0"/>
              <a:t>DA ÁGUA VIVA PRA NÓS, PECADORES</a:t>
            </a:r>
          </a:p>
          <a:p>
            <a:pPr algn="l"/>
            <a:r>
              <a:rPr lang="pt-BR" sz="8000" dirty="0"/>
              <a:t>EM TI O FOGO PURÍSSIMO DO AMOR</a:t>
            </a:r>
          </a:p>
          <a:p>
            <a:pPr algn="l"/>
            <a:r>
              <a:rPr lang="pt-BR" sz="8000" dirty="0"/>
              <a:t>A TUA DIVINA MISERICÓRDIA</a:t>
            </a:r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147544120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2" y="443345"/>
            <a:ext cx="3109307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PÓS-COMUNHÃO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990168"/>
            <a:ext cx="9997787" cy="5715432"/>
          </a:xfrm>
        </p:spPr>
        <p:txBody>
          <a:bodyPr>
            <a:normAutofit fontScale="77500" lnSpcReduction="20000"/>
          </a:bodyPr>
          <a:lstStyle/>
          <a:p>
            <a:pPr algn="l"/>
            <a:r>
              <a:rPr lang="pt-BR" sz="8000" dirty="0"/>
              <a:t>Ó HÓSTIA SANTA, EM TI O REMÉDIO</a:t>
            </a:r>
          </a:p>
          <a:p>
            <a:pPr algn="l"/>
            <a:r>
              <a:rPr lang="pt-BR" sz="8000" dirty="0"/>
              <a:t>QUE DÁ ALÍVIO À NOSSA FRAQUEZA</a:t>
            </a:r>
          </a:p>
          <a:p>
            <a:pPr algn="l"/>
            <a:r>
              <a:rPr lang="pt-BR" sz="8000" dirty="0"/>
              <a:t>UNIÃO SAGRADA ENTRE DEUS E CADA HOMEM</a:t>
            </a:r>
          </a:p>
          <a:p>
            <a:pPr algn="l"/>
            <a:r>
              <a:rPr lang="pt-BR" sz="8000" dirty="0"/>
              <a:t>QUEM CONFIA NO TEU AMOR </a:t>
            </a:r>
          </a:p>
        </p:txBody>
      </p:sp>
    </p:spTree>
    <p:extLst>
      <p:ext uri="{BB962C8B-B14F-4D97-AF65-F5344CB8AC3E}">
        <p14:creationId xmlns:p14="http://schemas.microsoft.com/office/powerpoint/2010/main" val="65218378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9016541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1245" y="351494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ATO PENITENCIAL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61245" y="970844"/>
            <a:ext cx="11143866" cy="5727059"/>
          </a:xfrm>
        </p:spPr>
        <p:txBody>
          <a:bodyPr>
            <a:normAutofit fontScale="92500" lnSpcReduction="20000"/>
          </a:bodyPr>
          <a:lstStyle/>
          <a:p>
            <a:pPr algn="just"/>
            <a:r>
              <a:rPr lang="pt-BR" sz="6000" dirty="0"/>
              <a:t>SENHOR, QUE VIESTES NÃO PARA CONDENAR, MAS PARA PERDOAR, TENDE PIEDADE DE NÓS</a:t>
            </a:r>
          </a:p>
          <a:p>
            <a:pPr algn="just"/>
            <a:r>
              <a:rPr lang="pt-BR" sz="6000" b="1" dirty="0"/>
              <a:t>KYRIE ELEISON, KYRIE ELEISON</a:t>
            </a:r>
          </a:p>
          <a:p>
            <a:pPr algn="just"/>
            <a:endParaRPr lang="pt-BR" sz="6000" dirty="0"/>
          </a:p>
          <a:p>
            <a:pPr algn="just"/>
            <a:r>
              <a:rPr lang="pt-BR" sz="6000" dirty="0"/>
              <a:t>CRISTO, QUE VOS ALEGRAIS PELO PECADOR ARREPENDIDO</a:t>
            </a:r>
          </a:p>
          <a:p>
            <a:pPr algn="just"/>
            <a:r>
              <a:rPr lang="pt-BR" sz="6000" b="1" dirty="0"/>
              <a:t>CHRISTE ELEISON, CHRISTE ELEISON</a:t>
            </a:r>
          </a:p>
        </p:txBody>
      </p:sp>
    </p:spTree>
    <p:extLst>
      <p:ext uri="{BB962C8B-B14F-4D97-AF65-F5344CB8AC3E}">
        <p14:creationId xmlns:p14="http://schemas.microsoft.com/office/powerpoint/2010/main" val="58196950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1245" y="351494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ATO PENITENCIAL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61245" y="970844"/>
            <a:ext cx="11143866" cy="5727059"/>
          </a:xfrm>
        </p:spPr>
        <p:txBody>
          <a:bodyPr>
            <a:normAutofit/>
          </a:bodyPr>
          <a:lstStyle/>
          <a:p>
            <a:pPr algn="just"/>
            <a:r>
              <a:rPr lang="pt-BR" sz="6000" dirty="0"/>
              <a:t>SENHOR, QUE MUITO PERDOAIS A QUEM MUITO AMA, TENDE PIEDADE DE NÓS</a:t>
            </a:r>
          </a:p>
          <a:p>
            <a:pPr algn="just"/>
            <a:r>
              <a:rPr lang="pt-BR" sz="6000" b="1" dirty="0"/>
              <a:t>KYRIE ELEISON, KYRIE ELEISON.</a:t>
            </a:r>
          </a:p>
        </p:txBody>
      </p:sp>
    </p:spTree>
    <p:extLst>
      <p:ext uri="{BB962C8B-B14F-4D97-AF65-F5344CB8AC3E}">
        <p14:creationId xmlns:p14="http://schemas.microsoft.com/office/powerpoint/2010/main" val="43163414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10319</TotalTime>
  <Words>896</Words>
  <Application>Microsoft Office PowerPoint</Application>
  <PresentationFormat>Widescreen</PresentationFormat>
  <Paragraphs>146</Paragraphs>
  <Slides>36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36</vt:i4>
      </vt:variant>
    </vt:vector>
  </HeadingPairs>
  <TitlesOfParts>
    <vt:vector size="41" baseType="lpstr">
      <vt:lpstr>Arial</vt:lpstr>
      <vt:lpstr>Calibri</vt:lpstr>
      <vt:lpstr>Calibri Light</vt:lpstr>
      <vt:lpstr>Open Sans</vt:lpstr>
      <vt:lpstr>Tema do Office</vt:lpstr>
      <vt:lpstr>Apresentação do PowerPoint</vt:lpstr>
      <vt:lpstr>ENTRADA</vt:lpstr>
      <vt:lpstr>ENTRADA</vt:lpstr>
      <vt:lpstr>ENTRADA</vt:lpstr>
      <vt:lpstr>ENTRADA</vt:lpstr>
      <vt:lpstr>Apresentação do PowerPoint</vt:lpstr>
      <vt:lpstr>ATO PENITENCIAL</vt:lpstr>
      <vt:lpstr>ATO PENITENCIAL</vt:lpstr>
      <vt:lpstr>Apresentação do PowerPoint</vt:lpstr>
      <vt:lpstr>HINO DE LOUVOR</vt:lpstr>
      <vt:lpstr>HINO DE LOUVOR</vt:lpstr>
      <vt:lpstr>HINO DE LOUVOR</vt:lpstr>
      <vt:lpstr>HINO DE LOUVOR</vt:lpstr>
      <vt:lpstr>HINO DE LOUVOR</vt:lpstr>
      <vt:lpstr>Apresentação do PowerPoint</vt:lpstr>
      <vt:lpstr>SALMO RESPONSORIAL</vt:lpstr>
      <vt:lpstr>Apresentação do PowerPoint</vt:lpstr>
      <vt:lpstr>ACLAMAÇÃO</vt:lpstr>
      <vt:lpstr>Apresentação do PowerPoint</vt:lpstr>
      <vt:lpstr>CANTO DAS OFERENDAS</vt:lpstr>
      <vt:lpstr>CANTO DAS OFERENDAS</vt:lpstr>
      <vt:lpstr>CANTO DAS OFERENDAS</vt:lpstr>
      <vt:lpstr>Apresentação do PowerPoint</vt:lpstr>
      <vt:lpstr>SANTO</vt:lpstr>
      <vt:lpstr>SANTO</vt:lpstr>
      <vt:lpstr>Apresentação do PowerPoint</vt:lpstr>
      <vt:lpstr>COMUNHÃO</vt:lpstr>
      <vt:lpstr>COMUNHÃO</vt:lpstr>
      <vt:lpstr>COMUNHÃO</vt:lpstr>
      <vt:lpstr>Apresentação do PowerPoint</vt:lpstr>
      <vt:lpstr>PÓS-COMUNHÃO</vt:lpstr>
      <vt:lpstr>PÓS-COMUNHÃO</vt:lpstr>
      <vt:lpstr>PÓS-COMUNHÃO</vt:lpstr>
      <vt:lpstr>Apresentação do PowerPoint</vt:lpstr>
      <vt:lpstr>ATO PENITENCIAL</vt:lpstr>
      <vt:lpstr>ATO PENITENCIAL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ENTRADA</dc:title>
  <dc:creator>anaclaracosta116@gmail.com</dc:creator>
  <cp:lastModifiedBy>anaclaracosta116@gmail.com</cp:lastModifiedBy>
  <cp:revision>41</cp:revision>
  <dcterms:created xsi:type="dcterms:W3CDTF">2023-05-06T17:01:55Z</dcterms:created>
  <dcterms:modified xsi:type="dcterms:W3CDTF">2026-01-17T20:17:32Z</dcterms:modified>
</cp:coreProperties>
</file>