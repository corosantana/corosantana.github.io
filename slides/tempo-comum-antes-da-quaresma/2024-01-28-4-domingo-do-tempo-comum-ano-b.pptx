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67" r:id="rId4"/>
    <p:sldId id="468" r:id="rId5"/>
    <p:sldId id="258" r:id="rId6"/>
    <p:sldId id="259" r:id="rId7"/>
    <p:sldId id="478" r:id="rId8"/>
    <p:sldId id="479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267" r:id="rId19"/>
    <p:sldId id="271" r:id="rId20"/>
    <p:sldId id="269" r:id="rId21"/>
    <p:sldId id="469" r:id="rId22"/>
    <p:sldId id="470" r:id="rId23"/>
    <p:sldId id="361" r:id="rId24"/>
    <p:sldId id="445" r:id="rId25"/>
    <p:sldId id="443" r:id="rId26"/>
    <p:sldId id="439" r:id="rId27"/>
    <p:sldId id="472" r:id="rId28"/>
    <p:sldId id="480" r:id="rId29"/>
    <p:sldId id="474" r:id="rId30"/>
    <p:sldId id="481" r:id="rId31"/>
    <p:sldId id="427" r:id="rId32"/>
    <p:sldId id="459" r:id="rId33"/>
    <p:sldId id="460" r:id="rId34"/>
    <p:sldId id="337" r:id="rId35"/>
    <p:sldId id="477" r:id="rId36"/>
    <p:sldId id="482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09" autoAdjust="0"/>
    <p:restoredTop sz="94660"/>
  </p:normalViewPr>
  <p:slideViewPr>
    <p:cSldViewPr snapToGrid="0">
      <p:cViewPr varScale="1">
        <p:scale>
          <a:sx n="33" d="100"/>
          <a:sy n="33" d="100"/>
        </p:scale>
        <p:origin x="63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EC77693A-FA36-4AEF-B9E7-6522662135EB}"/>
    <pc:docChg chg="custSel addSld delSld modSld sldOrd">
      <pc:chgData name="anaclaracosta116@gmail.com" userId="a793634777582c92" providerId="LiveId" clId="{EC77693A-FA36-4AEF-B9E7-6522662135EB}" dt="2024-01-27T20:15:36.899" v="916"/>
      <pc:docMkLst>
        <pc:docMk/>
      </pc:docMkLst>
      <pc:sldChg chg="modSp mod">
        <pc:chgData name="anaclaracosta116@gmail.com" userId="a793634777582c92" providerId="LiveId" clId="{EC77693A-FA36-4AEF-B9E7-6522662135EB}" dt="2024-01-27T19:28:05.608" v="106" actId="113"/>
        <pc:sldMkLst>
          <pc:docMk/>
          <pc:sldMk cId="2490480151" sldId="259"/>
        </pc:sldMkLst>
        <pc:spChg chg="mod">
          <ac:chgData name="anaclaracosta116@gmail.com" userId="a793634777582c92" providerId="LiveId" clId="{EC77693A-FA36-4AEF-B9E7-6522662135EB}" dt="2024-01-27T19:28:05.608" v="106" actId="113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29:23.621" v="226" actId="20577"/>
        <pc:sldMkLst>
          <pc:docMk/>
          <pc:sldMk cId="337661645" sldId="261"/>
        </pc:sldMkLst>
        <pc:spChg chg="mod">
          <ac:chgData name="anaclaracosta116@gmail.com" userId="a793634777582c92" providerId="LiveId" clId="{EC77693A-FA36-4AEF-B9E7-6522662135EB}" dt="2024-01-27T19:29:23.621" v="226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32:17.787" v="253"/>
        <pc:sldMkLst>
          <pc:docMk/>
          <pc:sldMk cId="3388034860" sldId="265"/>
        </pc:sldMkLst>
        <pc:spChg chg="mod">
          <ac:chgData name="anaclaracosta116@gmail.com" userId="a793634777582c92" providerId="LiveId" clId="{EC77693A-FA36-4AEF-B9E7-6522662135EB}" dt="2024-01-27T19:32:17.787" v="253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44:42.653" v="513" actId="20577"/>
        <pc:sldMkLst>
          <pc:docMk/>
          <pc:sldMk cId="2671817442" sldId="267"/>
        </pc:sldMkLst>
        <pc:spChg chg="mod">
          <ac:chgData name="anaclaracosta116@gmail.com" userId="a793634777582c92" providerId="LiveId" clId="{EC77693A-FA36-4AEF-B9E7-6522662135EB}" dt="2024-01-27T19:44:42.653" v="513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37:15.244" v="359" actId="113"/>
        <pc:sldMkLst>
          <pc:docMk/>
          <pc:sldMk cId="2786277918" sldId="269"/>
        </pc:sldMkLst>
        <pc:spChg chg="mod">
          <ac:chgData name="anaclaracosta116@gmail.com" userId="a793634777582c92" providerId="LiveId" clId="{EC77693A-FA36-4AEF-B9E7-6522662135EB}" dt="2024-01-27T19:37:15.244" v="359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20:15:08.857" v="911" actId="113"/>
        <pc:sldMkLst>
          <pc:docMk/>
          <pc:sldMk cId="4141278968" sldId="337"/>
        </pc:sldMkLst>
        <pc:spChg chg="mod">
          <ac:chgData name="anaclaracosta116@gmail.com" userId="a793634777582c92" providerId="LiveId" clId="{EC77693A-FA36-4AEF-B9E7-6522662135EB}" dt="2024-01-27T20:15:08.857" v="911" actId="113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29:31.230" v="229" actId="20577"/>
        <pc:sldMkLst>
          <pc:docMk/>
          <pc:sldMk cId="1733667129" sldId="338"/>
        </pc:sldMkLst>
        <pc:spChg chg="mod">
          <ac:chgData name="anaclaracosta116@gmail.com" userId="a793634777582c92" providerId="LiveId" clId="{EC77693A-FA36-4AEF-B9E7-6522662135EB}" dt="2024-01-27T19:29:31.230" v="229" actId="20577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29:54.009" v="236" actId="27636"/>
        <pc:sldMkLst>
          <pc:docMk/>
          <pc:sldMk cId="2703894855" sldId="339"/>
        </pc:sldMkLst>
        <pc:spChg chg="mod">
          <ac:chgData name="anaclaracosta116@gmail.com" userId="a793634777582c92" providerId="LiveId" clId="{EC77693A-FA36-4AEF-B9E7-6522662135EB}" dt="2024-01-27T19:29:54.009" v="236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30:04.864" v="239" actId="20577"/>
        <pc:sldMkLst>
          <pc:docMk/>
          <pc:sldMk cId="641955455" sldId="340"/>
        </pc:sldMkLst>
        <pc:spChg chg="mod">
          <ac:chgData name="anaclaracosta116@gmail.com" userId="a793634777582c92" providerId="LiveId" clId="{EC77693A-FA36-4AEF-B9E7-6522662135EB}" dt="2024-01-27T19:30:04.864" v="239" actId="20577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25:47.102" v="9" actId="403"/>
        <pc:sldMkLst>
          <pc:docMk/>
          <pc:sldMk cId="880466366" sldId="354"/>
        </pc:sldMkLst>
        <pc:spChg chg="mod">
          <ac:chgData name="anaclaracosta116@gmail.com" userId="a793634777582c92" providerId="LiveId" clId="{EC77693A-FA36-4AEF-B9E7-6522662135EB}" dt="2024-01-27T19:25:47.102" v="9" actId="403"/>
          <ac:spMkLst>
            <pc:docMk/>
            <pc:sldMk cId="880466366" sldId="35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C77693A-FA36-4AEF-B9E7-6522662135EB}" dt="2024-01-27T20:15:11.582" v="912" actId="2696"/>
        <pc:sldMkLst>
          <pc:docMk/>
          <pc:sldMk cId="1457828054" sldId="374"/>
        </pc:sldMkLst>
      </pc:sldChg>
      <pc:sldChg chg="modSp mod ord">
        <pc:chgData name="anaclaracosta116@gmail.com" userId="a793634777582c92" providerId="LiveId" clId="{EC77693A-FA36-4AEF-B9E7-6522662135EB}" dt="2024-01-27T19:25:03.328" v="3" actId="20577"/>
        <pc:sldMkLst>
          <pc:docMk/>
          <pc:sldMk cId="725659120" sldId="375"/>
        </pc:sldMkLst>
        <pc:spChg chg="mod">
          <ac:chgData name="anaclaracosta116@gmail.com" userId="a793634777582c92" providerId="LiveId" clId="{EC77693A-FA36-4AEF-B9E7-6522662135EB}" dt="2024-01-27T19:25:03.328" v="3" actId="20577"/>
          <ac:spMkLst>
            <pc:docMk/>
            <pc:sldMk cId="725659120" sldId="375"/>
            <ac:spMk id="4" creationId="{2403ABE3-D2A9-4E95-C93C-168023A9A24E}"/>
          </ac:spMkLst>
        </pc:spChg>
      </pc:sldChg>
      <pc:sldChg chg="modSp mod">
        <pc:chgData name="anaclaracosta116@gmail.com" userId="a793634777582c92" providerId="LiveId" clId="{EC77693A-FA36-4AEF-B9E7-6522662135EB}" dt="2024-01-27T19:30:22.572" v="250" actId="20577"/>
        <pc:sldMkLst>
          <pc:docMk/>
          <pc:sldMk cId="3733524150" sldId="377"/>
        </pc:sldMkLst>
        <pc:spChg chg="mod">
          <ac:chgData name="anaclaracosta116@gmail.com" userId="a793634777582c92" providerId="LiveId" clId="{EC77693A-FA36-4AEF-B9E7-6522662135EB}" dt="2024-01-27T19:30:22.572" v="250" actId="20577"/>
          <ac:spMkLst>
            <pc:docMk/>
            <pc:sldMk cId="3733524150" sldId="37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28:53.947" v="219" actId="113"/>
        <pc:sldMkLst>
          <pc:docMk/>
          <pc:sldMk cId="1193674150" sldId="411"/>
        </pc:sldMkLst>
        <pc:spChg chg="mod">
          <ac:chgData name="anaclaracosta116@gmail.com" userId="a793634777582c92" providerId="LiveId" clId="{EC77693A-FA36-4AEF-B9E7-6522662135EB}" dt="2024-01-27T19:28:53.947" v="219" actId="113"/>
          <ac:spMkLst>
            <pc:docMk/>
            <pc:sldMk cId="1193674150" sldId="41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59:01.441" v="726" actId="113"/>
        <pc:sldMkLst>
          <pc:docMk/>
          <pc:sldMk cId="3734991938" sldId="428"/>
        </pc:sldMkLst>
        <pc:spChg chg="mod">
          <ac:chgData name="anaclaracosta116@gmail.com" userId="a793634777582c92" providerId="LiveId" clId="{EC77693A-FA36-4AEF-B9E7-6522662135EB}" dt="2024-01-27T19:59:01.441" v="726" actId="113"/>
          <ac:spMkLst>
            <pc:docMk/>
            <pc:sldMk cId="3734991938" sldId="42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20:05:43.588" v="798" actId="27636"/>
        <pc:sldMkLst>
          <pc:docMk/>
          <pc:sldMk cId="1475441202" sldId="429"/>
        </pc:sldMkLst>
        <pc:spChg chg="mod">
          <ac:chgData name="anaclaracosta116@gmail.com" userId="a793634777582c92" providerId="LiveId" clId="{EC77693A-FA36-4AEF-B9E7-6522662135EB}" dt="2024-01-27T20:05:43.588" v="798" actId="27636"/>
          <ac:spMkLst>
            <pc:docMk/>
            <pc:sldMk cId="1475441202" sldId="42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C77693A-FA36-4AEF-B9E7-6522662135EB}" dt="2024-01-27T19:29:08.775" v="220" actId="2696"/>
        <pc:sldMkLst>
          <pc:docMk/>
          <pc:sldMk cId="2198693354" sldId="433"/>
        </pc:sldMkLst>
      </pc:sldChg>
      <pc:sldChg chg="modSp mod">
        <pc:chgData name="anaclaracosta116@gmail.com" userId="a793634777582c92" providerId="LiveId" clId="{EC77693A-FA36-4AEF-B9E7-6522662135EB}" dt="2024-01-27T19:52:05.195" v="605" actId="207"/>
        <pc:sldMkLst>
          <pc:docMk/>
          <pc:sldMk cId="1179819499" sldId="439"/>
        </pc:sldMkLst>
        <pc:spChg chg="mod">
          <ac:chgData name="anaclaracosta116@gmail.com" userId="a793634777582c92" providerId="LiveId" clId="{EC77693A-FA36-4AEF-B9E7-6522662135EB}" dt="2024-01-27T19:52:05.195" v="605" actId="207"/>
          <ac:spMkLst>
            <pc:docMk/>
            <pc:sldMk cId="1179819499" sldId="43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C77693A-FA36-4AEF-B9E7-6522662135EB}" dt="2024-01-27T19:47:27.201" v="581" actId="2696"/>
        <pc:sldMkLst>
          <pc:docMk/>
          <pc:sldMk cId="1269557353" sldId="440"/>
        </pc:sldMkLst>
      </pc:sldChg>
      <pc:sldChg chg="del">
        <pc:chgData name="anaclaracosta116@gmail.com" userId="a793634777582c92" providerId="LiveId" clId="{EC77693A-FA36-4AEF-B9E7-6522662135EB}" dt="2024-01-27T20:06:01.493" v="800" actId="2696"/>
        <pc:sldMkLst>
          <pc:docMk/>
          <pc:sldMk cId="652183787" sldId="441"/>
        </pc:sldMkLst>
      </pc:sldChg>
      <pc:sldChg chg="modSp mod">
        <pc:chgData name="anaclaracosta116@gmail.com" userId="a793634777582c92" providerId="LiveId" clId="{EC77693A-FA36-4AEF-B9E7-6522662135EB}" dt="2024-01-27T19:45:53.823" v="571" actId="27636"/>
        <pc:sldMkLst>
          <pc:docMk/>
          <pc:sldMk cId="3496163428" sldId="444"/>
        </pc:sldMkLst>
        <pc:spChg chg="mod">
          <ac:chgData name="anaclaracosta116@gmail.com" userId="a793634777582c92" providerId="LiveId" clId="{EC77693A-FA36-4AEF-B9E7-6522662135EB}" dt="2024-01-27T19:45:53.823" v="571" actId="27636"/>
          <ac:spMkLst>
            <pc:docMk/>
            <pc:sldMk cId="3496163428" sldId="44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38:52.533" v="391" actId="20577"/>
        <pc:sldMkLst>
          <pc:docMk/>
          <pc:sldMk cId="374298811" sldId="445"/>
        </pc:sldMkLst>
        <pc:spChg chg="mod">
          <ac:chgData name="anaclaracosta116@gmail.com" userId="a793634777582c92" providerId="LiveId" clId="{EC77693A-FA36-4AEF-B9E7-6522662135EB}" dt="2024-01-27T19:38:52.533" v="391" actId="20577"/>
          <ac:spMkLst>
            <pc:docMk/>
            <pc:sldMk cId="374298811" sldId="44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C77693A-FA36-4AEF-B9E7-6522662135EB}" dt="2024-01-27T19:47:33.367" v="583" actId="2696"/>
        <pc:sldMkLst>
          <pc:docMk/>
          <pc:sldMk cId="1817972339" sldId="449"/>
        </pc:sldMkLst>
      </pc:sldChg>
      <pc:sldChg chg="del">
        <pc:chgData name="anaclaracosta116@gmail.com" userId="a793634777582c92" providerId="LiveId" clId="{EC77693A-FA36-4AEF-B9E7-6522662135EB}" dt="2024-01-27T19:25:52.322" v="10" actId="2696"/>
        <pc:sldMkLst>
          <pc:docMk/>
          <pc:sldMk cId="2135920785" sldId="451"/>
        </pc:sldMkLst>
      </pc:sldChg>
      <pc:sldChg chg="del">
        <pc:chgData name="anaclaracosta116@gmail.com" userId="a793634777582c92" providerId="LiveId" clId="{EC77693A-FA36-4AEF-B9E7-6522662135EB}" dt="2024-01-27T19:26:01.620" v="12" actId="2696"/>
        <pc:sldMkLst>
          <pc:docMk/>
          <pc:sldMk cId="101785395" sldId="452"/>
        </pc:sldMkLst>
      </pc:sldChg>
      <pc:sldChg chg="del">
        <pc:chgData name="anaclaracosta116@gmail.com" userId="a793634777582c92" providerId="LiveId" clId="{EC77693A-FA36-4AEF-B9E7-6522662135EB}" dt="2024-01-27T19:37:28.928" v="360" actId="2696"/>
        <pc:sldMkLst>
          <pc:docMk/>
          <pc:sldMk cId="3858239864" sldId="453"/>
        </pc:sldMkLst>
      </pc:sldChg>
      <pc:sldChg chg="del">
        <pc:chgData name="anaclaracosta116@gmail.com" userId="a793634777582c92" providerId="LiveId" clId="{EC77693A-FA36-4AEF-B9E7-6522662135EB}" dt="2024-01-27T19:37:31.974" v="361" actId="2696"/>
        <pc:sldMkLst>
          <pc:docMk/>
          <pc:sldMk cId="307078900" sldId="454"/>
        </pc:sldMkLst>
      </pc:sldChg>
      <pc:sldChg chg="del">
        <pc:chgData name="anaclaracosta116@gmail.com" userId="a793634777582c92" providerId="LiveId" clId="{EC77693A-FA36-4AEF-B9E7-6522662135EB}" dt="2024-01-27T19:47:24.423" v="580" actId="2696"/>
        <pc:sldMkLst>
          <pc:docMk/>
          <pc:sldMk cId="2174702356" sldId="455"/>
        </pc:sldMkLst>
      </pc:sldChg>
      <pc:sldChg chg="del">
        <pc:chgData name="anaclaracosta116@gmail.com" userId="a793634777582c92" providerId="LiveId" clId="{EC77693A-FA36-4AEF-B9E7-6522662135EB}" dt="2024-01-27T19:47:30.840" v="582" actId="2696"/>
        <pc:sldMkLst>
          <pc:docMk/>
          <pc:sldMk cId="2128036226" sldId="456"/>
        </pc:sldMkLst>
      </pc:sldChg>
      <pc:sldChg chg="del">
        <pc:chgData name="anaclaracosta116@gmail.com" userId="a793634777582c92" providerId="LiveId" clId="{EC77693A-FA36-4AEF-B9E7-6522662135EB}" dt="2024-01-27T20:06:43.658" v="848" actId="2696"/>
        <pc:sldMkLst>
          <pc:docMk/>
          <pc:sldMk cId="3261158927" sldId="457"/>
        </pc:sldMkLst>
      </pc:sldChg>
      <pc:sldChg chg="del">
        <pc:chgData name="anaclaracosta116@gmail.com" userId="a793634777582c92" providerId="LiveId" clId="{EC77693A-FA36-4AEF-B9E7-6522662135EB}" dt="2024-01-27T20:15:14.011" v="913" actId="2696"/>
        <pc:sldMkLst>
          <pc:docMk/>
          <pc:sldMk cId="1928760368" sldId="458"/>
        </pc:sldMkLst>
      </pc:sldChg>
      <pc:sldChg chg="del">
        <pc:chgData name="anaclaracosta116@gmail.com" userId="a793634777582c92" providerId="LiveId" clId="{EC77693A-FA36-4AEF-B9E7-6522662135EB}" dt="2024-01-27T20:09:11.508" v="905" actId="2696"/>
        <pc:sldMkLst>
          <pc:docMk/>
          <pc:sldMk cId="3774764682" sldId="462"/>
        </pc:sldMkLst>
      </pc:sldChg>
      <pc:sldChg chg="del">
        <pc:chgData name="anaclaracosta116@gmail.com" userId="a793634777582c92" providerId="LiveId" clId="{EC77693A-FA36-4AEF-B9E7-6522662135EB}" dt="2024-01-27T19:25:58.148" v="11" actId="2696"/>
        <pc:sldMkLst>
          <pc:docMk/>
          <pc:sldMk cId="1084459873" sldId="463"/>
        </pc:sldMkLst>
      </pc:sldChg>
      <pc:sldChg chg="del">
        <pc:chgData name="anaclaracosta116@gmail.com" userId="a793634777582c92" providerId="LiveId" clId="{EC77693A-FA36-4AEF-B9E7-6522662135EB}" dt="2024-01-27T19:30:37.125" v="251" actId="2696"/>
        <pc:sldMkLst>
          <pc:docMk/>
          <pc:sldMk cId="1686429539" sldId="464"/>
        </pc:sldMkLst>
      </pc:sldChg>
      <pc:sldChg chg="del">
        <pc:chgData name="anaclaracosta116@gmail.com" userId="a793634777582c92" providerId="LiveId" clId="{EC77693A-FA36-4AEF-B9E7-6522662135EB}" dt="2024-01-27T19:47:36.177" v="584" actId="2696"/>
        <pc:sldMkLst>
          <pc:docMk/>
          <pc:sldMk cId="2578539777" sldId="465"/>
        </pc:sldMkLst>
      </pc:sldChg>
      <pc:sldChg chg="del">
        <pc:chgData name="anaclaracosta116@gmail.com" userId="a793634777582c92" providerId="LiveId" clId="{EC77693A-FA36-4AEF-B9E7-6522662135EB}" dt="2024-01-27T19:47:38.565" v="585" actId="2696"/>
        <pc:sldMkLst>
          <pc:docMk/>
          <pc:sldMk cId="42144226" sldId="466"/>
        </pc:sldMkLst>
      </pc:sldChg>
      <pc:sldChg chg="modSp add mod">
        <pc:chgData name="anaclaracosta116@gmail.com" userId="a793634777582c92" providerId="LiveId" clId="{EC77693A-FA36-4AEF-B9E7-6522662135EB}" dt="2024-01-27T19:26:36.007" v="15"/>
        <pc:sldMkLst>
          <pc:docMk/>
          <pc:sldMk cId="1877514772" sldId="467"/>
        </pc:sldMkLst>
        <pc:spChg chg="mod">
          <ac:chgData name="anaclaracosta116@gmail.com" userId="a793634777582c92" providerId="LiveId" clId="{EC77693A-FA36-4AEF-B9E7-6522662135EB}" dt="2024-01-27T19:26:36.007" v="15"/>
          <ac:spMkLst>
            <pc:docMk/>
            <pc:sldMk cId="1877514772" sldId="467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77693A-FA36-4AEF-B9E7-6522662135EB}" dt="2024-01-27T19:27:17.814" v="16"/>
        <pc:sldMkLst>
          <pc:docMk/>
          <pc:sldMk cId="2429657436" sldId="468"/>
        </pc:sldMkLst>
        <pc:spChg chg="mod">
          <ac:chgData name="anaclaracosta116@gmail.com" userId="a793634777582c92" providerId="LiveId" clId="{EC77693A-FA36-4AEF-B9E7-6522662135EB}" dt="2024-01-27T19:27:17.814" v="16"/>
          <ac:spMkLst>
            <pc:docMk/>
            <pc:sldMk cId="2429657436" sldId="468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77693A-FA36-4AEF-B9E7-6522662135EB}" dt="2024-01-27T19:38:06.025" v="371"/>
        <pc:sldMkLst>
          <pc:docMk/>
          <pc:sldMk cId="2395893813" sldId="469"/>
        </pc:sldMkLst>
        <pc:spChg chg="mod">
          <ac:chgData name="anaclaracosta116@gmail.com" userId="a793634777582c92" providerId="LiveId" clId="{EC77693A-FA36-4AEF-B9E7-6522662135EB}" dt="2024-01-27T19:38:06.025" v="371"/>
          <ac:spMkLst>
            <pc:docMk/>
            <pc:sldMk cId="2395893813" sldId="46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77693A-FA36-4AEF-B9E7-6522662135EB}" dt="2024-01-27T19:38:33.502" v="382" actId="27636"/>
        <pc:sldMkLst>
          <pc:docMk/>
          <pc:sldMk cId="3477985838" sldId="470"/>
        </pc:sldMkLst>
        <pc:spChg chg="mod">
          <ac:chgData name="anaclaracosta116@gmail.com" userId="a793634777582c92" providerId="LiveId" clId="{EC77693A-FA36-4AEF-B9E7-6522662135EB}" dt="2024-01-27T19:38:33.502" v="382" actId="27636"/>
          <ac:spMkLst>
            <pc:docMk/>
            <pc:sldMk cId="3477985838" sldId="470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EC77693A-FA36-4AEF-B9E7-6522662135EB}" dt="2024-01-27T19:47:43.066" v="588"/>
        <pc:sldMkLst>
          <pc:docMk/>
          <pc:sldMk cId="732830456" sldId="471"/>
        </pc:sldMkLst>
      </pc:sldChg>
      <pc:sldChg chg="modSp add mod ord">
        <pc:chgData name="anaclaracosta116@gmail.com" userId="a793634777582c92" providerId="LiveId" clId="{EC77693A-FA36-4AEF-B9E7-6522662135EB}" dt="2024-01-27T19:54:49.657" v="611" actId="27636"/>
        <pc:sldMkLst>
          <pc:docMk/>
          <pc:sldMk cId="1525905126" sldId="472"/>
        </pc:sldMkLst>
        <pc:spChg chg="mod">
          <ac:chgData name="anaclaracosta116@gmail.com" userId="a793634777582c92" providerId="LiveId" clId="{EC77693A-FA36-4AEF-B9E7-6522662135EB}" dt="2024-01-27T19:54:49.657" v="611" actId="27636"/>
          <ac:spMkLst>
            <pc:docMk/>
            <pc:sldMk cId="1525905126" sldId="472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EC77693A-FA36-4AEF-B9E7-6522662135EB}" dt="2024-01-27T19:49:18.866" v="597"/>
        <pc:sldMkLst>
          <pc:docMk/>
          <pc:sldMk cId="3903464118" sldId="473"/>
        </pc:sldMkLst>
      </pc:sldChg>
      <pc:sldChg chg="modSp add mod ord">
        <pc:chgData name="anaclaracosta116@gmail.com" userId="a793634777582c92" providerId="LiveId" clId="{EC77693A-FA36-4AEF-B9E7-6522662135EB}" dt="2024-01-27T19:55:02.220" v="613" actId="27636"/>
        <pc:sldMkLst>
          <pc:docMk/>
          <pc:sldMk cId="1380314716" sldId="474"/>
        </pc:sldMkLst>
        <pc:spChg chg="mod">
          <ac:chgData name="anaclaracosta116@gmail.com" userId="a793634777582c92" providerId="LiveId" clId="{EC77693A-FA36-4AEF-B9E7-6522662135EB}" dt="2024-01-27T19:55:02.220" v="613" actId="27636"/>
          <ac:spMkLst>
            <pc:docMk/>
            <pc:sldMk cId="1380314716" sldId="47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77693A-FA36-4AEF-B9E7-6522662135EB}" dt="2024-01-27T20:06:38.855" v="847" actId="20577"/>
        <pc:sldMkLst>
          <pc:docMk/>
          <pc:sldMk cId="3727300810" sldId="475"/>
        </pc:sldMkLst>
        <pc:spChg chg="mod">
          <ac:chgData name="anaclaracosta116@gmail.com" userId="a793634777582c92" providerId="LiveId" clId="{EC77693A-FA36-4AEF-B9E7-6522662135EB}" dt="2024-01-27T20:06:38.855" v="847" actId="20577"/>
          <ac:spMkLst>
            <pc:docMk/>
            <pc:sldMk cId="3727300810" sldId="47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77693A-FA36-4AEF-B9E7-6522662135EB}" dt="2024-01-27T20:08:42.864" v="902" actId="20577"/>
        <pc:sldMkLst>
          <pc:docMk/>
          <pc:sldMk cId="3136888973" sldId="476"/>
        </pc:sldMkLst>
        <pc:spChg chg="mod">
          <ac:chgData name="anaclaracosta116@gmail.com" userId="a793634777582c92" providerId="LiveId" clId="{EC77693A-FA36-4AEF-B9E7-6522662135EB}" dt="2024-01-27T20:08:42.864" v="902" actId="20577"/>
          <ac:spMkLst>
            <pc:docMk/>
            <pc:sldMk cId="3136888973" sldId="476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77693A-FA36-4AEF-B9E7-6522662135EB}" dt="2024-01-27T20:15:36.899" v="916"/>
        <pc:sldMkLst>
          <pc:docMk/>
          <pc:sldMk cId="1688425786" sldId="477"/>
        </pc:sldMkLst>
        <pc:spChg chg="mod">
          <ac:chgData name="anaclaracosta116@gmail.com" userId="a793634777582c92" providerId="LiveId" clId="{EC77693A-FA36-4AEF-B9E7-6522662135EB}" dt="2024-01-27T20:15:36.899" v="916"/>
          <ac:spMkLst>
            <pc:docMk/>
            <pc:sldMk cId="1688425786" sldId="477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EC77693A-FA36-4AEF-B9E7-6522662135EB}" dt="2024-01-27T20:09:03.072" v="904" actId="2696"/>
        <pc:sldMkLst>
          <pc:docMk/>
          <pc:sldMk cId="3848212539" sldId="4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28/01/2024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1A46272-582C-6747-4C06-A5CBBD62F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0" cy="6866313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-8314"/>
            <a:ext cx="12191999" cy="6866313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504476" y="2386306"/>
            <a:ext cx="11183044" cy="2133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4º DOMINGO DO TEMPO COMUM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dirty="0"/>
              <a:t>Ó PAI, SOMOS NÓS O POVO ELEITO,</a:t>
            </a:r>
          </a:p>
          <a:p>
            <a:pPr algn="l"/>
            <a:r>
              <a:rPr lang="pt-BR" sz="6000" b="1" dirty="0"/>
              <a:t>QUE CRISTO VEIO REUNIR! (BIS)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1. PRA VIVER DA SUA VIDA, ALELUIA,</a:t>
            </a:r>
          </a:p>
          <a:p>
            <a:pPr algn="l"/>
            <a:r>
              <a:rPr lang="pt-BR" sz="6000" dirty="0"/>
              <a:t>O SENHOR NOS ENVIOU, ALELUIA!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dirty="0"/>
              <a:t>Ó PAI, SOMOS NÓS O POVO ELEITO,</a:t>
            </a:r>
          </a:p>
          <a:p>
            <a:pPr algn="l"/>
            <a:r>
              <a:rPr lang="pt-BR" sz="6000" b="1" dirty="0"/>
              <a:t>QUE CRISTO VEIO REUNIR! (BIS)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2. PRA SER IGREJA PEREGRINA, ALELUIA,</a:t>
            </a:r>
          </a:p>
          <a:p>
            <a:pPr algn="l"/>
            <a:r>
              <a:rPr lang="pt-BR" sz="6000" dirty="0"/>
              <a:t>O SENHOR NOS ENVIOU, ALELUIA!</a:t>
            </a:r>
          </a:p>
        </p:txBody>
      </p:sp>
    </p:spTree>
    <p:extLst>
      <p:ext uri="{BB962C8B-B14F-4D97-AF65-F5344CB8AC3E}">
        <p14:creationId xmlns:p14="http://schemas.microsoft.com/office/powerpoint/2010/main" val="1877514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dirty="0"/>
              <a:t>Ó PAI, SOMOS NÓS O POVO ELEITO,</a:t>
            </a:r>
          </a:p>
          <a:p>
            <a:pPr algn="l"/>
            <a:r>
              <a:rPr lang="pt-BR" sz="6000" b="1" dirty="0"/>
              <a:t>QUE CRISTO VEIO REUNIR! (BIS)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3. PRA SER SINAL DA SALVAÇÃO, ALELUIA,</a:t>
            </a:r>
          </a:p>
          <a:p>
            <a:pPr algn="l"/>
            <a:r>
              <a:rPr lang="pt-BR" sz="6000" dirty="0"/>
              <a:t>O SENHOR NOS ENVIOU, ALELUIA!</a:t>
            </a:r>
          </a:p>
        </p:txBody>
      </p:sp>
    </p:spTree>
    <p:extLst>
      <p:ext uri="{BB962C8B-B14F-4D97-AF65-F5344CB8AC3E}">
        <p14:creationId xmlns:p14="http://schemas.microsoft.com/office/powerpoint/2010/main" val="2429657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54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SOIS O CAMINHO QUE LEVA AO PAI TENDE PIEDADE DE NÓS, SENHOR TENDE PIEDADE DE NÓS.</a:t>
            </a:r>
          </a:p>
          <a:p>
            <a:pPr algn="l"/>
            <a:endParaRPr lang="pt-BR" sz="5400" dirty="0">
              <a:solidFill>
                <a:srgbClr val="131313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5400" dirty="0">
                <a:solidFill>
                  <a:srgbClr val="131313"/>
                </a:solidFill>
                <a:latin typeface="Roboto" panose="02000000000000000000" pitchFamily="2" charset="0"/>
              </a:rPr>
              <a:t>CRISTO, QUE SOIS A VERDADE QUE ILUMINA OS POVOS TENDE PIEDADE DE NÓS, CRISTO, TENDE PIEDADE DE NÓS</a:t>
            </a:r>
          </a:p>
          <a:p>
            <a:pPr algn="l"/>
            <a:endParaRPr lang="pt-BR" sz="5400" dirty="0">
              <a:solidFill>
                <a:srgbClr val="131313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542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54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SOIS A VIDA QUE RENOVA O MUNDO TENDE PIEDADE DE NÓS, SENHOR, TENDE PIEDADE DE NÓS.</a:t>
            </a:r>
            <a:endParaRPr lang="pt-BR" sz="6600" b="1" dirty="0"/>
          </a:p>
          <a:p>
            <a:pPr algn="l"/>
            <a:endParaRPr lang="pt-BR" sz="5400" dirty="0">
              <a:solidFill>
                <a:srgbClr val="131313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699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500" b="1" dirty="0"/>
              <a:t>GLÓRIA A DEUS NAS ALTURAS (3X)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r>
              <a:rPr lang="pt-BR" sz="9600" dirty="0"/>
              <a:t>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11840" cy="2957080"/>
          </a:xfrm>
        </p:spPr>
        <p:txBody>
          <a:bodyPr>
            <a:normAutofit/>
          </a:bodyPr>
          <a:lstStyle/>
          <a:p>
            <a:r>
              <a:rPr lang="pt-BR" sz="5400" b="1" dirty="0"/>
              <a:t>NÃO FECHEIS O CORAÇÃO, OUVI HOJE A VOZ DE DEUS!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O POVO QUE JAZIA NAS TREVAS VIU BRILHAR UMA LUZ GRANDIOSA; A LUZ DESPONTOU PARA AQUELES QUE QUE JAZIAM NA SOMBRA DA MORTE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100" b="1" dirty="0"/>
              <a:t>FICAI ATENTO AO CLAMOR DA MINHA PRECE, Ó MEU REI E MEU SENHOR!</a:t>
            </a:r>
          </a:p>
          <a:p>
            <a:pPr algn="l"/>
            <a:endParaRPr lang="pt-BR" sz="7100" b="1" dirty="0"/>
          </a:p>
          <a:p>
            <a:pPr algn="l"/>
            <a:r>
              <a:rPr lang="pt-BR" sz="7100" dirty="0"/>
              <a:t>ESCUTAI, Ó SENHOR DEUS, MINHAS PALAVRAS, ATENDEI O MEU GEMIDO!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100" b="1" dirty="0"/>
              <a:t>FICAI ATENTO AO CLAMOR DA MINHA PRECE, Ó MEU REI E MEU SENHOR!</a:t>
            </a:r>
          </a:p>
          <a:p>
            <a:pPr algn="l"/>
            <a:endParaRPr lang="pt-BR" sz="7100" b="1" dirty="0"/>
          </a:p>
          <a:p>
            <a:pPr algn="l"/>
            <a:r>
              <a:rPr lang="pt-BR" sz="7100" dirty="0"/>
              <a:t>É A VÓS QUE EU DIRIJO A MINHA PRECE; DE MANHÃ JÁ ME ESCUTAIS!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395893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b="1" dirty="0"/>
              <a:t>FICAI ATENTO AO CLAMOR DA MINHA PRECE, Ó MEU REI E MEU SENHOR!</a:t>
            </a:r>
          </a:p>
          <a:p>
            <a:pPr algn="l"/>
            <a:endParaRPr lang="pt-BR" sz="7100" b="1" dirty="0"/>
          </a:p>
          <a:p>
            <a:pPr algn="l"/>
            <a:r>
              <a:rPr lang="pt-BR" sz="7100" dirty="0"/>
              <a:t>DESDE CEDO EU ME PREPARO PARA VÓS, NÃO SOIS UM DEUS A QUEM AGRADE A INIQUIDADE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477985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SANTO, SANTO, SANTO, 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SENHOR DEUS DO UNIVERSO.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O CÉU E A TERRA PROCLAMAM VOSSA GLÓRIA!</a:t>
            </a:r>
            <a:br>
              <a:rPr lang="pt-BR" sz="21600" dirty="0"/>
            </a:br>
            <a:r>
              <a:rPr lang="pt-BR" sz="19200" i="0" dirty="0">
                <a:effectLst/>
                <a:latin typeface="Open Sans" panose="020B0606030504020204" pitchFamily="34" charset="0"/>
              </a:rPr>
              <a:t>HOSANA NAS ALTURAS! </a:t>
            </a:r>
            <a:endParaRPr lang="pt-BR" sz="192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19200" b="0" i="0" dirty="0">
                <a:effectLst/>
                <a:latin typeface="Open Sans" panose="020B0606030504020204" pitchFamily="34" charset="0"/>
              </a:rPr>
              <a:t>BENDITO O QUE VEM EM NOME DO SENHOR.</a:t>
            </a:r>
            <a:br>
              <a:rPr lang="pt-BR" sz="19200" dirty="0"/>
            </a:br>
            <a:r>
              <a:rPr lang="pt-BR" sz="19200" b="0" i="0" dirty="0">
                <a:effectLst/>
                <a:latin typeface="Open Sans" panose="020B0606030504020204" pitchFamily="34" charset="0"/>
              </a:rPr>
              <a:t>HOSANA NAS ALTURAS! (2X)</a:t>
            </a:r>
            <a:endParaRPr lang="pt-BR" sz="19200" dirty="0"/>
          </a:p>
          <a:p>
            <a:pPr algn="just"/>
            <a:endParaRPr lang="pt-BR" sz="12800" dirty="0"/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UM CÁLICE FOI LEVANTADO, UM PÃO ENTRE NÓS PARTILHADO, O POVO COMEU E BEBEU, E  ANUNCIOU O AMOR VENCEU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179819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Ó PAI, SENHOR DEUS DO CÉU E DA TERRA, TE LOUVO PORQUE AOS PEQUENOS REVELAS, SEGREDOS QUE AOS SÁBIOS DO MUNDO ESCONDES E AOS GRITOS DOS TEUS PEQUENINOS RESPONDES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525905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UM CÁLICE FOI LEVANTADO, UM PÃO ENTRE NÓS PARTILHADO, O POVO COMEU E BEBEU, E  ANUNCIOU O AMOR VENCEU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432011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Ó GENTE, DEXAI VIR A MIM AS CRIANÇAS POIS DELAS DO REINO SERÁ A HERANÇA! QUEM NÃO COMO ELAS O REINO ACOLHER JAMAIS, DO REINO JAMAIS HÁ DE SER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380314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UM CÁLICE FOI LEVANTADO, UM PÃO ENTRE NÓS PARTILHADO, O POVO COMEU E BEBEU, E  ANUNCIOU O AMOR VENCEU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571870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2763E18-9889-3697-3A86-11FB24685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61BBED-B45D-6A4F-4711-24696BC3EAC7}"/>
              </a:ext>
            </a:extLst>
          </p:cNvPr>
          <p:cNvSpPr/>
          <p:nvPr/>
        </p:nvSpPr>
        <p:spPr>
          <a:xfrm>
            <a:off x="8432800" y="3823855"/>
            <a:ext cx="2844800" cy="471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FD283FB-8C74-BB41-2360-D75DF00512AA}"/>
              </a:ext>
            </a:extLst>
          </p:cNvPr>
          <p:cNvSpPr/>
          <p:nvPr/>
        </p:nvSpPr>
        <p:spPr>
          <a:xfrm>
            <a:off x="0" y="6541654"/>
            <a:ext cx="4648200" cy="2020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529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7251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856720" cy="6171212"/>
          </a:xfrm>
        </p:spPr>
        <p:txBody>
          <a:bodyPr>
            <a:normAutofit fontScale="92500"/>
          </a:bodyPr>
          <a:lstStyle/>
          <a:p>
            <a:pPr algn="l"/>
            <a:r>
              <a:rPr lang="pt-BR" sz="7400" b="1" dirty="0"/>
              <a:t>IMACULADA, MARIA DE DEUS</a:t>
            </a:r>
          </a:p>
          <a:p>
            <a:pPr algn="l"/>
            <a:r>
              <a:rPr lang="pt-BR" sz="7400" b="1" dirty="0"/>
              <a:t>CORAÇÃO POBRE ACOLHENDO JESUS</a:t>
            </a:r>
          </a:p>
          <a:p>
            <a:pPr algn="l"/>
            <a:r>
              <a:rPr lang="pt-BR" sz="7400" b="1" dirty="0"/>
              <a:t>IMACULADA, MARIA DO POVO</a:t>
            </a:r>
          </a:p>
          <a:p>
            <a:pPr algn="l"/>
            <a:r>
              <a:rPr lang="pt-BR" sz="7400" b="1" dirty="0"/>
              <a:t>MÃE DOS AFLITOS QUE ESTÃO JUNTO À CRUZ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856720" cy="617121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400" dirty="0"/>
              <a:t>UM CORAÇÃO QUE ERA SIM PARA A VIDA, UM CORAÇÃO QUE ERA SIM PARA O IRMÃO, UM CORAÇAO QUE ERA SIM PARA DEUS, REINO DE DEUS RENOVANDO ESTE CHÃO</a:t>
            </a:r>
          </a:p>
        </p:txBody>
      </p:sp>
    </p:spTree>
    <p:extLst>
      <p:ext uri="{BB962C8B-B14F-4D97-AF65-F5344CB8AC3E}">
        <p14:creationId xmlns:p14="http://schemas.microsoft.com/office/powerpoint/2010/main" val="16884257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856720" cy="6171212"/>
          </a:xfrm>
        </p:spPr>
        <p:txBody>
          <a:bodyPr>
            <a:normAutofit fontScale="92500"/>
          </a:bodyPr>
          <a:lstStyle/>
          <a:p>
            <a:pPr algn="l"/>
            <a:r>
              <a:rPr lang="pt-BR" sz="7400" b="1" dirty="0"/>
              <a:t>IMACULADA, MARIA DE DEUS</a:t>
            </a:r>
          </a:p>
          <a:p>
            <a:pPr algn="l"/>
            <a:r>
              <a:rPr lang="pt-BR" sz="7400" b="1" dirty="0"/>
              <a:t>CORAÇÃO POBRE ACOLHENDO JESUS</a:t>
            </a:r>
          </a:p>
          <a:p>
            <a:pPr algn="l"/>
            <a:r>
              <a:rPr lang="pt-BR" sz="7400" b="1" dirty="0"/>
              <a:t>IMACULADA, MARIA DO POVO</a:t>
            </a:r>
          </a:p>
          <a:p>
            <a:pPr algn="l"/>
            <a:r>
              <a:rPr lang="pt-BR" sz="7400" b="1" dirty="0"/>
              <a:t>MÃE DOS AFLITOS QUE ESTÃO JUNTO À CRUZ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24647189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10147</TotalTime>
  <Words>742</Words>
  <Application>Microsoft Office PowerPoint</Application>
  <PresentationFormat>Widescreen</PresentationFormat>
  <Paragraphs>97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Apresentação do PowerPoint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41</cp:revision>
  <dcterms:created xsi:type="dcterms:W3CDTF">2023-05-06T17:01:55Z</dcterms:created>
  <dcterms:modified xsi:type="dcterms:W3CDTF">2024-01-28T16:15:10Z</dcterms:modified>
</cp:coreProperties>
</file>