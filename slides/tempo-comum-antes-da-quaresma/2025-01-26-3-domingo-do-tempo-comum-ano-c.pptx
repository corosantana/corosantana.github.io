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86" r:id="rId5"/>
    <p:sldId id="487" r:id="rId6"/>
    <p:sldId id="488" r:id="rId7"/>
    <p:sldId id="489" r:id="rId8"/>
    <p:sldId id="490" r:id="rId9"/>
    <p:sldId id="258" r:id="rId10"/>
    <p:sldId id="259" r:id="rId11"/>
    <p:sldId id="483" r:id="rId12"/>
    <p:sldId id="433" r:id="rId13"/>
    <p:sldId id="484" r:id="rId14"/>
    <p:sldId id="485" r:id="rId15"/>
    <p:sldId id="457" r:id="rId16"/>
    <p:sldId id="261" r:id="rId17"/>
    <p:sldId id="338" r:id="rId18"/>
    <p:sldId id="339" r:id="rId19"/>
    <p:sldId id="340" r:id="rId20"/>
    <p:sldId id="377" r:id="rId21"/>
    <p:sldId id="407" r:id="rId22"/>
    <p:sldId id="264" r:id="rId23"/>
    <p:sldId id="265" r:id="rId24"/>
    <p:sldId id="266" r:id="rId25"/>
    <p:sldId id="267" r:id="rId26"/>
    <p:sldId id="271" r:id="rId27"/>
    <p:sldId id="269" r:id="rId28"/>
    <p:sldId id="475" r:id="rId29"/>
    <p:sldId id="474" r:id="rId30"/>
    <p:sldId id="452" r:id="rId31"/>
    <p:sldId id="476" r:id="rId32"/>
    <p:sldId id="477" r:id="rId33"/>
    <p:sldId id="478" r:id="rId34"/>
    <p:sldId id="479" r:id="rId35"/>
    <p:sldId id="480" r:id="rId36"/>
    <p:sldId id="481" r:id="rId37"/>
    <p:sldId id="482" r:id="rId38"/>
    <p:sldId id="361" r:id="rId39"/>
    <p:sldId id="445" r:id="rId40"/>
    <p:sldId id="459" r:id="rId41"/>
    <p:sldId id="443" r:id="rId42"/>
    <p:sldId id="362" r:id="rId43"/>
    <p:sldId id="461" r:id="rId44"/>
    <p:sldId id="467" r:id="rId45"/>
    <p:sldId id="468" r:id="rId46"/>
    <p:sldId id="469" r:id="rId47"/>
    <p:sldId id="470" r:id="rId48"/>
    <p:sldId id="471" r:id="rId49"/>
    <p:sldId id="472" r:id="rId50"/>
    <p:sldId id="473" r:id="rId51"/>
    <p:sldId id="277" r:id="rId52"/>
    <p:sldId id="428" r:id="rId53"/>
    <p:sldId id="465" r:id="rId54"/>
    <p:sldId id="466" r:id="rId55"/>
    <p:sldId id="427" r:id="rId56"/>
    <p:sldId id="337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47C0E740-7425-4E71-ABE3-7C609A2B4110}"/>
    <pc:docChg chg="custSel addSld delSld modSld sldOrd">
      <pc:chgData name="anaclaracosta116@gmail.com" userId="a793634777582c92" providerId="LiveId" clId="{47C0E740-7425-4E71-ABE3-7C609A2B4110}" dt="2024-01-13T19:08:36.182" v="127" actId="27636"/>
      <pc:docMkLst>
        <pc:docMk/>
      </pc:docMkLst>
      <pc:sldChg chg="modSp mod">
        <pc:chgData name="anaclaracosta116@gmail.com" userId="a793634777582c92" providerId="LiveId" clId="{47C0E740-7425-4E71-ABE3-7C609A2B4110}" dt="2024-01-13T19:08:07.636" v="124" actId="27636"/>
        <pc:sldMkLst>
          <pc:docMk/>
          <pc:sldMk cId="4141278968" sldId="337"/>
        </pc:sldMkLst>
      </pc:sldChg>
      <pc:sldChg chg="del">
        <pc:chgData name="anaclaracosta116@gmail.com" userId="a793634777582c92" providerId="LiveId" clId="{47C0E740-7425-4E71-ABE3-7C609A2B4110}" dt="2024-01-13T18:59:21.084" v="10" actId="2696"/>
        <pc:sldMkLst>
          <pc:docMk/>
          <pc:sldMk cId="2304799739" sldId="362"/>
        </pc:sldMkLst>
      </pc:sldChg>
      <pc:sldChg chg="modSp mod">
        <pc:chgData name="anaclaracosta116@gmail.com" userId="a793634777582c92" providerId="LiveId" clId="{47C0E740-7425-4E71-ABE3-7C609A2B4110}" dt="2024-01-13T19:08:36.182" v="127" actId="27636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47C0E740-7425-4E71-ABE3-7C609A2B4110}" dt="2024-01-13T19:04:49.606" v="45" actId="27636"/>
        <pc:sldMkLst>
          <pc:docMk/>
          <pc:sldMk cId="3734991938" sldId="428"/>
        </pc:sldMkLst>
      </pc:sldChg>
      <pc:sldChg chg="modSp mod">
        <pc:chgData name="anaclaracosta116@gmail.com" userId="a793634777582c92" providerId="LiveId" clId="{47C0E740-7425-4E71-ABE3-7C609A2B4110}" dt="2024-01-13T19:05:47.109" v="48" actId="113"/>
        <pc:sldMkLst>
          <pc:docMk/>
          <pc:sldMk cId="1475441202" sldId="429"/>
        </pc:sldMkLst>
      </pc:sldChg>
      <pc:sldChg chg="modSp mod">
        <pc:chgData name="anaclaracosta116@gmail.com" userId="a793634777582c92" providerId="LiveId" clId="{47C0E740-7425-4E71-ABE3-7C609A2B4110}" dt="2024-01-13T19:02:38.378" v="27"/>
        <pc:sldMkLst>
          <pc:docMk/>
          <pc:sldMk cId="1179819499" sldId="439"/>
        </pc:sldMkLst>
      </pc:sldChg>
      <pc:sldChg chg="modSp mod">
        <pc:chgData name="anaclaracosta116@gmail.com" userId="a793634777582c92" providerId="LiveId" clId="{47C0E740-7425-4E71-ABE3-7C609A2B4110}" dt="2024-01-13T19:03:14.918" v="31" actId="403"/>
        <pc:sldMkLst>
          <pc:docMk/>
          <pc:sldMk cId="1269557353" sldId="440"/>
        </pc:sldMkLst>
      </pc:sldChg>
      <pc:sldChg chg="modSp mod">
        <pc:chgData name="anaclaracosta116@gmail.com" userId="a793634777582c92" providerId="LiveId" clId="{47C0E740-7425-4E71-ABE3-7C609A2B4110}" dt="2024-01-13T19:06:48.628" v="54" actId="27636"/>
        <pc:sldMkLst>
          <pc:docMk/>
          <pc:sldMk cId="652183787" sldId="441"/>
        </pc:sldMkLst>
      </pc:sldChg>
      <pc:sldChg chg="modSp mod">
        <pc:chgData name="anaclaracosta116@gmail.com" userId="a793634777582c92" providerId="LiveId" clId="{47C0E740-7425-4E71-ABE3-7C609A2B4110}" dt="2024-01-13T19:07:15.490" v="120" actId="20577"/>
        <pc:sldMkLst>
          <pc:docMk/>
          <pc:sldMk cId="13159275" sldId="442"/>
        </pc:sldMkLst>
      </pc:sldChg>
      <pc:sldChg chg="modSp mod">
        <pc:chgData name="anaclaracosta116@gmail.com" userId="a793634777582c92" providerId="LiveId" clId="{47C0E740-7425-4E71-ABE3-7C609A2B4110}" dt="2024-01-13T19:02:45.212" v="28" actId="113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47C0E740-7425-4E71-ABE3-7C609A2B4110}" dt="2024-01-13T19:00:15.141" v="25" actId="20577"/>
        <pc:sldMkLst>
          <pc:docMk/>
          <pc:sldMk cId="374298811" sldId="445"/>
        </pc:sldMkLst>
      </pc:sldChg>
      <pc:sldChg chg="add ord">
        <pc:chgData name="anaclaracosta116@gmail.com" userId="a793634777582c92" providerId="LiveId" clId="{47C0E740-7425-4E71-ABE3-7C609A2B4110}" dt="2024-01-13T19:03:19.286" v="34"/>
        <pc:sldMkLst>
          <pc:docMk/>
          <pc:sldMk cId="151327524" sldId="448"/>
        </pc:sldMkLst>
      </pc:sldChg>
      <pc:sldChg chg="modSp add mod ord">
        <pc:chgData name="anaclaracosta116@gmail.com" userId="a793634777582c92" providerId="LiveId" clId="{47C0E740-7425-4E71-ABE3-7C609A2B4110}" dt="2024-01-13T19:03:45.119" v="42" actId="27636"/>
        <pc:sldMkLst>
          <pc:docMk/>
          <pc:sldMk cId="1817972339" sldId="449"/>
        </pc:sldMkLst>
      </pc:sldChg>
      <pc:sldChg chg="add ord">
        <pc:chgData name="anaclaracosta116@gmail.com" userId="a793634777582c92" providerId="LiveId" clId="{47C0E740-7425-4E71-ABE3-7C609A2B4110}" dt="2024-01-13T19:03:29.244" v="40"/>
        <pc:sldMkLst>
          <pc:docMk/>
          <pc:sldMk cId="1347575891" sldId="450"/>
        </pc:sldMkLst>
      </pc:sldChg>
    </pc:docChg>
  </pc:docChgLst>
  <pc:docChgLst>
    <pc:chgData name="anaclaracosta116@gmail.com" userId="a793634777582c92" providerId="LiveId" clId="{002BA4D6-5596-4452-94F1-3F27414A0F81}"/>
    <pc:docChg chg="undo custSel addSld delSld modSld sldOrd">
      <pc:chgData name="anaclaracosta116@gmail.com" userId="a793634777582c92" providerId="LiveId" clId="{002BA4D6-5596-4452-94F1-3F27414A0F81}" dt="2025-01-18T19:57:22.679" v="287" actId="14100"/>
      <pc:docMkLst>
        <pc:docMk/>
      </pc:docMkLst>
      <pc:sldChg chg="modSp mod">
        <pc:chgData name="anaclaracosta116@gmail.com" userId="a793634777582c92" providerId="LiveId" clId="{002BA4D6-5596-4452-94F1-3F27414A0F81}" dt="2025-01-18T19:19:00.546" v="111" actId="1076"/>
        <pc:sldMkLst>
          <pc:docMk/>
          <pc:sldMk cId="3388034860" sldId="265"/>
        </pc:sldMkLst>
        <pc:spChg chg="mod">
          <ac:chgData name="anaclaracosta116@gmail.com" userId="a793634777582c92" providerId="LiveId" clId="{002BA4D6-5596-4452-94F1-3F27414A0F81}" dt="2025-01-18T19:19:00.546" v="111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4:13.277" v="211" actId="20577"/>
        <pc:sldMkLst>
          <pc:docMk/>
          <pc:sldMk cId="2671817442" sldId="267"/>
        </pc:sldMkLst>
        <pc:spChg chg="mod">
          <ac:chgData name="anaclaracosta116@gmail.com" userId="a793634777582c92" providerId="LiveId" clId="{002BA4D6-5596-4452-94F1-3F27414A0F81}" dt="2025-01-18T19:24:13.277" v="21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8:41.756" v="229" actId="113"/>
        <pc:sldMkLst>
          <pc:docMk/>
          <pc:sldMk cId="2786277918" sldId="269"/>
        </pc:sldMkLst>
        <pc:spChg chg="mod">
          <ac:chgData name="anaclaracosta116@gmail.com" userId="a793634777582c92" providerId="LiveId" clId="{002BA4D6-5596-4452-94F1-3F27414A0F81}" dt="2025-01-18T19:24:38.349" v="224" actId="20577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002BA4D6-5596-4452-94F1-3F27414A0F81}" dt="2025-01-18T19:28:41.756" v="22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54:47.882" v="277" actId="113"/>
        <pc:sldMkLst>
          <pc:docMk/>
          <pc:sldMk cId="4141278968" sldId="337"/>
        </pc:sldMkLst>
        <pc:spChg chg="mod">
          <ac:chgData name="anaclaracosta116@gmail.com" userId="a793634777582c92" providerId="LiveId" clId="{002BA4D6-5596-4452-94F1-3F27414A0F81}" dt="2025-01-18T19:54:47.882" v="277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4:13.349" v="6" actId="27636"/>
        <pc:sldMkLst>
          <pc:docMk/>
          <pc:sldMk cId="880466366" sldId="354"/>
        </pc:sldMkLst>
        <pc:spChg chg="mod">
          <ac:chgData name="anaclaracosta116@gmail.com" userId="a793634777582c92" providerId="LiveId" clId="{002BA4D6-5596-4452-94F1-3F27414A0F81}" dt="2025-01-18T19:04:13.349" v="6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48609962" sldId="358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2304799739" sldId="362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27129825" sldId="373"/>
        </pc:sldMkLst>
      </pc:sldChg>
      <pc:sldChg chg="del">
        <pc:chgData name="anaclaracosta116@gmail.com" userId="a793634777582c92" providerId="LiveId" clId="{002BA4D6-5596-4452-94F1-3F27414A0F81}" dt="2025-01-18T19:54:40.976" v="276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002BA4D6-5596-4452-94F1-3F27414A0F81}" dt="2025-01-18T19:57:22.679" v="287" actId="14100"/>
        <pc:sldMkLst>
          <pc:docMk/>
          <pc:sldMk cId="725659120" sldId="375"/>
        </pc:sldMkLst>
        <pc:spChg chg="mod">
          <ac:chgData name="anaclaracosta116@gmail.com" userId="a793634777582c92" providerId="LiveId" clId="{002BA4D6-5596-4452-94F1-3F27414A0F81}" dt="2025-01-18T19:57:22.679" v="287" actId="14100"/>
          <ac:spMkLst>
            <pc:docMk/>
            <pc:sldMk cId="725659120" sldId="375"/>
            <ac:spMk id="3" creationId="{FDE5B5AD-CD71-C2BA-2DE7-294D0B6E29B5}"/>
          </ac:spMkLst>
        </pc:spChg>
        <pc:picChg chg="add mod ord modCrop">
          <ac:chgData name="anaclaracosta116@gmail.com" userId="a793634777582c92" providerId="LiveId" clId="{002BA4D6-5596-4452-94F1-3F27414A0F81}" dt="2025-01-18T19:57:16.152" v="286" actId="167"/>
          <ac:picMkLst>
            <pc:docMk/>
            <pc:sldMk cId="725659120" sldId="375"/>
            <ac:picMk id="2" creationId="{CE09770D-C60C-0C52-E558-6EB3246E9907}"/>
          </ac:picMkLst>
        </pc:picChg>
        <pc:picChg chg="del">
          <ac:chgData name="anaclaracosta116@gmail.com" userId="a793634777582c92" providerId="LiveId" clId="{002BA4D6-5596-4452-94F1-3F27414A0F81}" dt="2025-01-18T19:57:01.962" v="282" actId="21"/>
          <ac:picMkLst>
            <pc:docMk/>
            <pc:sldMk cId="725659120" sldId="375"/>
            <ac:picMk id="6" creationId="{DAB0DC57-F1B5-2427-B029-A18157A3D541}"/>
          </ac:picMkLst>
        </pc:picChg>
      </pc:sldChg>
      <pc:sldChg chg="del">
        <pc:chgData name="anaclaracosta116@gmail.com" userId="a793634777582c92" providerId="LiveId" clId="{002BA4D6-5596-4452-94F1-3F27414A0F81}" dt="2025-01-18T19:28:29.832" v="227" actId="269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002BA4D6-5596-4452-94F1-3F27414A0F81}" dt="2025-01-18T19:07:10.906" v="9"/>
        <pc:sldMkLst>
          <pc:docMk/>
          <pc:sldMk cId="3975748999" sldId="432"/>
        </pc:sldMkLst>
        <pc:spChg chg="mod">
          <ac:chgData name="anaclaracosta116@gmail.com" userId="a793634777582c92" providerId="LiveId" clId="{002BA4D6-5596-4452-94F1-3F27414A0F81}" dt="2025-01-18T19:07:10.906" v="9"/>
          <ac:spMkLst>
            <pc:docMk/>
            <pc:sldMk cId="3975748999" sldId="43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02BA4D6-5596-4452-94F1-3F27414A0F81}" dt="2025-01-18T19:28:34.681" v="228" actId="2696"/>
        <pc:sldMkLst>
          <pc:docMk/>
          <pc:sldMk cId="4078698063" sldId="435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179819499" sldId="439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002BA4D6-5596-4452-94F1-3F27414A0F81}" dt="2025-01-18T19:42:34.849" v="269" actId="2696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002BA4D6-5596-4452-94F1-3F27414A0F81}" dt="2025-01-18T19:35:54.139" v="249" actId="20577"/>
        <pc:sldMkLst>
          <pc:docMk/>
          <pc:sldMk cId="374298811" sldId="445"/>
        </pc:sldMkLst>
        <pc:spChg chg="mod">
          <ac:chgData name="anaclaracosta116@gmail.com" userId="a793634777582c92" providerId="LiveId" clId="{002BA4D6-5596-4452-94F1-3F27414A0F81}" dt="2025-01-18T19:35:54.139" v="249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8:18.480" v="15" actId="113"/>
        <pc:sldMkLst>
          <pc:docMk/>
          <pc:sldMk cId="4035707325" sldId="446"/>
        </pc:sldMkLst>
        <pc:spChg chg="mod">
          <ac:chgData name="anaclaracosta116@gmail.com" userId="a793634777582c92" providerId="LiveId" clId="{002BA4D6-5596-4452-94F1-3F27414A0F81}" dt="2025-01-18T19:08:18.480" v="15" actId="113"/>
          <ac:spMkLst>
            <pc:docMk/>
            <pc:sldMk cId="4035707325" sldId="446"/>
            <ac:spMk id="3" creationId="{FC8F7E34-DB8C-1CEE-BAF4-E537563F9CD2}"/>
          </ac:spMkLst>
        </pc:spChg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51327524" sldId="448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817972339" sldId="449"/>
        </pc:sldMkLst>
      </pc:sldChg>
      <pc:sldChg chg="del">
        <pc:chgData name="anaclaracosta116@gmail.com" userId="a793634777582c92" providerId="LiveId" clId="{002BA4D6-5596-4452-94F1-3F27414A0F81}" dt="2025-01-18T19:44:09.986" v="273" actId="2696"/>
        <pc:sldMkLst>
          <pc:docMk/>
          <pc:sldMk cId="1347575891" sldId="450"/>
        </pc:sldMkLst>
      </pc:sldChg>
      <pc:sldChg chg="add ord">
        <pc:chgData name="anaclaracosta116@gmail.com" userId="a793634777582c92" providerId="LiveId" clId="{002BA4D6-5596-4452-94F1-3F27414A0F81}" dt="2025-01-18T19:07:21.566" v="12"/>
        <pc:sldMkLst>
          <pc:docMk/>
          <pc:sldMk cId="3836013886" sldId="451"/>
        </pc:sldMkLst>
      </pc:sldChg>
      <pc:sldChg chg="modSp add mod">
        <pc:chgData name="anaclaracosta116@gmail.com" userId="a793634777582c92" providerId="LiveId" clId="{002BA4D6-5596-4452-94F1-3F27414A0F81}" dt="2025-01-18T19:30:52.225" v="231"/>
        <pc:sldMkLst>
          <pc:docMk/>
          <pc:sldMk cId="2643522363" sldId="452"/>
        </pc:sldMkLst>
        <pc:spChg chg="mod">
          <ac:chgData name="anaclaracosta116@gmail.com" userId="a793634777582c92" providerId="LiveId" clId="{002BA4D6-5596-4452-94F1-3F27414A0F81}" dt="2025-01-18T19:30:52.225" v="231"/>
          <ac:spMkLst>
            <pc:docMk/>
            <pc:sldMk cId="2643522363" sldId="452"/>
            <ac:spMk id="3" creationId="{476DCFD2-287B-2F14-8631-C85ACB91A479}"/>
          </ac:spMkLst>
        </pc:spChg>
      </pc:sldChg>
      <pc:sldChg chg="modSp add mod">
        <pc:chgData name="anaclaracosta116@gmail.com" userId="a793634777582c92" providerId="LiveId" clId="{002BA4D6-5596-4452-94F1-3F27414A0F81}" dt="2025-01-18T19:31:41.509" v="233"/>
        <pc:sldMkLst>
          <pc:docMk/>
          <pc:sldMk cId="2057139953" sldId="453"/>
        </pc:sldMkLst>
        <pc:spChg chg="mod">
          <ac:chgData name="anaclaracosta116@gmail.com" userId="a793634777582c92" providerId="LiveId" clId="{002BA4D6-5596-4452-94F1-3F27414A0F81}" dt="2025-01-18T19:31:41.509" v="233"/>
          <ac:spMkLst>
            <pc:docMk/>
            <pc:sldMk cId="2057139953" sldId="453"/>
            <ac:spMk id="3" creationId="{9A9D5FFB-C5B0-0B2F-8779-E05BDD6E7A45}"/>
          </ac:spMkLst>
        </pc:spChg>
      </pc:sldChg>
      <pc:sldChg chg="modSp add mod">
        <pc:chgData name="anaclaracosta116@gmail.com" userId="a793634777582c92" providerId="LiveId" clId="{002BA4D6-5596-4452-94F1-3F27414A0F81}" dt="2025-01-18T19:37:59.293" v="267" actId="20577"/>
        <pc:sldMkLst>
          <pc:docMk/>
          <pc:sldMk cId="1794348421" sldId="454"/>
        </pc:sldMkLst>
        <pc:spChg chg="mod">
          <ac:chgData name="anaclaracosta116@gmail.com" userId="a793634777582c92" providerId="LiveId" clId="{002BA4D6-5596-4452-94F1-3F27414A0F81}" dt="2025-01-18T19:37:59.293" v="267" actId="20577"/>
          <ac:spMkLst>
            <pc:docMk/>
            <pc:sldMk cId="1794348421" sldId="454"/>
            <ac:spMk id="3" creationId="{A26843CE-4A1C-692F-B1DA-266ADCB4F5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vangelho do dia - Lc 1, 1-4; 4, 14-21 - 23 de janeiro de 2022 - Blog do  Paulo Brito">
            <a:extLst>
              <a:ext uri="{FF2B5EF4-FFF2-40B4-BE49-F238E27FC236}">
                <a16:creationId xmlns:a16="http://schemas.microsoft.com/office/drawing/2014/main" id="{778EDF56-4EDE-4026-A0D5-0DD08AD30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2" y="-1"/>
            <a:ext cx="12191999" cy="6857999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CANTAI AO SENHOR DEUS UM CANTO NOVO!</a:t>
            </a:r>
          </a:p>
          <a:p>
            <a:pPr algn="l"/>
            <a:r>
              <a:rPr lang="pt-BR" sz="6000" b="1" dirty="0"/>
              <a:t>CANTAI AO SENHOR DEUS QUE FEZ OS CÉUS:</a:t>
            </a:r>
          </a:p>
          <a:p>
            <a:pPr algn="l"/>
            <a:r>
              <a:rPr lang="pt-BR" sz="6000" b="1" dirty="0"/>
              <a:t>DIANTE DELE VÃO A GLÓRIA E A MAJESTADE, </a:t>
            </a:r>
          </a:p>
          <a:p>
            <a:pPr algn="l"/>
            <a:r>
              <a:rPr lang="pt-BR" sz="6000" b="1" dirty="0"/>
              <a:t>E O SEU TEMPLO, QUE BELEZA E ESPLENDOR!</a:t>
            </a:r>
            <a:endParaRPr lang="pt-BR" sz="40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4D67DED-C344-B85A-0BD3-E01FBB7173A1}"/>
              </a:ext>
            </a:extLst>
          </p:cNvPr>
          <p:cNvSpPr txBox="1">
            <a:spLocks/>
          </p:cNvSpPr>
          <p:nvPr/>
        </p:nvSpPr>
        <p:spPr>
          <a:xfrm>
            <a:off x="10335237" y="589135"/>
            <a:ext cx="1704363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t-BR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Sl 95, 1.6</a:t>
            </a:r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098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CANTAI AO SENHOR DEUS, Ó TERRA INTEIRA! </a:t>
            </a:r>
          </a:p>
          <a:p>
            <a:pPr algn="l"/>
            <a:r>
              <a:rPr lang="pt-BR" sz="13500" dirty="0"/>
              <a:t>DIA APÓS DIA ANUNCIAI SUA SALVAÇÃO.</a:t>
            </a:r>
          </a:p>
          <a:p>
            <a:pPr algn="l"/>
            <a:r>
              <a:rPr lang="pt-BR" sz="13500" dirty="0"/>
              <a:t>MANIFESTAI A SUA GLÓRIA ENTRE AS NAÇÕES, </a:t>
            </a:r>
          </a:p>
          <a:p>
            <a:pPr algn="l"/>
            <a:r>
              <a:rPr lang="pt-BR" sz="13500" dirty="0"/>
              <a:t>E ENTRE OS POVOS DO UNIVERSO SEUS PRODÍGIOS!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3A28-E2A1-7DAE-4A8A-6489BBF6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4D5A2-8454-38E8-8633-7A3CEFD4D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AD0DB6-D72B-A6A2-3CF9-84E37E824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CANTAI AO SENHOR DEUS UM CANTO NOVO!</a:t>
            </a:r>
          </a:p>
          <a:p>
            <a:pPr algn="l"/>
            <a:r>
              <a:rPr lang="pt-BR" sz="6000" b="1" dirty="0"/>
              <a:t>CANTAI AO SENHOR DEUS QUE FEZ OS CÉUS:</a:t>
            </a:r>
          </a:p>
          <a:p>
            <a:pPr algn="l"/>
            <a:r>
              <a:rPr lang="pt-BR" sz="6000" b="1" dirty="0"/>
              <a:t>DIANTE DELE VÃO A GLÓRIA E A MAJESTADE, </a:t>
            </a:r>
          </a:p>
          <a:p>
            <a:pPr algn="l"/>
            <a:r>
              <a:rPr lang="pt-BR" sz="6000" b="1" dirty="0"/>
              <a:t>E O SEU TEMPLO, QUE BELEZA E ESPLENDOR!</a:t>
            </a:r>
            <a:endParaRPr lang="pt-BR" sz="40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6B10D5CC-1A2D-40C3-5942-4CF1064AC48E}"/>
              </a:ext>
            </a:extLst>
          </p:cNvPr>
          <p:cNvSpPr txBox="1">
            <a:spLocks/>
          </p:cNvSpPr>
          <p:nvPr/>
        </p:nvSpPr>
        <p:spPr>
          <a:xfrm>
            <a:off x="10335237" y="589135"/>
            <a:ext cx="1704363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t-BR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Sl 95, 1.6</a:t>
            </a:r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67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62C4-D866-1BAD-DEB9-00A5C1ED2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CFC50-FC34-FE11-493A-416047407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CC87E5-363C-4D4D-848D-54BC42110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098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Ó FAMÍLIA DAS NAÇÕES, DAI AO SENHOR, </a:t>
            </a:r>
          </a:p>
          <a:p>
            <a:pPr algn="l"/>
            <a:r>
              <a:rPr lang="pt-BR" sz="13500" dirty="0"/>
              <a:t>Ó NAÇÕES, DAI AO SENHOR PODER E GLÓRIA. </a:t>
            </a:r>
          </a:p>
          <a:p>
            <a:pPr algn="l"/>
            <a:r>
              <a:rPr lang="pt-BR" sz="13500" dirty="0"/>
              <a:t>ADORAI-O NO ESPLENDOR DA SANTIDADE,</a:t>
            </a:r>
          </a:p>
          <a:p>
            <a:pPr algn="l"/>
            <a:r>
              <a:rPr lang="pt-BR" sz="13500" dirty="0"/>
              <a:t>TERRA INTEIRA, ESTREMECEI DIANTE DELE!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88728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17B2-39D0-20EE-F93F-6D0277A4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51E17-9E52-FFFD-ECC4-149BF9670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12864A-E36E-8AEC-B6AF-47E450F15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CANTAI AO SENHOR DEUS UM CANTO NOVO!</a:t>
            </a:r>
          </a:p>
          <a:p>
            <a:pPr algn="l"/>
            <a:r>
              <a:rPr lang="pt-BR" sz="6000" b="1" dirty="0"/>
              <a:t>CANTAI AO SENHOR DEUS QUE FEZ OS CÉUS:</a:t>
            </a:r>
          </a:p>
          <a:p>
            <a:pPr algn="l"/>
            <a:r>
              <a:rPr lang="pt-BR" sz="6000" b="1" dirty="0"/>
              <a:t>DIANTE DELE VÃO A GLÓRIA E A MAJESTADE, </a:t>
            </a:r>
          </a:p>
          <a:p>
            <a:pPr algn="l"/>
            <a:r>
              <a:rPr lang="pt-BR" sz="6000" b="1" dirty="0"/>
              <a:t>E O SEU TEMPLO, QUE BELEZA E ESPLENDOR!</a:t>
            </a:r>
            <a:endParaRPr lang="pt-BR" sz="40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96ABD177-27B2-E792-5E13-52EB01DC0C76}"/>
              </a:ext>
            </a:extLst>
          </p:cNvPr>
          <p:cNvSpPr txBox="1">
            <a:spLocks/>
          </p:cNvSpPr>
          <p:nvPr/>
        </p:nvSpPr>
        <p:spPr>
          <a:xfrm>
            <a:off x="10335237" y="589135"/>
            <a:ext cx="1704363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t-BR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Sl 95, 1.6</a:t>
            </a:r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97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296C9-4A11-C290-FD55-83A202FB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47B2A-D2C1-4B95-0837-1BA1BC05D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4FEAD9-4221-14BC-C6AB-919A16870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098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O CÉU SE REJUBILE E EXULTE A TERRA, </a:t>
            </a:r>
          </a:p>
          <a:p>
            <a:pPr algn="l"/>
            <a:r>
              <a:rPr lang="pt-BR" sz="13500" dirty="0"/>
              <a:t>APLAUDA O MAR COM O QUE VIVE EM SUAS ÁGUAS;</a:t>
            </a:r>
          </a:p>
          <a:p>
            <a:pPr algn="l"/>
            <a:r>
              <a:rPr lang="pt-BR" sz="13500" dirty="0"/>
              <a:t>OS CAMPOS COM SEUS FRUTOS REJUBILEM</a:t>
            </a:r>
          </a:p>
          <a:p>
            <a:pPr algn="l"/>
            <a:r>
              <a:rPr lang="pt-BR" sz="13500" dirty="0"/>
              <a:t>E EXULTEM AS FLORESTAS E AS MATAS.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7467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64D3-D7F6-DF61-545F-2D76E595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B403A-65EB-31B8-9623-EACE31147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6A4C89-6C8B-3F10-D701-8A397458D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CANTAI AO SENHOR DEUS UM CANTO NOVO!</a:t>
            </a:r>
          </a:p>
          <a:p>
            <a:pPr algn="l"/>
            <a:r>
              <a:rPr lang="pt-BR" sz="6000" b="1" dirty="0"/>
              <a:t>CANTAI AO SENHOR DEUS QUE FEZ OS CÉUS:</a:t>
            </a:r>
          </a:p>
          <a:p>
            <a:pPr algn="l"/>
            <a:r>
              <a:rPr lang="pt-BR" sz="6000" b="1" dirty="0"/>
              <a:t>DIANTE DELE VÃO A GLÓRIA E A MAJESTADE, </a:t>
            </a:r>
          </a:p>
          <a:p>
            <a:pPr algn="l"/>
            <a:r>
              <a:rPr lang="pt-BR" sz="6000" b="1" dirty="0"/>
              <a:t>E O SEU TEMPLO, QUE BELEZA E ESPLENDOR!</a:t>
            </a:r>
            <a:endParaRPr lang="pt-BR" sz="40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D3AD827-4875-B6D0-6841-4D96E3A4342B}"/>
              </a:ext>
            </a:extLst>
          </p:cNvPr>
          <p:cNvSpPr txBox="1">
            <a:spLocks/>
          </p:cNvSpPr>
          <p:nvPr/>
        </p:nvSpPr>
        <p:spPr>
          <a:xfrm>
            <a:off x="10335237" y="589135"/>
            <a:ext cx="1704363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t-BR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Sl 95, 1.6</a:t>
            </a:r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43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TENDE COMPAIXÃO DE NÓS, SENHOR!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PORQUE SOMOS PECADORES.</a:t>
            </a:r>
          </a:p>
          <a:p>
            <a:pPr algn="l"/>
            <a:endParaRPr lang="pt-BR" sz="6000" b="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MANIFESTAI, SENHOR, À VOSSA MISERICÓRDIA!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 DAI-NOS A VOSSA SALVAÇÃO</a:t>
            </a:r>
            <a:r>
              <a:rPr lang="pt-BR" sz="6000" b="0" i="0" dirty="0">
                <a:solidFill>
                  <a:srgbClr val="131313"/>
                </a:solidFill>
                <a:effectLst/>
              </a:rPr>
              <a:t>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6D78-5B77-65F3-0A28-AC5011CE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D9E4D6D-B7D9-C3EE-E503-6C4C0585B3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01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870745"/>
            <a:ext cx="10976265" cy="4488491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8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KYRIE, KYRIE ELEISON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8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KYRIE, KYRIE ELEISON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pt-BR" sz="8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93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7028-0658-4F98-A1D8-D93D5210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B4071-00DF-36D4-D9F8-FFF659736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4C1A92-CC47-609D-6D07-71C3B563E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2147582"/>
            <a:ext cx="10976265" cy="4211654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7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CHRISTE, CHRISTE ELEISON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7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CHRISTE, CHRISTE ELEISON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pt-BR" sz="7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18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A70A-57D6-774C-2047-AC97AA29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E5C06-5975-284B-0001-6AF124C24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BA5C-DC70-511B-74B7-C257AAA41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870745"/>
            <a:ext cx="10976265" cy="4488491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8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KYRIE, KYRIE ELEISON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8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KYRIE, KYRIE ELEISON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pt-BR" sz="8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0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EEB18-D991-D875-087A-0C760B29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D300119-1AEB-6C42-7128-43F57AAA6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94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 </a:t>
            </a:r>
            <a:r>
              <a:rPr lang="pt-BR" sz="6500" dirty="0"/>
              <a:t>E </a:t>
            </a:r>
            <a:r>
              <a:rPr lang="pt-BR" sz="6500" b="1" dirty="0"/>
              <a:t>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</a:t>
            </a:r>
            <a:r>
              <a:rPr lang="pt-BR" sz="5400" dirty="0"/>
              <a:t>E </a:t>
            </a:r>
            <a:r>
              <a:rPr lang="pt-BR" sz="5400" b="1" dirty="0"/>
              <a:t>PAZ NA TERRA AOS HOMENS POR ELE AMADOS</a:t>
            </a:r>
          </a:p>
          <a:p>
            <a:pPr algn="l"/>
            <a:endParaRPr lang="pt-BR" sz="5400" dirty="0"/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l"/>
            <a:endParaRPr lang="pt-BR" sz="9600" b="1" dirty="0"/>
          </a:p>
          <a:p>
            <a:pPr algn="just"/>
            <a:r>
              <a:rPr lang="pt-BR" sz="9600" b="1" dirty="0"/>
              <a:t>GLÓRIA A DEUS NAS ALTURAS </a:t>
            </a:r>
            <a:r>
              <a:rPr lang="pt-BR" sz="9600" dirty="0"/>
              <a:t>E </a:t>
            </a:r>
            <a:r>
              <a:rPr lang="pt-BR" sz="9600" b="1" dirty="0"/>
              <a:t>PAZ NA TERRA AOS HOMENS POR ELE AMADOS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726940"/>
            <a:ext cx="10211840" cy="2427576"/>
          </a:xfrm>
        </p:spPr>
        <p:txBody>
          <a:bodyPr>
            <a:normAutofit/>
          </a:bodyPr>
          <a:lstStyle/>
          <a:p>
            <a:r>
              <a:rPr lang="pt-BR" sz="5400" b="1" dirty="0"/>
              <a:t>VOSSAS PALAVRAS, SENHOR, SÃO ESPÍRITO E VIDA!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FOI O SENHOR QUEM ME MANDOU BOAS NOTÍCIAS ANUNCIAR; AO POBRE, A QUEM ESTÁ NO CATIVEIRA, LIBERTAÇÃO EU VOU PROCLAMAR! </a:t>
            </a:r>
            <a:r>
              <a:rPr lang="pt-BR" dirty="0"/>
              <a:t>(Lc 4, 18)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459684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FICAI ATENTO AO CLAMOR DA MINHA PRECE, Ó MEU REI E MEU SENHOR!</a:t>
            </a:r>
            <a:endParaRPr lang="pt-BR" sz="6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3577656-4EF8-FFBE-4F03-D7B7097C987E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5)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86BE-1586-761D-2020-490952E8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E6107-0CEF-A7F2-E0F9-BA1E3ABBC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8B79D2-5E08-4518-59D2-979A28999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828800"/>
            <a:ext cx="10904912" cy="524256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ESCUTAI, Ó SENHOR DEUS, MINHAS PALAVRAS, *</a:t>
            </a:r>
          </a:p>
          <a:p>
            <a:pPr algn="l"/>
            <a:r>
              <a:rPr lang="pt-BR" sz="6600" dirty="0"/>
              <a:t>ATENDEI O MEU GEMIDO! R.</a:t>
            </a:r>
          </a:p>
        </p:txBody>
      </p:sp>
    </p:spTree>
    <p:extLst>
      <p:ext uri="{BB962C8B-B14F-4D97-AF65-F5344CB8AC3E}">
        <p14:creationId xmlns:p14="http://schemas.microsoft.com/office/powerpoint/2010/main" val="781517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28D9-AD3D-77D6-D70A-FCE45F8D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CCC0F-8BE6-A1F4-4C94-85F51C29B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3D0FBD-57C9-8401-A3F6-00A2388C4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459684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FICAI ATENTO AO CLAMOR DA MINHA PRECE, Ó MEU REI E MEU SENHOR!</a:t>
            </a:r>
            <a:endParaRPr lang="pt-BR" sz="6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1BA590B-4298-E13F-CB5E-6CC80F6D11A6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5)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18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52-1BE8-C844-26B8-935CE5B4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BA1-4C26-4056-03B6-40984083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DCFD2-287B-2F14-8631-C85ACB91A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828800"/>
            <a:ext cx="10904912" cy="524256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É A VÓS QUE EU DIRIJO A MINHA PRECE; *</a:t>
            </a:r>
          </a:p>
          <a:p>
            <a:pPr algn="l"/>
            <a:r>
              <a:rPr lang="pt-BR" sz="6600" dirty="0"/>
              <a:t>DE MANHÃ JÁ ME ESCUTAIS! </a:t>
            </a:r>
          </a:p>
        </p:txBody>
      </p:sp>
    </p:spTree>
    <p:extLst>
      <p:ext uri="{BB962C8B-B14F-4D97-AF65-F5344CB8AC3E}">
        <p14:creationId xmlns:p14="http://schemas.microsoft.com/office/powerpoint/2010/main" val="2643522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8F1E-0B0F-C589-228B-4AF38644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F9A59-C285-11ED-B73A-74D0F88D8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6B99B7-E9F7-F39A-D06C-6F474BFB8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459684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FICAI ATENTO AO CLAMOR DA MINHA PRECE, Ó MEU REI E MEU SENHOR!</a:t>
            </a:r>
            <a:endParaRPr lang="pt-BR" sz="6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D68D2BA-D397-31EE-B32E-C9D7E970B874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5)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062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62D6-C88D-8CCF-742F-090C3D73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53D15-703B-0059-9DE7-FF6B5B5A2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2F7879-84F6-28C3-0F53-4B2067B6E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828800"/>
            <a:ext cx="10904912" cy="524256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DESDE CEDO EU ME PREPARO PARA VÓS, *</a:t>
            </a:r>
          </a:p>
          <a:p>
            <a:pPr algn="l"/>
            <a:r>
              <a:rPr lang="pt-BR" sz="6600" dirty="0"/>
              <a:t>NÃO SOIS UM DEUS A QUEM AGRADE A INIQUIDADE. R.</a:t>
            </a:r>
          </a:p>
        </p:txBody>
      </p:sp>
    </p:spTree>
    <p:extLst>
      <p:ext uri="{BB962C8B-B14F-4D97-AF65-F5344CB8AC3E}">
        <p14:creationId xmlns:p14="http://schemas.microsoft.com/office/powerpoint/2010/main" val="268690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2307-2A4C-8733-D092-8F45EE34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8D1E6-7B31-C121-FCEC-E3179F179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84D98B-881A-DAAA-079D-C0D37BB0B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459684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FICAI ATENTO AO CLAMOR DA MINHA PRECE, Ó MEU REI E MEU SENHOR!</a:t>
            </a:r>
            <a:endParaRPr lang="pt-BR" sz="6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D308EA8-6BE4-3A87-DA9A-2624BFEEE7DC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5)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109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B0F68-27F7-FFD8-4402-C13A074A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AB18F-15FF-EF59-F7FE-FF53E3209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C5D944-C902-445B-4B86-D14D16C50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828800"/>
            <a:ext cx="10904912" cy="524256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QUE ME POSSA CONDUZIR VOSSA JUSTIÇA, *</a:t>
            </a:r>
          </a:p>
          <a:p>
            <a:pPr algn="l"/>
            <a:r>
              <a:rPr lang="pt-BR" sz="6600" dirty="0"/>
              <a:t>POR CAUSA DO INIMIGO! R.</a:t>
            </a:r>
          </a:p>
        </p:txBody>
      </p:sp>
    </p:spTree>
    <p:extLst>
      <p:ext uri="{BB962C8B-B14F-4D97-AF65-F5344CB8AC3E}">
        <p14:creationId xmlns:p14="http://schemas.microsoft.com/office/powerpoint/2010/main" val="2886992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BE345-ABB3-6C25-6A7C-A713171C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4B00-3B81-EB6C-2488-D3E5D0654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D00311-CB62-36F7-B873-C60A24BA6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459684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FICAI ATENTO AO CLAMOR DA MINHA PRECE, Ó MEU REI E MEU SENHOR!</a:t>
            </a:r>
            <a:endParaRPr lang="pt-BR" sz="6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4C6A12E-3642-F8BC-D837-857D7256A4B9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5)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123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45AF-6483-8522-C680-F9AFE303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D31EE-A160-21CB-75F7-A115E115C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D3E556-827F-A01E-E85B-1505EEB06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828800"/>
            <a:ext cx="10904912" cy="524256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À MINHA FRENTE APLAINAI VOSSO CAMINHO, *</a:t>
            </a:r>
          </a:p>
          <a:p>
            <a:pPr algn="l"/>
            <a:r>
              <a:rPr lang="pt-BR" sz="6600" dirty="0"/>
              <a:t>E GUIAI MEU CAMINHAR! R.</a:t>
            </a:r>
          </a:p>
        </p:txBody>
      </p:sp>
    </p:spTree>
    <p:extLst>
      <p:ext uri="{BB962C8B-B14F-4D97-AF65-F5344CB8AC3E}">
        <p14:creationId xmlns:p14="http://schemas.microsoft.com/office/powerpoint/2010/main" val="1676922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B481-8FEC-3559-4E66-148AB5F8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7FC2B-B213-51C5-ADC7-5F7173199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724974-7F85-E011-2F48-BB79321ED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1459684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FICAI ATENTO AO CLAMOR DA MINHA PRECE, Ó MEU REI E MEU SENHOR!</a:t>
            </a:r>
            <a:endParaRPr lang="pt-BR" sz="6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062FA2A-04B0-FC42-6495-C750BAE05F4C}"/>
              </a:ext>
            </a:extLst>
          </p:cNvPr>
          <p:cNvSpPr txBox="1">
            <a:spLocks/>
          </p:cNvSpPr>
          <p:nvPr/>
        </p:nvSpPr>
        <p:spPr>
          <a:xfrm>
            <a:off x="10529581" y="589135"/>
            <a:ext cx="1510019" cy="87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0" i="0" dirty="0">
                <a:solidFill>
                  <a:srgbClr val="13131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(Sl 5)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670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i="0" dirty="0">
                <a:effectLst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</a:rPr>
              <a:t>O CÉU E A TERRA PROCLAMAM </a:t>
            </a:r>
          </a:p>
          <a:p>
            <a:pPr algn="l"/>
            <a:r>
              <a:rPr lang="pt-BR" sz="19200" i="0" dirty="0">
                <a:effectLst/>
              </a:rPr>
              <a:t>A VOSSA GLÓRIA!</a:t>
            </a:r>
          </a:p>
          <a:p>
            <a:pPr algn="l"/>
            <a:br>
              <a:rPr lang="pt-BR" sz="21600" dirty="0"/>
            </a:br>
            <a:r>
              <a:rPr lang="pt-BR" sz="19200" b="1" dirty="0"/>
              <a:t>HOSANA NAS ALTURAS! </a:t>
            </a: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A5F5E-F9E6-AB31-614D-35875B07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901E6-5D16-B525-50D1-D9202ACFA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0E401A-ADAC-C0ED-9D89-3F3E0B3E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effectLst/>
              </a:rPr>
              <a:t>BENDITO O QUE VEM EM NOME DO SENHOR. 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HOSANA NAS ALTURAS! </a:t>
            </a:r>
            <a:br>
              <a:rPr lang="pt-BR" sz="6600" dirty="0"/>
            </a:br>
            <a:endParaRPr lang="pt-BR" sz="6600" dirty="0"/>
          </a:p>
          <a:p>
            <a:pPr algn="just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79758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600" dirty="0"/>
              <a:t>Sl 33(34)</a:t>
            </a:r>
          </a:p>
          <a:p>
            <a:pPr algn="l"/>
            <a:endParaRPr lang="pt-BR" sz="1600" b="1" dirty="0"/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PROVAI E VEDE QUÃO SUAVE É O SENHOR!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F205-BA6D-3771-F7BC-66936268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C76DB-B9BD-63B6-B46D-3A20633F4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E95370-8327-554C-D661-3F3F3E83E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BENDIREI O SENHOR DEUS EM TODO O TEMPO, * SEU LOUVOR ESTARÁ SEMPRE EM MINHA BOCA.  </a:t>
            </a:r>
          </a:p>
          <a:p>
            <a:pPr algn="just"/>
            <a:r>
              <a:rPr lang="pt-BR" sz="5400" dirty="0"/>
              <a:t>MINHA ALMA SE GLORIA NO SENHOR; * QUE OUÇAM OS HUMILDES E SE ALEGREM!</a:t>
            </a:r>
            <a:endParaRPr lang="pt-BR" sz="66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94760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3719-A812-9CAD-F1BE-5B1466CB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F4807-A05C-2A13-308A-ADB12D3C0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FF268A-FA1C-9418-5D04-92487DDDE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600" dirty="0"/>
              <a:t>Sl 33(34)</a:t>
            </a:r>
          </a:p>
          <a:p>
            <a:pPr algn="l"/>
            <a:endParaRPr lang="pt-BR" sz="1600" b="1" dirty="0"/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PROVAI E VEDE QUÃO SUAVE É O SENHOR!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027413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AE576-E76B-97ED-D8CD-53D0515C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25145-055A-2942-A6FE-9B92692E6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47924-52A5-4483-8550-4FB60676A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dirty="0"/>
              <a:t>COMIGO ENGRANDECEI AO SENHOR DEUS, *</a:t>
            </a:r>
          </a:p>
          <a:p>
            <a:pPr algn="l"/>
            <a:r>
              <a:rPr lang="pt-BR" sz="5400" dirty="0"/>
              <a:t>EXALTEMOS TODOS JUNTOS O SEU NOME! 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TODAS AS VEZES QUE O BUSQUEI, ELE ME OUVIU, *</a:t>
            </a:r>
          </a:p>
          <a:p>
            <a:pPr algn="l"/>
            <a:r>
              <a:rPr lang="pt-BR" sz="5400" dirty="0"/>
              <a:t>E DE TODOS OS TEMORES ME LIVROU.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9651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EAAE-BC9D-F678-9EE1-60206D62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E0034-FD6F-19BF-A130-AFEA40BF3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AA3896-5112-A8CE-2525-BE2B12EC5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600" dirty="0"/>
              <a:t>Sl 33(34)</a:t>
            </a:r>
          </a:p>
          <a:p>
            <a:pPr algn="l"/>
            <a:endParaRPr lang="pt-BR" sz="1600" b="1" dirty="0"/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PROVAI E VEDE QUÃO SUAVE É O SENHOR!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48922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4C18-6972-DD44-6533-682AF2C0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15738-1F3E-B8A1-10C8-7F458608B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6458F4-49BF-374B-F649-58551FFAF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5400" dirty="0"/>
              <a:t>CONTEMPLAI A SUA FACE E</a:t>
            </a:r>
          </a:p>
          <a:p>
            <a:pPr algn="l"/>
            <a:r>
              <a:rPr lang="pt-BR" sz="5400" dirty="0"/>
              <a:t>ALEGRAI-VOS, *</a:t>
            </a:r>
          </a:p>
          <a:p>
            <a:pPr algn="l"/>
            <a:r>
              <a:rPr lang="pt-BR" sz="5400" dirty="0"/>
              <a:t>E VOSSO ROSTO NÃO SE CUBRA DE VERGONHA! 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ESTE INFELIZ GRITOU A DEUS, E FOI OUVIDO, *</a:t>
            </a:r>
          </a:p>
          <a:p>
            <a:pPr algn="l"/>
            <a:r>
              <a:rPr lang="pt-BR" sz="5400" dirty="0"/>
              <a:t>E O SENHOR O LIBERTOU DE TODA ANGÚSTIA.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27720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C492-A208-79D8-9876-7C43448B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8107C-D2AA-47B8-CCD3-E747A0B07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F8C6D8-74EA-D679-F0B5-0BC4974FC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600" dirty="0"/>
              <a:t>Sl 33(34)</a:t>
            </a:r>
          </a:p>
          <a:p>
            <a:pPr algn="l"/>
            <a:endParaRPr lang="pt-BR" sz="1600" b="1" dirty="0"/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PROVAI E VEDE QUÃO SUAVE É O SENHOR!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708773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6806-484E-B1C7-3F04-61401917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3BCB7-367B-E59F-0AA6-417D07AB9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EC6E8-5D48-8BD6-800A-BA6397DA7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O ANJO DO SENHOR VEM ACAMPAR *</a:t>
            </a:r>
          </a:p>
          <a:p>
            <a:pPr algn="l"/>
            <a:r>
              <a:rPr lang="pt-BR" sz="5400" dirty="0"/>
              <a:t>AO REDOR DOS QUE O TEMEM, E OS SALVA.</a:t>
            </a:r>
          </a:p>
          <a:p>
            <a:pPr algn="l"/>
            <a:r>
              <a:rPr lang="pt-BR" sz="5400" dirty="0"/>
              <a:t>10RESPEITAI O SENHOR DEUS, SEUS SANTOS TODOS, *</a:t>
            </a:r>
          </a:p>
          <a:p>
            <a:pPr algn="l"/>
            <a:r>
              <a:rPr lang="pt-BR" sz="5400" dirty="0"/>
              <a:t>PORQUE NADA FALTARÁ AOS QUE O TEMEM.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58873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3209-A6A1-21CD-86EB-1D512C96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E6656-4293-7758-8F0A-DC69BC37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C69E4D-36BB-3ACF-4270-23CB983A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600" dirty="0"/>
              <a:t>Sl 33(34)</a:t>
            </a:r>
          </a:p>
          <a:p>
            <a:pPr algn="l"/>
            <a:endParaRPr lang="pt-BR" sz="1600" b="1" dirty="0"/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PROVAI E VEDE QUÃO SUAVE É O SENHOR!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72891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DOS ANJOS O TESOURO</a:t>
            </a:r>
          </a:p>
          <a:p>
            <a:pPr algn="l"/>
            <a:r>
              <a:rPr lang="pt-BR" sz="8000" dirty="0"/>
              <a:t>ÉS DOS HOMENS O DULÇOR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EE60-1577-4077-A28D-A3417F6F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48606-F3BF-B81A-5BFD-8EAF572A1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4B4E3-715F-485B-DB97-2A399FFF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NA VIDA ALENTO E FORÇA</a:t>
            </a:r>
          </a:p>
          <a:p>
            <a:pPr algn="l"/>
            <a:r>
              <a:rPr lang="pt-BR" sz="8000" dirty="0"/>
              <a:t>ÉS NA MORTE DEFENSOR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8409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C813-60CE-32D9-03F2-11545251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06687-DE56-152F-420C-B58441B6C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F2B35A-8C31-B6DE-E523-29AF4F693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r>
              <a:rPr lang="pt-BR" sz="8000" dirty="0"/>
              <a:t>ÉS MEU DEUS, EXCELSO E GRANDE,</a:t>
            </a:r>
          </a:p>
          <a:p>
            <a:pPr algn="l"/>
            <a:r>
              <a:rPr lang="pt-BR" sz="8000" dirty="0"/>
              <a:t>E DOS SÉCULOS, O SENHOR.</a:t>
            </a:r>
          </a:p>
          <a:p>
            <a:pPr algn="l"/>
            <a:r>
              <a:rPr lang="pt-BR" sz="8000" b="1" dirty="0"/>
              <a:t>EU TE ADORO, HÓSTIA DIVINA</a:t>
            </a:r>
          </a:p>
          <a:p>
            <a:pPr algn="l"/>
            <a:r>
              <a:rPr lang="pt-BR" sz="8000" b="1" dirty="0"/>
              <a:t>EU TE ADORO, HÓSTIA DE AMOR</a:t>
            </a:r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87544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CHAMA VIVA DA MINHA ESPERANÇA,</a:t>
            </a:r>
          </a:p>
          <a:p>
            <a:pPr algn="l"/>
            <a:r>
              <a:rPr lang="pt-BR" sz="7400" b="1" dirty="0"/>
              <a:t>ESTE CANTO SUBA PARA TI!</a:t>
            </a:r>
          </a:p>
          <a:p>
            <a:pPr algn="l"/>
            <a:r>
              <a:rPr lang="pt-BR" sz="7400" b="1" dirty="0"/>
              <a:t>SEIO ETERNO DE INFINITA VIDA,</a:t>
            </a:r>
          </a:p>
          <a:p>
            <a:pPr algn="l"/>
            <a:r>
              <a:rPr lang="pt-BR" sz="7400" b="1" dirty="0"/>
              <a:t>NO CAMINHO EU CONFIO EM TI! (BIS)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TODA A LÍNGUA, POVO E NAÇÃO</a:t>
            </a:r>
          </a:p>
          <a:p>
            <a:pPr algn="l"/>
            <a:r>
              <a:rPr lang="pt-BR" sz="7400" dirty="0"/>
              <a:t>TUA LUZ ENCONTRA NA PALAVRA.</a:t>
            </a:r>
          </a:p>
          <a:p>
            <a:pPr algn="l"/>
            <a:r>
              <a:rPr lang="pt-BR" sz="7400" dirty="0"/>
              <a:t>OS TEUS FILHOS, FRÁGEIS E DISPERSOS</a:t>
            </a:r>
          </a:p>
          <a:p>
            <a:pPr algn="l"/>
            <a:r>
              <a:rPr lang="pt-BR" sz="74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10228</TotalTime>
  <Words>1231</Words>
  <Application>Microsoft Office PowerPoint</Application>
  <PresentationFormat>Widescreen</PresentationFormat>
  <Paragraphs>249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40</cp:revision>
  <dcterms:created xsi:type="dcterms:W3CDTF">2023-05-06T17:01:55Z</dcterms:created>
  <dcterms:modified xsi:type="dcterms:W3CDTF">2025-01-26T19:24:21Z</dcterms:modified>
</cp:coreProperties>
</file>