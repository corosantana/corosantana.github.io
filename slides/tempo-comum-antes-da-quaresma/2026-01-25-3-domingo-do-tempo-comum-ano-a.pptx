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60" r:id="rId2"/>
    <p:sldId id="420" r:id="rId3"/>
    <p:sldId id="354" r:id="rId4"/>
    <p:sldId id="421" r:id="rId5"/>
    <p:sldId id="422" r:id="rId6"/>
    <p:sldId id="258" r:id="rId7"/>
    <p:sldId id="259" r:id="rId8"/>
    <p:sldId id="260" r:id="rId9"/>
    <p:sldId id="261" r:id="rId10"/>
    <p:sldId id="338" r:id="rId11"/>
    <p:sldId id="339" r:id="rId12"/>
    <p:sldId id="340" r:id="rId13"/>
    <p:sldId id="377" r:id="rId14"/>
    <p:sldId id="264" r:id="rId15"/>
    <p:sldId id="265" r:id="rId16"/>
    <p:sldId id="266" r:id="rId17"/>
    <p:sldId id="267" r:id="rId18"/>
    <p:sldId id="271" r:id="rId19"/>
    <p:sldId id="423" r:id="rId20"/>
    <p:sldId id="424" r:id="rId21"/>
    <p:sldId id="454" r:id="rId22"/>
    <p:sldId id="455" r:id="rId23"/>
    <p:sldId id="456" r:id="rId24"/>
    <p:sldId id="392" r:id="rId25"/>
    <p:sldId id="457" r:id="rId26"/>
    <p:sldId id="440" r:id="rId27"/>
    <p:sldId id="458" r:id="rId28"/>
    <p:sldId id="292" r:id="rId29"/>
    <p:sldId id="275" r:id="rId30"/>
    <p:sldId id="363" r:id="rId31"/>
    <p:sldId id="361" r:id="rId32"/>
    <p:sldId id="459" r:id="rId33"/>
    <p:sldId id="433" r:id="rId34"/>
    <p:sldId id="432" r:id="rId35"/>
    <p:sldId id="434" r:id="rId36"/>
    <p:sldId id="404" r:id="rId37"/>
    <p:sldId id="337" r:id="rId38"/>
    <p:sldId id="374" r:id="rId39"/>
    <p:sldId id="461" r:id="rId40"/>
    <p:sldId id="463" r:id="rId41"/>
    <p:sldId id="464" r:id="rId42"/>
    <p:sldId id="466" r:id="rId43"/>
    <p:sldId id="467" r:id="rId44"/>
    <p:sldId id="468" r:id="rId45"/>
    <p:sldId id="465" r:id="rId46"/>
    <p:sldId id="469" r:id="rId47"/>
    <p:sldId id="430" r:id="rId48"/>
    <p:sldId id="431" r:id="rId4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BA3616C-5790-E66E-EC9D-C41AC53B7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4156351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3º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1319442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96D6-3938-E881-F8AB-204FF8AC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581BB-FE04-9CE9-919E-D06D92E67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C5440D-14B3-2204-22C5-598918779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>
                <a:solidFill>
                  <a:srgbClr val="000000"/>
                </a:solidFill>
                <a:latin typeface="-apple-system"/>
              </a:rPr>
              <a:t>CANTAI AO SENHOR DEUS UM CANTO NOVO</a:t>
            </a:r>
          </a:p>
          <a:p>
            <a:pPr algn="l"/>
            <a:r>
              <a:rPr lang="pt-BR" sz="6000" b="1" dirty="0">
                <a:solidFill>
                  <a:srgbClr val="000000"/>
                </a:solidFill>
                <a:latin typeface="-apple-system"/>
              </a:rPr>
              <a:t>CANTAI AO SENHOR O TERRA INTERIA, DIANTE DELE VÃO A GLÓRIA E A MAJESTADE, E O SEU TEMPLO, QUE BELEZA EXPLENDOR.</a:t>
            </a:r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61706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CANTAI AO SENHOR DEUS QUE FEZ OS CÉUS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DIA A PÓS DIA ANUNCIAI SUA SALVAÇÃO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MANIFESTAI A SUA GLÓRIA ENTRE AS NÃÇÕES 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E ENTRE OS POVOS DO UNVERSO SEUS PRODÍGIOS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BDAC-0802-9BFE-75A7-B45802EDB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4084E-FB9A-A1C6-52AF-14C290E30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84C935-04BC-6C6C-714E-E8E1FCA64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>
                <a:solidFill>
                  <a:srgbClr val="000000"/>
                </a:solidFill>
                <a:latin typeface="-apple-system"/>
              </a:rPr>
              <a:t>CANTAI AO SENHOR DEUS UM CANTO NOVO</a:t>
            </a:r>
          </a:p>
          <a:p>
            <a:pPr algn="l"/>
            <a:r>
              <a:rPr lang="pt-BR" sz="6000" b="1" dirty="0">
                <a:solidFill>
                  <a:srgbClr val="000000"/>
                </a:solidFill>
                <a:latin typeface="-apple-system"/>
              </a:rPr>
              <a:t>CANTAI AO SENHOR O TERRA INTERIA, DIANTE DELE VÃO A GLÓRIA E A MAJESTADE, E O SEU TEMPLO, QUE BELEZA EXPLENDOR.</a:t>
            </a:r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85060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F485-9176-2059-7D63-EB6D2EE7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4F530-786A-38D5-CF97-A68EA59F7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E2A1AC-F023-542E-6699-5DE309EB5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Ó FAMÍLIA DAS NAÇÕES DAI AO SENHOR</a:t>
            </a:r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Ó NAÇÕES DAI AO SENHOR PODER E GLÓRIA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ADORAI-O NO EXPLENDOR DA SANTIDADE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TERRA INTEIRA EXTREMECEI DIANTE DELE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33249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TENDE COMPAIXÃO DE NÓS, SENHOR.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PORQUE SOMOS PECADORES.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MANIFESTAI, SENHOR, A VOSSA MISERICÓRDIA.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322" y="886691"/>
            <a:ext cx="10986656" cy="6216732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GLÓRIA A DEUS NAS ALTURAS E PAZ NA TERRA AOS HOMENS POR ELE AMADOS!</a:t>
            </a:r>
            <a:r>
              <a:rPr lang="pt-BR" sz="5400" dirty="0"/>
              <a:t> 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61950" cy="5846618"/>
          </a:xfrm>
        </p:spPr>
        <p:txBody>
          <a:bodyPr>
            <a:noAutofit/>
          </a:bodyPr>
          <a:lstStyle/>
          <a:p>
            <a:pPr algn="l"/>
            <a:r>
              <a:rPr lang="pt-BR" sz="4400" dirty="0"/>
              <a:t>VÓS QUE TIRAIS O PECADO DO MUNDO,TENDE PIEDADE DE NÓS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VÓS QUE TIRAIS O PECADO DO MUNDO, ACOLHEI A NOSSA SÚPLICA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VÓS QUE ESTAIS À DIREITA DO PAI, </a:t>
            </a:r>
          </a:p>
          <a:p>
            <a:pPr algn="just"/>
            <a:r>
              <a:rPr lang="pt-BR" sz="44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096843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4400" dirty="0"/>
              <a:t>SÓ VÓS SOIS SANTO, SÓ VÓS O SENHOR 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SÓ VÓS O ALTÍSSIMO, JESUS CRISTO, 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COM O ESPÍRITO SANTO NA GLÓRIA DE DEUS PAI. 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b="1" dirty="0"/>
              <a:t>GLÓRIA A DEUS NAS ALTURAS E PAZ NA TERRA AOS HOMENS POR ELE AMADOS! </a:t>
            </a:r>
          </a:p>
          <a:p>
            <a:pPr algn="just"/>
            <a:r>
              <a:rPr lang="pt-BR" sz="44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i="0" dirty="0">
                <a:effectLst/>
              </a:rPr>
              <a:t>O SENHOR É MINHA LUZ E SALVAÇÃO. O SENHOR É A PROTEÇÃO DA MINHA VIDA.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POIS DO REINO A BOA NOVA JESUS CRISTO ANUNCIAVA, E AS DORES DO SEU POVO, COM PODER, JESUS CURAVA.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31628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DOU-VOS GRAÇAS, Ó SENHOR, PORQUE ME OUVISTES *</a:t>
            </a:r>
          </a:p>
          <a:p>
            <a:pPr algn="l"/>
            <a:r>
              <a:rPr lang="pt-BR" sz="8000" dirty="0"/>
              <a:t>E VOS TORNASTES PARA MIM O SALVADOR! R.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98171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C0C9-72CE-B604-E4EF-936A09EA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A932E-D18E-BC60-5959-B393DAA63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4E5942-F834-1ED5-6630-037531DC9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8880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A PEDRA QUE OS PEDREIROS REJEITARAM, *</a:t>
            </a:r>
          </a:p>
          <a:p>
            <a:pPr algn="l"/>
            <a:r>
              <a:rPr lang="pt-BR" sz="8000" dirty="0"/>
              <a:t>TORNOU-SE AGORA A PEDRA ANGULAR. R.</a:t>
            </a:r>
          </a:p>
          <a:p>
            <a:pPr algn="l"/>
            <a:endParaRPr lang="pt-BR" sz="80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300261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0F994-EAB9-CD19-48B3-1CEDACE1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5FE0C-044D-664F-5337-12B0C5C17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66F91E-4476-2AE3-8CE4-1D455E1FD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18583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PELO SENHOR É QUE FOI FEITO TUDO ISSO: *</a:t>
            </a:r>
          </a:p>
          <a:p>
            <a:pPr algn="l"/>
            <a:r>
              <a:rPr lang="pt-BR" sz="8000" dirty="0"/>
              <a:t>QUE MARAVILHAS ELE FEZ A NOSSOS OLHOS! R.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18393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6668-8189-CC83-C6C4-32C7426B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36146-2FD5-BF43-F2CF-C4DE1B221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1BE094-BFDB-5030-D18B-7104C9A6A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946966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EMPUNHAI RAMOS NAS MÃOS, FORMAI CORTEJO, *</a:t>
            </a:r>
          </a:p>
          <a:p>
            <a:pPr algn="l"/>
            <a:r>
              <a:rPr lang="pt-BR" sz="8000" dirty="0"/>
              <a:t>APROXIMAI-VOS DO ALTAR, ATÉ BEM PERTO! R.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78555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21DB-B6CB-9D19-AB3B-4BECF30CD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576D7-70FF-713D-03C4-E9D11E460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60A16A-31E0-87AA-9F94-742306543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32148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</a:t>
            </a:r>
          </a:p>
          <a:p>
            <a:pPr algn="just"/>
            <a:r>
              <a:rPr lang="pt-BR" sz="6000" dirty="0"/>
              <a:t>A VOSSA GLÓRIA</a:t>
            </a:r>
          </a:p>
          <a:p>
            <a:pPr algn="just"/>
            <a:r>
              <a:rPr lang="pt-BR" sz="60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endParaRPr lang="pt-BR" sz="7200" dirty="0"/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 TE ABEIRASTE DA PRAIA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BUSCASTE NEM SÁBIOS NEM RICOS,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SOMENTE QUERES QUE EU TE SIGA!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71603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7085-C430-A1CF-49B5-4279FA72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EA7DB-356D-5C26-23CD-FDF5F00C8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D51346-8A1F-852E-E8DD-8DBAC4BD0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 SABES BEM QUE EM MEU BARCO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NÃO TENHO NEM OURO NEM ESPADAS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SOMENTE REDES E O MEU TRABALHO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96507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D913-21EF-F77F-43F2-E4EA9771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01A1B-2C4A-C8C8-281C-7AEB504D5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176F0D-617C-A577-F494-7D87C851C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TU, MINHAS MÃOS SOLICITAS,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MEU CANSAÇO QUE A OUTROS DESCANSE,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AMOR QUE ALMEJA SEGUIR AMANDO.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7600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3E9E-F3E8-C7BF-30F1-B8BFBA7A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BBD8C-9495-BC4B-B999-5D7151EE3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11813A-E2CF-3AD3-57AA-DD2FF28A2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TU, PESCADOR DE OUTROS LAGOS,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ÂNSIA ETERNA DE ALMAS QUE ESPERAM,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BONDOSO AMIGO QUE ASSIM ME CHAMAS.</a:t>
            </a:r>
          </a:p>
          <a:p>
            <a:pPr algn="l"/>
            <a:endParaRPr lang="pt-BR" sz="6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81123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DO AMOR</a:t>
            </a:r>
          </a:p>
          <a:p>
            <a:pPr algn="l"/>
            <a:r>
              <a:rPr lang="pt-BR" sz="6600" dirty="0"/>
              <a:t>E DOAREI AO MUNDO A VIDA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DA DOR</a:t>
            </a:r>
          </a:p>
          <a:p>
            <a:pPr algn="l"/>
            <a:r>
              <a:rPr lang="pt-BR" sz="6600" dirty="0"/>
              <a:t>E A TUA CRUZ NOS SALVARÁ</a:t>
            </a:r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DDFE-5782-1FBC-12F9-EF1E50FF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216CD-859A-7060-76C4-641568B97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36A935-A1C6-2472-B687-359CFFED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DA ALEGRIA</a:t>
            </a:r>
          </a:p>
          <a:p>
            <a:pPr algn="l"/>
            <a:r>
              <a:rPr lang="pt-BR" sz="6600" dirty="0"/>
              <a:t>E A TUA LUZ NOS GUIARÁ</a:t>
            </a:r>
          </a:p>
        </p:txBody>
      </p:sp>
    </p:spTree>
    <p:extLst>
      <p:ext uri="{BB962C8B-B14F-4D97-AF65-F5344CB8AC3E}">
        <p14:creationId xmlns:p14="http://schemas.microsoft.com/office/powerpoint/2010/main" val="36061016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6E02D-75AB-3642-83F3-FE5B277A7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D5E3786-BA7A-9297-36A2-5926D3451E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494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A4A3-B461-9810-9BCE-E9732D0A3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6A13-3FF8-D7CF-EBD7-65D2BCB61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 NOVENA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AC7D0C-4EC6-B477-5B15-DD11D02E4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SENHOR, FAZEI-ME INSTRUMENTO DE VOSSA PAZ</a:t>
            </a:r>
          </a:p>
          <a:p>
            <a:pPr algn="l"/>
            <a:r>
              <a:rPr lang="pt-BR" sz="6600" dirty="0"/>
              <a:t>ONDE HOUVER ÓDIO, QUE EU LEVE O AMOR</a:t>
            </a:r>
          </a:p>
          <a:p>
            <a:pPr algn="l"/>
            <a:r>
              <a:rPr lang="pt-BR" sz="6600" dirty="0"/>
              <a:t>ONDE HOUVER OFENSA, QUE EU LEVE O PERDÃO</a:t>
            </a:r>
          </a:p>
          <a:p>
            <a:pPr algn="l"/>
            <a:r>
              <a:rPr lang="pt-BR" sz="6600" dirty="0"/>
              <a:t>ONDE HOUVER DISCÓRDIA, QUE EU LEVE UNIÃO</a:t>
            </a:r>
          </a:p>
          <a:p>
            <a:pPr algn="l"/>
            <a:r>
              <a:rPr lang="pt-BR" sz="6600" dirty="0"/>
              <a:t>ONDE HOUVER DÚVIDA, QUE EU LEVE A FÉ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26053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789B0-C395-DDBF-756C-BBA26440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ABB8C-209C-DFD2-C80A-81B0ACAF3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 NOVENA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D4763D-B053-A911-2004-07EC5DDAD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ONDE HOUVER ERRO, QUE EU LEVE A VERDADE</a:t>
            </a:r>
          </a:p>
          <a:p>
            <a:pPr algn="l"/>
            <a:r>
              <a:rPr lang="pt-BR" sz="6600" dirty="0"/>
              <a:t>ONDE HOUVER DESESPERO, QUE EU LEVE A ESPERANÇA</a:t>
            </a:r>
          </a:p>
          <a:p>
            <a:pPr algn="l"/>
            <a:r>
              <a:rPr lang="pt-BR" sz="6600" dirty="0"/>
              <a:t>ONDE HOUVER TRISTEZA, QUE EU LEVE ALEGRIA</a:t>
            </a:r>
          </a:p>
          <a:p>
            <a:pPr algn="l"/>
            <a:r>
              <a:rPr lang="pt-BR" sz="6600" dirty="0"/>
              <a:t>ONDE HOUVER TREVAS, QUE EU LEVE A LUZ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9522775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E181-DB2E-A3C3-C13C-EB5F023D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A09C4-1C62-B60E-2AB6-3822C124B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 NOVENA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7C3F04-49B0-2369-CD6F-492A3B9A4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Ó MESTRE, FAZEI QUE EU PROCURE MAIS CONSOLAR QUE SER CONSOLADO</a:t>
            </a:r>
          </a:p>
          <a:p>
            <a:pPr algn="l"/>
            <a:r>
              <a:rPr lang="pt-BR" sz="6600" dirty="0"/>
              <a:t>COMPREENDER QUE SER COMPREENDIDO</a:t>
            </a:r>
          </a:p>
          <a:p>
            <a:pPr algn="l"/>
            <a:r>
              <a:rPr lang="pt-BR" sz="6600" dirty="0"/>
              <a:t>AMAR QUE SER AMADO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388330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549E-814A-9DC8-8660-6F98225B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5710EE-A2A5-3B6D-A77C-08FBD513B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 NOVENA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9349DC-8F81-3ABA-A3A9-FBEA6DA39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POIS É DANDO QUE SE RECEBE</a:t>
            </a:r>
          </a:p>
          <a:p>
            <a:pPr algn="l"/>
            <a:r>
              <a:rPr lang="pt-BR" sz="6600" dirty="0"/>
              <a:t>É PERDOANDO QUE SE É PERDOADO</a:t>
            </a:r>
          </a:p>
          <a:p>
            <a:pPr algn="l"/>
            <a:r>
              <a:rPr lang="pt-BR" sz="6600" dirty="0"/>
              <a:t>E É MORRENDO QUE SE VIVE</a:t>
            </a:r>
          </a:p>
          <a:p>
            <a:pPr algn="l"/>
            <a:r>
              <a:rPr lang="pt-BR" sz="6600" dirty="0"/>
              <a:t>PARA A VIDA ETERNA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578668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FDEA-5C5B-230F-66E6-3152A770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8FD8DD4-9739-7270-299C-DD0B8F6A91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0074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928083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8325</TotalTime>
  <Words>1205</Words>
  <Application>Microsoft Office PowerPoint</Application>
  <PresentationFormat>Widescreen</PresentationFormat>
  <Paragraphs>185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6" baseType="lpstr">
      <vt:lpstr>-apple-system</vt:lpstr>
      <vt:lpstr>arial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</vt:lpstr>
      <vt:lpstr>PÓS</vt:lpstr>
      <vt:lpstr>PÓS</vt:lpstr>
      <vt:lpstr>Apresentação do PowerPoint</vt:lpstr>
      <vt:lpstr>CANTO DA NOVENA</vt:lpstr>
      <vt:lpstr>CANTO DA NOVENA</vt:lpstr>
      <vt:lpstr>CANTO DA NOVENA</vt:lpstr>
      <vt:lpstr>CANTO DA NOVENA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47</cp:revision>
  <dcterms:created xsi:type="dcterms:W3CDTF">2023-05-06T17:01:55Z</dcterms:created>
  <dcterms:modified xsi:type="dcterms:W3CDTF">2026-01-24T20:12:02Z</dcterms:modified>
</cp:coreProperties>
</file>