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256" r:id="rId3"/>
    <p:sldId id="560" r:id="rId4"/>
    <p:sldId id="561" r:id="rId5"/>
    <p:sldId id="562" r:id="rId6"/>
    <p:sldId id="258" r:id="rId7"/>
    <p:sldId id="430" r:id="rId8"/>
    <p:sldId id="518" r:id="rId9"/>
    <p:sldId id="519" r:id="rId10"/>
    <p:sldId id="260" r:id="rId11"/>
    <p:sldId id="265" r:id="rId12"/>
    <p:sldId id="559" r:id="rId13"/>
    <p:sldId id="267" r:id="rId14"/>
    <p:sldId id="268" r:id="rId15"/>
    <p:sldId id="291" r:id="rId16"/>
    <p:sldId id="293" r:id="rId17"/>
    <p:sldId id="294" r:id="rId18"/>
    <p:sldId id="295" r:id="rId19"/>
    <p:sldId id="438" r:id="rId20"/>
    <p:sldId id="531" r:id="rId21"/>
    <p:sldId id="563" r:id="rId22"/>
    <p:sldId id="564" r:id="rId23"/>
    <p:sldId id="565" r:id="rId24"/>
    <p:sldId id="271" r:id="rId25"/>
    <p:sldId id="272" r:id="rId26"/>
    <p:sldId id="273" r:id="rId27"/>
    <p:sldId id="286" r:id="rId28"/>
    <p:sldId id="383" r:id="rId29"/>
    <p:sldId id="552" r:id="rId30"/>
    <p:sldId id="566" r:id="rId31"/>
    <p:sldId id="567" r:id="rId32"/>
    <p:sldId id="568" r:id="rId33"/>
    <p:sldId id="569" r:id="rId34"/>
    <p:sldId id="570" r:id="rId35"/>
    <p:sldId id="571" r:id="rId36"/>
    <p:sldId id="572" r:id="rId37"/>
    <p:sldId id="573" r:id="rId38"/>
    <p:sldId id="288" r:id="rId39"/>
    <p:sldId id="435" r:id="rId40"/>
    <p:sldId id="421" r:id="rId41"/>
    <p:sldId id="454" r:id="rId42"/>
    <p:sldId id="423" r:id="rId43"/>
    <p:sldId id="574" r:id="rId44"/>
    <p:sldId id="440" r:id="rId45"/>
    <p:sldId id="442" r:id="rId46"/>
    <p:sldId id="441" r:id="rId47"/>
    <p:sldId id="323" r:id="rId48"/>
    <p:sldId id="298" r:id="rId49"/>
    <p:sldId id="299" r:id="rId50"/>
    <p:sldId id="300" r:id="rId51"/>
    <p:sldId id="388" r:id="rId52"/>
    <p:sldId id="278" r:id="rId53"/>
    <p:sldId id="433" r:id="rId54"/>
    <p:sldId id="437" r:id="rId5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846B02"/>
    <a:srgbClr val="996600"/>
    <a:srgbClr val="00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346" autoAdjust="0"/>
  </p:normalViewPr>
  <p:slideViewPr>
    <p:cSldViewPr snapToGrid="0">
      <p:cViewPr varScale="1">
        <p:scale>
          <a:sx n="81" d="100"/>
          <a:sy n="81" d="100"/>
        </p:scale>
        <p:origin x="5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23B5BD68-62AE-07CF-D39A-D2ED40FE2B1C}"/>
              </a:ext>
            </a:extLst>
          </p:cNvPr>
          <p:cNvSpPr txBox="1">
            <a:spLocks/>
          </p:cNvSpPr>
          <p:nvPr/>
        </p:nvSpPr>
        <p:spPr>
          <a:xfrm>
            <a:off x="483174" y="2389909"/>
            <a:ext cx="11225647" cy="257694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9600" b="1" dirty="0">
                <a:solidFill>
                  <a:schemeClr val="bg1"/>
                </a:solidFill>
              </a:rPr>
              <a:t>SOLENIDADE DA</a:t>
            </a:r>
          </a:p>
          <a:p>
            <a:pPr marL="0" indent="0" algn="ctr">
              <a:buNone/>
            </a:pPr>
            <a:r>
              <a:rPr lang="pt-BR" sz="9600" b="1" dirty="0">
                <a:solidFill>
                  <a:schemeClr val="bg1"/>
                </a:solidFill>
              </a:rPr>
              <a:t>ASCENSÃO DO SENHOR</a:t>
            </a:r>
            <a:endParaRPr lang="pt-BR" sz="8000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862345-48E8-0089-A8D3-C144BC899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8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219200"/>
            <a:ext cx="10522120" cy="5481637"/>
          </a:xfrm>
        </p:spPr>
        <p:txBody>
          <a:bodyPr>
            <a:normAutofit/>
          </a:bodyPr>
          <a:lstStyle/>
          <a:p>
            <a:pPr algn="just"/>
            <a:r>
              <a:rPr lang="pt-BR" sz="4400" b="1" dirty="0"/>
              <a:t>ANUNCIAI COM GRITOS DE ALEGRIA,    PROCLAMAI ATÉ OS EXTREMOS DA TERRA:    O SENHOR LIBERTOU O SEU POVO,    ALELUIA, ALELUIA!</a:t>
            </a:r>
          </a:p>
          <a:p>
            <a:pPr algn="just"/>
            <a:endParaRPr lang="pt-BR" sz="4400" b="1" dirty="0"/>
          </a:p>
          <a:p>
            <a:pPr algn="just"/>
            <a:r>
              <a:rPr lang="pt-BR" sz="4400" dirty="0"/>
              <a:t>ACLAMAI O SENHOR DEUS, Ó TERRA INTEIRA,      CANTAI SALMOS A SEU NOME GLORIOSO. R.</a:t>
            </a:r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9FC8B-F271-636B-31F1-8512F77FC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8F3A4-F778-78A7-C401-E0BD795D9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3754CA-2FD2-3133-BEA7-32CC0E6AE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219200"/>
            <a:ext cx="10522120" cy="5481637"/>
          </a:xfrm>
        </p:spPr>
        <p:txBody>
          <a:bodyPr>
            <a:normAutofit/>
          </a:bodyPr>
          <a:lstStyle/>
          <a:p>
            <a:pPr algn="just"/>
            <a:r>
              <a:rPr lang="pt-BR" sz="4400" b="1" dirty="0"/>
              <a:t>ANUNCIAI COM GRITOS DE ALEGRIA,    PROCLAMAI ATÉ OS EXTREMOS DA TERRA:    O SENHOR LIBERTOU O SEU POVO,    ALELUIA, ALELUIA!</a:t>
            </a:r>
          </a:p>
          <a:p>
            <a:pPr algn="just"/>
            <a:endParaRPr lang="pt-BR" sz="4400" b="1" dirty="0"/>
          </a:p>
          <a:p>
            <a:pPr algn="just"/>
            <a:r>
              <a:rPr lang="pt-BR" sz="4400" dirty="0"/>
              <a:t>TODA A TERRA VOS ADORE COM RESPEITO *    E PROCLAME O LOUVOR DE VOSSO NOME! R.</a:t>
            </a:r>
          </a:p>
        </p:txBody>
      </p:sp>
    </p:spTree>
    <p:extLst>
      <p:ext uri="{BB962C8B-B14F-4D97-AF65-F5344CB8AC3E}">
        <p14:creationId xmlns:p14="http://schemas.microsoft.com/office/powerpoint/2010/main" val="2888261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0067B-003A-D8D1-7C89-25E8AED02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C49C6-1C97-B822-0C18-E3C6B3731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32F182-079E-94BB-C72B-FCFE1079AB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219200"/>
            <a:ext cx="10522120" cy="5481637"/>
          </a:xfrm>
        </p:spPr>
        <p:txBody>
          <a:bodyPr>
            <a:normAutofit/>
          </a:bodyPr>
          <a:lstStyle/>
          <a:p>
            <a:pPr algn="just"/>
            <a:r>
              <a:rPr lang="pt-BR" sz="4400" b="1" dirty="0"/>
              <a:t>ANUNCIAI COM GRITOS DE ALEGRIA,    PROCLAMAI ATÉ OS EXTREMOS DA TERRA:    O SENHOR LIBERTOU O SEU POVO,    ALELUIA, ALELUIA!</a:t>
            </a:r>
          </a:p>
          <a:p>
            <a:pPr algn="just"/>
            <a:endParaRPr lang="pt-BR" sz="4400" b="1" dirty="0"/>
          </a:p>
          <a:p>
            <a:pPr algn="just"/>
            <a:r>
              <a:rPr lang="pt-BR" sz="4400" dirty="0"/>
              <a:t>VINDE VER TODAS AS OBRAS DO SENHOR: *    SEUS PRODÍGIOS ESTUPENDOS ENTRE OS HOMENS! R</a:t>
            </a:r>
          </a:p>
        </p:txBody>
      </p:sp>
    </p:spTree>
    <p:extLst>
      <p:ext uri="{BB962C8B-B14F-4D97-AF65-F5344CB8AC3E}">
        <p14:creationId xmlns:p14="http://schemas.microsoft.com/office/powerpoint/2010/main" val="2855961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DA3E7-E91D-8FE5-3472-64CB8D22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4071E0-2AFB-14D5-F45C-A7D365702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974976-D8FB-4004-ACD4-C378E7514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219200"/>
            <a:ext cx="10522120" cy="5481637"/>
          </a:xfrm>
        </p:spPr>
        <p:txBody>
          <a:bodyPr>
            <a:normAutofit/>
          </a:bodyPr>
          <a:lstStyle/>
          <a:p>
            <a:pPr algn="just"/>
            <a:r>
              <a:rPr lang="pt-BR" sz="4400" b="1" dirty="0"/>
              <a:t>ANUNCIAI COM GRITOS DE ALEGRIA,    PROCLAMAI ATÉ OS EXTREMOS DA TERRA:    O SENHOR LIBERTOU O SEU POVO,    ALELUIA, ALELUIA!</a:t>
            </a:r>
          </a:p>
          <a:p>
            <a:pPr algn="just"/>
            <a:endParaRPr lang="pt-BR" sz="4400" b="1" dirty="0"/>
          </a:p>
          <a:p>
            <a:pPr algn="just"/>
            <a:r>
              <a:rPr lang="pt-BR" sz="4400" dirty="0"/>
              <a:t>É ELE QUEM DÁ VIDA À NOSSA VIDA, *    E NÃO PERMITE QUE VACILEM NOSSOS PÉS. R.</a:t>
            </a:r>
          </a:p>
        </p:txBody>
      </p:sp>
    </p:spTree>
    <p:extLst>
      <p:ext uri="{BB962C8B-B14F-4D97-AF65-F5344CB8AC3E}">
        <p14:creationId xmlns:p14="http://schemas.microsoft.com/office/powerpoint/2010/main" val="1846232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SENHOR, QUE, SUBINDO AO CÉU VOS TORNASTES REI DO UNIVERSO E SENHOR DOS SÉCULOS, TENDE PIEDADE DE NÓS.</a:t>
            </a:r>
          </a:p>
          <a:p>
            <a:pPr algn="just"/>
            <a:endParaRPr lang="pt-BR" sz="3200" dirty="0"/>
          </a:p>
          <a:p>
            <a:pPr algn="just"/>
            <a:r>
              <a:rPr lang="pt-BR" sz="6000" b="1" dirty="0"/>
              <a:t>SENHOR, TENDE PIEDADE DE NÓS! (2X)</a:t>
            </a:r>
          </a:p>
        </p:txBody>
      </p:sp>
    </p:spTree>
    <p:extLst>
      <p:ext uri="{BB962C8B-B14F-4D97-AF65-F5344CB8AC3E}">
        <p14:creationId xmlns:p14="http://schemas.microsoft.com/office/powerpoint/2010/main" val="3571382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4E8EC-06AA-5769-14B9-0495353C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A4199-B698-D8B4-B6AC-4E463D714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A772C0-0AD5-A038-10C7-C82A50000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CRISTO, QUE NA VOSSA ASCENSÃO LEVASTES CATIVO O CATIVEIRO, TENDE PIEDADE DE NÓS.</a:t>
            </a:r>
          </a:p>
          <a:p>
            <a:pPr algn="just"/>
            <a:endParaRPr lang="pt-BR" sz="2800" dirty="0"/>
          </a:p>
          <a:p>
            <a:pPr algn="just"/>
            <a:r>
              <a:rPr lang="pt-BR" sz="6000" b="1" dirty="0"/>
              <a:t>CRISTO, TENDE PIEDADE DE NÓS! (2X)</a:t>
            </a:r>
          </a:p>
        </p:txBody>
      </p:sp>
    </p:spTree>
    <p:extLst>
      <p:ext uri="{BB962C8B-B14F-4D97-AF65-F5344CB8AC3E}">
        <p14:creationId xmlns:p14="http://schemas.microsoft.com/office/powerpoint/2010/main" val="2566667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602FF-9A33-63A8-9E16-7656C1C39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FB0D1-C58F-F90A-567A-278B47ACE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AD9EC-F753-8A3B-657B-7085291E1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SENHOR, QUE VOLTANDO À CASA DO PAI ABRISTES O CÉU PARA NÓS, TENDE PIEDADE DE </a:t>
            </a:r>
            <a:r>
              <a:rPr lang="pt-BR" sz="6000"/>
              <a:t>NÓS.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b="1" dirty="0"/>
              <a:t>SENHOR, TENDE PIEDADE DE NÓS! (2X)</a:t>
            </a:r>
          </a:p>
        </p:txBody>
      </p:sp>
    </p:spTree>
    <p:extLst>
      <p:ext uri="{BB962C8B-B14F-4D97-AF65-F5344CB8AC3E}">
        <p14:creationId xmlns:p14="http://schemas.microsoft.com/office/powerpoint/2010/main" val="3129779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571008"/>
            <a:ext cx="10349345" cy="1953490"/>
          </a:xfrm>
        </p:spPr>
        <p:txBody>
          <a:bodyPr>
            <a:normAutofit/>
          </a:bodyPr>
          <a:lstStyle/>
          <a:p>
            <a:r>
              <a:rPr lang="pt-BR" sz="5400" b="1" dirty="0"/>
              <a:t>REINOS DA TERRA, CANTAI AO SENHOR.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CFB91-7E74-B00B-95CB-B9B6CD7BC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5039E61-3196-6BD0-B75B-8D23CE89BF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869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04365"/>
            <a:ext cx="10349345" cy="480549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pt-BR" sz="4800" b="1" dirty="0"/>
              <a:t>ALELUIA, ALELUIA, ALELUIA</a:t>
            </a:r>
          </a:p>
          <a:p>
            <a:pPr>
              <a:lnSpc>
                <a:spcPct val="110000"/>
              </a:lnSpc>
            </a:pPr>
            <a:endParaRPr lang="pt-BR" sz="4800" b="1" dirty="0"/>
          </a:p>
          <a:p>
            <a:pPr>
              <a:lnSpc>
                <a:spcPct val="120000"/>
              </a:lnSpc>
            </a:pPr>
            <a:r>
              <a:rPr lang="pt-BR" sz="4800" dirty="0"/>
              <a:t>  VOSSA PALAVRA É A VERDADE; SANTIFICAI-NOS NA VERDADE!</a:t>
            </a:r>
          </a:p>
          <a:p>
            <a:pPr>
              <a:lnSpc>
                <a:spcPct val="120000"/>
              </a:lnSpc>
            </a:pPr>
            <a:endParaRPr lang="pt-BR" sz="4800" b="1" dirty="0"/>
          </a:p>
          <a:p>
            <a:pPr>
              <a:lnSpc>
                <a:spcPct val="120000"/>
              </a:lnSpc>
            </a:pPr>
            <a:r>
              <a:rPr lang="pt-BR" sz="4800" b="1" dirty="0"/>
              <a:t>ALELUIA, ALELUIA, ALELUIA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PREGADOR DO EVANGELHO,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 POVO ABANDONADO,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MENSAGEIROS,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DA JUSTIÇA E DA ESPERANÇA, INTERCEDEI</a:t>
            </a:r>
          </a:p>
        </p:txBody>
      </p:sp>
    </p:spTree>
    <p:extLst>
      <p:ext uri="{BB962C8B-B14F-4D97-AF65-F5344CB8AC3E}">
        <p14:creationId xmlns:p14="http://schemas.microsoft.com/office/powerpoint/2010/main" val="2462963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MESTRE SÁBIO DA VERDADE,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IGREJA PEREGRINA,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JOVENS NAMORADOS,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LARES EM PERIGO, INTERCEDEI</a:t>
            </a:r>
          </a:p>
        </p:txBody>
      </p:sp>
    </p:spTree>
    <p:extLst>
      <p:ext uri="{BB962C8B-B14F-4D97-AF65-F5344CB8AC3E}">
        <p14:creationId xmlns:p14="http://schemas.microsoft.com/office/powerpoint/2010/main" val="141271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VÓS, IRMÃOS DOS PEQUENINOS,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POBRES E DOENTES,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TRISTES E ABATIDOS,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POVOS OPRIMIDOS, INTERCEDEI</a:t>
            </a:r>
          </a:p>
        </p:txBody>
      </p:sp>
    </p:spTree>
    <p:extLst>
      <p:ext uri="{BB962C8B-B14F-4D97-AF65-F5344CB8AC3E}">
        <p14:creationId xmlns:p14="http://schemas.microsoft.com/office/powerpoint/2010/main" val="752049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PARA O MUNDO SER MAIS JUSTO,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PAZ DA HUMANIDADE,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MAIS FRATERNOS,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ACHARMOS O PERDIDO, INTERCEDEI</a:t>
            </a:r>
          </a:p>
        </p:txBody>
      </p:sp>
    </p:spTree>
    <p:extLst>
      <p:ext uri="{BB962C8B-B14F-4D97-AF65-F5344CB8AC3E}">
        <p14:creationId xmlns:p14="http://schemas.microsoft.com/office/powerpoint/2010/main" val="93528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56FDC-08D2-841D-FA9E-89E740895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9FE9144-83FE-9AD1-C1AB-ED2273E3D7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367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Autofit/>
          </a:bodyPr>
          <a:lstStyle/>
          <a:p>
            <a:pPr algn="l"/>
            <a:r>
              <a:rPr lang="pt-BR" sz="6000" b="1" dirty="0"/>
              <a:t>ALELUIA, ALELUIA, ALELUIA! 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1. NÓS OFERTAMOS, IRMÃOS, AO SENHOR UMA HÓSTIA PURA, EM SEU LOUVOR, E CANTAREMOS COM TODO ARDOR. ALELUIA!</a:t>
            </a:r>
          </a:p>
        </p:txBody>
      </p:sp>
    </p:spTree>
    <p:extLst>
      <p:ext uri="{BB962C8B-B14F-4D97-AF65-F5344CB8AC3E}">
        <p14:creationId xmlns:p14="http://schemas.microsoft.com/office/powerpoint/2010/main" val="49907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915C4-3688-C265-23AB-44B0D5E3F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5C049-7442-0DC4-B25E-0D405564A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DD2387-7A3A-099A-1646-E96464C2D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0" y="1017320"/>
            <a:ext cx="11710059" cy="6262253"/>
          </a:xfrm>
        </p:spPr>
        <p:txBody>
          <a:bodyPr>
            <a:noAutofit/>
          </a:bodyPr>
          <a:lstStyle/>
          <a:p>
            <a:pPr algn="l"/>
            <a:r>
              <a:rPr lang="pt-BR" sz="6000" b="1" dirty="0"/>
              <a:t>ALELUIA, ALELUIA, ALELUIA! </a:t>
            </a:r>
          </a:p>
          <a:p>
            <a:pPr algn="l"/>
            <a:endParaRPr lang="pt-BR" dirty="0"/>
          </a:p>
          <a:p>
            <a:pPr algn="l"/>
            <a:r>
              <a:rPr lang="pt-BR" sz="6000" dirty="0"/>
              <a:t>2. RECEBE, Ó PAI, ESTA NOSSA OBLAÇÃO, DE NOSSAS FALTAS CONCEDE O PERDÃO, POR JESUS CRISTO, QUE É NOSSO IRMÃO. ALELUIA! </a:t>
            </a:r>
          </a:p>
        </p:txBody>
      </p:sp>
    </p:spTree>
    <p:extLst>
      <p:ext uri="{BB962C8B-B14F-4D97-AF65-F5344CB8AC3E}">
        <p14:creationId xmlns:p14="http://schemas.microsoft.com/office/powerpoint/2010/main" val="3082334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3A373-580B-DEA9-D0E2-2AD4B9AE6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19FE1-2661-7489-D65D-6C4BBC90D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F9D6EC-15DE-F7C9-E5F0-3269C9C13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Autofit/>
          </a:bodyPr>
          <a:lstStyle/>
          <a:p>
            <a:pPr algn="l"/>
            <a:r>
              <a:rPr lang="pt-BR" sz="6000" b="1" dirty="0"/>
              <a:t>ALELUIA, ALELUIA, ALELUIA! 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3. AS NOSSAS PENAS, O NOSSO LABOR, NOSSA ALEGRIA E NOSSA AMOR, POR JESUS CRISTO, RECEBE, SENHOR. ALELUIA! </a:t>
            </a:r>
          </a:p>
        </p:txBody>
      </p:sp>
    </p:spTree>
    <p:extLst>
      <p:ext uri="{BB962C8B-B14F-4D97-AF65-F5344CB8AC3E}">
        <p14:creationId xmlns:p14="http://schemas.microsoft.com/office/powerpoint/2010/main" val="4028699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70AC0-4D5A-6155-75E0-878CB431B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49495-B0E2-8B8B-1348-F8B1159C0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A1766C-3F36-9A99-1EFC-3C4CD55AA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Autofit/>
          </a:bodyPr>
          <a:lstStyle/>
          <a:p>
            <a:pPr algn="l"/>
            <a:r>
              <a:rPr lang="pt-BR" sz="6000" b="1" dirty="0"/>
              <a:t>ALELUIA, ALELUIA, ALELUIA! </a:t>
            </a:r>
          </a:p>
          <a:p>
            <a:pPr algn="l"/>
            <a:endParaRPr lang="pt-BR" sz="3200" dirty="0"/>
          </a:p>
          <a:p>
            <a:pPr algn="l"/>
            <a:r>
              <a:rPr lang="pt-BR" sz="6000" dirty="0"/>
              <a:t>4. AS NOSSAS ALMAS SANTIFICARÁS, OS NOSSOS CORPOS RESSUSCITARÁS, POR JESUS CRISTO NOS TRANSFORMARÁS. ALELUIA!</a:t>
            </a:r>
          </a:p>
        </p:txBody>
      </p:sp>
    </p:spTree>
    <p:extLst>
      <p:ext uri="{BB962C8B-B14F-4D97-AF65-F5344CB8AC3E}">
        <p14:creationId xmlns:p14="http://schemas.microsoft.com/office/powerpoint/2010/main" val="1670371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pt-BR" sz="7300" b="1" dirty="0"/>
              <a:t>SANTO, SANTO, SANTO SENHOR DEUS DO UNIVERSO 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O CÉU E TERRA PROCLAMAM A VOSSA GLÓRIA!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HOSANA, HOSANA NAS ALTURAS!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349345" cy="519545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sz="6600" dirty="0"/>
              <a:t>BENDITO O QUE VEM EM NOME DO SENHOR</a:t>
            </a:r>
          </a:p>
          <a:p>
            <a:pPr algn="l">
              <a:lnSpc>
                <a:spcPct val="100000"/>
              </a:lnSpc>
            </a:pPr>
            <a:r>
              <a:rPr lang="pt-BR" sz="6600" b="1" dirty="0"/>
              <a:t>HOSANA, HOSANA NAS ALTURAS!</a:t>
            </a:r>
            <a:endParaRPr lang="pt-BR" sz="5700" b="1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56B0F66-50E8-41CC-9409-E9F0D7744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696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696" y="914400"/>
            <a:ext cx="11084626" cy="5719390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RESSUSCITEI, SENHOR, CONTIGO ESTOU,SENHOR, TEU GRANDE AMOR, SENHOR, DE MIM SE RECORDOU, TUA MÃO SE LEVANTOU, ME LIBERTOU! 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25855320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F0C80-FB84-CBFE-8EA6-9B03851C8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D5BCA-BDA7-F9B3-66C8-1D80C83F6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696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8FF239-6589-3A0C-90E8-504836809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696" y="914400"/>
            <a:ext cx="11084626" cy="5719390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1. MEU CORAÇÃO PENETRAS E LÊS MEUS PENSAMENTOS; SE SENTO OU SE LEVANTO, TU VÊS MEUS MOVIMENTOS, DE TODAS AS MINHAS PALAVRAS, TU TENS CONHECIMENTO. </a:t>
            </a:r>
          </a:p>
        </p:txBody>
      </p:sp>
    </p:spTree>
    <p:extLst>
      <p:ext uri="{BB962C8B-B14F-4D97-AF65-F5344CB8AC3E}">
        <p14:creationId xmlns:p14="http://schemas.microsoft.com/office/powerpoint/2010/main" val="1529159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BF2FF-88F8-FF1A-8773-8B2DECE89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98950-E7DA-6AA1-3B66-B90E55AC7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696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EE14E5-EB73-76DD-6C44-DEE89A91D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696" y="914400"/>
            <a:ext cx="11084626" cy="5719390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RESSUSCITEI, SENHOR, CONTIGO ESTOU,SENHOR, TEU GRANDE AMOR, SENHOR, DE MIM SE RECORDOU, TUA MÃO SE LEVANTOU, ME LIBERTOU! 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23839123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9E2D1-C7EF-E78E-899B-97805DA4D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64CF3-E089-F517-36C3-F4D1B6D51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696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34AE3B-B297-36AF-742B-4B9E85F08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696" y="914400"/>
            <a:ext cx="11084626" cy="5719390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2. POR TRÁS E PELA FRENTE ME ENVOLVES, DEUS E CERCAS, PÕES SOBRE MIM TUA MÃO, ME GUIAS E ME ACOBERTAS. O TEU SABER ME ENCANTA, ME EXCEDE E ME SUPERA. </a:t>
            </a:r>
          </a:p>
        </p:txBody>
      </p:sp>
    </p:spTree>
    <p:extLst>
      <p:ext uri="{BB962C8B-B14F-4D97-AF65-F5344CB8AC3E}">
        <p14:creationId xmlns:p14="http://schemas.microsoft.com/office/powerpoint/2010/main" val="8082641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43F37-669F-287C-542C-C7AB587C6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F8D61-2F19-6759-1258-A9BA3DD5E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696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8F59B3-584F-81E4-1648-51717618D1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696" y="914400"/>
            <a:ext cx="11084626" cy="5719390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RESSUSCITEI, SENHOR, CONTIGO ESTOU,SENHOR, TEU GRANDE AMOR, SENHOR, DE MIM SE RECORDOU, TUA MÃO SE LEVANTOU, ME LIBERTOU! 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27602640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D7164-BD76-3917-B214-7D591ECFF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DB844-B77E-5B0A-E903-6BAB1CACB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696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C73963-3155-98D5-C6CC-4960CDCE8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696" y="914400"/>
            <a:ext cx="11084626" cy="5719390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3. QUISESSE EU ME ESCONDER, DO TEU IMENSO OLHAR, SUBIR ATÉ O CÉU, NA TERRA ME ENTRANHAR, ATRÁS DO SOL QUE NASCE, LÁ IRIAS ME ENCONTRAR. </a:t>
            </a:r>
          </a:p>
        </p:txBody>
      </p:sp>
    </p:spTree>
    <p:extLst>
      <p:ext uri="{BB962C8B-B14F-4D97-AF65-F5344CB8AC3E}">
        <p14:creationId xmlns:p14="http://schemas.microsoft.com/office/powerpoint/2010/main" val="31657661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615D4-9449-CAF7-0260-1C0E29604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6F53B-D310-C6BB-71E5-4E2E272DA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696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7AC193-E5D0-C827-C7D5-554CD7657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696" y="914400"/>
            <a:ext cx="11084626" cy="5719390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RESSUSCITEI, SENHOR, CONTIGO ESTOU,SENHOR, TEU GRANDE AMOR, SENHOR, DE MIM SE RECORDOU, TUA MÃO SE LEVANTOU, ME LIBERTOU! 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39358662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FE77-BF77-65EE-65F8-6CF70742D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DD5A0-5E55-53FE-49FF-4CFE0B84F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696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D78CF7-3F65-7C04-3D6D-CF10718E4E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696" y="914400"/>
            <a:ext cx="11084626" cy="5719390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4. SE A LUZ DO SOL SE FOSSE, QUE ESCURIDÃO SERIA! SE AS TREVAS ME ENVOLVESSEM, O QUE ADIANTARIAS? PRA TI, SENHOR, A NOITE É CLARA COMO O DIA. </a:t>
            </a:r>
          </a:p>
        </p:txBody>
      </p:sp>
    </p:spTree>
    <p:extLst>
      <p:ext uri="{BB962C8B-B14F-4D97-AF65-F5344CB8AC3E}">
        <p14:creationId xmlns:p14="http://schemas.microsoft.com/office/powerpoint/2010/main" val="5190441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8D4C0-1AE1-A44F-9481-38107041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1B5128-F0BB-1D2D-52B4-EAFF273FE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696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A9C9EB-4AAB-31D8-1317-1D46E8BED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696" y="914400"/>
            <a:ext cx="11084626" cy="5719390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RESSUSCITEI, SENHOR, CONTIGO ESTOU,SENHOR, TEU GRANDE AMOR, SENHOR, DE MIM SE RECORDOU, TUA MÃO SE LEVANTOU, ME LIBERTOU! 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41266214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03272-4E2A-B1E9-2EA4-6D9B5D067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744B0-7055-AEEA-19A7-481DA188A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696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A1AD62-FB35-2B98-2155-424F7F406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696" y="914400"/>
            <a:ext cx="11084626" cy="5719390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5. NO SEIO DE MINHA MÃE TU ME TECESTE UM DIA. SENHOR, EU TE AGRADEÇO POR TANTAS MARAVILHAS, MEUS OSSOS E MINHA ALMA DE HÁ MUITO CONHECIAS.</a:t>
            </a:r>
          </a:p>
        </p:txBody>
      </p:sp>
    </p:spTree>
    <p:extLst>
      <p:ext uri="{BB962C8B-B14F-4D97-AF65-F5344CB8AC3E}">
        <p14:creationId xmlns:p14="http://schemas.microsoft.com/office/powerpoint/2010/main" val="12292061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10541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8D08-951A-1FAF-47FD-6BCC8715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CFA9E-6733-25A6-D9E2-5952F8891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B192DA-1C38-A4D7-6869-B3F552909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ALMA DE CRISTO, SANTIFICAI-ME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CORPO DE CRISTO, SALVAI-ME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SANGUE DE CRISTO, INEBRIAI-ME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ÁGUA DO LADO DE CRISTO, LAVAI-ME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5034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PAIXÃO DE CRISTO, CONFORTAI-ME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BOM JESUS, OUVI-ME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DENTRO DE VOSSAS CHAGAS, ESCONDEI-ME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918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PERMITAIS QUE EU ME SEPARE DE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ESPÍRITO MALIGNO DEFENDEI-ME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HORA DA MORTE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20775425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MANDAI-ME IR PARA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QUE COM VOSSOS SANTOS VOS LOUVE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TODOS OS SÉCULOS DOS SÉCULOS, AMÉM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637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12248-463B-BFB3-BBB1-BDCD592AE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0B1015E-ADF3-B92A-536A-83DB8E7605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9100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6514-6D19-4E39-3ADD-65AAFC36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C5AA857-6689-7EC2-BA0C-335E7FFD3E61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9E55DF-5DFA-7581-CC39-C4C70329A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SUBTEMA DA NOITE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1F4BF5-FF9D-7E54-4DB9-E5A2A2719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695391"/>
            <a:ext cx="10349345" cy="1467217"/>
          </a:xfrm>
        </p:spPr>
        <p:txBody>
          <a:bodyPr>
            <a:normAutofit fontScale="92500"/>
          </a:bodyPr>
          <a:lstStyle/>
          <a:p>
            <a:r>
              <a:rPr lang="pt-BR" sz="8000" b="1" dirty="0">
                <a:solidFill>
                  <a:schemeClr val="bg1"/>
                </a:solidFill>
                <a:latin typeface="Gabriola" panose="04040605051002020D02" pitchFamily="82" charset="0"/>
              </a:rPr>
              <a:t>NO CAMINHO, EU CONFIO EM TI</a:t>
            </a:r>
          </a:p>
        </p:txBody>
      </p:sp>
    </p:spTree>
    <p:extLst>
      <p:ext uri="{BB962C8B-B14F-4D97-AF65-F5344CB8AC3E}">
        <p14:creationId xmlns:p14="http://schemas.microsoft.com/office/powerpoint/2010/main" val="11344261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0E159-5C2A-5F9E-DDFA-9761053AB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86437-C128-4B2D-09EA-DF8ACCF1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CC3216-BD40-48B1-CF50-6737F0121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CHAMA VIVA DA MINHA ESPERANÇA</a:t>
            </a:r>
          </a:p>
          <a:p>
            <a:pPr algn="l"/>
            <a:r>
              <a:rPr lang="pt-BR" sz="6000" b="1" dirty="0"/>
              <a:t>ESTE CANTO SUBA PARA TI</a:t>
            </a:r>
          </a:p>
          <a:p>
            <a:pPr algn="l"/>
            <a:r>
              <a:rPr lang="pt-BR" sz="6000" b="1" dirty="0"/>
              <a:t>SEIO ETERNO DE INFINITA VIDA</a:t>
            </a:r>
          </a:p>
          <a:p>
            <a:pPr algn="l"/>
            <a:r>
              <a:rPr lang="pt-BR" sz="6000" b="1" dirty="0"/>
              <a:t>NO CAMINHO, EU CONFIO EM TI</a:t>
            </a:r>
          </a:p>
        </p:txBody>
      </p:sp>
    </p:spTree>
    <p:extLst>
      <p:ext uri="{BB962C8B-B14F-4D97-AF65-F5344CB8AC3E}">
        <p14:creationId xmlns:p14="http://schemas.microsoft.com/office/powerpoint/2010/main" val="13727849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F092-935B-868A-D829-D0A0DECF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5B811D-E8E4-898E-9D92-3B017709D6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6361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0678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13461-175C-7E2F-7728-1C51939F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21AF66-494E-1584-5F6F-578A9F97EC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7418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JUBILOSOS VOS SAUDAMOS,</a:t>
            </a:r>
          </a:p>
          <a:p>
            <a:pPr algn="l"/>
            <a:r>
              <a:rPr lang="pt-BR" sz="4800" dirty="0"/>
              <a:t>GRANDE SERVO DO SENHOR,       </a:t>
            </a:r>
          </a:p>
          <a:p>
            <a:pPr algn="l"/>
            <a:r>
              <a:rPr lang="pt-BR" sz="4800" dirty="0"/>
              <a:t>SANTO ANTONIO NESTA VIDA</a:t>
            </a:r>
          </a:p>
          <a:p>
            <a:pPr algn="l"/>
            <a:r>
              <a:rPr lang="pt-BR" sz="4800" dirty="0"/>
              <a:t>SOIS O NOSSO PROTETOR.</a:t>
            </a:r>
          </a:p>
          <a:p>
            <a:pPr algn="l"/>
            <a:r>
              <a:rPr lang="pt-BR" sz="4800" dirty="0"/>
              <a:t> </a:t>
            </a:r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ENTRE OS SANTOS QUE JÁ REINAM</a:t>
            </a:r>
          </a:p>
          <a:p>
            <a:pPr algn="l"/>
            <a:r>
              <a:rPr lang="pt-BR" sz="6000" dirty="0"/>
              <a:t>GLORIOSOS LÁ NO CÉU,</a:t>
            </a:r>
          </a:p>
          <a:p>
            <a:pPr algn="l"/>
            <a:r>
              <a:rPr lang="pt-BR" sz="6000" dirty="0"/>
              <a:t>SOIS CONSTANTE DESPENSEIRO</a:t>
            </a:r>
          </a:p>
          <a:p>
            <a:pPr algn="l"/>
            <a:r>
              <a:rPr lang="pt-BR" sz="6000" dirty="0"/>
              <a:t>DOS MAIS RICOS DONS DE DEUS. 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SANTO ANTÔNIO, ROGAI POR NÓS</a:t>
            </a:r>
          </a:p>
          <a:p>
            <a:pPr algn="l"/>
            <a:r>
              <a:rPr lang="pt-BR" sz="60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38090823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AO MENINO-DEUS NOS BRAÇOS</a:t>
            </a:r>
          </a:p>
          <a:p>
            <a:pPr algn="l"/>
            <a:r>
              <a:rPr lang="pt-BR" sz="4800" dirty="0"/>
              <a:t>NOSSOS ROGOS TRANSMITI,   </a:t>
            </a:r>
          </a:p>
          <a:p>
            <a:pPr algn="l"/>
            <a:r>
              <a:rPr lang="pt-BR" sz="4800" dirty="0"/>
              <a:t>AH! VALEI-NOS SEMPRE, SEMPRE</a:t>
            </a:r>
          </a:p>
          <a:p>
            <a:pPr algn="l"/>
            <a:r>
              <a:rPr lang="pt-BR" sz="4800" dirty="0"/>
              <a:t>E A JESUS NOS CONDUZIR. </a:t>
            </a:r>
          </a:p>
          <a:p>
            <a:pPr algn="l"/>
            <a:endParaRPr lang="pt-BR" sz="4800" dirty="0"/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3073403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1339</Words>
  <Application>Microsoft Office PowerPoint</Application>
  <PresentationFormat>Widescreen</PresentationFormat>
  <Paragraphs>198</Paragraphs>
  <Slides>54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Calibri Light</vt:lpstr>
      <vt:lpstr>Gabriola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SUBTEMA DA NOITE</vt:lpstr>
      <vt:lpstr>HINO DO JUBILEU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36</cp:revision>
  <dcterms:created xsi:type="dcterms:W3CDTF">2023-05-06T17:01:55Z</dcterms:created>
  <dcterms:modified xsi:type="dcterms:W3CDTF">2025-06-04T19:39:27Z</dcterms:modified>
</cp:coreProperties>
</file>