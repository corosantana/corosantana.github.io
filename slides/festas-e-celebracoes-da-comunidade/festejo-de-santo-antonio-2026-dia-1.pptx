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2" r:id="rId2"/>
    <p:sldId id="439" r:id="rId3"/>
    <p:sldId id="591" r:id="rId4"/>
    <p:sldId id="540" r:id="rId5"/>
    <p:sldId id="407" r:id="rId6"/>
    <p:sldId id="306" r:id="rId7"/>
    <p:sldId id="259" r:id="rId8"/>
    <p:sldId id="592" r:id="rId9"/>
    <p:sldId id="425" r:id="rId10"/>
    <p:sldId id="450" r:id="rId11"/>
    <p:sldId id="265" r:id="rId12"/>
    <p:sldId id="266" r:id="rId13"/>
    <p:sldId id="267" r:id="rId14"/>
    <p:sldId id="268" r:id="rId15"/>
    <p:sldId id="291" r:id="rId16"/>
    <p:sldId id="293" r:id="rId17"/>
    <p:sldId id="294" r:id="rId18"/>
    <p:sldId id="295" r:id="rId19"/>
    <p:sldId id="526" r:id="rId20"/>
    <p:sldId id="413" r:id="rId21"/>
    <p:sldId id="409" r:id="rId22"/>
    <p:sldId id="410" r:id="rId23"/>
    <p:sldId id="411" r:id="rId24"/>
    <p:sldId id="347" r:id="rId25"/>
    <p:sldId id="272" r:id="rId26"/>
    <p:sldId id="273" r:id="rId27"/>
    <p:sldId id="286" r:id="rId28"/>
    <p:sldId id="532" r:id="rId29"/>
    <p:sldId id="446" r:id="rId30"/>
    <p:sldId id="447" r:id="rId31"/>
    <p:sldId id="448" r:id="rId32"/>
    <p:sldId id="449" r:id="rId33"/>
    <p:sldId id="302" r:id="rId34"/>
    <p:sldId id="435" r:id="rId35"/>
    <p:sldId id="421" r:id="rId36"/>
    <p:sldId id="454" r:id="rId37"/>
    <p:sldId id="423" r:id="rId38"/>
    <p:sldId id="277" r:id="rId39"/>
    <p:sldId id="440" r:id="rId40"/>
    <p:sldId id="441" r:id="rId41"/>
    <p:sldId id="323" r:id="rId42"/>
    <p:sldId id="582" r:id="rId43"/>
    <p:sldId id="583" r:id="rId44"/>
    <p:sldId id="584" r:id="rId45"/>
    <p:sldId id="388" r:id="rId46"/>
    <p:sldId id="278" r:id="rId47"/>
    <p:sldId id="433" r:id="rId48"/>
    <p:sldId id="437" r:id="rId4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1A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E416AE10-5CFE-CAB8-30C1-E532E27103DA}"/>
              </a:ext>
            </a:extLst>
          </p:cNvPr>
          <p:cNvSpPr txBox="1"/>
          <p:nvPr/>
        </p:nvSpPr>
        <p:spPr>
          <a:xfrm>
            <a:off x="912418" y="3570637"/>
            <a:ext cx="1072449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5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PENTECOSTES</a:t>
            </a:r>
            <a:endParaRPr lang="pt-BR" sz="2400" b="1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DD25C2C-1A1E-7354-C4DA-AFE21C85F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089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EIS-ME AQUI SENHOR!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EIS-ME AQUI SENHOR!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PRA FAZER TUA VONTADE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PRA VIVER NO TEU AMOR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PRA FAZER TUA VONTADE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PRA VIVER NO TEU AMOR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EIS-ME AQUI SENHOR!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535415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>
                <a:solidFill>
                  <a:srgbClr val="000000"/>
                </a:solidFill>
                <a:latin typeface="-apple-system"/>
              </a:rPr>
              <a:t>O SENHOR É O PASTOR QUE ME CONDUZ</a:t>
            </a:r>
          </a:p>
          <a:p>
            <a:pPr algn="l"/>
            <a:r>
              <a:rPr lang="pt-BR" sz="6000" dirty="0">
                <a:solidFill>
                  <a:srgbClr val="000000"/>
                </a:solidFill>
                <a:latin typeface="-apple-system"/>
              </a:rPr>
              <a:t>POR CAMINHOS NUNCA VISTOS ME ENVIOU</a:t>
            </a:r>
          </a:p>
          <a:p>
            <a:pPr algn="l"/>
            <a:r>
              <a:rPr lang="pt-BR" sz="6000" dirty="0">
                <a:solidFill>
                  <a:srgbClr val="000000"/>
                </a:solidFill>
                <a:latin typeface="-apple-system"/>
              </a:rPr>
              <a:t>SOU CHAMADO A SER FERMENTO SAL E LUZ</a:t>
            </a:r>
          </a:p>
          <a:p>
            <a:pPr algn="l"/>
            <a:r>
              <a:rPr lang="pt-BR" sz="6000" dirty="0">
                <a:solidFill>
                  <a:srgbClr val="000000"/>
                </a:solidFill>
                <a:latin typeface="-apple-system"/>
              </a:rPr>
              <a:t>E POR ISSO RESPONDI: AQUI ESTOU!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520662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906BE-267D-FEC8-F5EC-F599E0900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787BD8-66D1-630D-6058-A9A6A48C4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D9F8D6-9B0A-2EEF-5AB7-D42AE03E1B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EIS-ME AQUI SENHOR!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EIS-ME AQUI SENHOR!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PRA FAZER TUA VONTADE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PRA VIVER NO TEU AMOR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PRA FAZER TUA VONTADE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PRA VIVER NO TEU AMOR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EIS-ME AQUI SENHOR!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255782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1101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ELE PÔS EM MINHA BOCA UMA CANÇÃO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ME UNGIU COMO PROFETA E TROVADOR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DA HISTÓRIA E DA VIDA DO MEU POVO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E POR ISSO RESPONDI: AQUI ESTOU!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248274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4554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SENHOR, QUE VIESTES NÃO PARA CONDENAR, MAS PARA PERDOAR, TENDE PIEDADE DE NÓS.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KYRIE ELEISON! KYRIE ELEISON!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fontScale="92500"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CRISTO, QUE VOS ALEGRAIS PELO PECADOR ARREPENDIDO,</a:t>
            </a:r>
          </a:p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TENDE PIEDADE DE NÓS.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CHRISTE ELEISON! CHRISTE ELEISON! 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058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SENHOR, QUE MUITO PERDOAIS A QUEM MUITO AMA, TENDE PIEDADE DE NÓS.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KYRIE ELEISON! </a:t>
            </a:r>
            <a:r>
              <a:rPr lang="pt-BR" sz="6000" b="1" i="0" dirty="0">
                <a:effectLst/>
                <a:latin typeface="arial" panose="020B0604020202020204" pitchFamily="34" charset="0"/>
              </a:rPr>
              <a:t>KYRIE ELEISON!</a:t>
            </a:r>
            <a:endParaRPr lang="pt-BR" sz="6600" b="1" dirty="0"/>
          </a:p>
          <a:p>
            <a:pPr algn="l"/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607406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837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1210" y="2452254"/>
            <a:ext cx="8910084" cy="2618510"/>
          </a:xfrm>
        </p:spPr>
        <p:txBody>
          <a:bodyPr>
            <a:normAutofit/>
          </a:bodyPr>
          <a:lstStyle/>
          <a:p>
            <a:r>
              <a:rPr lang="pt-BR" sz="5400" b="1" dirty="0"/>
              <a:t>VÓS SOIS MEU DEUS, NO QUAL CONFIO INTEIRAMENTE.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99308"/>
            <a:ext cx="10349345" cy="5209309"/>
          </a:xfrm>
        </p:spPr>
        <p:txBody>
          <a:bodyPr>
            <a:normAutofit lnSpcReduction="10000"/>
          </a:bodyPr>
          <a:lstStyle/>
          <a:p>
            <a:r>
              <a:rPr lang="pt-BR" sz="4400" b="1" dirty="0"/>
              <a:t>ALELUIA, ALELUIA, ALELUIA, ALELUIA</a:t>
            </a:r>
          </a:p>
          <a:p>
            <a:endParaRPr lang="pt-BR" sz="4400" b="1" dirty="0"/>
          </a:p>
          <a:p>
            <a:r>
              <a:rPr lang="pt-BR" sz="4400" dirty="0"/>
              <a:t>JESUS CRISTO, A FIEL TESTEMUNHA, PRIMOGÊNITO DOS MORTOS, NOS AMOU E DO PECADO NOS LAVOU, EM SEU SANGUE DERRAMADO.</a:t>
            </a:r>
          </a:p>
          <a:p>
            <a:endParaRPr lang="pt-BR" sz="4400" b="1" dirty="0"/>
          </a:p>
          <a:p>
            <a:r>
              <a:rPr lang="pt-BR" sz="4400" b="1" dirty="0"/>
              <a:t>ALELUIA, ALELUIA, ALELUIA, ALELUIA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343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PREGADOR DO EVANGELHO,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 POVO ABANDONADO,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SERMOS MENSAGEIROS,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DA JUSTIÇA E DA ESPERANÇA, INTERCEDEI</a:t>
            </a:r>
          </a:p>
        </p:txBody>
      </p:sp>
    </p:spTree>
    <p:extLst>
      <p:ext uri="{BB962C8B-B14F-4D97-AF65-F5344CB8AC3E}">
        <p14:creationId xmlns:p14="http://schemas.microsoft.com/office/powerpoint/2010/main" val="2462963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MESTRE SÁBIO DA VERDADE,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PELA IGREJA PEREGRINA,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JOVENS NAMORADOS,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LARES EM PERIGO, INTERCEDEI</a:t>
            </a:r>
          </a:p>
        </p:txBody>
      </p:sp>
    </p:spTree>
    <p:extLst>
      <p:ext uri="{BB962C8B-B14F-4D97-AF65-F5344CB8AC3E}">
        <p14:creationId xmlns:p14="http://schemas.microsoft.com/office/powerpoint/2010/main" val="141271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VÓS, IRMÃOS DOS PEQUENINOS,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POBRES E DOENTES,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TRISTES E ABATIDOS,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POVOS OPRIMIDOS, INTERCEDEI</a:t>
            </a:r>
          </a:p>
        </p:txBody>
      </p:sp>
    </p:spTree>
    <p:extLst>
      <p:ext uri="{BB962C8B-B14F-4D97-AF65-F5344CB8AC3E}">
        <p14:creationId xmlns:p14="http://schemas.microsoft.com/office/powerpoint/2010/main" val="7520493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PARA O MUNDO SER MAIS JUSTO,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PELA PAZ DA HUMANIDADE,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SERMOS MAIS FRATERNOS,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ACHARMOS O PERDIDO, INTERCEDEI</a:t>
            </a:r>
          </a:p>
        </p:txBody>
      </p:sp>
    </p:spTree>
    <p:extLst>
      <p:ext uri="{BB962C8B-B14F-4D97-AF65-F5344CB8AC3E}">
        <p14:creationId xmlns:p14="http://schemas.microsoft.com/office/powerpoint/2010/main" val="935286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10D96-E735-08DB-40CA-44A8D6C2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718B097-D184-8986-C872-854C0462B6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55290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SENHOR, MEU DEUS, OBRIGADO, SENHOR</a:t>
            </a:r>
          </a:p>
          <a:p>
            <a:pPr algn="l"/>
            <a:r>
              <a:rPr lang="pt-BR" sz="8800" b="1" dirty="0"/>
              <a:t>PORQUE TUDO É TEU!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1. É TEU O PÃO QUE APRESENTAMOS</a:t>
            </a:r>
          </a:p>
          <a:p>
            <a:pPr algn="l"/>
            <a:r>
              <a:rPr lang="pt-BR" sz="8800" dirty="0"/>
              <a:t>É TUA DOR QUE SUPORTAMOS: OBRIGADO, SENHOR!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4989250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SENHOR, MEU DEUS, OBRIGADO, SENHOR</a:t>
            </a:r>
          </a:p>
          <a:p>
            <a:pPr algn="l"/>
            <a:r>
              <a:rPr lang="pt-BR" sz="8800" b="1" dirty="0"/>
              <a:t>PORQUE TUDO É TEU!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2. É TEU O VINHO QUE TRAZEMOS</a:t>
            </a:r>
          </a:p>
          <a:p>
            <a:pPr algn="l"/>
            <a:r>
              <a:rPr lang="pt-BR" sz="8800" dirty="0"/>
              <a:t>É TUA VIDA QUE VIVEMOS: OBRIGADO, SENHOR!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6737324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b="1" dirty="0"/>
              <a:t>SENHOR, MEU DEUS, OBRIGADO, SENHOR</a:t>
            </a:r>
          </a:p>
          <a:p>
            <a:pPr algn="l"/>
            <a:r>
              <a:rPr lang="pt-BR" sz="8800" b="1" dirty="0"/>
              <a:t>PORQUE TUDO É TEU!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3. A TUA VIDA É NOSSA VIDA</a:t>
            </a:r>
          </a:p>
          <a:p>
            <a:pPr algn="l"/>
            <a:r>
              <a:rPr lang="pt-BR" sz="8800" dirty="0"/>
              <a:t>NA TUA CASA RECEBIDA: OBRIGADO, SENHOR!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526408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b="1" dirty="0"/>
              <a:t>SENHOR, MEU DEUS, OBRIGADO, SENHOR</a:t>
            </a:r>
          </a:p>
          <a:p>
            <a:pPr algn="l"/>
            <a:r>
              <a:rPr lang="pt-BR" sz="8800" b="1" dirty="0"/>
              <a:t>PORQUE TUDO É TEU!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4. NA TUA CRUZ CRUCIFICADOS</a:t>
            </a:r>
          </a:p>
          <a:p>
            <a:pPr algn="l"/>
            <a:r>
              <a:rPr lang="pt-BR" sz="8800" dirty="0"/>
              <a:t>SEREMOS TEUS RESSUSCITADOS: OBRIGADO, SENHOR!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8709983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99E3B-A009-8C82-E52D-E2398AE36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BD55639-D838-A240-2962-3C9CA47696D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2365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771909" cy="5334000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sz="7300" dirty="0"/>
              <a:t>SANTO, SANTO, SANTO!</a:t>
            </a:r>
          </a:p>
          <a:p>
            <a:pPr algn="just"/>
            <a:r>
              <a:rPr lang="pt-BR" sz="7300" dirty="0"/>
              <a:t>SENHOR DEUS DO UNIVERSO.</a:t>
            </a:r>
          </a:p>
          <a:p>
            <a:pPr algn="just"/>
            <a:r>
              <a:rPr lang="pt-BR" sz="7300" dirty="0"/>
              <a:t>O CÉU E A TERRA PROCLAMAM</a:t>
            </a:r>
          </a:p>
          <a:p>
            <a:pPr algn="just"/>
            <a:r>
              <a:rPr lang="pt-BR" sz="7300" dirty="0"/>
              <a:t>PROCLAMAM A VOSSA GLÓRIA!</a:t>
            </a:r>
          </a:p>
          <a:p>
            <a:pPr algn="just"/>
            <a:r>
              <a:rPr lang="pt-BR" sz="7300" b="1" dirty="0"/>
              <a:t>HOSANA, HOSANA, HOSANA</a:t>
            </a:r>
          </a:p>
          <a:p>
            <a:pPr algn="just"/>
            <a:r>
              <a:rPr lang="pt-BR" sz="7300" b="1" dirty="0"/>
              <a:t>HOSANA NAS ALTURAS! </a:t>
            </a:r>
          </a:p>
        </p:txBody>
      </p:sp>
    </p:spTree>
    <p:extLst>
      <p:ext uri="{BB962C8B-B14F-4D97-AF65-F5344CB8AC3E}">
        <p14:creationId xmlns:p14="http://schemas.microsoft.com/office/powerpoint/2010/main" val="12617031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831273"/>
            <a:ext cx="10710692" cy="519545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7300" dirty="0"/>
              <a:t>BENDITO O QUE VEM,</a:t>
            </a:r>
          </a:p>
          <a:p>
            <a:pPr algn="just"/>
            <a:r>
              <a:rPr lang="pt-BR" sz="7300" dirty="0"/>
              <a:t>EM NOME DO SENHOR (BIS)</a:t>
            </a:r>
          </a:p>
          <a:p>
            <a:pPr algn="just"/>
            <a:endParaRPr lang="pt-BR" sz="7300" b="1" dirty="0"/>
          </a:p>
          <a:p>
            <a:pPr algn="l"/>
            <a:r>
              <a:rPr lang="pt-BR" sz="7300" b="1" dirty="0"/>
              <a:t>HOSANA, HOSANA, HOSANA</a:t>
            </a:r>
          </a:p>
          <a:p>
            <a:pPr algn="just"/>
            <a:r>
              <a:rPr lang="pt-BR" sz="7300" b="1" dirty="0"/>
              <a:t>HOSANA NAS ALTURAS! </a:t>
            </a:r>
          </a:p>
        </p:txBody>
      </p:sp>
    </p:spTree>
    <p:extLst>
      <p:ext uri="{BB962C8B-B14F-4D97-AF65-F5344CB8AC3E}">
        <p14:creationId xmlns:p14="http://schemas.microsoft.com/office/powerpoint/2010/main" val="13443665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183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b="1" i="0" dirty="0">
                <a:solidFill>
                  <a:srgbClr val="000000"/>
                </a:solidFill>
                <a:effectLst/>
                <a:latin typeface="-apple-system"/>
              </a:rPr>
              <a:t>BUSCAI EM PRIMEIRO LUGAR O REINO DE DEUS E A SUA JUSTIÇA, E TODAS ESTAS COISAS VOS SERÃO DADAS POR ACRÉSCIMO, ALELUIA.</a:t>
            </a:r>
          </a:p>
          <a:p>
            <a:pPr algn="l"/>
            <a:endParaRPr lang="pt-BR" sz="48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4800" i="0" dirty="0">
                <a:solidFill>
                  <a:srgbClr val="000000"/>
                </a:solidFill>
                <a:effectLst/>
                <a:latin typeface="-apple-system"/>
              </a:rPr>
              <a:t>NÃO TE IRRITES COM AS OBRAS DOS MALVADOS *</a:t>
            </a:r>
          </a:p>
          <a:p>
            <a:pPr algn="l"/>
            <a:r>
              <a:rPr lang="pt-BR" sz="4800" i="0" dirty="0">
                <a:solidFill>
                  <a:srgbClr val="000000"/>
                </a:solidFill>
                <a:effectLst/>
                <a:latin typeface="-apple-system"/>
              </a:rPr>
              <a:t>NEM INVEJES AS PESSOAS DESONESTAS; R.</a:t>
            </a:r>
          </a:p>
        </p:txBody>
      </p:sp>
    </p:spTree>
    <p:extLst>
      <p:ext uri="{BB962C8B-B14F-4D97-AF65-F5344CB8AC3E}">
        <p14:creationId xmlns:p14="http://schemas.microsoft.com/office/powerpoint/2010/main" val="20634948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2E5E0-BE31-FDF5-20E3-CC5CE38D5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BA821-9A4E-FBEE-8C0D-0C017C9BF9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EBC43F-6C1B-DE8C-8326-3D92AE5BE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b="1" i="0" dirty="0">
                <a:solidFill>
                  <a:srgbClr val="000000"/>
                </a:solidFill>
                <a:effectLst/>
                <a:latin typeface="-apple-system"/>
              </a:rPr>
              <a:t>BUSCAI EM PRIMEIRO LUGAR O REINO DE DEUS E A SUA JUSTIÇA, E TODAS ESTAS COISAS VOS SERÃO DADAS POR ACRÉSCIMO, ALELUIA.</a:t>
            </a:r>
          </a:p>
          <a:p>
            <a:pPr algn="l"/>
            <a:endParaRPr lang="pt-BR" sz="48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4800" i="0" dirty="0">
                <a:solidFill>
                  <a:srgbClr val="000000"/>
                </a:solidFill>
                <a:effectLst/>
                <a:latin typeface="-apple-system"/>
              </a:rPr>
              <a:t>CONFIA NO SENHOR E FAZE O BEM, *</a:t>
            </a:r>
          </a:p>
          <a:p>
            <a:pPr algn="l"/>
            <a:r>
              <a:rPr lang="pt-BR" sz="4800" i="0" dirty="0">
                <a:solidFill>
                  <a:srgbClr val="000000"/>
                </a:solidFill>
                <a:effectLst/>
                <a:latin typeface="-apple-system"/>
              </a:rPr>
              <a:t>E SOBRE A TERRA HABITARÁS EM SEGURANÇA. R.</a:t>
            </a:r>
          </a:p>
          <a:p>
            <a:pPr algn="l"/>
            <a:endParaRPr lang="pt-BR" sz="480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123951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E0334-C25B-33ED-9B32-3C7D0F634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4A64F2-B0FE-FE63-AB32-7B8F85EFF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D388EB-3F7C-5C1C-B466-9510FB6E5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4800" b="1" i="0" dirty="0">
                <a:solidFill>
                  <a:srgbClr val="000000"/>
                </a:solidFill>
                <a:effectLst/>
                <a:latin typeface="-apple-system"/>
              </a:rPr>
              <a:t>BUSCAI EM PRIMEIRO LUGAR O REINO DE DEUS E A SUA JUSTIÇA, E TODAS ESTAS COISAS VOS SERÃO DADAS POR ACRÉSCIMO, ALELUIA.</a:t>
            </a:r>
          </a:p>
          <a:p>
            <a:pPr algn="l"/>
            <a:endParaRPr lang="pt-BR" sz="48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4800" i="0" dirty="0">
                <a:solidFill>
                  <a:srgbClr val="000000"/>
                </a:solidFill>
                <a:effectLst/>
                <a:latin typeface="-apple-system"/>
              </a:rPr>
              <a:t>COLOCA NO SENHOR TUA ALEGRIA, *</a:t>
            </a:r>
          </a:p>
          <a:p>
            <a:pPr algn="l"/>
            <a:r>
              <a:rPr lang="pt-BR" sz="4800" i="0" dirty="0">
                <a:solidFill>
                  <a:srgbClr val="000000"/>
                </a:solidFill>
                <a:effectLst/>
                <a:latin typeface="-apple-system"/>
              </a:rPr>
              <a:t>E ELE DARÁ O QUE PEDIR TEU CORAÇÃO. R.</a:t>
            </a:r>
          </a:p>
        </p:txBody>
      </p:sp>
    </p:spTree>
    <p:extLst>
      <p:ext uri="{BB962C8B-B14F-4D97-AF65-F5344CB8AC3E}">
        <p14:creationId xmlns:p14="http://schemas.microsoft.com/office/powerpoint/2010/main" val="18102515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BED2F-5A8B-4140-13E3-5567D1274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B95342-38BD-28B2-8E3B-B2FA6DE6D6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4527E42-21F5-E73D-C0BD-1563B36923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b="1" i="0" dirty="0">
                <a:solidFill>
                  <a:srgbClr val="000000"/>
                </a:solidFill>
                <a:effectLst/>
                <a:latin typeface="-apple-system"/>
              </a:rPr>
              <a:t>BUSCAI EM PRIMEIRO LUGAR O REINO DE DEUS E A SUA JUSTIÇA, E TODAS ESTAS COISAS VOS SERÃO DADAS POR ACRÉSCIMO, ALELUIA.</a:t>
            </a:r>
          </a:p>
          <a:p>
            <a:pPr algn="l"/>
            <a:endParaRPr lang="pt-BR" sz="48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4800" i="0" dirty="0">
                <a:solidFill>
                  <a:srgbClr val="000000"/>
                </a:solidFill>
                <a:effectLst/>
                <a:latin typeface="-apple-system"/>
              </a:rPr>
              <a:t>DEIXA AOS CUIDADOS DO SENHOR O TEU DESTINO; *</a:t>
            </a:r>
          </a:p>
          <a:p>
            <a:pPr algn="l"/>
            <a:r>
              <a:rPr lang="pt-BR" sz="4800" i="0" dirty="0">
                <a:solidFill>
                  <a:srgbClr val="000000"/>
                </a:solidFill>
                <a:effectLst/>
                <a:latin typeface="-apple-system"/>
              </a:rPr>
              <a:t>CONFIA NELE, E COM CERTEZA ELE AGIRÁ. R.</a:t>
            </a:r>
          </a:p>
          <a:p>
            <a:pPr algn="l"/>
            <a:endParaRPr lang="pt-BR" sz="480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3434903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7C87B-FFBC-9EEE-0EDD-A56D26E2D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F1B52E-CB08-8923-A998-EE08A978FD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E2647F-F2E1-1A05-0015-3713C441C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4800" b="1" i="0" dirty="0">
                <a:solidFill>
                  <a:srgbClr val="000000"/>
                </a:solidFill>
                <a:effectLst/>
                <a:latin typeface="-apple-system"/>
              </a:rPr>
              <a:t>BUSCAI EM PRIMEIRO LUGAR O REINO DE DEUS E A SUA JUSTIÇA, E TODAS ESTAS COISAS VOS SERÃO DADAS POR ACRÉSCIMO, ALELUIA.</a:t>
            </a:r>
          </a:p>
          <a:p>
            <a:pPr algn="l"/>
            <a:endParaRPr lang="pt-BR" sz="48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4800" i="0" dirty="0">
                <a:solidFill>
                  <a:srgbClr val="000000"/>
                </a:solidFill>
                <a:effectLst/>
                <a:latin typeface="-apple-system"/>
              </a:rPr>
              <a:t>FARÁ BRILHAR TUA INOCÊNCIA COMO A LUZ, *</a:t>
            </a:r>
          </a:p>
          <a:p>
            <a:pPr algn="l"/>
            <a:r>
              <a:rPr lang="pt-BR" sz="4800" i="0" dirty="0">
                <a:solidFill>
                  <a:srgbClr val="000000"/>
                </a:solidFill>
                <a:effectLst/>
                <a:latin typeface="-apple-system"/>
              </a:rPr>
              <a:t>E O TEU DIREITO, COMO O SOL DO MEIO-DIA. R.</a:t>
            </a:r>
          </a:p>
        </p:txBody>
      </p:sp>
    </p:spTree>
    <p:extLst>
      <p:ext uri="{BB962C8B-B14F-4D97-AF65-F5344CB8AC3E}">
        <p14:creationId xmlns:p14="http://schemas.microsoft.com/office/powerpoint/2010/main" val="33783255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96467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E8D08-951A-1FAF-47FD-6BCC87152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DCFA9E-6733-25A6-D9E2-5952F8891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B192DA-1C38-A4D7-6869-B3F552909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ALMA DE CRISTO, SANTIFICAI-ME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CORPO DE CRISTO, SALVAI-ME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SANGUE DE CRISTO, INEBRIAI-ME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ÁGUA DO LADO DE CRISTO, LAVAI-ME</a:t>
            </a:r>
          </a:p>
          <a:p>
            <a:pPr algn="l"/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5034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PAIXÃO DE CRISTO, CONFORTAI-ME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Ó BOM JESUS, OUVI-ME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DENTRO DE VOSSAS CHAGAS, ESCONDEI-ME</a:t>
            </a:r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9918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NÃO PERMITAIS QUE EU ME SEPARE DE VÓS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DO ESPÍRITO MALIGNO DEFENDEI-ME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NA HORA DA MORTE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CHAMAI-ME</a:t>
            </a:r>
          </a:p>
        </p:txBody>
      </p:sp>
    </p:spTree>
    <p:extLst>
      <p:ext uri="{BB962C8B-B14F-4D97-AF65-F5344CB8AC3E}">
        <p14:creationId xmlns:p14="http://schemas.microsoft.com/office/powerpoint/2010/main" val="20775425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MANDAI-ME IR PARA VÓS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PARA QUE COM VOSSOS SANTOS VOS LOUVE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POR TODOS OS SÉCULOS DOS SÉCULOS, AMÉM</a:t>
            </a:r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7637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26514-6D19-4E39-3ADD-65AAFC367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C5AA857-6689-7EC2-BA0C-335E7FFD3E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21A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F9E55DF-5DFA-7581-CC39-C4C70329A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chemeClr val="accent4">
                    <a:lumMod val="75000"/>
                  </a:schemeClr>
                </a:solidFill>
              </a:rPr>
              <a:t>SUBTEMA DA NOITE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1F4BF5-FF9D-7E54-4DB9-E5A2A2719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816" y="2006931"/>
            <a:ext cx="10728367" cy="3443844"/>
          </a:xfrm>
        </p:spPr>
        <p:txBody>
          <a:bodyPr>
            <a:normAutofit/>
          </a:bodyPr>
          <a:lstStyle/>
          <a:p>
            <a:r>
              <a:rPr lang="pt-BR" sz="9600" b="1" dirty="0">
                <a:solidFill>
                  <a:schemeClr val="bg1"/>
                </a:solidFill>
                <a:latin typeface="Gabriola" panose="04040605051002020D02" pitchFamily="82" charset="0"/>
              </a:rPr>
              <a:t>A VIRTUDE DA MANSIDÃO</a:t>
            </a:r>
          </a:p>
        </p:txBody>
      </p:sp>
    </p:spTree>
    <p:extLst>
      <p:ext uri="{BB962C8B-B14F-4D97-AF65-F5344CB8AC3E}">
        <p14:creationId xmlns:p14="http://schemas.microsoft.com/office/powerpoint/2010/main" val="11344261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8F092-935B-868A-D829-D0A0DECF4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45B811D-E8E4-898E-9D92-3B017709D6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46361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SE MILAGRES DESEJAIS,</a:t>
            </a:r>
          </a:p>
          <a:p>
            <a:pPr algn="just"/>
            <a:r>
              <a:rPr lang="pt-BR" sz="19200" dirty="0"/>
              <a:t>RECORREI A SANTO ANTÔNIO;</a:t>
            </a:r>
          </a:p>
          <a:p>
            <a:pPr algn="just"/>
            <a:r>
              <a:rPr lang="pt-BR" sz="19200" dirty="0"/>
              <a:t>VEREIS FUGIR O DEMÔNIO</a:t>
            </a:r>
          </a:p>
          <a:p>
            <a:pPr algn="just"/>
            <a:r>
              <a:rPr lang="pt-BR" sz="19200" dirty="0"/>
              <a:t>E AS TENTAÇÕES INFERNAIS.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60678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TODOS OS MALES HUMANOS</a:t>
            </a:r>
          </a:p>
          <a:p>
            <a:pPr algn="just"/>
            <a:r>
              <a:rPr lang="pt-BR" sz="19200" dirty="0"/>
              <a:t>SE MODERAM, SE RETIRAM,</a:t>
            </a:r>
          </a:p>
          <a:p>
            <a:pPr algn="just"/>
            <a:r>
              <a:rPr lang="pt-BR" sz="19200" dirty="0"/>
              <a:t>DIGAM-NO AQUELES QUE O VIRAM,</a:t>
            </a:r>
          </a:p>
          <a:p>
            <a:pPr algn="just"/>
            <a:r>
              <a:rPr lang="pt-BR" sz="19200" dirty="0"/>
              <a:t>E DIGAM-NO OS PADUANOS.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26601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PELA SUA INTERCESSÃO</a:t>
            </a:r>
          </a:p>
          <a:p>
            <a:pPr algn="just"/>
            <a:r>
              <a:rPr lang="pt-BR" sz="19200" dirty="0"/>
              <a:t>FOGE A PESTE, O ERRO, A MORTE,</a:t>
            </a:r>
          </a:p>
          <a:p>
            <a:pPr algn="just"/>
            <a:r>
              <a:rPr lang="pt-BR" sz="19200" dirty="0"/>
              <a:t>O FRACO TORNA-SE FORTE</a:t>
            </a:r>
          </a:p>
          <a:p>
            <a:pPr algn="just"/>
            <a:r>
              <a:rPr lang="pt-BR" sz="19200" dirty="0"/>
              <a:t>E TORNA-SE O ENFERMO SÃO.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92039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GLÓRIA AO PAI, E GLÓRIA AO FILHO </a:t>
            </a:r>
          </a:p>
          <a:p>
            <a:pPr algn="just"/>
            <a:r>
              <a:rPr lang="pt-BR" sz="19200" dirty="0"/>
              <a:t>E AO ESPÍRITO SANTO TAMBÉM</a:t>
            </a:r>
          </a:p>
          <a:p>
            <a:pPr algn="just"/>
            <a:r>
              <a:rPr lang="pt-BR" sz="19200" dirty="0"/>
              <a:t>GLÓRIA AO PAI E GLÓRIA AO FILHO</a:t>
            </a:r>
          </a:p>
          <a:p>
            <a:pPr algn="just"/>
            <a:r>
              <a:rPr lang="pt-BR" sz="19200" dirty="0"/>
              <a:t>AGORA E SEM FIM, AMÉM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97723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13461-175C-7E2F-7728-1C51939F6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B21AF66-494E-1584-5F6F-578A9F97EC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57418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dirty="0"/>
              <a:t>JUBILOSOS VOS SAUDAMOS,</a:t>
            </a:r>
          </a:p>
          <a:p>
            <a:pPr algn="l"/>
            <a:r>
              <a:rPr lang="pt-BR" sz="4800" dirty="0"/>
              <a:t>GRANDE SERVO DO SENHOR,       </a:t>
            </a:r>
          </a:p>
          <a:p>
            <a:pPr algn="l"/>
            <a:r>
              <a:rPr lang="pt-BR" sz="4800" dirty="0"/>
              <a:t>SANTO ANTONIO NESTA VIDA</a:t>
            </a:r>
          </a:p>
          <a:p>
            <a:pPr algn="l"/>
            <a:r>
              <a:rPr lang="pt-BR" sz="4800" dirty="0"/>
              <a:t>SOIS O NOSSO PROTETOR.</a:t>
            </a:r>
          </a:p>
          <a:p>
            <a:pPr algn="l"/>
            <a:r>
              <a:rPr lang="pt-BR" sz="4800" dirty="0"/>
              <a:t> </a:t>
            </a:r>
          </a:p>
          <a:p>
            <a:pPr algn="l"/>
            <a:r>
              <a:rPr lang="pt-BR" sz="4800" b="1" dirty="0"/>
              <a:t>SANTO ANTÔNIO, ROGAI POR NÓS</a:t>
            </a:r>
          </a:p>
          <a:p>
            <a:pPr algn="l"/>
            <a:r>
              <a:rPr lang="pt-BR" sz="4800" b="1" dirty="0"/>
              <a:t>SANTO ANTÔNIO, ROGAI POR NÓS</a:t>
            </a:r>
          </a:p>
        </p:txBody>
      </p:sp>
    </p:spTree>
    <p:extLst>
      <p:ext uri="{BB962C8B-B14F-4D97-AF65-F5344CB8AC3E}">
        <p14:creationId xmlns:p14="http://schemas.microsoft.com/office/powerpoint/2010/main" val="24519939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dirty="0"/>
              <a:t>ENTRE OS SANTOS QUE JÁ REINAM</a:t>
            </a:r>
          </a:p>
          <a:p>
            <a:pPr algn="l"/>
            <a:r>
              <a:rPr lang="pt-BR" sz="6000" dirty="0"/>
              <a:t>GLORIOSOS LÁ NO CÉU,</a:t>
            </a:r>
          </a:p>
          <a:p>
            <a:pPr algn="l"/>
            <a:r>
              <a:rPr lang="pt-BR" sz="6000" dirty="0"/>
              <a:t>SOIS CONSTANTE DESPENSEIRO</a:t>
            </a:r>
          </a:p>
          <a:p>
            <a:pPr algn="l"/>
            <a:r>
              <a:rPr lang="pt-BR" sz="6000" dirty="0"/>
              <a:t>DOS MAIS RICOS DONS DE DEUS. </a:t>
            </a:r>
          </a:p>
          <a:p>
            <a:pPr algn="l"/>
            <a:endParaRPr lang="pt-BR" sz="6000" dirty="0"/>
          </a:p>
          <a:p>
            <a:pPr algn="l"/>
            <a:r>
              <a:rPr lang="pt-BR" sz="6000" b="1" dirty="0"/>
              <a:t>SANTO ANTÔNIO, ROGAI POR NÓS</a:t>
            </a:r>
          </a:p>
          <a:p>
            <a:pPr algn="l"/>
            <a:r>
              <a:rPr lang="pt-BR" sz="6000" b="1" dirty="0"/>
              <a:t>SANTO ANTÔNIO, ROGAI POR NÓS</a:t>
            </a:r>
          </a:p>
        </p:txBody>
      </p:sp>
    </p:spTree>
    <p:extLst>
      <p:ext uri="{BB962C8B-B14F-4D97-AF65-F5344CB8AC3E}">
        <p14:creationId xmlns:p14="http://schemas.microsoft.com/office/powerpoint/2010/main" val="38090823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dirty="0"/>
              <a:t>AO MENINO-DEUS NOS BRAÇOS</a:t>
            </a:r>
          </a:p>
          <a:p>
            <a:pPr algn="l"/>
            <a:r>
              <a:rPr lang="pt-BR" sz="4800" dirty="0"/>
              <a:t>NOSSOS ROGOS TRANSMITI,   </a:t>
            </a:r>
          </a:p>
          <a:p>
            <a:pPr algn="l"/>
            <a:r>
              <a:rPr lang="pt-BR" sz="4800" dirty="0"/>
              <a:t>AH! VALEI-NOS SEMPRE, SEMPRE</a:t>
            </a:r>
          </a:p>
          <a:p>
            <a:pPr algn="l"/>
            <a:r>
              <a:rPr lang="pt-BR" sz="4800" dirty="0"/>
              <a:t>E A JESUS NOS CONDUZIR. </a:t>
            </a:r>
          </a:p>
          <a:p>
            <a:pPr algn="l"/>
            <a:endParaRPr lang="pt-BR" sz="4800" dirty="0"/>
          </a:p>
          <a:p>
            <a:pPr algn="l"/>
            <a:r>
              <a:rPr lang="pt-BR" sz="4800" b="1" dirty="0"/>
              <a:t>SANTO ANTÔNIO, ROGAI POR NÓS</a:t>
            </a:r>
          </a:p>
          <a:p>
            <a:pPr algn="l"/>
            <a:r>
              <a:rPr lang="pt-BR" sz="4800" b="1" dirty="0"/>
              <a:t>SANTO ANTÔNIO, ROGAI POR NÓS</a:t>
            </a:r>
          </a:p>
        </p:txBody>
      </p:sp>
    </p:spTree>
    <p:extLst>
      <p:ext uri="{BB962C8B-B14F-4D97-AF65-F5344CB8AC3E}">
        <p14:creationId xmlns:p14="http://schemas.microsoft.com/office/powerpoint/2010/main" val="23073403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1669</TotalTime>
  <Words>1171</Words>
  <Application>Microsoft Office PowerPoint</Application>
  <PresentationFormat>Widescreen</PresentationFormat>
  <Paragraphs>221</Paragraphs>
  <Slides>48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48</vt:i4>
      </vt:variant>
    </vt:vector>
  </HeadingPairs>
  <TitlesOfParts>
    <vt:vector size="57" baseType="lpstr">
      <vt:lpstr>-apple-system</vt:lpstr>
      <vt:lpstr>arial</vt:lpstr>
      <vt:lpstr>arial</vt:lpstr>
      <vt:lpstr>Baskerville Old Face</vt:lpstr>
      <vt:lpstr>Calibri</vt:lpstr>
      <vt:lpstr>Calibri Light</vt:lpstr>
      <vt:lpstr>Gabriola</vt:lpstr>
      <vt:lpstr>Roboto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LADAINHA</vt:lpstr>
      <vt:lpstr>LADAINHA</vt:lpstr>
      <vt:lpstr>LADAINHA</vt:lpstr>
      <vt:lpstr>LADAINHA</vt:lpstr>
      <vt:lpstr>Apresentação do PowerPoint</vt:lpstr>
      <vt:lpstr>CANTO DE APRESENTAÇÃO OFERENDAS</vt:lpstr>
      <vt:lpstr>CANTO DE APRESENTAÇÃO OFERENDAS</vt:lpstr>
      <vt:lpstr>CANTO DE APRESENTAÇÃO OFERENDAS</vt:lpstr>
      <vt:lpstr>CANTO DE APRESENTAÇÃO OFERENDAS</vt:lpstr>
      <vt:lpstr>Apresentação do PowerPoint</vt:lpstr>
      <vt:lpstr>SANTO</vt:lpstr>
      <vt:lpstr>Apresentação do PowerPoint</vt:lpstr>
      <vt:lpstr>Apresentação do PowerPoint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SUBTEMA DA NOITE</vt:lpstr>
      <vt:lpstr>Apresentação do PowerPoint</vt:lpstr>
      <vt:lpstr>RESPONSÓRIO</vt:lpstr>
      <vt:lpstr>RESPONSÓRIO</vt:lpstr>
      <vt:lpstr>RESPONSÓRIO</vt:lpstr>
      <vt:lpstr>RESPONSÓRIO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21</cp:revision>
  <dcterms:created xsi:type="dcterms:W3CDTF">2023-05-06T17:01:55Z</dcterms:created>
  <dcterms:modified xsi:type="dcterms:W3CDTF">2026-06-01T20:44:39Z</dcterms:modified>
</cp:coreProperties>
</file>