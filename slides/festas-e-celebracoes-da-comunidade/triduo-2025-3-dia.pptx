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49" r:id="rId3"/>
    <p:sldId id="450" r:id="rId4"/>
    <p:sldId id="492" r:id="rId5"/>
    <p:sldId id="452" r:id="rId6"/>
    <p:sldId id="493" r:id="rId7"/>
    <p:sldId id="454" r:id="rId8"/>
    <p:sldId id="494" r:id="rId9"/>
    <p:sldId id="456" r:id="rId10"/>
    <p:sldId id="552" r:id="rId11"/>
    <p:sldId id="457" r:id="rId12"/>
    <p:sldId id="553" r:id="rId13"/>
    <p:sldId id="458" r:id="rId14"/>
    <p:sldId id="491" r:id="rId15"/>
    <p:sldId id="490" r:id="rId16"/>
    <p:sldId id="261" r:id="rId17"/>
    <p:sldId id="338" r:id="rId18"/>
    <p:sldId id="339" r:id="rId19"/>
    <p:sldId id="340" r:id="rId20"/>
    <p:sldId id="377" r:id="rId21"/>
    <p:sldId id="554" r:id="rId22"/>
    <p:sldId id="555" r:id="rId23"/>
    <p:sldId id="556" r:id="rId24"/>
    <p:sldId id="557" r:id="rId25"/>
    <p:sldId id="558" r:id="rId26"/>
    <p:sldId id="559" r:id="rId27"/>
    <p:sldId id="560" r:id="rId28"/>
    <p:sldId id="414" r:id="rId29"/>
    <p:sldId id="415" r:id="rId30"/>
    <p:sldId id="416" r:id="rId31"/>
    <p:sldId id="417" r:id="rId32"/>
    <p:sldId id="418" r:id="rId33"/>
    <p:sldId id="419" r:id="rId34"/>
    <p:sldId id="561" r:id="rId35"/>
    <p:sldId id="422" r:id="rId36"/>
    <p:sldId id="423" r:id="rId37"/>
    <p:sldId id="421" r:id="rId38"/>
    <p:sldId id="562" r:id="rId39"/>
    <p:sldId id="411" r:id="rId40"/>
    <p:sldId id="495" r:id="rId41"/>
    <p:sldId id="496" r:id="rId42"/>
    <p:sldId id="497" r:id="rId43"/>
    <p:sldId id="498" r:id="rId44"/>
    <p:sldId id="277" r:id="rId45"/>
    <p:sldId id="413" r:id="rId46"/>
    <p:sldId id="499" r:id="rId47"/>
    <p:sldId id="429" r:id="rId48"/>
    <p:sldId id="522" r:id="rId49"/>
    <p:sldId id="523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AF437C-87F9-9A0C-E676-AAB1CF742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F1F12-F8D1-58E7-8BF3-3AE9CDBB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6EA20-661C-8D30-ED62-AC72AC914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535A3A-B335-B764-85A9-62EA8600E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COISAS, E SANTO É O  SEU NOME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80169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AD58D-C082-D985-ADD0-0EAAE499A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21A6DCA-5C4D-BDC4-F5E9-52022B04A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 MINH'ALMA ENGRANDECE O SENHOR E SE ALEGROU O MEU ESPÍRITO EM DEUS, MEU SALVADOR; </a:t>
            </a:r>
          </a:p>
          <a:p>
            <a:pPr algn="l"/>
            <a:r>
              <a:rPr lang="pt-BR" sz="8000" dirty="0"/>
              <a:t>SEU AMOR, DE GERAÇÃO EM GERAÇÃO, CHEGA A TODOS QUE O RESPEITAM;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4250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51D7-F362-15B0-B95C-9050FD4E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7550769-E556-30E0-A882-EE876B832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COISAS, E SANTO É O  SEU NOME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633341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1217-7583-4D79-5394-4AFFB008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77377-FB99-72DF-863D-2FE2B4AC4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410BF1-46F4-A26F-D0B6-21BEB5C35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 MINH'ALMA ENGRANDECE O SENHOR E SE ALEGROU O MEU ESPÍRITO EM DEUS, MEU SALVADOR; </a:t>
            </a:r>
          </a:p>
          <a:p>
            <a:pPr algn="l"/>
            <a:r>
              <a:rPr lang="pt-BR" sz="8000" dirty="0"/>
              <a:t>SEU AMOR, DE GERAÇÃO EM GERAÇÃO, CHEGA A TODOS QUE O RESPEITAM;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2639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5394-E62E-FBB6-CEB8-D254AAD4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D4622A7-7A3C-A8FB-E3ED-564D9116A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COISAS, E SANTO É O  SEU NOME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7277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7C9C-5B59-799D-3DC4-92910F3A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664D4AF-CC2F-2393-D8FA-EE51B1438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355532" cy="561845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dirty="0"/>
              <a:t>DEMONSTROU O PODER DE SEU BRAÇO, DISPERSOU OS ORGULHOSOS. </a:t>
            </a:r>
          </a:p>
          <a:p>
            <a:pPr algn="l"/>
            <a:r>
              <a:rPr lang="pt-BR" sz="7200" dirty="0"/>
              <a:t>DERRUBOU OS PODEROSOS DE SEUS TRONOS E OS HUMILDES EXALTOU! </a:t>
            </a:r>
            <a:endParaRPr lang="pt-BR" sz="25800" dirty="0"/>
          </a:p>
        </p:txBody>
      </p:sp>
    </p:spTree>
    <p:extLst>
      <p:ext uri="{BB962C8B-B14F-4D97-AF65-F5344CB8AC3E}">
        <p14:creationId xmlns:p14="http://schemas.microsoft.com/office/powerpoint/2010/main" val="2709690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1348-349A-C065-5D7D-1652ED89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D81206B-6D0A-C479-A910-1E5102611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b="1" dirty="0"/>
              <a:t>TODAS AS GERAÇÕES ME CHAMARÃO BEM-AVENTURADA, </a:t>
            </a:r>
          </a:p>
          <a:p>
            <a:pPr algn="l"/>
            <a:r>
              <a:rPr lang="pt-BR" sz="8800" b="1" dirty="0"/>
              <a:t>PORQUE O PODEROSO FEZ EM MIM GRANDES COISAS, E SANTO É O  SEU NOME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4001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E60C-D08C-6F3A-7F95-3BCA9380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A97CE4D-46DC-6FC9-B0F6-66F925B75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dirty="0"/>
              <a:t>E BENS SACIOU OS FAMINTOS, E DESPEDIU, SEM NADA OS RICOS. </a:t>
            </a:r>
          </a:p>
          <a:p>
            <a:pPr algn="l"/>
            <a:r>
              <a:rPr lang="pt-BR" sz="8000" dirty="0"/>
              <a:t>ACOLHEU ISRAEL, SEU SERVIDOR, FIEL AO SEU AMOR</a:t>
            </a:r>
            <a:endParaRPr lang="pt-BR" sz="31000" dirty="0"/>
          </a:p>
        </p:txBody>
      </p:sp>
    </p:spTree>
    <p:extLst>
      <p:ext uri="{BB962C8B-B14F-4D97-AF65-F5344CB8AC3E}">
        <p14:creationId xmlns:p14="http://schemas.microsoft.com/office/powerpoint/2010/main" val="2446533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320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584133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CONFESSO A DEUS TODO-PODEROSO E A VÓS, IRMÃOS E IRMÃS, QUE PEQUEI MUITAS VEZES POR PENSAMENTOS E PALAVRAS, ATOS E OMISSÕES, POR MINHA CULPA, MINHA CULPA, MINHA TÃO GRANDE CULPA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70069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1584133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A VIRGEM MARIA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</a:t>
            </a:r>
          </a:p>
          <a:p>
            <a:pPr algn="just"/>
            <a:r>
              <a:rPr lang="pt-BR" sz="7200" dirty="0"/>
              <a:t>QUE ROGUEIS POR MIM </a:t>
            </a:r>
          </a:p>
          <a:p>
            <a:pPr algn="just"/>
            <a:r>
              <a:rPr lang="pt-BR" sz="7200" dirty="0"/>
              <a:t>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146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8919E-5B6C-904E-DF37-5C63C60C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1494E-FFF3-C310-7D25-D81B96306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340" y="360217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F45633-96CE-3FA6-76E5-A3865E5C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340" y="2133600"/>
            <a:ext cx="11584133" cy="2978728"/>
          </a:xfrm>
        </p:spPr>
        <p:txBody>
          <a:bodyPr>
            <a:normAutofit/>
          </a:bodyPr>
          <a:lstStyle/>
          <a:p>
            <a:r>
              <a:rPr lang="pt-BR" sz="5400" b="1" dirty="0"/>
              <a:t>SENHOR, TENDE PIEDADE DE NÓS! (2X)</a:t>
            </a:r>
          </a:p>
          <a:p>
            <a:r>
              <a:rPr lang="pt-BR" sz="5400" b="1" dirty="0"/>
              <a:t>CRISTO, TENDE PIEDADE DE NÓS! (2X)</a:t>
            </a:r>
          </a:p>
          <a:p>
            <a:r>
              <a:rPr lang="pt-BR" sz="54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352353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74BB-5687-2095-E8C9-2DAE9135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4B5A214-A5FC-F317-5032-17EAB46EF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236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500" b="1" dirty="0"/>
              <a:t>GLÓRIA A DEUS NAS ALTURAS (2X)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r>
              <a:rPr lang="pt-BR" sz="9600" dirty="0"/>
              <a:t>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3607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O PODEROSO FEZ EM MIM MARAVILHAS, E SANTO É O SEU NOME.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799010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9981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SOIS FELIZ, VIRGEM MARIA; E MERECEIS TODO LOUVOR, POIS, DE VÓS, SE LEVANTOU O SOL BRILHANTE DA JUSTIÇA!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129021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521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883729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13383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1746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FAVORECESTES, Ó SENHOR, A VOSSA TERRA, *</a:t>
            </a:r>
          </a:p>
          <a:p>
            <a:pPr algn="just"/>
            <a:r>
              <a:rPr lang="pt-BR" sz="6600" dirty="0"/>
              <a:t>LIBERTASTES OS CATIVOS DE JACÓ. R.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2887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49252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92501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5927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1573" cy="423299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 VERDADE E O AMOR SE ENCONTRARÃO, * A JUSTIÇA E A PAZ SE ABRAÇARÃO; R.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87697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77690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527165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DA TERRA BROTARÁ A FIDELIDADE, 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JUSTIÇA OLHARÁ DOS ALTOS CÉUS. </a:t>
            </a:r>
            <a:endParaRPr lang="pt-BR" sz="397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78947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800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AVE MARIA, CHEIA DE GRAÇA, O SENHOR ESTÁ CONTIGO.</a:t>
            </a:r>
          </a:p>
          <a:p>
            <a:pPr algn="l"/>
            <a:r>
              <a:rPr lang="pt-BR" sz="7200" b="1" dirty="0"/>
              <a:t>BENDITA ÉS TU ENTRE AS MULHERES, ALELUIA!</a:t>
            </a:r>
            <a:endParaRPr lang="pt-BR" sz="230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2183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NOS DARÁ TUDO O QUE É BOM,*</a:t>
            </a:r>
          </a:p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NOSSA TERRA NOS DARÁ SUAS COLHEITAS; R.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97406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807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SANTO, SANTO, SANTO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SENHOR, DEUS DO UNIVERSO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O CÉU E A TERRA PROCLAMAM A VOSSA GLÓRIA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HOSANA NAS ALTURAS (2X)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67949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7867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42569"/>
            <a:ext cx="10855037" cy="4828740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BENDITO O QUE VEM EM NOME DO SENHOR.</a:t>
            </a:r>
            <a:endParaRPr lang="pt-BR" sz="8000" dirty="0">
              <a:solidFill>
                <a:srgbClr val="131313"/>
              </a:solidFill>
              <a:latin typeface="Roboto" panose="02000000000000000000" pitchFamily="2" charset="0"/>
            </a:endParaRPr>
          </a:p>
          <a:p>
            <a:pPr algn="l"/>
            <a:r>
              <a:rPr lang="pt-BR" sz="8000" dirty="0">
                <a:solidFill>
                  <a:srgbClr val="131313"/>
                </a:solidFill>
                <a:latin typeface="Roboto" panose="02000000000000000000" pitchFamily="2" charset="0"/>
              </a:rPr>
              <a:t>HOSANA NAS ALTURAS (2X)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285307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9396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1. POVO DE DEUS, FOI ASSIM:</a:t>
            </a:r>
          </a:p>
          <a:p>
            <a:pPr algn="l"/>
            <a:r>
              <a:rPr lang="pt-BR" sz="8800" dirty="0"/>
              <a:t>DEUS CUMPRIU A PALAVRA QUE DIZ:</a:t>
            </a:r>
          </a:p>
          <a:p>
            <a:pPr algn="l"/>
            <a:r>
              <a:rPr lang="pt-BR" sz="8800" dirty="0"/>
              <a:t>UMA VIRGEM IRÁ CONCEBER,</a:t>
            </a:r>
          </a:p>
          <a:p>
            <a:pPr algn="l"/>
            <a:r>
              <a:rPr lang="pt-BR" sz="8800" dirty="0"/>
              <a:t>E A VISITA DE DEUS ME FEZ MÃE!</a:t>
            </a:r>
          </a:p>
          <a:p>
            <a:pPr algn="l"/>
            <a:r>
              <a:rPr lang="pt-BR" sz="8800" dirty="0"/>
              <a:t>MÃE DO SENHOR, NOSSA MÃE,</a:t>
            </a:r>
          </a:p>
          <a:p>
            <a:pPr algn="l"/>
            <a:r>
              <a:rPr lang="pt-BR" sz="8800" dirty="0"/>
              <a:t>NÓS QUEREMOS CONTIGO APRENDER</a:t>
            </a:r>
          </a:p>
          <a:p>
            <a:pPr algn="l"/>
            <a:r>
              <a:rPr lang="pt-BR" sz="8800" dirty="0"/>
              <a:t>A HUMILDADE, A CONFIANÇA TOTAL,</a:t>
            </a:r>
          </a:p>
          <a:p>
            <a:pPr algn="l"/>
            <a:r>
              <a:rPr lang="pt-BR" sz="8800" dirty="0"/>
              <a:t>E ESCUTAR O TEU FILHO QUE DIZ:</a:t>
            </a:r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21908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SENTA COMIGO À MINHA MESA,</a:t>
            </a:r>
          </a:p>
          <a:p>
            <a:pPr algn="l"/>
            <a:r>
              <a:rPr lang="pt-BR" sz="8000" b="1" dirty="0"/>
              <a:t>NUTRE A ESPERANÇA, REÚNE OS IRMÃOS!</a:t>
            </a:r>
          </a:p>
          <a:p>
            <a:pPr algn="l"/>
            <a:r>
              <a:rPr lang="pt-BR" sz="8000" b="1" dirty="0"/>
              <a:t>PLANTA MEU REINO, TRANSFORMA A TERRA,</a:t>
            </a:r>
          </a:p>
          <a:p>
            <a:pPr algn="l"/>
            <a:r>
              <a:rPr lang="pt-BR" sz="8000" b="1" dirty="0"/>
              <a:t>MAIS QUE CORAGEM, TENS MINHA MÃO!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205510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61C1-3F29-9F6D-81A7-02D514CC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14467-0F1C-9D52-ACC8-0EAD77AB0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717ED8-976F-E4AC-9ADC-7536E7C28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8800" dirty="0"/>
              <a:t>2. POVO DE DEUS FOI ASSIM:</a:t>
            </a:r>
          </a:p>
          <a:p>
            <a:pPr algn="l"/>
            <a:r>
              <a:rPr lang="pt-BR" sz="8800" dirty="0"/>
              <a:t>NEM MONTANHA OU DISTÂNCIA QUALQUER</a:t>
            </a:r>
          </a:p>
          <a:p>
            <a:pPr algn="l"/>
            <a:r>
              <a:rPr lang="pt-BR" sz="8800" dirty="0"/>
              <a:t>ME IMPEDIU DE SERVIR E SORRIR.</a:t>
            </a:r>
          </a:p>
          <a:p>
            <a:pPr algn="l"/>
            <a:r>
              <a:rPr lang="pt-BR" sz="8800" dirty="0"/>
              <a:t>VISITEI COM MEU DEUS. FUI IRMÃ!</a:t>
            </a:r>
          </a:p>
          <a:p>
            <a:pPr algn="l"/>
            <a:r>
              <a:rPr lang="pt-BR" sz="8800" dirty="0"/>
              <a:t>MÃE DO SENHOR, NOSSA MÃE,</a:t>
            </a:r>
          </a:p>
          <a:p>
            <a:pPr algn="l"/>
            <a:r>
              <a:rPr lang="pt-BR" sz="8800" dirty="0"/>
              <a:t>NÓS QUEREMOS CONTIGO APRENDER</a:t>
            </a:r>
          </a:p>
          <a:p>
            <a:pPr algn="l"/>
            <a:r>
              <a:rPr lang="pt-BR" sz="8800" dirty="0"/>
              <a:t>DESAPEGO, BONDADE, TEU SIM,</a:t>
            </a:r>
          </a:p>
          <a:p>
            <a:pPr algn="l"/>
            <a:r>
              <a:rPr lang="pt-BR" sz="8800" dirty="0"/>
              <a:t>E ACOLHER O TEU FILHO QUE DIZ: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53757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70EB-1C9A-FD57-2BC0-8C8452311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2DB9D-5F83-67F1-3274-78915FB11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345426-DBEF-E06B-C64C-F1538A0BA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SENTA COMIGO À MINHA MESA,</a:t>
            </a:r>
          </a:p>
          <a:p>
            <a:pPr algn="l"/>
            <a:r>
              <a:rPr lang="pt-BR" sz="8000" b="1" dirty="0"/>
              <a:t>NUTRE A ESPERANÇA, REÚNE OS IRMÃOS!</a:t>
            </a:r>
          </a:p>
          <a:p>
            <a:pPr algn="l"/>
            <a:r>
              <a:rPr lang="pt-BR" sz="8000" b="1" dirty="0"/>
              <a:t>PLANTA MEU REINO, TRANSFORMA A TERRA,</a:t>
            </a:r>
          </a:p>
          <a:p>
            <a:pPr algn="l"/>
            <a:r>
              <a:rPr lang="pt-BR" sz="8000" b="1" dirty="0"/>
              <a:t>MAIS QUE CORAGEM, TENS MINHA MÃO!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751977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EA339-8332-0AE0-D43B-DDB92DEE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2AB29-B8C9-2FAB-A410-90016F8B8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FCD3A5-15AF-CF8D-F464-541194A30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3. POVO DE DEUS, FOI ASSIM:</a:t>
            </a:r>
          </a:p>
          <a:p>
            <a:pPr algn="l"/>
            <a:r>
              <a:rPr lang="pt-BR" sz="8800" dirty="0"/>
              <a:t>MEU MENINO CRESCEU E ENTENDEU,</a:t>
            </a:r>
          </a:p>
          <a:p>
            <a:pPr algn="l"/>
            <a:r>
              <a:rPr lang="pt-BR" sz="8800" dirty="0"/>
              <a:t>QUE A VONTADE DO PAI CONTA MAIS,</a:t>
            </a:r>
          </a:p>
          <a:p>
            <a:pPr algn="l"/>
            <a:r>
              <a:rPr lang="pt-BR" sz="8800" dirty="0"/>
              <a:t>E A VISITA FOI DEUS QUEM NOS FEZ.</a:t>
            </a:r>
          </a:p>
          <a:p>
            <a:pPr algn="l"/>
            <a:r>
              <a:rPr lang="pt-BR" sz="8800" dirty="0"/>
              <a:t>MÃE DO SENHOR, NOSSA MÃE,</a:t>
            </a:r>
          </a:p>
          <a:p>
            <a:pPr algn="l"/>
            <a:r>
              <a:rPr lang="pt-BR" sz="8800" dirty="0"/>
              <a:t>NÓS QUEREMOS CONTIGO APRENDER</a:t>
            </a:r>
          </a:p>
          <a:p>
            <a:pPr algn="l"/>
            <a:r>
              <a:rPr lang="pt-BR" sz="8800" dirty="0"/>
              <a:t>A JUSTIÇA, A VONTADE DO PAI,</a:t>
            </a:r>
          </a:p>
          <a:p>
            <a:pPr algn="l"/>
            <a:r>
              <a:rPr lang="pt-BR" sz="8800" dirty="0"/>
              <a:t>E ENTENDER O TEU FILHO QUE DIZ: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63411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587D-B5EC-9845-7BEF-5C1F355D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01310-3754-C71F-B5A3-14CE5EB77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1F385D-21DF-D2D2-6BDE-AC871BBDB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SENTA COMIGO À MINHA MESA,</a:t>
            </a:r>
          </a:p>
          <a:p>
            <a:pPr algn="l"/>
            <a:r>
              <a:rPr lang="pt-BR" sz="8000" b="1" dirty="0"/>
              <a:t>NUTRE A ESPERANÇA, REÚNE OS IRMÃOS!</a:t>
            </a:r>
          </a:p>
          <a:p>
            <a:pPr algn="l"/>
            <a:r>
              <a:rPr lang="pt-BR" sz="8000" b="1" dirty="0"/>
              <a:t>PLANTA MEU REINO, TRANSFORMA A TERRA,</a:t>
            </a:r>
          </a:p>
          <a:p>
            <a:pPr algn="l"/>
            <a:r>
              <a:rPr lang="pt-BR" sz="8000" b="1" dirty="0"/>
              <a:t>MAIS QUE CORAGEM, TENS MINHA MÃO!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37371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0289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dirty="0"/>
              <a:t>O PODEROSO FEZ EM MIM MARAVILHAS * </a:t>
            </a:r>
          </a:p>
          <a:p>
            <a:pPr algn="l"/>
            <a:r>
              <a:rPr lang="pt-BR" sz="8000" dirty="0"/>
              <a:t>SANTO É O SEU NOME! </a:t>
            </a:r>
          </a:p>
          <a:p>
            <a:pPr algn="l"/>
            <a:r>
              <a:rPr lang="pt-BR" sz="8000" dirty="0"/>
              <a:t>SEU AMOR PARA SEMPRE * </a:t>
            </a:r>
          </a:p>
          <a:p>
            <a:pPr algn="l"/>
            <a:r>
              <a:rPr lang="pt-BR" sz="8000" dirty="0"/>
              <a:t>CHEGA A TODOS QUE O RESPEITAM; </a:t>
            </a:r>
          </a:p>
          <a:p>
            <a:pPr algn="l"/>
            <a:endParaRPr lang="pt-BR" sz="8000" dirty="0"/>
          </a:p>
          <a:p>
            <a:pPr algn="l"/>
            <a:r>
              <a:rPr lang="pt-BR" sz="8000" b="1" dirty="0"/>
              <a:t>MAGNIFICAT ANIMA MEA DOMINUM</a:t>
            </a:r>
          </a:p>
          <a:p>
            <a:pPr algn="l"/>
            <a:r>
              <a:rPr lang="pt-BR" sz="8000" b="1" dirty="0"/>
              <a:t>ET EXULTAVIT SPIRITUS MEUS IN DEO SALUTARI MEO</a:t>
            </a:r>
            <a:r>
              <a:rPr lang="pt-BR" sz="8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345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8BD8-5DE9-2A27-9351-2A25FDA3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CF5B7-5241-1388-76BB-D182A0A5B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02895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DE6E9C-E66D-89AF-19D1-9A2EDC6C2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2" y="990168"/>
            <a:ext cx="11521787" cy="586783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000" dirty="0"/>
              <a:t>DEMONSTROU O PODER DE SEU BRAÇO, * </a:t>
            </a:r>
          </a:p>
          <a:p>
            <a:pPr algn="l"/>
            <a:r>
              <a:rPr lang="pt-BR" sz="8000" dirty="0"/>
              <a:t>DISPERSOU OS ORGULHOSOS. </a:t>
            </a:r>
          </a:p>
          <a:p>
            <a:pPr algn="l"/>
            <a:r>
              <a:rPr lang="pt-BR" sz="8000" dirty="0"/>
              <a:t>DERRUBOU OS PODEROSOS * </a:t>
            </a:r>
          </a:p>
          <a:p>
            <a:pPr algn="l"/>
            <a:r>
              <a:rPr lang="pt-BR" sz="8000" dirty="0"/>
              <a:t>E OS HUMILDES EXALTOU.</a:t>
            </a:r>
          </a:p>
          <a:p>
            <a:pPr algn="l"/>
            <a:endParaRPr lang="pt-BR" sz="8000" dirty="0"/>
          </a:p>
          <a:p>
            <a:pPr algn="l"/>
            <a:r>
              <a:rPr lang="pt-BR" sz="8000" b="1" dirty="0"/>
              <a:t>MAGNIFICAT ANIMA MEA DOMINUM</a:t>
            </a:r>
          </a:p>
          <a:p>
            <a:pPr algn="l"/>
            <a:r>
              <a:rPr lang="pt-BR" sz="8000" b="1" dirty="0"/>
              <a:t>ET EXULTAVIT SPIRITUS MEUS IN DEO SALUTARI MEO</a:t>
            </a:r>
            <a:r>
              <a:rPr lang="pt-BR" sz="8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547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1723-1D27-38BF-FC72-FA2857C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8DEE4-5B09-B798-DAA6-2D8CCED9E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F599BF-15DD-9E64-6CED-93C0F79A9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 INIMIGO PODE ATÉ TENTAR</a:t>
            </a:r>
          </a:p>
          <a:p>
            <a:pPr algn="l"/>
            <a:r>
              <a:rPr lang="pt-BR" sz="6600" b="1" dirty="0"/>
              <a:t>MAS NUNCA VAI TE DERRUBAR</a:t>
            </a:r>
          </a:p>
          <a:p>
            <a:pPr algn="l"/>
            <a:r>
              <a:rPr lang="pt-BR" sz="6600" b="1" dirty="0"/>
              <a:t>VOCÊ PODE ATÉ CAIR</a:t>
            </a:r>
          </a:p>
          <a:p>
            <a:pPr algn="l"/>
            <a:r>
              <a:rPr lang="pt-BR" sz="6600" b="1" dirty="0"/>
              <a:t>MAS LOGO VAI SE LEVANTAR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QUEM TEM MARIA COMO MÃE</a:t>
            </a:r>
          </a:p>
          <a:p>
            <a:pPr algn="l"/>
            <a:r>
              <a:rPr lang="pt-BR" sz="6600" b="1" dirty="0"/>
              <a:t>TEM SEMPRE O AMOR DE JESUS</a:t>
            </a:r>
          </a:p>
          <a:p>
            <a:pPr algn="l"/>
            <a:r>
              <a:rPr lang="pt-BR" sz="6600" b="1" dirty="0"/>
              <a:t>SE SUA FÉ PREVALECER</a:t>
            </a:r>
          </a:p>
          <a:p>
            <a:pPr algn="l"/>
            <a:r>
              <a:rPr lang="pt-BR" sz="6600" b="1" dirty="0"/>
              <a:t>PRA SEMPRE VAI TE ATENDER</a:t>
            </a:r>
          </a:p>
          <a:p>
            <a:pPr algn="l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425433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9FFB7-692B-83EA-495E-A19E75EA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BA917-63C5-B502-8F82-5705A14E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A3649F-89EB-809F-46D6-52A4B9BD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VOU ME ENTREGAR</a:t>
            </a:r>
          </a:p>
          <a:p>
            <a:pPr algn="l"/>
            <a:r>
              <a:rPr lang="pt-BR" sz="6600" b="1" dirty="0"/>
              <a:t>VOU CONFIAR NO AMOR DE JESUS</a:t>
            </a:r>
          </a:p>
          <a:p>
            <a:pPr algn="l"/>
            <a:r>
              <a:rPr lang="pt-BR" sz="6600" b="1" dirty="0"/>
              <a:t>PODE ACREDITAR, DEUS É MAIOR</a:t>
            </a:r>
          </a:p>
          <a:p>
            <a:pPr algn="l"/>
            <a:r>
              <a:rPr lang="pt-BR" sz="6600" b="1" dirty="0"/>
              <a:t>DEUS É MAIOR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MARIA PASSA À FRENTE</a:t>
            </a:r>
          </a:p>
          <a:p>
            <a:pPr algn="l"/>
            <a:r>
              <a:rPr lang="pt-BR" sz="6600" b="1" dirty="0"/>
              <a:t>PISA NA CABEÇA DA SERPENTE</a:t>
            </a:r>
          </a:p>
          <a:p>
            <a:pPr algn="l"/>
            <a:r>
              <a:rPr lang="pt-BR" sz="6600" b="1" dirty="0"/>
              <a:t>INTERCEDE JUNTO A JESUS</a:t>
            </a:r>
          </a:p>
          <a:p>
            <a:pPr algn="l"/>
            <a:r>
              <a:rPr lang="pt-BR" sz="6600" b="1" dirty="0"/>
              <a:t>CRUZ SAGRADA, SEJA MINHA LUZ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1414156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8503</TotalTime>
  <Words>1137</Words>
  <Application>Microsoft Office PowerPoint</Application>
  <PresentationFormat>Widescreen</PresentationFormat>
  <Paragraphs>180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Apresentação do PowerPoint</vt:lpstr>
      <vt:lpstr>Apresentação do PowerPoint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54</cp:revision>
  <dcterms:created xsi:type="dcterms:W3CDTF">2023-05-06T17:01:55Z</dcterms:created>
  <dcterms:modified xsi:type="dcterms:W3CDTF">2025-11-27T23:44:57Z</dcterms:modified>
</cp:coreProperties>
</file>