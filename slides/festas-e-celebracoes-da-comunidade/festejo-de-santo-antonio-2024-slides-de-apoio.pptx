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90" r:id="rId4"/>
    <p:sldId id="257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80" r:id="rId13"/>
    <p:sldId id="267" r:id="rId14"/>
    <p:sldId id="282" r:id="rId15"/>
    <p:sldId id="270" r:id="rId16"/>
    <p:sldId id="281" r:id="rId17"/>
    <p:sldId id="271" r:id="rId18"/>
    <p:sldId id="268" r:id="rId19"/>
    <p:sldId id="269" r:id="rId20"/>
    <p:sldId id="272" r:id="rId21"/>
    <p:sldId id="276" r:id="rId22"/>
    <p:sldId id="273" r:id="rId23"/>
    <p:sldId id="274" r:id="rId24"/>
    <p:sldId id="275" r:id="rId25"/>
    <p:sldId id="277" r:id="rId26"/>
    <p:sldId id="279" r:id="rId27"/>
    <p:sldId id="283" r:id="rId28"/>
    <p:sldId id="278" r:id="rId29"/>
    <p:sldId id="284" r:id="rId30"/>
    <p:sldId id="285" r:id="rId31"/>
    <p:sldId id="286" r:id="rId32"/>
    <p:sldId id="287" r:id="rId33"/>
    <p:sldId id="288" r:id="rId34"/>
    <p:sldId id="289" r:id="rId35"/>
    <p:sldId id="291" r:id="rId36"/>
    <p:sldId id="294" r:id="rId37"/>
    <p:sldId id="293" r:id="rId38"/>
    <p:sldId id="292" r:id="rId3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A4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9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BE056F1B-B4DF-420E-916D-390947C8B5B4}"/>
    <pc:docChg chg="undo custSel addSld delSld modSld sldOrd">
      <pc:chgData name="anaclaracosta116@gmail.com" userId="a793634777582c92" providerId="LiveId" clId="{BE056F1B-B4DF-420E-916D-390947C8B5B4}" dt="2024-06-10T20:19:45.926" v="184" actId="1076"/>
      <pc:docMkLst>
        <pc:docMk/>
      </pc:docMkLst>
      <pc:sldChg chg="del">
        <pc:chgData name="anaclaracosta116@gmail.com" userId="a793634777582c92" providerId="LiveId" clId="{BE056F1B-B4DF-420E-916D-390947C8B5B4}" dt="2024-06-03T15:02:40.326" v="54" actId="47"/>
        <pc:sldMkLst>
          <pc:docMk/>
          <pc:sldMk cId="1910460140" sldId="263"/>
        </pc:sldMkLst>
      </pc:sldChg>
      <pc:sldChg chg="addSp delSp modSp add mod">
        <pc:chgData name="anaclaracosta116@gmail.com" userId="a793634777582c92" providerId="LiveId" clId="{BE056F1B-B4DF-420E-916D-390947C8B5B4}" dt="2024-06-03T14:59:22.593" v="53" actId="1076"/>
        <pc:sldMkLst>
          <pc:docMk/>
          <pc:sldMk cId="1421532049" sldId="286"/>
        </pc:sldMkLst>
        <pc:picChg chg="del">
          <ac:chgData name="anaclaracosta116@gmail.com" userId="a793634777582c92" providerId="LiveId" clId="{BE056F1B-B4DF-420E-916D-390947C8B5B4}" dt="2024-06-03T14:56:27.897" v="2" actId="478"/>
          <ac:picMkLst>
            <pc:docMk/>
            <pc:sldMk cId="1421532049" sldId="286"/>
            <ac:picMk id="3" creationId="{8D4E2DB8-57C1-1B1B-CE36-4C56872B8EB7}"/>
          </ac:picMkLst>
        </pc:picChg>
        <pc:picChg chg="add mod">
          <ac:chgData name="anaclaracosta116@gmail.com" userId="a793634777582c92" providerId="LiveId" clId="{BE056F1B-B4DF-420E-916D-390947C8B5B4}" dt="2024-06-03T14:59:22.593" v="53" actId="1076"/>
          <ac:picMkLst>
            <pc:docMk/>
            <pc:sldMk cId="1421532049" sldId="286"/>
            <ac:picMk id="5" creationId="{B17DC4A6-CD45-B41F-705B-DC82FF807EE4}"/>
          </ac:picMkLst>
        </pc:picChg>
      </pc:sldChg>
      <pc:sldChg chg="addSp delSp modSp add mod">
        <pc:chgData name="anaclaracosta116@gmail.com" userId="a793634777582c92" providerId="LiveId" clId="{BE056F1B-B4DF-420E-916D-390947C8B5B4}" dt="2024-06-03T14:58:44.773" v="48" actId="1036"/>
        <pc:sldMkLst>
          <pc:docMk/>
          <pc:sldMk cId="2925525905" sldId="287"/>
        </pc:sldMkLst>
        <pc:picChg chg="del">
          <ac:chgData name="anaclaracosta116@gmail.com" userId="a793634777582c92" providerId="LiveId" clId="{BE056F1B-B4DF-420E-916D-390947C8B5B4}" dt="2024-06-03T14:56:31.013" v="3" actId="478"/>
          <ac:picMkLst>
            <pc:docMk/>
            <pc:sldMk cId="2925525905" sldId="287"/>
            <ac:picMk id="3" creationId="{8D4E2DB8-57C1-1B1B-CE36-4C56872B8EB7}"/>
          </ac:picMkLst>
        </pc:picChg>
        <pc:picChg chg="add mod">
          <ac:chgData name="anaclaracosta116@gmail.com" userId="a793634777582c92" providerId="LiveId" clId="{BE056F1B-B4DF-420E-916D-390947C8B5B4}" dt="2024-06-03T14:58:44.773" v="48" actId="1036"/>
          <ac:picMkLst>
            <pc:docMk/>
            <pc:sldMk cId="2925525905" sldId="287"/>
            <ac:picMk id="5" creationId="{F6CB9599-6788-2F38-48F2-D1477189C6FE}"/>
          </ac:picMkLst>
        </pc:picChg>
      </pc:sldChg>
      <pc:sldChg chg="addSp delSp modSp add mod ord">
        <pc:chgData name="anaclaracosta116@gmail.com" userId="a793634777582c92" providerId="LiveId" clId="{BE056F1B-B4DF-420E-916D-390947C8B5B4}" dt="2024-06-10T20:16:50.745" v="168" actId="1076"/>
        <pc:sldMkLst>
          <pc:docMk/>
          <pc:sldMk cId="1862125113" sldId="288"/>
        </pc:sldMkLst>
        <pc:spChg chg="del mod">
          <ac:chgData name="anaclaracosta116@gmail.com" userId="a793634777582c92" providerId="LiveId" clId="{BE056F1B-B4DF-420E-916D-390947C8B5B4}" dt="2024-06-10T20:16:00.888" v="158" actId="478"/>
          <ac:spMkLst>
            <pc:docMk/>
            <pc:sldMk cId="1862125113" sldId="288"/>
            <ac:spMk id="5" creationId="{BD63EF2A-F709-EA94-D978-F3A6B8223175}"/>
          </ac:spMkLst>
        </pc:spChg>
        <pc:picChg chg="add mod">
          <ac:chgData name="anaclaracosta116@gmail.com" userId="a793634777582c92" providerId="LiveId" clId="{BE056F1B-B4DF-420E-916D-390947C8B5B4}" dt="2024-06-10T20:16:50.745" v="168" actId="1076"/>
          <ac:picMkLst>
            <pc:docMk/>
            <pc:sldMk cId="1862125113" sldId="288"/>
            <ac:picMk id="6" creationId="{4221F501-A00A-1906-8ED2-F97CBBA029B6}"/>
          </ac:picMkLst>
        </pc:picChg>
      </pc:sldChg>
      <pc:sldChg chg="addSp delSp modSp add mod">
        <pc:chgData name="anaclaracosta116@gmail.com" userId="a793634777582c92" providerId="LiveId" clId="{BE056F1B-B4DF-420E-916D-390947C8B5B4}" dt="2024-06-03T15:09:25.031" v="131" actId="1076"/>
        <pc:sldMkLst>
          <pc:docMk/>
          <pc:sldMk cId="2526028972" sldId="289"/>
        </pc:sldMkLst>
        <pc:spChg chg="del">
          <ac:chgData name="anaclaracosta116@gmail.com" userId="a793634777582c92" providerId="LiveId" clId="{BE056F1B-B4DF-420E-916D-390947C8B5B4}" dt="2024-06-03T15:04:08.088" v="56" actId="478"/>
          <ac:spMkLst>
            <pc:docMk/>
            <pc:sldMk cId="2526028972" sldId="289"/>
            <ac:spMk id="5" creationId="{BD63EF2A-F709-EA94-D978-F3A6B8223175}"/>
          </ac:spMkLst>
        </pc:spChg>
        <pc:spChg chg="add mod">
          <ac:chgData name="anaclaracosta116@gmail.com" userId="a793634777582c92" providerId="LiveId" clId="{BE056F1B-B4DF-420E-916D-390947C8B5B4}" dt="2024-06-03T15:09:20.020" v="130" actId="1076"/>
          <ac:spMkLst>
            <pc:docMk/>
            <pc:sldMk cId="2526028972" sldId="289"/>
            <ac:spMk id="7" creationId="{69EB12BE-3572-405D-C96E-3CEB7670BE2F}"/>
          </ac:spMkLst>
        </pc:spChg>
        <pc:spChg chg="add mod">
          <ac:chgData name="anaclaracosta116@gmail.com" userId="a793634777582c92" providerId="LiveId" clId="{BE056F1B-B4DF-420E-916D-390947C8B5B4}" dt="2024-06-03T15:09:25.031" v="131" actId="1076"/>
          <ac:spMkLst>
            <pc:docMk/>
            <pc:sldMk cId="2526028972" sldId="289"/>
            <ac:spMk id="8" creationId="{56671CFB-C4DB-62C5-BCB7-AE174695BCB1}"/>
          </ac:spMkLst>
        </pc:spChg>
        <pc:picChg chg="add mod modCrop">
          <ac:chgData name="anaclaracosta116@gmail.com" userId="a793634777582c92" providerId="LiveId" clId="{BE056F1B-B4DF-420E-916D-390947C8B5B4}" dt="2024-06-03T15:04:37.349" v="62" actId="1076"/>
          <ac:picMkLst>
            <pc:docMk/>
            <pc:sldMk cId="2526028972" sldId="289"/>
            <ac:picMk id="6" creationId="{888AE3F1-3B85-6607-6995-2EBF4BC2FBBB}"/>
          </ac:picMkLst>
        </pc:picChg>
      </pc:sldChg>
      <pc:sldChg chg="addSp delSp modSp add mod">
        <pc:chgData name="anaclaracosta116@gmail.com" userId="a793634777582c92" providerId="LiveId" clId="{BE056F1B-B4DF-420E-916D-390947C8B5B4}" dt="2024-06-03T15:07:20.964" v="122"/>
        <pc:sldMkLst>
          <pc:docMk/>
          <pc:sldMk cId="2631789191" sldId="290"/>
        </pc:sldMkLst>
        <pc:picChg chg="add mod">
          <ac:chgData name="anaclaracosta116@gmail.com" userId="a793634777582c92" providerId="LiveId" clId="{BE056F1B-B4DF-420E-916D-390947C8B5B4}" dt="2024-06-03T15:07:20.964" v="122"/>
          <ac:picMkLst>
            <pc:docMk/>
            <pc:sldMk cId="2631789191" sldId="290"/>
            <ac:picMk id="3" creationId="{F5E3463D-D026-91CC-C6CA-3F31153E1E74}"/>
          </ac:picMkLst>
        </pc:picChg>
        <pc:picChg chg="del">
          <ac:chgData name="anaclaracosta116@gmail.com" userId="a793634777582c92" providerId="LiveId" clId="{BE056F1B-B4DF-420E-916D-390947C8B5B4}" dt="2024-06-03T15:07:17.743" v="121" actId="478"/>
          <ac:picMkLst>
            <pc:docMk/>
            <pc:sldMk cId="2631789191" sldId="290"/>
            <ac:picMk id="4" creationId="{FA850FFE-75AC-04BC-E27A-31D161432807}"/>
          </ac:picMkLst>
        </pc:picChg>
      </pc:sldChg>
      <pc:sldChg chg="modSp add mod ord">
        <pc:chgData name="anaclaracosta116@gmail.com" userId="a793634777582c92" providerId="LiveId" clId="{BE056F1B-B4DF-420E-916D-390947C8B5B4}" dt="2024-06-05T14:48:26.783" v="155" actId="1076"/>
        <pc:sldMkLst>
          <pc:docMk/>
          <pc:sldMk cId="124384736" sldId="291"/>
        </pc:sldMkLst>
        <pc:spChg chg="mod">
          <ac:chgData name="anaclaracosta116@gmail.com" userId="a793634777582c92" providerId="LiveId" clId="{BE056F1B-B4DF-420E-916D-390947C8B5B4}" dt="2024-06-05T14:48:26.783" v="155" actId="1076"/>
          <ac:spMkLst>
            <pc:docMk/>
            <pc:sldMk cId="124384736" sldId="291"/>
            <ac:spMk id="5" creationId="{BD63EF2A-F709-EA94-D978-F3A6B8223175}"/>
          </ac:spMkLst>
        </pc:spChg>
      </pc:sldChg>
      <pc:sldChg chg="addSp delSp modSp add mod">
        <pc:chgData name="anaclaracosta116@gmail.com" userId="a793634777582c92" providerId="LiveId" clId="{BE056F1B-B4DF-420E-916D-390947C8B5B4}" dt="2024-06-10T20:18:00.087" v="175" actId="1076"/>
        <pc:sldMkLst>
          <pc:docMk/>
          <pc:sldMk cId="2137191309" sldId="292"/>
        </pc:sldMkLst>
        <pc:spChg chg="del">
          <ac:chgData name="anaclaracosta116@gmail.com" userId="a793634777582c92" providerId="LiveId" clId="{BE056F1B-B4DF-420E-916D-390947C8B5B4}" dt="2024-06-10T20:17:26.528" v="170" actId="478"/>
          <ac:spMkLst>
            <pc:docMk/>
            <pc:sldMk cId="2137191309" sldId="292"/>
            <ac:spMk id="5" creationId="{BD63EF2A-F709-EA94-D978-F3A6B8223175}"/>
          </ac:spMkLst>
        </pc:spChg>
        <pc:picChg chg="add mod modCrop">
          <ac:chgData name="anaclaracosta116@gmail.com" userId="a793634777582c92" providerId="LiveId" clId="{BE056F1B-B4DF-420E-916D-390947C8B5B4}" dt="2024-06-10T20:18:00.087" v="175" actId="1076"/>
          <ac:picMkLst>
            <pc:docMk/>
            <pc:sldMk cId="2137191309" sldId="292"/>
            <ac:picMk id="6" creationId="{5861783E-43E1-57AB-530E-16AD9622180A}"/>
          </ac:picMkLst>
        </pc:picChg>
      </pc:sldChg>
      <pc:sldChg chg="addSp delSp modSp add mod">
        <pc:chgData name="anaclaracosta116@gmail.com" userId="a793634777582c92" providerId="LiveId" clId="{BE056F1B-B4DF-420E-916D-390947C8B5B4}" dt="2024-06-10T20:19:45.926" v="184" actId="1076"/>
        <pc:sldMkLst>
          <pc:docMk/>
          <pc:sldMk cId="3370386055" sldId="293"/>
        </pc:sldMkLst>
        <pc:spChg chg="del">
          <ac:chgData name="anaclaracosta116@gmail.com" userId="a793634777582c92" providerId="LiveId" clId="{BE056F1B-B4DF-420E-916D-390947C8B5B4}" dt="2024-06-10T20:18:16.501" v="177" actId="478"/>
          <ac:spMkLst>
            <pc:docMk/>
            <pc:sldMk cId="3370386055" sldId="293"/>
            <ac:spMk id="5" creationId="{BD63EF2A-F709-EA94-D978-F3A6B8223175}"/>
          </ac:spMkLst>
        </pc:spChg>
        <pc:picChg chg="add mod">
          <ac:chgData name="anaclaracosta116@gmail.com" userId="a793634777582c92" providerId="LiveId" clId="{BE056F1B-B4DF-420E-916D-390947C8B5B4}" dt="2024-06-10T20:19:45.926" v="184" actId="1076"/>
          <ac:picMkLst>
            <pc:docMk/>
            <pc:sldMk cId="3370386055" sldId="293"/>
            <ac:picMk id="1026" creationId="{D74AE330-1C00-5DAD-A93C-D9C6F37372A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0BF817-61CA-5CC9-0B8F-A77ED8D86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B2AF42-2724-2C20-F8AE-52DAD0C3C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8DF789-8D3F-1328-63B9-B19BF1355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10/06/2024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B3424D-DEF5-B8CC-2C5D-4810B3DC0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6F6C37-0F07-542A-BAF8-33BB311C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323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F30EAC-33B5-44D4-2620-6BC733988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B25500-1852-EB3C-B1F4-8A0F832CC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9606F0-2407-B90A-5C84-210A2858B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10/06/2024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A792F5-E718-77B3-BE66-B964D6D62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C51228-3E86-1846-F5C7-34942F2FE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1146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3E6EF-11D2-49A3-9FC3-5D2E763B4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47E731-3E9B-6D64-9FA5-215DBE194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28022F-0217-3FC0-4702-789CFB132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10/06/2024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075453-CE0F-DED6-3398-C751CFB78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858710-7625-5F0E-9252-BE96EB441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2151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39C39-4D55-5035-D9AB-C87A4AEDF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DE0147-6354-893B-64CA-741EB51E4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F8B5BC-E4BC-8CA5-6A21-7028CFBC1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D993D2-63F0-C523-FD16-5BD9016D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10/06/2024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FB9CB9-AA1A-00C6-8596-B69690E9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6E6FE9-CAC7-8734-DFA8-E3FAE1E0B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724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1853C-C549-771A-5F56-DF01DFD56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F8544D-9259-98D7-343C-A56F29653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15E763-7651-4BE4-6EAD-043515181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6C24281-016F-8F44-D1B3-7A6AC28DC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BD0155F-46CC-A1E8-A0D4-3CDB7F61D8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EE4AFB6-6587-D6C2-769F-FB89CD587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10/06/2024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83AD4C-2696-1EFC-DD4C-399887A4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6AD6CA9-D3BA-4F9C-94AF-E253177B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627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7EC22-DDAD-92DF-E157-6ABE4F343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EA8245E-440F-04A7-5DB6-28DA0FE18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10/06/2024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56F13D4-C41C-5C02-4E45-6BEDC2987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0D9AE4-FD37-D327-0AE7-425277CCF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3955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E7C51A3-1A21-5E57-4F33-BEFCD6801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10/06/2024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116EAD1-8DD4-43CA-8B17-554CBF5CA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1DC0F6-71C0-125A-0B95-DF1C7960B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3523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F7512-23A3-AC8D-A122-B78FADC3A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24D2A8-7640-8162-86EC-DC38B7F80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8E244C-BAEC-B6E4-B78F-C65FA9FDC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74ADAB-063E-2E42-940A-F6AA4F5DB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10/06/2024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D1369C1-F7C8-1638-193C-7554392A3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63172F-E9E2-C304-93D5-544060C6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545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D1985-33BC-B850-AC32-487E21D05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A3849D1-60DF-25D9-C1EE-909CB526C3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05D590-2EB7-1496-F3C1-C3320C7AD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3E0985-DBE7-7A4C-B741-217775990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10/06/2024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3E55C0-FEBC-A8A0-115B-E1CCA213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B0EF56-C7B6-569C-6E35-2CD665261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205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CAF7B-A60F-15E8-771D-817ABD22F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CEC783B-E7E8-7965-DAAC-0BA5E3B45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088A3F-EE74-4124-7271-AB4D9C409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10/06/2024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77DFF7-0B94-46D6-EE5C-F0B279B6C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7D28D1-AF29-5239-142D-D2F4F2184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294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046990-579E-4E61-5E58-FCD11074B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0A3673D-4745-23AB-CFE4-735D8B05A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832AFD-52CD-5F07-7717-8BFAF84F0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C906E-FB86-410F-8A06-DD2F303CB58E}" type="datetimeFigureOut">
              <a:rPr lang="pt-BR" smtClean="0"/>
              <a:t>10/06/2024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1E3302-EC67-13D1-3764-938D80A69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DA3CA1-F105-6212-2793-BA62DA4D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95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63A2F8F-4728-403F-CE18-21DD8441E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46D427-6045-AE18-1C4A-C3213C101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232070-CF0A-3F4C-0FDD-7508AF866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2C906E-FB86-410F-8A06-DD2F303CB58E}" type="datetimeFigureOut">
              <a:rPr lang="pt-BR" smtClean="0"/>
              <a:t>10/06/2024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D2A0A0-C2F5-DE13-E428-F79226FC0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1B5CA1-3AC8-11DA-3A61-429B1397E8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C8D8B-4272-4166-AEF2-B16D62FFF0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805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 ANIMADA (FUNDO BRANCO)">
            <a:hlinkClick r:id="" action="ppaction://media"/>
            <a:extLst>
              <a:ext uri="{FF2B5EF4-FFF2-40B4-BE49-F238E27FC236}">
                <a16:creationId xmlns:a16="http://schemas.microsoft.com/office/drawing/2014/main" id="{038704DC-FAC1-8D44-22A6-7CC13404ED7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90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8000">
        <p:fade/>
      </p:transition>
    </mc:Choice>
    <mc:Fallback xmlns="">
      <p:transition spd="med" advClick="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A850FFE-75AC-04BC-E27A-31D161432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61" y="1403494"/>
            <a:ext cx="10611278" cy="353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01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5E3463D-D026-91CC-C6CA-3F31153E1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78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569EF3B-5A5D-5352-B9E1-FB3C7C497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542" y="5420422"/>
            <a:ext cx="1944915" cy="112551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1E2075B-2FB6-7E15-6342-684284D6B7E0}"/>
              </a:ext>
            </a:extLst>
          </p:cNvPr>
          <p:cNvSpPr txBox="1"/>
          <p:nvPr/>
        </p:nvSpPr>
        <p:spPr>
          <a:xfrm>
            <a:off x="1215673" y="2576578"/>
            <a:ext cx="103376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00" b="1" dirty="0"/>
              <a:t>POSTO ESPERANÇA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41A5794-B1C4-F747-C3C0-045883C3A694}"/>
              </a:ext>
            </a:extLst>
          </p:cNvPr>
          <p:cNvSpPr/>
          <p:nvPr/>
        </p:nvSpPr>
        <p:spPr>
          <a:xfrm>
            <a:off x="5403096" y="190047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926719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569EF3B-5A5D-5352-B9E1-FB3C7C497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1026" name="Picture 2" descr="Nenhuma descrição de foto disponível.">
            <a:extLst>
              <a:ext uri="{FF2B5EF4-FFF2-40B4-BE49-F238E27FC236}">
                <a16:creationId xmlns:a16="http://schemas.microsoft.com/office/drawing/2014/main" id="{406D1E81-03FD-8DD4-D2B2-CDB58895D1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56" b="24234"/>
          <a:stretch/>
        </p:blipFill>
        <p:spPr bwMode="auto">
          <a:xfrm>
            <a:off x="2575592" y="1118327"/>
            <a:ext cx="7040815" cy="4366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CBFB5FE6-5D8D-A161-BD11-EE83F871DCFD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1604008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5BBAC19-F172-C536-E531-3CDC47B16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7287" y="1148368"/>
            <a:ext cx="4217426" cy="42174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C9FD6B9-9D36-B162-B016-5BAAA4D27276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145051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2050" name="Picture 2" descr="Nenhuma descrição de foto disponível.">
            <a:extLst>
              <a:ext uri="{FF2B5EF4-FFF2-40B4-BE49-F238E27FC236}">
                <a16:creationId xmlns:a16="http://schemas.microsoft.com/office/drawing/2014/main" id="{15FBFB61-63E7-0DF8-440F-28274F806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154" y="970304"/>
            <a:ext cx="6445692" cy="45566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0C4335B6-236E-6EEF-F22A-720E6161062A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2144706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4098" name="Picture 2" descr="Colégio Reis Magos - YouTube">
            <a:extLst>
              <a:ext uri="{FF2B5EF4-FFF2-40B4-BE49-F238E27FC236}">
                <a16:creationId xmlns:a16="http://schemas.microsoft.com/office/drawing/2014/main" id="{8FFF1D16-7197-2670-ECD8-728A955FCF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8" b="10181"/>
          <a:stretch/>
        </p:blipFill>
        <p:spPr bwMode="auto">
          <a:xfrm>
            <a:off x="3181211" y="810334"/>
            <a:ext cx="5829577" cy="474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C362BB55-082E-30B4-79FB-42A8CDDDF9DF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1670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A16FF48-50ED-13A4-5DB8-8737E5F7F9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186" y="952993"/>
            <a:ext cx="9353627" cy="439011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23AFA6E-F654-7A86-575B-35AC82D19380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80902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EF93ECC-1AEE-4391-EEA8-B4E7C08FD3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537" y="778451"/>
            <a:ext cx="5052925" cy="50529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D4E1D116-E56F-BB74-F2D0-7091A3CE967C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2289758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D63EF2A-F709-EA94-D978-F3A6B8223175}"/>
              </a:ext>
            </a:extLst>
          </p:cNvPr>
          <p:cNvSpPr txBox="1"/>
          <p:nvPr/>
        </p:nvSpPr>
        <p:spPr>
          <a:xfrm>
            <a:off x="1563949" y="1613118"/>
            <a:ext cx="906410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500" b="1" dirty="0"/>
              <a:t>OURO DECORAÇÕES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BE44754-D124-56F9-7663-B30F3CB291CA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397124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D63EF2A-F709-EA94-D978-F3A6B8223175}"/>
              </a:ext>
            </a:extLst>
          </p:cNvPr>
          <p:cNvSpPr txBox="1"/>
          <p:nvPr/>
        </p:nvSpPr>
        <p:spPr>
          <a:xfrm>
            <a:off x="1288742" y="2321004"/>
            <a:ext cx="961451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800" b="1" dirty="0"/>
              <a:t>KARLA LEÃO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ED6279B-DB19-6417-0EC6-2D5042652BF5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3264692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1C245D0-F3EB-10E9-5FD0-C803E5873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49" y="1381731"/>
            <a:ext cx="10428302" cy="389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E04D910E-AD7E-EC55-2C13-B8CB7F95961C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2589080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D63EF2A-F709-EA94-D978-F3A6B8223175}"/>
              </a:ext>
            </a:extLst>
          </p:cNvPr>
          <p:cNvSpPr txBox="1"/>
          <p:nvPr/>
        </p:nvSpPr>
        <p:spPr>
          <a:xfrm>
            <a:off x="1563949" y="1504973"/>
            <a:ext cx="906410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500" b="1" dirty="0"/>
              <a:t>Mercearia do</a:t>
            </a:r>
          </a:p>
          <a:p>
            <a:pPr algn="ctr"/>
            <a:r>
              <a:rPr lang="pt-BR" sz="11500" b="1" dirty="0"/>
              <a:t>Professor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BE44754-D124-56F9-7663-B30F3CB291CA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3178026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D63EF2A-F709-EA94-D978-F3A6B8223175}"/>
              </a:ext>
            </a:extLst>
          </p:cNvPr>
          <p:cNvSpPr txBox="1"/>
          <p:nvPr/>
        </p:nvSpPr>
        <p:spPr>
          <a:xfrm>
            <a:off x="1670350" y="2767280"/>
            <a:ext cx="102428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dirty="0"/>
              <a:t>ANTÔNIO MIRANDA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ED6279B-DB19-6417-0EC6-2D5042652BF5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445549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D6279B-DB19-6417-0EC6-2D5042652BF5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3AA2589-BC57-3379-D8F3-CF30E5B466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86" b="23333"/>
          <a:stretch/>
        </p:blipFill>
        <p:spPr>
          <a:xfrm>
            <a:off x="1488329" y="1339850"/>
            <a:ext cx="8989171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019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E04D910E-AD7E-EC55-2C13-B8CB7F95961C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DBFBD58-CB31-39D7-ED2C-C17055A135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393"/>
          <a:stretch/>
        </p:blipFill>
        <p:spPr>
          <a:xfrm>
            <a:off x="1465462" y="843375"/>
            <a:ext cx="9261075" cy="486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331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0A8901B-95B8-E2A5-79FF-0B6F96B77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7" y="872479"/>
            <a:ext cx="4776186" cy="477618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2237FD27-DEBA-59A9-F1A3-A91AEDABF081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2875203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3074" name="Picture 2" descr="Nenhuma descrição de foto disponível.">
            <a:extLst>
              <a:ext uri="{FF2B5EF4-FFF2-40B4-BE49-F238E27FC236}">
                <a16:creationId xmlns:a16="http://schemas.microsoft.com/office/drawing/2014/main" id="{EA97871C-8103-6836-12A1-0DF348EAE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478" y="696537"/>
            <a:ext cx="5021043" cy="5021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9502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B2D5006-601A-C5D4-6216-08B5AEEC5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568" y="1376039"/>
            <a:ext cx="9318863" cy="384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906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4AB89D2-40AD-A5C7-1C5E-40BE1AA25D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4" t="79074" r="24617" b="7697"/>
          <a:stretch/>
        </p:blipFill>
        <p:spPr>
          <a:xfrm>
            <a:off x="556022" y="1447800"/>
            <a:ext cx="10676214" cy="333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40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247F1FA-9E54-15B1-AF9E-F1C8F1329AA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388" b="32963"/>
          <a:stretch/>
        </p:blipFill>
        <p:spPr>
          <a:xfrm>
            <a:off x="1326853" y="1429911"/>
            <a:ext cx="9538294" cy="378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3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2052" name="Picture 4" descr="Dentista Popular Volte a Sorrir - Bacabal | MA - Reslumbre Sorrir Faz Bem">
            <a:extLst>
              <a:ext uri="{FF2B5EF4-FFF2-40B4-BE49-F238E27FC236}">
                <a16:creationId xmlns:a16="http://schemas.microsoft.com/office/drawing/2014/main" id="{0274E8A0-78F6-5A48-9EDD-61F18C408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" y="1457674"/>
            <a:ext cx="10010775" cy="463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0B7E7EF-A4D1-34E6-894C-15BEFB79D98C}"/>
              </a:ext>
            </a:extLst>
          </p:cNvPr>
          <p:cNvSpPr txBox="1"/>
          <p:nvPr/>
        </p:nvSpPr>
        <p:spPr>
          <a:xfrm>
            <a:off x="5524047" y="4095750"/>
            <a:ext cx="5182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Dr. Douglas A. S. | CRO-MA 3544 |</a:t>
            </a:r>
            <a:r>
              <a:rPr lang="it-IT" b="1" dirty="0">
                <a:solidFill>
                  <a:srgbClr val="000000"/>
                </a:solidFill>
                <a:highlight>
                  <a:srgbClr val="FFFFFF"/>
                </a:highlight>
                <a:latin typeface="-apple-system"/>
              </a:rPr>
              <a:t> </a:t>
            </a:r>
            <a:r>
              <a:rPr lang="it-IT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(99) 9 8114-7057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280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96F3604-3997-C14F-6526-6A28CB53026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11" t="76111" r="30139" b="7778"/>
          <a:stretch/>
        </p:blipFill>
        <p:spPr>
          <a:xfrm>
            <a:off x="1047997" y="1449143"/>
            <a:ext cx="10752672" cy="395971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1379976-1B64-3AAE-12AD-55E78CD2FC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11" t="76111" r="30139" b="7778"/>
          <a:stretch/>
        </p:blipFill>
        <p:spPr>
          <a:xfrm>
            <a:off x="1047997" y="1449143"/>
            <a:ext cx="10752672" cy="395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8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0097B6F-A283-2AC7-EF75-1FBBEC0318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-225558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0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EEF2F12-3F38-E9E9-5D99-B83A19C382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74" b="24630"/>
          <a:stretch/>
        </p:blipFill>
        <p:spPr>
          <a:xfrm>
            <a:off x="2009775" y="810333"/>
            <a:ext cx="8172450" cy="460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6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C849E6F-DC2A-3869-5428-FAB11929D9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2" b="27593"/>
          <a:stretch/>
        </p:blipFill>
        <p:spPr>
          <a:xfrm>
            <a:off x="1917700" y="1347587"/>
            <a:ext cx="8356600" cy="41628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09712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71FC6EF-EAF1-3100-DBF4-C1964CD9AF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2" b="19768"/>
          <a:stretch/>
        </p:blipFill>
        <p:spPr>
          <a:xfrm>
            <a:off x="2743200" y="1093893"/>
            <a:ext cx="6705600" cy="42655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6541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8C426B3-DD8F-F2D5-A232-7C06A1FB6F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64" b="34404"/>
          <a:stretch/>
        </p:blipFill>
        <p:spPr>
          <a:xfrm>
            <a:off x="1788651" y="1397000"/>
            <a:ext cx="8614697" cy="378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2836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D4E2DB8-57C1-1B1B-CE36-4C56872B8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938" y="1177938"/>
            <a:ext cx="4502123" cy="45021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75313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17DC4A6-CD45-B41F-705B-DC82FF807E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128" y="979884"/>
            <a:ext cx="8019744" cy="46414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42153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85B4522-2CCE-A77B-D104-7B3ED2BB7B19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6CB9599-6788-2F38-48F2-D1477189C6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860" y="900273"/>
            <a:ext cx="4742279" cy="47422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2552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D6279B-DB19-6417-0EC6-2D5042652BF5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5290672-9446-4DCC-DED7-6F4D1A7906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13" b="33115"/>
          <a:stretch/>
        </p:blipFill>
        <p:spPr>
          <a:xfrm>
            <a:off x="455638" y="825941"/>
            <a:ext cx="11280723" cy="500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2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D6279B-DB19-6417-0EC6-2D5042652BF5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88AE3F1-3B85-6607-6995-2EBF4BC2FB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34"/>
          <a:stretch/>
        </p:blipFill>
        <p:spPr>
          <a:xfrm>
            <a:off x="1581023" y="1207673"/>
            <a:ext cx="3819199" cy="42263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9EB12BE-3572-405D-C96E-3CEB7670BE2F}"/>
              </a:ext>
            </a:extLst>
          </p:cNvPr>
          <p:cNvSpPr txBox="1"/>
          <p:nvPr/>
        </p:nvSpPr>
        <p:spPr>
          <a:xfrm>
            <a:off x="5565114" y="2489857"/>
            <a:ext cx="5782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rgbClr val="09A452"/>
                </a:solidFill>
              </a:rPr>
              <a:t>SORVETES</a:t>
            </a:r>
            <a:r>
              <a:rPr lang="pt-BR" sz="4800" b="1" dirty="0">
                <a:solidFill>
                  <a:srgbClr val="09A452"/>
                </a:solidFill>
              </a:rPr>
              <a:t> </a:t>
            </a:r>
            <a:r>
              <a:rPr lang="pt-BR" sz="4400" b="1" dirty="0">
                <a:solidFill>
                  <a:srgbClr val="09A452"/>
                </a:solidFill>
              </a:rPr>
              <a:t>TOP GELADO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6671CFB-C4DB-62C5-BCB7-AE174695BCB1}"/>
              </a:ext>
            </a:extLst>
          </p:cNvPr>
          <p:cNvSpPr txBox="1"/>
          <p:nvPr/>
        </p:nvSpPr>
        <p:spPr>
          <a:xfrm>
            <a:off x="5565114" y="3269127"/>
            <a:ext cx="45382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rgbClr val="09A452"/>
                </a:solidFill>
              </a:rPr>
              <a:t>(99) 9 8809-6080</a:t>
            </a:r>
          </a:p>
        </p:txBody>
      </p:sp>
    </p:spTree>
    <p:extLst>
      <p:ext uri="{BB962C8B-B14F-4D97-AF65-F5344CB8AC3E}">
        <p14:creationId xmlns:p14="http://schemas.microsoft.com/office/powerpoint/2010/main" val="2526028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D63EF2A-F709-EA94-D978-F3A6B8223175}"/>
              </a:ext>
            </a:extLst>
          </p:cNvPr>
          <p:cNvSpPr txBox="1"/>
          <p:nvPr/>
        </p:nvSpPr>
        <p:spPr>
          <a:xfrm>
            <a:off x="1047174" y="2644170"/>
            <a:ext cx="100976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00" b="1" dirty="0"/>
              <a:t>MIRANDA DO LEITE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ED6279B-DB19-6417-0EC6-2D5042652BF5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124384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D63EF2A-F709-EA94-D978-F3A6B8223175}"/>
              </a:ext>
            </a:extLst>
          </p:cNvPr>
          <p:cNvSpPr txBox="1"/>
          <p:nvPr/>
        </p:nvSpPr>
        <p:spPr>
          <a:xfrm>
            <a:off x="1047174" y="1905506"/>
            <a:ext cx="100976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b="1" dirty="0"/>
              <a:t>EMPÓRIO FASHION BACABAL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ED6279B-DB19-6417-0EC6-2D5042652BF5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</p:spTree>
    <p:extLst>
      <p:ext uri="{BB962C8B-B14F-4D97-AF65-F5344CB8AC3E}">
        <p14:creationId xmlns:p14="http://schemas.microsoft.com/office/powerpoint/2010/main" val="3060447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4000">
        <p:fade/>
      </p:transition>
    </mc:Choice>
    <mc:Fallback>
      <p:transition spd="med" advClick="0" advTm="400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D6279B-DB19-6417-0EC6-2D5042652BF5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1026" name="Picture 2" descr="Nenhuma descrição de foto disponível.">
            <a:extLst>
              <a:ext uri="{FF2B5EF4-FFF2-40B4-BE49-F238E27FC236}">
                <a16:creationId xmlns:a16="http://schemas.microsoft.com/office/drawing/2014/main" id="{D74AE330-1C00-5DAD-A93C-D9C6F37372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3" b="33333"/>
          <a:stretch/>
        </p:blipFill>
        <p:spPr bwMode="auto">
          <a:xfrm>
            <a:off x="1687992" y="1527123"/>
            <a:ext cx="8816015" cy="38037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70386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B0D5B0D-034A-F275-DA69-965C8F98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222" y="5831376"/>
            <a:ext cx="1391557" cy="805292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D6279B-DB19-6417-0EC6-2D5042652BF5}"/>
              </a:ext>
            </a:extLst>
          </p:cNvPr>
          <p:cNvSpPr/>
          <p:nvPr/>
        </p:nvSpPr>
        <p:spPr>
          <a:xfrm>
            <a:off x="5405974" y="225558"/>
            <a:ext cx="1385805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APOIO: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861783E-43E1-57AB-530E-16AD962218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13" b="30055"/>
          <a:stretch/>
        </p:blipFill>
        <p:spPr>
          <a:xfrm>
            <a:off x="1743461" y="1475037"/>
            <a:ext cx="8224998" cy="390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9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000">
        <p:fade/>
      </p:transition>
    </mc:Choice>
    <mc:Fallback xmlns="">
      <p:transition spd="med" advClick="0" advTm="4000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8481</TotalTime>
  <Words>111</Words>
  <Application>Microsoft Office PowerPoint</Application>
  <PresentationFormat>Widescreen</PresentationFormat>
  <Paragraphs>46</Paragraphs>
  <Slides>38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3" baseType="lpstr">
      <vt:lpstr>-apple-system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</dc:creator>
  <cp:lastModifiedBy>anaclaracosta116@gmail.com</cp:lastModifiedBy>
  <cp:revision>25</cp:revision>
  <dcterms:created xsi:type="dcterms:W3CDTF">2024-05-24T01:14:06Z</dcterms:created>
  <dcterms:modified xsi:type="dcterms:W3CDTF">2024-06-11T00:34:26Z</dcterms:modified>
</cp:coreProperties>
</file>