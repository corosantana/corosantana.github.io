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354" r:id="rId3"/>
    <p:sldId id="406" r:id="rId4"/>
    <p:sldId id="407" r:id="rId5"/>
    <p:sldId id="408" r:id="rId6"/>
    <p:sldId id="306" r:id="rId7"/>
    <p:sldId id="259" r:id="rId8"/>
    <p:sldId id="424" r:id="rId9"/>
    <p:sldId id="425" r:id="rId10"/>
    <p:sldId id="450" r:id="rId11"/>
    <p:sldId id="265" r:id="rId12"/>
    <p:sldId id="266" r:id="rId13"/>
    <p:sldId id="267" r:id="rId14"/>
    <p:sldId id="268" r:id="rId15"/>
    <p:sldId id="291" r:id="rId16"/>
    <p:sldId id="293" r:id="rId17"/>
    <p:sldId id="294" r:id="rId18"/>
    <p:sldId id="295" r:id="rId19"/>
    <p:sldId id="526" r:id="rId20"/>
    <p:sldId id="269" r:id="rId21"/>
    <p:sldId id="412" r:id="rId22"/>
    <p:sldId id="413" r:id="rId23"/>
    <p:sldId id="414" r:id="rId24"/>
    <p:sldId id="347" r:id="rId25"/>
    <p:sldId id="272" r:id="rId26"/>
    <p:sldId id="273" r:id="rId27"/>
    <p:sldId id="286" r:id="rId28"/>
    <p:sldId id="362" r:id="rId29"/>
    <p:sldId id="399" r:id="rId30"/>
    <p:sldId id="418" r:id="rId31"/>
    <p:sldId id="401" r:id="rId32"/>
    <p:sldId id="419" r:id="rId33"/>
    <p:sldId id="402" r:id="rId34"/>
    <p:sldId id="302" r:id="rId35"/>
    <p:sldId id="431" r:id="rId36"/>
    <p:sldId id="437" r:id="rId37"/>
    <p:sldId id="436" r:id="rId38"/>
    <p:sldId id="438" r:id="rId39"/>
    <p:sldId id="597" r:id="rId40"/>
    <p:sldId id="440" r:id="rId41"/>
    <p:sldId id="442" r:id="rId42"/>
    <p:sldId id="581" r:id="rId43"/>
    <p:sldId id="441" r:id="rId44"/>
    <p:sldId id="323" r:id="rId45"/>
    <p:sldId id="582" r:id="rId46"/>
    <p:sldId id="583" r:id="rId47"/>
    <p:sldId id="584" r:id="rId48"/>
    <p:sldId id="388" r:id="rId49"/>
    <p:sldId id="278" r:id="rId50"/>
    <p:sldId id="602" r:id="rId51"/>
    <p:sldId id="603" r:id="rId52"/>
    <p:sldId id="604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1546C5-1DEF-7B65-85C1-FEF0DB0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B905A-6E2D-DAC5-16FC-42B645A5E31A}"/>
              </a:ext>
            </a:extLst>
          </p:cNvPr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DCD9D4-6F8F-EE1D-6200-BEC19AE63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TODA A IGREJA AQUI ESTÁ, PARA O ENCONTRO COM DEUS.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MESMO O MARCOU, PARA NÓS, FILHOS SEUS.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ENTRE NÓS E O PAI SANTO, ESTÁ JESUS, NOSSO IRMÃO: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MEDIADOR, SACERDOTE, NOSSO PONTO DE UNIÃO.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REZAREMOS COM CRISTO, O PERFEITO LOUVOR,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SEREMOS PRO PAI, UMA IMAGEM DE AMOR.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CÉUS E TERRA ESTARÃO, NA OBLAÇÃO DE JESUS.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QUER UNIR NUM REBANHO OS REMIDOS DA CRUZ.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144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377" y="2480768"/>
            <a:ext cx="10311246" cy="1896463"/>
          </a:xfrm>
        </p:spPr>
        <p:txBody>
          <a:bodyPr>
            <a:normAutofit/>
          </a:bodyPr>
          <a:lstStyle/>
          <a:p>
            <a:r>
              <a:rPr lang="pt-BR" sz="6000" b="1" dirty="0"/>
              <a:t> A GLÓRIA DO SENHOR HABITARÁ EM NOSSA TERRA.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95154"/>
            <a:ext cx="10519306" cy="5513464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ALELUIA! (2X)</a:t>
            </a:r>
          </a:p>
          <a:p>
            <a:endParaRPr lang="pt-BR" sz="4400" b="1" dirty="0"/>
          </a:p>
          <a:p>
            <a:r>
              <a:rPr lang="pt-BR" sz="4400" dirty="0"/>
              <a:t>EU VOS DOU NOVO PRECEITO: QUE UNS AOS OUTROS VOS AMEIS, COMO EU VOS TENHO AMADO.</a:t>
            </a:r>
          </a:p>
          <a:p>
            <a:endParaRPr lang="pt-BR" sz="4400" dirty="0"/>
          </a:p>
          <a:p>
            <a:r>
              <a:rPr lang="pt-BR" sz="4400" b="1" dirty="0"/>
              <a:t>ALELUIA, ALELUIA, ALELUIA! (2X)</a:t>
            </a:r>
          </a:p>
          <a:p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POR VOSSO NOME, SALVAI-ME, SENHOR; E DAI-ME A VOSSA JUSTIÇA!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3900" b="1" dirty="0"/>
              <a:t>QUEM ME PROTEGE E ME AMPARA É MEU DEUS; É O SENHOR QUEM SUSTENTA MINHA VIDA!</a:t>
            </a:r>
          </a:p>
          <a:p>
            <a:pPr algn="l"/>
            <a:endParaRPr lang="pt-BR" sz="9800" b="1" dirty="0"/>
          </a:p>
          <a:p>
            <a:pPr algn="l"/>
            <a:r>
              <a:rPr lang="pt-BR" sz="9800" dirty="0"/>
              <a:t>2. Ó MEU DEUS, ATENDEI MINHA PRECE</a:t>
            </a:r>
          </a:p>
          <a:p>
            <a:pPr algn="l"/>
            <a:r>
              <a:rPr lang="pt-BR" sz="9800" dirty="0"/>
              <a:t>E ESCUTAI AS PALAVRAS QUE EU DIGO!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383286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QUERO OFERTAR-VOS O MEU SACRIFÍCIO</a:t>
            </a:r>
          </a:p>
          <a:p>
            <a:pPr algn="l"/>
            <a:r>
              <a:rPr lang="pt-BR" sz="8800" dirty="0"/>
              <a:t>DE CORAÇÃO E COM MUITA ALEGRIA;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11360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b="1" dirty="0"/>
              <a:t>QUEM ME PROTEGE E ME AMPARA É MEU DEUS; É O SENHOR QUEM SUSTENTA MINHA VIDA!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POIS ME LIVRASTES DE TODA A ANGÚSTIA,</a:t>
            </a:r>
          </a:p>
          <a:p>
            <a:pPr algn="l"/>
            <a:r>
              <a:rPr lang="pt-BR" sz="8800" dirty="0"/>
              <a:t>E HUMILHADOS VI MEUS INIMIGOS;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89073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 A VOSSA GLÓRIA!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</a:t>
            </a:r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effectLst/>
                <a:latin typeface="Roboto" panose="02000000000000000000" pitchFamily="2" charset="0"/>
              </a:rPr>
              <a:t>O SENHOR É GRANDE E LOUVÁVEL, SEM MEDIDA É SUA GRANDEZA</a:t>
            </a:r>
          </a:p>
          <a:p>
            <a:pPr algn="l"/>
            <a:r>
              <a:rPr lang="pt-BR" sz="6000" dirty="0">
                <a:latin typeface="Roboto" panose="02000000000000000000" pitchFamily="2" charset="0"/>
              </a:rPr>
              <a:t>GERAÇÕES DE UMA PARA OUTRA ANUNCIEM AS TUAS PROEZAS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5206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0661-5E42-451B-DF79-FC25EC71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A966F-79CE-92D3-80E4-ADC4C593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5C117-0CBB-E8B8-C0A1-7AD3983D3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15497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effectLst/>
                <a:latin typeface="Roboto" panose="02000000000000000000" pitchFamily="2" charset="0"/>
              </a:rPr>
              <a:t>TUA FAMA É GLÓRIA E ESPLENDOR MARAVILHAS DE TI VOU CANTAR</a:t>
            </a:r>
          </a:p>
          <a:p>
            <a:pPr algn="l"/>
            <a:r>
              <a:rPr lang="pt-BR" sz="6600" dirty="0">
                <a:latin typeface="Roboto" panose="02000000000000000000" pitchFamily="2" charset="0"/>
              </a:rPr>
              <a:t>TEU PODER É TERRÍVEL, DIRÃO, TUA GRANDEZA EU VOU CELEBRAR.</a:t>
            </a:r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637415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5DF1-FD09-19D0-4058-0FE0CDCA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AFFA3-B4C3-F769-28BB-14BDCD502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80F898-3F69-E3FB-5AE9-438D983C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53098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VÃO LEMBRAR TUA IMENSA BONDADE, TUA JUSTIÇA IRÃO PROCLAMAR</a:t>
            </a:r>
          </a:p>
          <a:p>
            <a:pPr algn="l"/>
            <a:r>
              <a:rPr lang="pt-BR" sz="6600" dirty="0">
                <a:solidFill>
                  <a:srgbClr val="131313"/>
                </a:solidFill>
                <a:latin typeface="Roboto" panose="02000000000000000000" pitchFamily="2" charset="0"/>
              </a:rPr>
              <a:t>O SENHOR, ELE É SÓ COMPAIXÃO, LENTO A IRAR-SE, SÓ SABE AMAR.</a:t>
            </a:r>
            <a:endParaRPr lang="pt-BR" sz="66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2482848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C2083-A938-DAA9-4944-A2B96F8C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EA995EA-991D-9AF7-D625-BF037CEA47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682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6" y="2006931"/>
            <a:ext cx="10728367" cy="3443844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ERGUE OS OLHOS, MOVE-TE COM O VENTO,</a:t>
            </a:r>
          </a:p>
          <a:p>
            <a:pPr algn="l"/>
            <a:r>
              <a:rPr lang="pt-BR" sz="6000" dirty="0"/>
              <a:t>NÃO TE ATRASES: CHEGA DEUS, NO TEMPO.</a:t>
            </a:r>
          </a:p>
          <a:p>
            <a:pPr algn="l"/>
            <a:r>
              <a:rPr lang="pt-BR" sz="6000" dirty="0"/>
              <a:t>JESUS CRISTO POR TI SE FEZ HOMEM:</a:t>
            </a:r>
          </a:p>
          <a:p>
            <a:pPr algn="l"/>
            <a:r>
              <a:rPr lang="pt-BR" sz="6000" dirty="0"/>
              <a:t>AOS MILHARES SEGUEM O CAMINHO.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CCD1-09D6-47B5-55CE-D11DD71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2E2D6-A6E0-9E9B-B217-9B29A0EA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89E5-8E25-A399-5DB3-08796BADD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030829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SALVE GRANDE ANTÔNIO</a:t>
            </a:r>
          </a:p>
          <a:p>
            <a:pPr algn="l"/>
            <a:r>
              <a:rPr lang="pt-BR" sz="4800" dirty="0"/>
              <a:t>SANTO UNIVERSAL</a:t>
            </a:r>
          </a:p>
          <a:p>
            <a:pPr algn="l"/>
            <a:r>
              <a:rPr lang="pt-BR" sz="4800" dirty="0"/>
              <a:t>QUE AMPARAIS AFLITOS</a:t>
            </a:r>
          </a:p>
          <a:p>
            <a:pPr algn="l"/>
            <a:r>
              <a:rPr lang="pt-BR" sz="4800" dirty="0"/>
              <a:t>CONTRA TODO MAL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9AF4-6534-2480-5549-510CB1B1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10BDE-6E5D-2914-3A24-4A28F90A3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8394C3-449B-D54F-5F3E-5C34B29C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DESPREZANDO AS HONRAS</a:t>
            </a:r>
          </a:p>
          <a:p>
            <a:pPr algn="l"/>
            <a:r>
              <a:rPr lang="pt-BR" sz="4800" dirty="0"/>
              <a:t>PELA SÃ POBREZA</a:t>
            </a:r>
          </a:p>
          <a:p>
            <a:pPr algn="l"/>
            <a:r>
              <a:rPr lang="pt-BR" sz="4800" dirty="0"/>
              <a:t>A JESUS VOS DESTES</a:t>
            </a:r>
          </a:p>
          <a:p>
            <a:pPr algn="l"/>
            <a:r>
              <a:rPr lang="pt-BR" sz="4800" dirty="0"/>
              <a:t>COM ARDOR E FIRMEZA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128375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FFBA-B507-649C-505B-A17A06D8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DEEA4-C8FF-BB14-A488-F99B8136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CEC209-9B7D-03D2-BBCD-19DBEBEB3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DO BERÇO SOIS GLÓRIA</a:t>
            </a:r>
          </a:p>
          <a:p>
            <a:pPr algn="l"/>
            <a:r>
              <a:rPr lang="pt-BR" sz="4800" dirty="0"/>
              <a:t>PARA OS LUSITANOS</a:t>
            </a:r>
          </a:p>
          <a:p>
            <a:pPr algn="l"/>
            <a:r>
              <a:rPr lang="pt-BR" sz="4800" dirty="0"/>
              <a:t>E DEPOIS GRANDEZA</a:t>
            </a:r>
          </a:p>
          <a:p>
            <a:pPr algn="l"/>
            <a:r>
              <a:rPr lang="pt-BR" sz="4800" dirty="0"/>
              <a:t>DOS ITALIANOS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547508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5817-F321-A8CE-4A5C-03521CD3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7E62F-A9BE-AE85-0D7F-4F4F79929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C0208-1042-EF6C-1BC8-92DD751D6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EM SANTAS MISSÕES</a:t>
            </a:r>
          </a:p>
          <a:p>
            <a:pPr algn="l"/>
            <a:r>
              <a:rPr lang="pt-BR" sz="4800" dirty="0"/>
              <a:t>POVOS CONVERTEU</a:t>
            </a:r>
          </a:p>
          <a:p>
            <a:pPr algn="l"/>
            <a:r>
              <a:rPr lang="pt-BR" sz="4800" dirty="0"/>
              <a:t>VOSSA LÍNGUA SANTA</a:t>
            </a:r>
          </a:p>
          <a:p>
            <a:pPr algn="l"/>
            <a:r>
              <a:rPr lang="pt-BR" sz="4800" dirty="0"/>
              <a:t>QUE NÃO PERECEU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248501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1242</Words>
  <Application>Microsoft Office PowerPoint</Application>
  <PresentationFormat>Widescreen</PresentationFormat>
  <Paragraphs>235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1" baseType="lpstr">
      <vt:lpstr>-apple-system</vt:lpstr>
      <vt:lpstr>Arial</vt:lpstr>
      <vt:lpstr>Arial</vt:lpstr>
      <vt:lpstr>Baskerville Old Face</vt:lpstr>
      <vt:lpstr>Calibri</vt:lpstr>
      <vt:lpstr>Calibri Light</vt:lpstr>
      <vt:lpstr>Gabriola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SUBTEMA DA NOITE</vt:lpstr>
      <vt:lpstr>HINO DO JUBILEU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25</cp:revision>
  <dcterms:created xsi:type="dcterms:W3CDTF">2023-05-06T17:01:55Z</dcterms:created>
  <dcterms:modified xsi:type="dcterms:W3CDTF">2025-06-12T20:41:35Z</dcterms:modified>
</cp:coreProperties>
</file>