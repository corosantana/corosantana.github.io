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376" r:id="rId4"/>
    <p:sldId id="282" r:id="rId5"/>
    <p:sldId id="377" r:id="rId6"/>
    <p:sldId id="258" r:id="rId7"/>
    <p:sldId id="259" r:id="rId8"/>
    <p:sldId id="279" r:id="rId9"/>
    <p:sldId id="260" r:id="rId10"/>
    <p:sldId id="261" r:id="rId11"/>
    <p:sldId id="262" r:id="rId12"/>
    <p:sldId id="263" r:id="rId13"/>
    <p:sldId id="283" r:id="rId14"/>
    <p:sldId id="378" r:id="rId15"/>
    <p:sldId id="264" r:id="rId16"/>
    <p:sldId id="265" r:id="rId17"/>
    <p:sldId id="266" r:id="rId18"/>
    <p:sldId id="267" r:id="rId19"/>
    <p:sldId id="268" r:id="rId20"/>
    <p:sldId id="291" r:id="rId21"/>
    <p:sldId id="293" r:id="rId22"/>
    <p:sldId id="294" r:id="rId23"/>
    <p:sldId id="295" r:id="rId24"/>
    <p:sldId id="438" r:id="rId25"/>
    <p:sldId id="269" r:id="rId26"/>
    <p:sldId id="379" r:id="rId27"/>
    <p:sldId id="380" r:id="rId28"/>
    <p:sldId id="284" r:id="rId29"/>
    <p:sldId id="271" r:id="rId30"/>
    <p:sldId id="272" r:id="rId31"/>
    <p:sldId id="273" r:id="rId32"/>
    <p:sldId id="286" r:id="rId33"/>
    <p:sldId id="382" r:id="rId34"/>
    <p:sldId id="383" r:id="rId35"/>
    <p:sldId id="384" r:id="rId36"/>
    <p:sldId id="385" r:id="rId37"/>
    <p:sldId id="386" r:id="rId38"/>
    <p:sldId id="387" r:id="rId39"/>
    <p:sldId id="288" r:id="rId40"/>
    <p:sldId id="289" r:id="rId41"/>
    <p:sldId id="290" r:id="rId42"/>
    <p:sldId id="277" r:id="rId43"/>
    <p:sldId id="440" r:id="rId44"/>
    <p:sldId id="442" r:id="rId45"/>
    <p:sldId id="441" r:id="rId46"/>
    <p:sldId id="323" r:id="rId47"/>
    <p:sldId id="298" r:id="rId48"/>
    <p:sldId id="299" r:id="rId49"/>
    <p:sldId id="300" r:id="rId50"/>
    <p:sldId id="388" r:id="rId51"/>
    <p:sldId id="278" r:id="rId52"/>
    <p:sldId id="433" r:id="rId53"/>
    <p:sldId id="437" r:id="rId54"/>
    <p:sldId id="389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346" autoAdjust="0"/>
  </p:normalViewPr>
  <p:slideViewPr>
    <p:cSldViewPr snapToGrid="0">
      <p:cViewPr varScale="1">
        <p:scale>
          <a:sx n="61" d="100"/>
          <a:sy n="61" d="100"/>
        </p:scale>
        <p:origin x="10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1BD88D5-50EF-4FEB-8FD0-3AA33A149A1C}"/>
    <pc:docChg chg="custSel modSld">
      <pc:chgData name="anaclaracosta116@gmail.com" userId="a793634777582c92" providerId="LiveId" clId="{B1BD88D5-50EF-4FEB-8FD0-3AA33A149A1C}" dt="2025-06-02T16:05:13.321" v="2"/>
      <pc:docMkLst>
        <pc:docMk/>
      </pc:docMkLst>
      <pc:sldChg chg="modSp mod">
        <pc:chgData name="anaclaracosta116@gmail.com" userId="a793634777582c92" providerId="LiveId" clId="{B1BD88D5-50EF-4FEB-8FD0-3AA33A149A1C}" dt="2025-06-02T16:05:13.321" v="2"/>
        <pc:sldMkLst>
          <pc:docMk/>
          <pc:sldMk cId="630913396" sldId="256"/>
        </pc:sldMkLst>
        <pc:spChg chg="mod">
          <ac:chgData name="anaclaracosta116@gmail.com" userId="a793634777582c92" providerId="LiveId" clId="{B1BD88D5-50EF-4FEB-8FD0-3AA33A149A1C}" dt="2025-06-02T16:05:13.321" v="2"/>
          <ac:spMkLst>
            <pc:docMk/>
            <pc:sldMk cId="630913396" sldId="256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4" y="2389909"/>
            <a:ext cx="11225647" cy="257694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SOLENIDADE DA</a:t>
            </a:r>
          </a:p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ASCENSÃO DO SENHOR</a:t>
            </a:r>
            <a:endParaRPr lang="pt-BR" sz="80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862345-48E8-0089-A8D3-C144BC89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522120" cy="54816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000" b="1" dirty="0"/>
              <a:t>SANTO ANTÔNIO QUE ESTÁS JUNTO A NÓS</a:t>
            </a:r>
          </a:p>
          <a:p>
            <a:pPr algn="just"/>
            <a:r>
              <a:rPr lang="pt-BR" sz="4000" b="1" dirty="0"/>
              <a:t>NOS AJUDA A PLANTAR MUNDO NOVO</a:t>
            </a:r>
          </a:p>
          <a:p>
            <a:pPr algn="just"/>
            <a:r>
              <a:rPr lang="pt-BR" sz="4000" b="1" dirty="0"/>
              <a:t>ONDE A PAZ, A JUSTIÇA E A VERDADE</a:t>
            </a:r>
          </a:p>
          <a:p>
            <a:pPr algn="just"/>
            <a:r>
              <a:rPr lang="pt-BR" sz="4000" b="1" dirty="0"/>
              <a:t>SEJAM FORÇA E ESPERANÇA DO POVO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b="1" dirty="0"/>
              <a:t>SANTO ANTÔNIO QUE ESTÁS JUNTO A NÓS</a:t>
            </a:r>
          </a:p>
          <a:p>
            <a:pPr algn="just"/>
            <a:r>
              <a:rPr lang="pt-BR" sz="4000" b="1" dirty="0"/>
              <a:t>NOS AJUDA A PLANTAR MUNDO NOVO</a:t>
            </a:r>
          </a:p>
          <a:p>
            <a:pPr algn="just"/>
            <a:r>
              <a:rPr lang="pt-BR" sz="4000" b="1" dirty="0"/>
              <a:t>ONDE A PAZ, A JUSTIÇA E A VERDADE</a:t>
            </a:r>
          </a:p>
          <a:p>
            <a:pPr algn="just"/>
            <a:r>
              <a:rPr lang="pt-BR" sz="4000" b="1" dirty="0"/>
              <a:t>SEJAM FORÇA E ESPERANÇA DO POVO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219200"/>
            <a:ext cx="10293520" cy="548163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000" b="1" dirty="0"/>
              <a:t>Ó HOMENS GALILEUS, </a:t>
            </a:r>
          </a:p>
          <a:p>
            <a:pPr algn="l"/>
            <a:r>
              <a:rPr lang="pt-BR" sz="4000" b="1" dirty="0"/>
              <a:t>POR QUE ESTAIS A OLHAR OS CÉUS?</a:t>
            </a:r>
          </a:p>
          <a:p>
            <a:pPr algn="l"/>
            <a:r>
              <a:rPr lang="pt-BR" sz="4000" b="1" dirty="0"/>
              <a:t>JESUS, QUE AOS CÉUS SUBIU, </a:t>
            </a:r>
          </a:p>
          <a:p>
            <a:pPr algn="l"/>
            <a:r>
              <a:rPr lang="pt-BR" sz="4000" b="1" dirty="0"/>
              <a:t>DA MESMA FORMA HÁ DE VIR, ALELUIA.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VÓS SUBISTES PARA O ALTO E LEVASTES OS CATIVOS</a:t>
            </a:r>
          </a:p>
          <a:p>
            <a:pPr algn="l"/>
            <a:r>
              <a:rPr lang="pt-BR" sz="4000" dirty="0"/>
              <a:t>OS HOMENS PRISIONEIROS RECEBESTES DE PRESENTE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39419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52" y="1219200"/>
            <a:ext cx="11270673" cy="5481637"/>
          </a:xfrm>
        </p:spPr>
        <p:txBody>
          <a:bodyPr>
            <a:normAutofit/>
          </a:bodyPr>
          <a:lstStyle/>
          <a:p>
            <a:pPr algn="l"/>
            <a:r>
              <a:rPr lang="pt-BR" sz="4000" b="1" dirty="0"/>
              <a:t>Ó HOMENS GALILEUS, </a:t>
            </a:r>
          </a:p>
          <a:p>
            <a:pPr algn="l"/>
            <a:r>
              <a:rPr lang="pt-BR" sz="4000" b="1" dirty="0"/>
              <a:t>POR QUE ESTAIS A OLHAR OS CÉUS?</a:t>
            </a:r>
          </a:p>
          <a:p>
            <a:pPr algn="l"/>
            <a:r>
              <a:rPr lang="pt-BR" sz="4000" b="1" dirty="0"/>
              <a:t>JESUS, QUE AOS CÉUS SUBIU, </a:t>
            </a:r>
          </a:p>
          <a:p>
            <a:pPr algn="l"/>
            <a:r>
              <a:rPr lang="pt-BR" sz="4000" b="1" dirty="0"/>
              <a:t>DA MESMA FORMA HÁ DE VIR, ALELUIA.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É ASSIM O NOSSO DEUS EM SUA SANTA HABITAÇÃO. </a:t>
            </a:r>
          </a:p>
          <a:p>
            <a:pPr algn="l"/>
            <a:r>
              <a:rPr lang="pt-BR" sz="4000" dirty="0"/>
              <a:t>É O SENHOR QUEM DÁ ABRIGO, DÁ UM LAR AOS DESERDADOS</a:t>
            </a:r>
          </a:p>
        </p:txBody>
      </p:sp>
    </p:spTree>
    <p:extLst>
      <p:ext uri="{BB962C8B-B14F-4D97-AF65-F5344CB8AC3E}">
        <p14:creationId xmlns:p14="http://schemas.microsoft.com/office/powerpoint/2010/main" val="307816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Ó HOMENS GALILEUS, </a:t>
            </a:r>
          </a:p>
          <a:p>
            <a:pPr algn="just"/>
            <a:r>
              <a:rPr lang="pt-BR" sz="4000" b="1" dirty="0"/>
              <a:t>POR QUE ESTAIS A OLHAR OS CÉUS?</a:t>
            </a:r>
          </a:p>
          <a:p>
            <a:pPr algn="just"/>
            <a:r>
              <a:rPr lang="pt-BR" sz="4000" b="1" dirty="0"/>
              <a:t>JESUS, QUE AOS CÉUS SUBIU, </a:t>
            </a:r>
          </a:p>
          <a:p>
            <a:pPr algn="just"/>
            <a:r>
              <a:rPr lang="pt-BR" sz="4000" b="1" dirty="0"/>
              <a:t>DA MESMA FORMA HÁ DE VIR, ALELUIA.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BENDITO SEJA DEUS, BENDITO SEJA A CADA DIA</a:t>
            </a:r>
          </a:p>
          <a:p>
            <a:pPr algn="l"/>
            <a:r>
              <a:rPr lang="pt-BR" sz="4000" dirty="0"/>
              <a:t>DEUS DA NOSSA SALVAÇÃO, QUE CARREGA OS NOSSOS FARDOS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73756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000" dirty="0"/>
              <a:t>CONFESSO A DEUS TODO PODEROSO</a:t>
            </a:r>
          </a:p>
          <a:p>
            <a:pPr algn="just"/>
            <a:r>
              <a:rPr lang="pt-BR" sz="6000" dirty="0"/>
              <a:t>E A VÓS IRMÃOS E IRMÃS</a:t>
            </a:r>
          </a:p>
          <a:p>
            <a:pPr algn="just"/>
            <a:r>
              <a:rPr lang="pt-BR" sz="6000" dirty="0"/>
              <a:t>QUE PEQUEI MUITAS VEZES POR PENSAMENTOS</a:t>
            </a:r>
          </a:p>
          <a:p>
            <a:pPr algn="just"/>
            <a:r>
              <a:rPr lang="pt-BR" sz="6000" dirty="0"/>
              <a:t>PALAVRAS, ATOS E OMISSÕES</a:t>
            </a:r>
          </a:p>
          <a:p>
            <a:pPr algn="just"/>
            <a:r>
              <a:rPr lang="pt-BR" sz="6000" dirty="0"/>
              <a:t>POR MINHA CULPA, MINHA TÃO GRANDE CULPA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000" dirty="0"/>
              <a:t>E PEÇO À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MIM, E A DEUS</a:t>
            </a:r>
          </a:p>
          <a:p>
            <a:pPr algn="just"/>
            <a:r>
              <a:rPr lang="pt-BR" sz="6000" dirty="0"/>
              <a:t>NOSSO SENHOR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r>
              <a:rPr lang="pt-BR" sz="6200" b="1" dirty="0"/>
              <a:t>GLÓRIA A DEUS NAS ALTURAS  </a:t>
            </a:r>
          </a:p>
          <a:p>
            <a:pPr algn="just"/>
            <a:endParaRPr lang="pt-BR" sz="6200" b="1" dirty="0"/>
          </a:p>
          <a:p>
            <a:pPr algn="just"/>
            <a:r>
              <a:rPr lang="pt-BR" sz="5600" dirty="0"/>
              <a:t>E PAZ NA TERRA AOS HOMENS POR ELE AMADOS</a:t>
            </a:r>
          </a:p>
          <a:p>
            <a:pPr algn="just"/>
            <a:endParaRPr lang="pt-BR" sz="7100" dirty="0"/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l"/>
            <a:r>
              <a:rPr lang="pt-BR" sz="5300" dirty="0"/>
              <a:t>SENHOR DEUS, REI DOS CÉUS, DEUS PAI TODO PODEROSO, NÓS VOS LOUVAMOS, </a:t>
            </a:r>
          </a:p>
          <a:p>
            <a:pPr algn="l"/>
            <a:r>
              <a:rPr lang="pt-BR" sz="5300" dirty="0"/>
              <a:t>NÓS VOS BENDIZEMOS, NÓS VOS ADORAMOS, NÓS VOS GLORIFICAMOS</a:t>
            </a:r>
          </a:p>
          <a:p>
            <a:pPr algn="l"/>
            <a:r>
              <a:rPr lang="pt-BR" sz="5300" dirty="0"/>
              <a:t>NÓS VOS DAMOS GRAÇAS, </a:t>
            </a:r>
          </a:p>
          <a:p>
            <a:pPr algn="l"/>
            <a:r>
              <a:rPr lang="pt-BR" sz="5300" dirty="0"/>
              <a:t>POR VOSSA IMENSA GLÓRIA.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SENHOR JESUS CRISTO, FILHO UNIGÊNITO, SENHOR DEUS, </a:t>
            </a:r>
          </a:p>
          <a:p>
            <a:pPr algn="just"/>
            <a:r>
              <a:rPr lang="pt-BR" sz="5400" dirty="0"/>
              <a:t>CORDEIRO DE DEUS, FILHO DE DEUS PAI,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VÓS QUE TIRAIS O PECADO DO MUNDO, </a:t>
            </a:r>
          </a:p>
          <a:p>
            <a:pPr algn="l"/>
            <a:r>
              <a:rPr lang="pt-BR" sz="5400" dirty="0"/>
              <a:t>ACOLHEI A NOSSA SÚPLICA!</a:t>
            </a:r>
          </a:p>
          <a:p>
            <a:pPr algn="l"/>
            <a:r>
              <a:rPr lang="pt-BR" sz="5400" dirty="0"/>
              <a:t>VÓS QUE ESTAIS À DIREITA DO PAI, </a:t>
            </a:r>
          </a:p>
          <a:p>
            <a:pPr algn="l"/>
            <a:r>
              <a:rPr lang="pt-BR" sz="5400" dirty="0"/>
              <a:t>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SÓ VÓS SOIS SANTO, </a:t>
            </a:r>
          </a:p>
          <a:p>
            <a:pPr algn="l"/>
            <a:r>
              <a:rPr lang="pt-BR" sz="5400" dirty="0"/>
              <a:t>SÓ VÓS O SENHOR, </a:t>
            </a:r>
          </a:p>
          <a:p>
            <a:pPr algn="l"/>
            <a:r>
              <a:rPr lang="pt-BR" sz="5400" dirty="0"/>
              <a:t>SÓ VÓS O ALTÍSSIMO, JESUS CRISTO, </a:t>
            </a:r>
          </a:p>
          <a:p>
            <a:pPr algn="l"/>
            <a:r>
              <a:rPr lang="pt-BR" sz="5400" dirty="0"/>
              <a:t>COM O ESPÍRITO SANTO </a:t>
            </a:r>
          </a:p>
          <a:p>
            <a:pPr algn="l"/>
            <a:r>
              <a:rPr lang="pt-BR" sz="5400" dirty="0"/>
              <a:t>NA GLÓRIA DE DEUS PAI. </a:t>
            </a:r>
          </a:p>
          <a:p>
            <a:pPr algn="l"/>
            <a:r>
              <a:rPr lang="pt-BR" sz="5400" dirty="0"/>
              <a:t>AMÉM.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508045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52255"/>
            <a:ext cx="10349345" cy="1953490"/>
          </a:xfrm>
        </p:spPr>
        <p:txBody>
          <a:bodyPr>
            <a:normAutofit/>
          </a:bodyPr>
          <a:lstStyle/>
          <a:p>
            <a:r>
              <a:rPr lang="pt-BR" sz="4400" b="1"/>
              <a:t>POR ENTRE </a:t>
            </a:r>
            <a:r>
              <a:rPr lang="pt-BR" sz="4400" b="1" dirty="0"/>
              <a:t>ACLAMAÇÕES DEUS SE ELEVOU, O SENHOR SUBIU AO TOQUE DA TROMBETA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04365"/>
            <a:ext cx="10349345" cy="480549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pt-BR" sz="4800" b="1" dirty="0"/>
              <a:t>ALELUIA, ALELUIA, ALELUIA</a:t>
            </a:r>
          </a:p>
          <a:p>
            <a:pPr>
              <a:lnSpc>
                <a:spcPct val="110000"/>
              </a:lnSpc>
            </a:pPr>
            <a:endParaRPr lang="pt-BR" sz="4800" b="1" dirty="0"/>
          </a:p>
          <a:p>
            <a:pPr>
              <a:lnSpc>
                <a:spcPct val="110000"/>
              </a:lnSpc>
            </a:pPr>
            <a:r>
              <a:rPr lang="pt-BR" sz="4800" dirty="0"/>
              <a:t>IDE AO MUNDO, ENSINAI AOS POVOS TODOS; CONVOSCO ESTAREI TODOS OS DIAS, ATÉ O FIM DOS TEMPOS, DIZ JESUS</a:t>
            </a:r>
          </a:p>
          <a:p>
            <a:pPr>
              <a:lnSpc>
                <a:spcPct val="110000"/>
              </a:lnSpc>
            </a:pPr>
            <a:endParaRPr lang="pt-BR" sz="4800" b="1" dirty="0"/>
          </a:p>
          <a:p>
            <a:pPr>
              <a:lnSpc>
                <a:spcPct val="110000"/>
              </a:lnSpc>
            </a:pPr>
            <a:r>
              <a:rPr lang="pt-BR" sz="4800" b="1" dirty="0"/>
              <a:t>ALELUIA, ALELUIA, ALELUIA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6FDC-08D2-841D-FA9E-89E74089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FE9144-83FE-9AD1-C1AB-ED2273E3D7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367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1. POVOS TODOS DO UNIVERSO BATEI PALMAS,  GRITAI A DEUS ACLAMAÇÕES DE ALEGRIA! 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2. PORQUE SUBLIME É O SENHOR, O DEUS ALTÍSSIMO, O SOBERANO QUE DOMINA TODA A TERRA.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14827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05912" cy="5496393"/>
          </a:xfrm>
        </p:spPr>
        <p:txBody>
          <a:bodyPr>
            <a:no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3. SALMODIAI AO NOSSO DEUS AO SOM DA HARPA,  SALMODIAI AO SOM DA HARPA AO NOSSO REI! </a:t>
            </a:r>
          </a:p>
        </p:txBody>
      </p:sp>
    </p:spTree>
    <p:extLst>
      <p:ext uri="{BB962C8B-B14F-4D97-AF65-F5344CB8AC3E}">
        <p14:creationId xmlns:p14="http://schemas.microsoft.com/office/powerpoint/2010/main" val="2678123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025834" cy="5638800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POR ENTRE ACLAMAÇÕES DEUS SE ELEVOU, O SENHOR SUBIU AO TOQUE DA TROMBETA, ALELUIA, ALELUIA!</a:t>
            </a:r>
          </a:p>
          <a:p>
            <a:pPr algn="just"/>
            <a:endParaRPr lang="pt-BR" sz="4800" b="1" dirty="0"/>
          </a:p>
          <a:p>
            <a:pPr algn="l"/>
            <a:r>
              <a:rPr lang="pt-BR" sz="4800" dirty="0"/>
              <a:t>4. DEUS REINA SOBRE TODAS AS NAÇÕES, </a:t>
            </a:r>
          </a:p>
          <a:p>
            <a:pPr algn="l"/>
            <a:r>
              <a:rPr lang="pt-BR" sz="4800" dirty="0"/>
              <a:t>ESTÁ SENTADO NO SEU TRONO GLORIOSO.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</a:pPr>
            <a:r>
              <a:rPr lang="pt-BR" sz="7300" b="1" dirty="0"/>
              <a:t>SANTO, SANTO, SANTO SENHOR DEUS DO UNIVERSO 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O CÉU E TERRA PROCLAMAM A VOSSA GLÓRIA!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HOSANA,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BENDITO O QUE VEM EM NOME DO SENHOR</a:t>
            </a:r>
          </a:p>
          <a:p>
            <a:pPr algn="l">
              <a:lnSpc>
                <a:spcPct val="100000"/>
              </a:lnSpc>
            </a:pPr>
            <a:r>
              <a:rPr lang="pt-BR" sz="6600" dirty="0"/>
              <a:t>HOSANA, NAS ALTURAS! (2x)</a:t>
            </a:r>
          </a:p>
          <a:p>
            <a:pPr algn="l">
              <a:lnSpc>
                <a:spcPct val="100000"/>
              </a:lnSpc>
            </a:pPr>
            <a:endParaRPr lang="pt-BR" sz="57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56B0F66-50E8-41CC-9409-E9F0D774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dirty="0"/>
              <a:t>1. LEVANTA-SE DEUS, CADÊ OS INIMIGOS?</a:t>
            </a:r>
          </a:p>
          <a:p>
            <a:pPr algn="just"/>
            <a:r>
              <a:rPr lang="pt-BR" sz="17600" dirty="0"/>
              <a:t>NA SUA PRESENÇA PERECEM OS INÍQUOS!</a:t>
            </a:r>
          </a:p>
          <a:p>
            <a:pPr algn="just"/>
            <a:r>
              <a:rPr lang="pt-BR" sz="17600" dirty="0"/>
              <a:t>SÃO COMO FUMAÇA QUE DESAPARECE,</a:t>
            </a:r>
          </a:p>
          <a:p>
            <a:pPr algn="just"/>
            <a:r>
              <a:rPr lang="pt-BR" sz="17600" dirty="0"/>
              <a:t>SÃO CERA NO FOGO, QUE LOGO DERRETE!</a:t>
            </a:r>
            <a:endParaRPr lang="pt-BR" sz="176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5432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2. DOS ÓRFÃOS É PAI, DAS VIÚVAS JUIZ,</a:t>
            </a:r>
          </a:p>
          <a:p>
            <a:pPr algn="l"/>
            <a:r>
              <a:rPr lang="pt-BR" sz="17600" dirty="0"/>
              <a:t>EM SUA MORADA SÓ ELE É QUEM DIZ:</a:t>
            </a:r>
          </a:p>
          <a:p>
            <a:pPr algn="l"/>
            <a:r>
              <a:rPr lang="pt-BR" sz="17600" dirty="0"/>
              <a:t>QUEM ESTAVA SOZINHO, FAMÍLIA ENCONTROU; QUEM ESTAVA OPRIMIDO, SUA MÃO LIBERTOU!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5532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just"/>
            <a:r>
              <a:rPr lang="pt-BR" sz="17600" dirty="0"/>
              <a:t>3. À FRENTE DO POVO SAÍSTE, Ó DEUS,</a:t>
            </a:r>
          </a:p>
          <a:p>
            <a:pPr algn="just"/>
            <a:r>
              <a:rPr lang="pt-BR" sz="17600" dirty="0"/>
              <a:t>OS CÉUS GOTEJARAM, A TERRA TREMEU:</a:t>
            </a:r>
          </a:p>
          <a:p>
            <a:pPr algn="just"/>
            <a:r>
              <a:rPr lang="pt-BR" sz="17600" dirty="0"/>
              <a:t>NA SUA PRESENÇA SE ABALA O SINAI,</a:t>
            </a:r>
          </a:p>
          <a:p>
            <a:pPr algn="just"/>
            <a:r>
              <a:rPr lang="pt-BR" sz="17600" dirty="0"/>
              <a:t>É DEUS QUE AVANÇA, QUE AVANÇA E VAI!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9203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4. UMA CHUVA ABUNDANTE DO CÉU DERRAMASTE</a:t>
            </a:r>
          </a:p>
          <a:p>
            <a:pPr algn="l"/>
            <a:r>
              <a:rPr lang="pt-BR" sz="17600" dirty="0"/>
              <a:t>E A TUA HERANÇA EXAUSTA SACIASTE;</a:t>
            </a:r>
          </a:p>
          <a:p>
            <a:pPr algn="l"/>
            <a:r>
              <a:rPr lang="pt-BR" sz="17600" dirty="0"/>
              <a:t>FIZESTE EM TUA PAZ VIVER TEU REBANHO</a:t>
            </a:r>
          </a:p>
          <a:p>
            <a:pPr algn="l"/>
            <a:r>
              <a:rPr lang="pt-BR" sz="17600" dirty="0"/>
              <a:t>E OS NECESSITADOS TIVERAM SEU GANHO.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242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5. FALOU SUA PALAVRA, SAEM OS PORTADORES,</a:t>
            </a:r>
          </a:p>
          <a:p>
            <a:pPr algn="l"/>
            <a:r>
              <a:rPr lang="pt-BR" sz="17600" dirty="0"/>
              <a:t>DEBANDAM OS REIS E FARTAM-SE OS POBRES!</a:t>
            </a:r>
          </a:p>
          <a:p>
            <a:pPr algn="l"/>
            <a:r>
              <a:rPr lang="pt-BR" sz="17600" dirty="0"/>
              <a:t>IMENSO É O PODER DE NOSSO SENHOR,</a:t>
            </a:r>
          </a:p>
          <a:p>
            <a:pPr algn="l"/>
            <a:r>
              <a:rPr lang="pt-BR" sz="17600" dirty="0"/>
              <a:t>SUBINDO ÀS ALTURAS, CATIVOS LEVOU.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541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</a:t>
            </a:r>
          </a:p>
          <a:p>
            <a:pPr algn="l"/>
            <a:r>
              <a:rPr lang="pt-BR" sz="17600" b="1" dirty="0"/>
              <a:t>O SENHOR SUBIU AO CÉU, </a:t>
            </a:r>
          </a:p>
          <a:p>
            <a:pPr algn="l"/>
            <a:r>
              <a:rPr lang="pt-BR" sz="17600" b="1" dirty="0"/>
              <a:t>ALELUIA, ALELUIA! </a:t>
            </a:r>
          </a:p>
          <a:p>
            <a:pPr algn="just"/>
            <a:endParaRPr lang="pt-BR" sz="17600" b="1" dirty="0"/>
          </a:p>
          <a:p>
            <a:pPr algn="l"/>
            <a:r>
              <a:rPr lang="pt-BR" sz="17600" dirty="0"/>
              <a:t>6. BENDITO TU SEJAS, SENHOR, TODO DIA,</a:t>
            </a:r>
          </a:p>
          <a:p>
            <a:pPr algn="l"/>
            <a:r>
              <a:rPr lang="pt-BR" sz="17600" dirty="0"/>
              <a:t>TU ÉS QUEM NOS SALVA, QUEM NOS ALIVIA;</a:t>
            </a:r>
          </a:p>
          <a:p>
            <a:pPr algn="l"/>
            <a:r>
              <a:rPr lang="pt-BR" sz="17600" dirty="0"/>
              <a:t>ÉS TU NOSSO DEUS, O LIBERTADOR!</a:t>
            </a:r>
          </a:p>
          <a:p>
            <a:pPr algn="l"/>
            <a:r>
              <a:rPr lang="pt-BR" sz="17600" dirty="0"/>
              <a:t>QUEM LIVRA DA MORTE, SÓ MESMO 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0536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054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18" y="990168"/>
            <a:ext cx="11090564" cy="5867832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6500" b="1" dirty="0"/>
              <a:t>GLÓRIA A JESUS NA HÓSTIA SANTA</a:t>
            </a:r>
          </a:p>
          <a:p>
            <a:pPr algn="just"/>
            <a:r>
              <a:rPr lang="pt-BR" sz="16500" b="1" dirty="0"/>
              <a:t>QUE SE CONSAGRA SOBRE O ALTAR</a:t>
            </a:r>
          </a:p>
          <a:p>
            <a:pPr algn="just"/>
            <a:r>
              <a:rPr lang="pt-BR" sz="16500" b="1" dirty="0"/>
              <a:t>E AOS NOSSOS OLHOS SE LEVANTA</a:t>
            </a:r>
          </a:p>
          <a:p>
            <a:pPr algn="just"/>
            <a:r>
              <a:rPr lang="pt-BR" sz="16500" b="1" dirty="0"/>
              <a:t>PARA O BRASIL ABENÇOAR!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55848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6115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1090564" cy="5867832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QUE O SANTO SACRAMENTO</a:t>
            </a:r>
          </a:p>
          <a:p>
            <a:pPr algn="just"/>
            <a:r>
              <a:rPr lang="pt-BR" sz="6000" dirty="0"/>
              <a:t>QUE É O PRÓPRIO CRISTO JESUS</a:t>
            </a:r>
          </a:p>
          <a:p>
            <a:pPr algn="just"/>
            <a:r>
              <a:rPr lang="pt-BR" sz="6000" dirty="0"/>
              <a:t>SEJA ADORADO E SEJA AMADO</a:t>
            </a:r>
          </a:p>
          <a:p>
            <a:pPr algn="just"/>
            <a:r>
              <a:rPr lang="pt-BR" sz="6000" dirty="0"/>
              <a:t>NESTA TERRA DE SANTA CRUZ!</a:t>
            </a:r>
          </a:p>
          <a:p>
            <a:pPr algn="just"/>
            <a:r>
              <a:rPr lang="pt-BR" sz="6000" dirty="0"/>
              <a:t>SEJA ADORADO E SEJA AMADO</a:t>
            </a:r>
          </a:p>
          <a:p>
            <a:pPr algn="just"/>
            <a:r>
              <a:rPr lang="pt-BR" sz="6000" dirty="0"/>
              <a:t>NESTA TERRA DE SANTA CRUZ!</a:t>
            </a:r>
          </a:p>
        </p:txBody>
      </p:sp>
    </p:spTree>
    <p:extLst>
      <p:ext uri="{BB962C8B-B14F-4D97-AF65-F5344CB8AC3E}">
        <p14:creationId xmlns:p14="http://schemas.microsoft.com/office/powerpoint/2010/main" val="2554784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427889"/>
            <a:ext cx="10349345" cy="3986765"/>
          </a:xfrm>
        </p:spPr>
        <p:txBody>
          <a:bodyPr>
            <a:normAutofit/>
          </a:bodyPr>
          <a:lstStyle/>
          <a:p>
            <a:r>
              <a:rPr lang="pt-BR" sz="6000" b="1" dirty="0"/>
              <a:t>CHAMA VIVA DA MINHA ESPERANÇA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E159-5C2A-5F9E-DDFA-9761053AB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86437-C128-4B2D-09EA-DF8ACCF1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DO JUBILEU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C3216-BD40-48B1-CF50-6737F0121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CHAMA VIVA DA MINHA ESPERANÇA</a:t>
            </a:r>
          </a:p>
          <a:p>
            <a:pPr algn="l"/>
            <a:r>
              <a:rPr lang="pt-BR" sz="6000" b="1" dirty="0"/>
              <a:t>ESTE CANTO SUBA PARA TI</a:t>
            </a:r>
          </a:p>
          <a:p>
            <a:pPr algn="l"/>
            <a:r>
              <a:rPr lang="pt-BR" sz="6000" b="1" dirty="0"/>
              <a:t>SEIO ETERNO DE INFINITA VIDA</a:t>
            </a:r>
          </a:p>
          <a:p>
            <a:pPr algn="l"/>
            <a:r>
              <a:rPr lang="pt-BR" sz="6000" b="1" dirty="0"/>
              <a:t>NO CAMINHO, EU CONFIO EM TI</a:t>
            </a:r>
          </a:p>
        </p:txBody>
      </p:sp>
    </p:spTree>
    <p:extLst>
      <p:ext uri="{BB962C8B-B14F-4D97-AF65-F5344CB8AC3E}">
        <p14:creationId xmlns:p14="http://schemas.microsoft.com/office/powerpoint/2010/main" val="1372784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B7826-15EE-B7F4-2F80-99C14FC8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35F5447-29A5-901B-FC4F-019806D591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215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1516</Words>
  <Application>Microsoft Office PowerPoint</Application>
  <PresentationFormat>Widescreen</PresentationFormat>
  <Paragraphs>278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8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CANTOS DAS OFERENDAS</vt:lpstr>
      <vt:lpstr>CANTOS DAS OFERENDAS</vt:lpstr>
      <vt:lpstr>CANTOS DAS OFERENDAS</vt:lpstr>
      <vt:lpstr>CANTOS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 </vt:lpstr>
      <vt:lpstr>PÓS-COMUNHÃO </vt:lpstr>
      <vt:lpstr>Apresentação do PowerPoint</vt:lpstr>
      <vt:lpstr>SUBTEMA DA NOITE</vt:lpstr>
      <vt:lpstr>HINO DO JUBILEU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23</cp:revision>
  <dcterms:created xsi:type="dcterms:W3CDTF">2023-05-06T17:01:55Z</dcterms:created>
  <dcterms:modified xsi:type="dcterms:W3CDTF">2025-06-02T16:10:37Z</dcterms:modified>
</cp:coreProperties>
</file>