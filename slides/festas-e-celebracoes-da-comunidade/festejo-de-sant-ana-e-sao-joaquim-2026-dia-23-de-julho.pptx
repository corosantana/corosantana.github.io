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269" r:id="rId3"/>
    <p:sldId id="412" r:id="rId4"/>
    <p:sldId id="413" r:id="rId5"/>
    <p:sldId id="414" r:id="rId6"/>
    <p:sldId id="258" r:id="rId7"/>
    <p:sldId id="259" r:id="rId8"/>
    <p:sldId id="600" r:id="rId9"/>
    <p:sldId id="425" r:id="rId10"/>
    <p:sldId id="260" r:id="rId11"/>
    <p:sldId id="588" r:id="rId12"/>
    <p:sldId id="589" r:id="rId13"/>
    <p:sldId id="590" r:id="rId14"/>
    <p:sldId id="591" r:id="rId15"/>
    <p:sldId id="592" r:id="rId16"/>
    <p:sldId id="264" r:id="rId17"/>
    <p:sldId id="265" r:id="rId18"/>
    <p:sldId id="266" r:id="rId19"/>
    <p:sldId id="267" r:id="rId20"/>
    <p:sldId id="429" r:id="rId21"/>
    <p:sldId id="601" r:id="rId22"/>
    <p:sldId id="538" r:id="rId23"/>
    <p:sldId id="539" r:id="rId24"/>
    <p:sldId id="540" r:id="rId25"/>
    <p:sldId id="292" r:id="rId26"/>
    <p:sldId id="275" r:id="rId27"/>
    <p:sldId id="363" r:id="rId28"/>
    <p:sldId id="361" r:id="rId29"/>
    <p:sldId id="434" r:id="rId30"/>
    <p:sldId id="453" r:id="rId31"/>
    <p:sldId id="358" r:id="rId32"/>
    <p:sldId id="472" r:id="rId33"/>
    <p:sldId id="436" r:id="rId34"/>
    <p:sldId id="473" r:id="rId35"/>
    <p:sldId id="438" r:id="rId36"/>
    <p:sldId id="474" r:id="rId37"/>
    <p:sldId id="456" r:id="rId38"/>
    <p:sldId id="475" r:id="rId39"/>
    <p:sldId id="277" r:id="rId40"/>
    <p:sldId id="531" r:id="rId41"/>
    <p:sldId id="537" r:id="rId42"/>
    <p:sldId id="602" r:id="rId43"/>
    <p:sldId id="423" r:id="rId44"/>
    <p:sldId id="337" r:id="rId45"/>
    <p:sldId id="430" r:id="rId46"/>
    <p:sldId id="431" r:id="rId4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>
      <p:cViewPr varScale="1">
        <p:scale>
          <a:sx n="85" d="100"/>
          <a:sy n="85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ECF52A1-9470-2998-5727-BF89C5B7D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1999" cy="6857999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428975" y="3603196"/>
            <a:ext cx="113340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FESTEJO SANT’ANA E SÃO JOAQUIM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EF79086-2EF9-85DD-26FA-5603E6ECF9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9600" b="1" dirty="0"/>
              <a:t>QUEM ME PROTEGE E ME AMPARA É MEU DEUS; É O SENHOR QUEM SUSTENTA MINHA VIDA!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1. POR VOSSO NOME, SALVAI-ME, SENHOR; E DAI-ME A VOSSA JUSTIÇA!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53172" cy="5721926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3900" b="1" dirty="0"/>
              <a:t>QUEM ME PROTEGE E ME AMPARA É MEU DEUS; É O SENHOR QUEM SUSTENTA MINHA VIDA!</a:t>
            </a:r>
          </a:p>
          <a:p>
            <a:pPr algn="l"/>
            <a:endParaRPr lang="pt-BR" sz="9800" b="1" dirty="0"/>
          </a:p>
          <a:p>
            <a:pPr algn="l"/>
            <a:r>
              <a:rPr lang="pt-BR" sz="9800" dirty="0"/>
              <a:t>2. Ó MEU DEUS, ATENDEI MINHA PRECE</a:t>
            </a:r>
          </a:p>
          <a:p>
            <a:pPr algn="l"/>
            <a:r>
              <a:rPr lang="pt-BR" sz="9800" dirty="0"/>
              <a:t>E ESCUTAI AS PALAVRAS QUE EU DIGO!</a:t>
            </a:r>
            <a:endParaRPr lang="pt-BR" sz="7300" dirty="0"/>
          </a:p>
        </p:txBody>
      </p:sp>
    </p:spTree>
    <p:extLst>
      <p:ext uri="{BB962C8B-B14F-4D97-AF65-F5344CB8AC3E}">
        <p14:creationId xmlns:p14="http://schemas.microsoft.com/office/powerpoint/2010/main" val="383286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9600" b="1" dirty="0"/>
              <a:t>QUEM ME PROTEGE E ME AMPARA É MEU DEUS; É O SENHOR QUEM SUSTENTA MINHA VIDA!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3. QUERO OFERTAR-VOS O MEU SACRIFÍCIO</a:t>
            </a:r>
          </a:p>
          <a:p>
            <a:pPr algn="l"/>
            <a:r>
              <a:rPr lang="pt-BR" sz="8800" dirty="0"/>
              <a:t>DE CORAÇÃO E COM MUITA ALEGRIA;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611360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9600" b="1" dirty="0"/>
              <a:t>QUEM ME PROTEGE E ME AMPARA É MEU DEUS; É O SENHOR QUEM SUSTENTA MINHA VIDA!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4. POIS ME LIVRASTES DE TODA A ANGÚSTIA,</a:t>
            </a:r>
          </a:p>
          <a:p>
            <a:pPr algn="l"/>
            <a:r>
              <a:rPr lang="pt-BR" sz="8800" dirty="0"/>
              <a:t>E HUMILHADOS VI MEUS INIMIGOS;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189073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SENHOR, QUE SOIS O CAMINHO QUE LEVA  AO PAI, 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SENHOR, TENDE PIEDADE DE NÓS!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fontScale="925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CRISTO, QUE SOIS A VERDADE QUE ILUMINA OS POVOS,</a:t>
            </a:r>
          </a:p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CRISTO, TENDE PIEDADE DE NÓS!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058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SENHOR, QUE SOIS A VIDA QUE RENOVA O MUNDO, 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SENHOR, TENDE PIEDADE DE NÓS!</a:t>
            </a:r>
            <a:endParaRPr lang="pt-BR" sz="6600" b="1" dirty="0"/>
          </a:p>
          <a:p>
            <a:pPr algn="l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607406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400" b="1" dirty="0"/>
              <a:t>GLÓRIA A DEUS NAS ALTURAS (3X)</a:t>
            </a:r>
          </a:p>
          <a:p>
            <a:pPr algn="just"/>
            <a:r>
              <a:rPr lang="pt-BR" sz="9400" b="1" dirty="0"/>
              <a:t>E PAZ NA TERRA AOS HOMENS POR ELE AMADOS!</a:t>
            </a:r>
            <a:r>
              <a:rPr lang="pt-BR" sz="9400" dirty="0"/>
              <a:t> </a:t>
            </a:r>
          </a:p>
          <a:p>
            <a:pPr algn="just"/>
            <a:endParaRPr lang="pt-BR" sz="6000" dirty="0"/>
          </a:p>
          <a:p>
            <a:pPr algn="just"/>
            <a:r>
              <a:rPr lang="pt-BR" sz="9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8036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3109316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637244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1401572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SANTO, SÓ VÓS O SENHOR, SÓ VÓS O ALTÍSSIMO, JESUS CRISTO, 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3688851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dirty="0"/>
              <a:t>EM VÓS ESTÁ A FONTE DA VIDA, Ó SENHOR!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fontScale="92500"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GRAÇAS TE DOU, Ó PAI, SENHOR DO CÉU E DA TERRA, POIS REVELASTES OS MISTÉRIOS DO TEU REINO AOS PEQUENINOS, ESCONDENDO-OS AOS DOUTORES!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9388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QUE PODEREI RETRIBUIR AO SENHOR,</a:t>
            </a:r>
          </a:p>
          <a:p>
            <a:pPr algn="l"/>
            <a:r>
              <a:rPr lang="pt-BR" sz="8800" b="1" dirty="0"/>
              <a:t>POR TUDO AQUILO QUE ELE ME DEU?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OFERECEREI O SEU SACRIFÍCIO</a:t>
            </a:r>
          </a:p>
          <a:p>
            <a:pPr algn="l"/>
            <a:r>
              <a:rPr lang="pt-BR" sz="8800" dirty="0"/>
              <a:t>E INVOCAREI O SEU SANTO NOME.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4243208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84A85-23F9-A73F-6C0B-CC8F3B132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9E67ED-C6F3-BB49-F3B4-6E9D856CE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B97CD5-8697-2897-5163-36F9489C2A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QUE PODEREI OFERECER AO MEU DEUS</a:t>
            </a:r>
          </a:p>
          <a:p>
            <a:pPr algn="l"/>
            <a:r>
              <a:rPr lang="pt-BR" sz="8800" b="1" dirty="0"/>
              <a:t>PELOS IMENSOS BENEFÍCIOS QUE ME FEZ?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OFERECEREI O SEU SACRIFÍCIO</a:t>
            </a:r>
          </a:p>
          <a:p>
            <a:pPr algn="l"/>
            <a:r>
              <a:rPr lang="pt-BR" sz="8800" dirty="0"/>
              <a:t>E INVOCAREI O SEU SANTO NOME.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1503905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94AF2-B7A1-DC69-069B-933819D76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1DC43D-8861-4EC2-857E-B1671157F6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4AA6BA-17ED-85E5-9BDC-76B82FEF98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EU CUMPRIREI MINHAS PROMESSAS AO SENHOR,</a:t>
            </a:r>
          </a:p>
          <a:p>
            <a:pPr algn="l"/>
            <a:r>
              <a:rPr lang="pt-BR" sz="8800" b="1" dirty="0"/>
              <a:t>NA REUNIÃO DO POVO SANTO DE DEUS.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OFERECEREI O SEU SACRIFÍCIO</a:t>
            </a:r>
          </a:p>
          <a:p>
            <a:pPr algn="l"/>
            <a:r>
              <a:rPr lang="pt-BR" sz="8800" dirty="0"/>
              <a:t>E INVOCAREI O SEU SANTO NOME.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620732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88EC0-E910-CFB7-1C07-3CDA93693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C304AC-CAA6-8BD1-7F6F-F6394C68F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468D1C-0D10-3057-2452-3975F14CC2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VÓS ME QUEBRASTES OS GRILHÕES DA ESCRAVIDÃO,</a:t>
            </a:r>
          </a:p>
          <a:p>
            <a:pPr algn="l"/>
            <a:r>
              <a:rPr lang="pt-BR" sz="8800" b="1" dirty="0"/>
              <a:t>E É POR ISSO QUE HOJE EU CANTO VOSSO AMOR.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OFERECEREI O SEU SACRIFÍCIO</a:t>
            </a:r>
          </a:p>
          <a:p>
            <a:pPr algn="l"/>
            <a:r>
              <a:rPr lang="pt-BR" sz="8800" dirty="0"/>
              <a:t>E INVOCAREI O SEU SANTO NOME.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3985752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SANTO, SANTO, SANTO</a:t>
            </a:r>
          </a:p>
          <a:p>
            <a:pPr algn="just"/>
            <a:r>
              <a:rPr lang="pt-BR" sz="5400" dirty="0"/>
              <a:t>SENHOR DEUS DO UNIVERSO</a:t>
            </a:r>
          </a:p>
          <a:p>
            <a:pPr algn="just"/>
            <a:r>
              <a:rPr lang="pt-BR" sz="5400" dirty="0"/>
              <a:t>O CÉU E A TERRA PROCLAMAM</a:t>
            </a:r>
          </a:p>
          <a:p>
            <a:pPr algn="just"/>
            <a:r>
              <a:rPr lang="pt-BR" sz="5400" dirty="0"/>
              <a:t>A VOSSA GLÓRIA</a:t>
            </a:r>
          </a:p>
          <a:p>
            <a:pPr algn="just"/>
            <a:r>
              <a:rPr lang="pt-BR" sz="54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endParaRPr lang="pt-BR" sz="6600" dirty="0"/>
          </a:p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 (2X)</a:t>
            </a:r>
          </a:p>
          <a:p>
            <a:pPr algn="just"/>
            <a:endParaRPr lang="pt-BR" sz="6600" dirty="0"/>
          </a:p>
          <a:p>
            <a:pPr algn="just"/>
            <a:r>
              <a:rPr lang="pt-BR" sz="6600" b="1" dirty="0"/>
              <a:t>HOSANA, 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VEJAM, EU ANDEI PELAS VILAS,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APONTEI AS SAÍDAS COMO O PAI ME PEDIU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PORTAS, EU CHEGUEI PARA ABRI-LAS,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CUREI AS FERIDAS COMO NUNCA SE VIU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4901160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5133" y="603147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133" y="1074202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ONDE FORMOS TAMBÉM NÓS QUE BRILHE A TUA LUZ!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FALA, SENHOR, NA NOSSA VOZ, EM NOSSA VIDA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NOSSO CAMINHO ENTÃO CONDUZ. QUEREMOS SER ASSIM!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O PÃO DA VIDA NOS REVIGORE NO NOSSO "SIM"!</a:t>
            </a:r>
            <a:endParaRPr lang="pt-BR" sz="230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6186343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VEJAM, FIZ DE NOVO A LEITURA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DAS RAÍZES DA VIDA QUE MEU PAI VÊ MELHOR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LUZES, ASCENDI COM BRANDURA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PARA A OVELHA PERDIDA NÃO MEDI MEU SUOR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5133" y="603147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133" y="1074202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ONDE FORMOS TAMBÉM NÓS QUE BRILHE A TUA LUZ!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FALA, SENHOR, NA NOSSA VOZ, EM NOSSA VIDA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NOSSO CAMINHO ENTÃO CONDUZ. QUEREMOS SER ASSIM!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O PÃO DA VIDA NOS REVIGORE NO NOSSO "SIM"!</a:t>
            </a:r>
            <a:endParaRPr lang="pt-BR" sz="230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2432650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VEJAM, PROCUREI BEM AQUELES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NINGUÉM PROCURAVA E FALEI DO MEU PAI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POBRES, A ESPERANÇA QUE É DELES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NÃO QUIS VER ESCRAVA DE UM PODER QUE RETRAI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12253785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5133" y="603147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133" y="1074202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ONDE FORMOS TAMBÉM NÓS QUE BRILHE A TUA LUZ!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FALA, SENHOR, NA NOSSA VOZ, EM NOSSA VIDA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NOSSO CAMINHO ENTÃO CONDUZ. QUEREMOS SER ASSIM!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O PÃO DA VIDA NOS REVIGORE NO NOSSO "SIM"!</a:t>
            </a:r>
            <a:endParaRPr lang="pt-BR" sz="230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0091682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161569" cy="5729287"/>
          </a:xfrm>
        </p:spPr>
        <p:txBody>
          <a:bodyPr>
            <a:normAutofit fontScale="92500" lnSpcReduction="20000"/>
          </a:bodyPr>
          <a:lstStyle/>
          <a:p>
            <a:pPr algn="l">
              <a:tabLst>
                <a:tab pos="442913" algn="l"/>
              </a:tabLst>
            </a:pPr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VEJAM, FUI ALÉM DAS FRONTEIRAS,</a:t>
            </a:r>
          </a:p>
          <a:p>
            <a:pPr algn="l">
              <a:tabLst>
                <a:tab pos="442913" algn="l"/>
              </a:tabLst>
            </a:pPr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ESPALHEI A BOA-NOVA: TODOS FILHOS DE DEUS!</a:t>
            </a:r>
          </a:p>
          <a:p>
            <a:pPr algn="l">
              <a:tabLst>
                <a:tab pos="442913" algn="l"/>
              </a:tabLst>
            </a:pPr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VIDA, NÃO SE DEIXE NAS BEIRAS</a:t>
            </a:r>
          </a:p>
          <a:p>
            <a:pPr algn="l">
              <a:tabLst>
                <a:tab pos="442913" algn="l"/>
              </a:tabLst>
            </a:pPr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QUISER MAIOR PROVA: VENHA SER UM DOS MEUS!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0868297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5133" y="603147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133" y="1074202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ONDE FORMOS TAMBÉM NÓS QUE BRILHE A TUA LUZ!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FALA, SENHOR, NA NOSSA VOZ, EM NOSSA VIDA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NOSSO CAMINHO ENTÃO CONDUZ. QUEREMOS SER ASSIM!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O PÃO DA VIDA NOS REVIGORE NO NOSSO "SIM"!</a:t>
            </a:r>
            <a:endParaRPr lang="pt-BR" sz="230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0586586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5133" y="603147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133" y="1074202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2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VEJAM, DO MEU PAI A VONTADE</a:t>
            </a:r>
          </a:p>
          <a:p>
            <a:pPr algn="l"/>
            <a:r>
              <a:rPr lang="pt-BR" sz="72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CUMPRI PASSO A PASSO FOI PARA ISSO QUE EU VIM</a:t>
            </a:r>
          </a:p>
          <a:p>
            <a:pPr algn="l"/>
            <a:r>
              <a:rPr lang="pt-BR" sz="72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DORES, ENFRENTEI A MALDADE,</a:t>
            </a:r>
          </a:p>
          <a:p>
            <a:pPr algn="l"/>
            <a:r>
              <a:rPr lang="pt-BR" sz="72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MESMO FRENTE AO FRACASSO EU MANTIVE O MEU "SIM"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4830910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5133" y="603147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133" y="1074202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ONDE FORMOS TAMBÉM NÓS QUE BRILHE A TUA LUZ!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FALA, SENHOR, NA NOSSA VOZ, EM NOSSA VIDA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NOSSO CAMINHO ENTÃO CONDUZ. QUEREMOS SER ASSIM!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O PÃO DA VIDA NOS REVIGORE NO NOSSO "SIM"!</a:t>
            </a:r>
            <a:endParaRPr lang="pt-BR" sz="230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2458325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6AE30-295F-DD39-B821-131CB9967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2EC1DF6-56CF-6C7C-BCCB-C87CAD0D6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127" y="508586"/>
            <a:ext cx="11308783" cy="6038969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QUEM NOS SEPARARÁ DO SEU AMOR? A TRIBULAÇÃO, TALVEZ A ESPADA? NEM A MORTE E NEM A VIDA NOS SEPARARÁ DO AMOR DE CRISTO, NOSSO SENHOR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6562722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3653B-A037-E8B1-6569-8AAADC07D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AB7AF8F1-66AE-AD2E-B7B1-C70EBC4E6A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127" y="508586"/>
            <a:ext cx="11308783" cy="6038969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QUEM NOS SEPARARÁ DA SUA PAZ? A PERSEGUIÇÃO, TALVEZ A DOR? NENHUM PODER NOS SEPARARÁ DAQUELE QUE VENCEU A MORTE POR NÓS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32852515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8F649-2CB6-C770-94BF-1B5184503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2D7AF8A-AEB1-4961-3350-525ED8805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127" y="508586"/>
            <a:ext cx="11308783" cy="6038969"/>
          </a:xfrm>
        </p:spPr>
        <p:txBody>
          <a:bodyPr>
            <a:normAutofit fontScale="92500"/>
          </a:bodyPr>
          <a:lstStyle/>
          <a:p>
            <a:pPr algn="l"/>
            <a:r>
              <a:rPr lang="pt-BR" sz="7200" dirty="0"/>
              <a:t>QUEM NOS SEPARARÁ DA SUA ALEGRIA? QUEM PODERÁ TIRAR-NOS DO SEU PERDÃO? NINGUÉM NO MUNDO NOS AFASTARÁ DA VIDA EM CRISTO, NOSSO SENHOR.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18863331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7822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OLHEM TEU POVO AQUI REUNIDOS/ AGRADECEMOS A TI AVÓS QUERIDOS NESTE DIA FESTIVO DE ALEGRIA</a:t>
            </a:r>
          </a:p>
          <a:p>
            <a:pPr algn="l"/>
            <a:endParaRPr lang="pt-BR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VEM</a:t>
            </a:r>
          </a:p>
          <a:p>
            <a:pPr algn="l"/>
            <a:r>
              <a:rPr lang="pt-BR" sz="4800" dirty="0"/>
              <a:t>CAMINHAR COM ESTE POVO SOFRIDO/ TODOS JUNTOS VAMOS ACREDITAR/ EMANUEL DEUS CONOSCO VEM MORAR.</a:t>
            </a:r>
          </a:p>
          <a:p>
            <a:pPr algn="l"/>
            <a:endParaRPr lang="pt-BR" sz="2000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7177400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PAIS DE</a:t>
            </a:r>
          </a:p>
          <a:p>
            <a:pPr algn="l"/>
            <a:r>
              <a:rPr lang="pt-BR" sz="4800" dirty="0"/>
              <a:t>AMOR , ESPERANÇA E FÉ / Ó SANT’ANA E TAMBÉM SÃO JOAQUIM ABENÇOAI TODOS NOSSOS LAVRADORES. </a:t>
            </a:r>
          </a:p>
          <a:p>
            <a:pPr algn="l"/>
            <a:endParaRPr lang="pt-BR" sz="2800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13575229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8319</TotalTime>
  <Words>1203</Words>
  <Application>Microsoft Office PowerPoint</Application>
  <PresentationFormat>Widescreen</PresentationFormat>
  <Paragraphs>166</Paragraphs>
  <Slides>46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53" baseType="lpstr">
      <vt:lpstr>Arial</vt:lpstr>
      <vt:lpstr>Arial</vt:lpstr>
      <vt:lpstr>Bookman Old Style</vt:lpstr>
      <vt:lpstr>Calibri</vt:lpstr>
      <vt:lpstr>Calibri Light</vt:lpstr>
      <vt:lpstr>Roboto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48</cp:revision>
  <dcterms:created xsi:type="dcterms:W3CDTF">2023-05-06T17:01:55Z</dcterms:created>
  <dcterms:modified xsi:type="dcterms:W3CDTF">2026-07-23T19:59:30Z</dcterms:modified>
</cp:coreProperties>
</file>