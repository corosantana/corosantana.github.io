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605" r:id="rId3"/>
    <p:sldId id="471" r:id="rId4"/>
    <p:sldId id="306" r:id="rId5"/>
    <p:sldId id="259" r:id="rId6"/>
    <p:sldId id="606" r:id="rId7"/>
    <p:sldId id="433" r:id="rId8"/>
    <p:sldId id="450" r:id="rId9"/>
    <p:sldId id="265" r:id="rId10"/>
    <p:sldId id="266" r:id="rId11"/>
    <p:sldId id="267" r:id="rId12"/>
    <p:sldId id="268" r:id="rId13"/>
    <p:sldId id="291" r:id="rId14"/>
    <p:sldId id="293" r:id="rId15"/>
    <p:sldId id="294" r:id="rId16"/>
    <p:sldId id="295" r:id="rId17"/>
    <p:sldId id="526" r:id="rId18"/>
    <p:sldId id="269" r:id="rId19"/>
    <p:sldId id="391" r:id="rId20"/>
    <p:sldId id="392" r:id="rId21"/>
    <p:sldId id="347" r:id="rId22"/>
    <p:sldId id="272" r:id="rId23"/>
    <p:sldId id="273" r:id="rId24"/>
    <p:sldId id="286" r:id="rId25"/>
    <p:sldId id="477" r:id="rId26"/>
    <p:sldId id="478" r:id="rId27"/>
    <p:sldId id="492" r:id="rId28"/>
    <p:sldId id="487" r:id="rId29"/>
    <p:sldId id="493" r:id="rId30"/>
    <p:sldId id="302" r:id="rId31"/>
    <p:sldId id="394" r:id="rId32"/>
    <p:sldId id="607" r:id="rId33"/>
    <p:sldId id="393" r:id="rId34"/>
    <p:sldId id="395" r:id="rId35"/>
    <p:sldId id="597" r:id="rId36"/>
    <p:sldId id="440" r:id="rId37"/>
    <p:sldId id="442" r:id="rId38"/>
    <p:sldId id="581" r:id="rId39"/>
    <p:sldId id="441" r:id="rId40"/>
    <p:sldId id="323" r:id="rId41"/>
    <p:sldId id="582" r:id="rId42"/>
    <p:sldId id="583" r:id="rId43"/>
    <p:sldId id="584" r:id="rId44"/>
    <p:sldId id="388" r:id="rId45"/>
    <p:sldId id="278" r:id="rId46"/>
    <p:sldId id="602" r:id="rId47"/>
    <p:sldId id="603" r:id="rId48"/>
    <p:sldId id="604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1546C5-1DEF-7B65-85C1-FEF0DB0B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25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6B905A-6E2D-DAC5-16FC-42B645A5E31A}"/>
              </a:ext>
            </a:extLst>
          </p:cNvPr>
          <p:cNvSpPr/>
          <p:nvPr/>
        </p:nvSpPr>
        <p:spPr>
          <a:xfrm>
            <a:off x="696687" y="2996418"/>
            <a:ext cx="10940226" cy="3010487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DCD9D4-6F8F-EE1D-6200-BEC19AE63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209" y="-27638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100" b="1" dirty="0"/>
              <a:t>COM A IGREJA SUBIREMOS</a:t>
            </a:r>
          </a:p>
          <a:p>
            <a:pPr algn="just"/>
            <a:r>
              <a:rPr lang="pt-BR" sz="7100" b="1" dirty="0"/>
              <a:t>O ALTAR DO SENHOR.</a:t>
            </a:r>
          </a:p>
          <a:p>
            <a:pPr algn="just"/>
            <a:endParaRPr lang="pt-BR" sz="6800" b="1" dirty="0"/>
          </a:p>
          <a:p>
            <a:pPr algn="just"/>
            <a:r>
              <a:rPr lang="pt-BR" sz="6800" dirty="0"/>
              <a:t>TODA A IGREJA AQUI ESTÁ, PARA O ENCONTRO COM DEUS.</a:t>
            </a:r>
          </a:p>
          <a:p>
            <a:pPr algn="just"/>
            <a:r>
              <a:rPr lang="pt-BR" sz="6800" dirty="0"/>
              <a:t>ELE MESMO O MARCOU, PARA NÓS, FILHOS SEUS.</a:t>
            </a:r>
          </a:p>
        </p:txBody>
      </p:sp>
    </p:spTree>
    <p:extLst>
      <p:ext uri="{BB962C8B-B14F-4D97-AF65-F5344CB8AC3E}">
        <p14:creationId xmlns:p14="http://schemas.microsoft.com/office/powerpoint/2010/main" val="84949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100" b="1" dirty="0"/>
              <a:t>COM A IGREJA SUBIREMOS</a:t>
            </a:r>
          </a:p>
          <a:p>
            <a:pPr algn="just"/>
            <a:r>
              <a:rPr lang="pt-BR" sz="7100" b="1" dirty="0"/>
              <a:t>O ALTAR DO SENHOR.</a:t>
            </a:r>
          </a:p>
          <a:p>
            <a:pPr algn="just"/>
            <a:endParaRPr lang="pt-BR" sz="6800" b="1" dirty="0"/>
          </a:p>
          <a:p>
            <a:pPr algn="just"/>
            <a:r>
              <a:rPr lang="pt-BR" sz="6800" dirty="0"/>
              <a:t>ENTRE NÓS E O PAI SANTO, ESTÁ JESUS, NOSSO IRMÃO:</a:t>
            </a:r>
          </a:p>
          <a:p>
            <a:pPr algn="just"/>
            <a:r>
              <a:rPr lang="pt-BR" sz="6800" dirty="0"/>
              <a:t>MEDIADOR, SACERDOTE, NOSSO PONTO DE UNIÃO.</a:t>
            </a:r>
          </a:p>
        </p:txBody>
      </p:sp>
    </p:spTree>
    <p:extLst>
      <p:ext uri="{BB962C8B-B14F-4D97-AF65-F5344CB8AC3E}">
        <p14:creationId xmlns:p14="http://schemas.microsoft.com/office/powerpoint/2010/main" val="205261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SENHOR, QUE VIESTES NÃO PARA CONDENAR, MAS PARA PERDOAR, TENDE PIEDADE DE NÓS.</a:t>
            </a:r>
          </a:p>
          <a:p>
            <a:pPr algn="l"/>
            <a:r>
              <a:rPr lang="pt-BR" sz="6600" b="1" dirty="0"/>
              <a:t>KYRIE, ELEISON, KYRIE, ELEISON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CRISTO, QUE VOS ALEGRAIS PELO PECADOR ARREPENDIDO, TENDE PIEDADE DE NÓS.</a:t>
            </a:r>
          </a:p>
          <a:p>
            <a:pPr algn="l"/>
            <a:r>
              <a:rPr lang="pt-BR" sz="6600" b="1" dirty="0"/>
              <a:t>CHRISTE, ELEISON, CHRISTE, ELEISON</a:t>
            </a:r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SENHOR, QUE MUITO PERDOAIS A QUEM MUITO AMA, TENDE PIEDADE DE NÓS.</a:t>
            </a:r>
          </a:p>
          <a:p>
            <a:pPr algn="l"/>
            <a:r>
              <a:rPr lang="pt-BR" sz="6600" b="1" dirty="0"/>
              <a:t>KYRIE, ELEISON, KYRIE, ELEISON</a:t>
            </a:r>
          </a:p>
        </p:txBody>
      </p:sp>
    </p:spTree>
    <p:extLst>
      <p:ext uri="{BB962C8B-B14F-4D97-AF65-F5344CB8AC3E}">
        <p14:creationId xmlns:p14="http://schemas.microsoft.com/office/powerpoint/2010/main" val="219869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547947"/>
            <a:ext cx="10311246" cy="2618510"/>
          </a:xfrm>
        </p:spPr>
        <p:txBody>
          <a:bodyPr>
            <a:normAutofit/>
          </a:bodyPr>
          <a:lstStyle/>
          <a:p>
            <a:r>
              <a:rPr lang="pt-BR" sz="6000" b="1" dirty="0"/>
              <a:t>A GLÓRIA DO SENHOR HABITARÁ EM NOSSA TERRA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95154"/>
            <a:ext cx="10519306" cy="5513464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ALELUIA! (2X)</a:t>
            </a:r>
          </a:p>
          <a:p>
            <a:endParaRPr lang="pt-BR" sz="4400" b="1" dirty="0"/>
          </a:p>
          <a:p>
            <a:r>
              <a:rPr lang="pt-BR" sz="4400" dirty="0"/>
              <a:t>EU VOS DOU UM NOVO PRECEITO: QUE UNS AOS OUTROS VOS AMEIS, COMO EU VOS TENHO AMADO.</a:t>
            </a:r>
            <a:endParaRPr lang="pt-BR" sz="4300" dirty="0"/>
          </a:p>
          <a:p>
            <a:endParaRPr lang="pt-BR" sz="4400" dirty="0"/>
          </a:p>
          <a:p>
            <a:r>
              <a:rPr lang="pt-BR" sz="4400" b="1" dirty="0"/>
              <a:t>ALELUIA, ALELUIA, ALELUIA! (2X)</a:t>
            </a:r>
          </a:p>
          <a:p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0D96-E735-08DB-40CA-44A8D6C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18B097-D184-8986-C872-854C0462B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29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7760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1" dirty="0"/>
              <a:t>QUEM ME PROTEGE E ME AMPARA É MEU DEUS, É O SENHOR QUEM SUSTENTA A MINHA VIDA. 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1. POR VOSSO NOME, SALVAI-ME, SENHOR;</a:t>
            </a:r>
          </a:p>
          <a:p>
            <a:pPr algn="l"/>
            <a:r>
              <a:rPr lang="pt-BR" sz="6600" dirty="0"/>
              <a:t>E DAI-ME A VOSSA JUSTIÇA!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7760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dirty="0"/>
              <a:t>QUEM ME PROTEGE E ME AMPARA É MEU DEUS, É O SENHOR QUEM SUSTENTA A MINHA VIDA. 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Ó MEU DEUS, ATENDEI MINHA PRECE</a:t>
            </a:r>
          </a:p>
          <a:p>
            <a:pPr algn="l"/>
            <a:r>
              <a:rPr lang="pt-BR" sz="6600" dirty="0"/>
              <a:t>E ESCUTAI AS PALAVRAS QUE EU DIGO!</a:t>
            </a:r>
          </a:p>
        </p:txBody>
      </p:sp>
    </p:spTree>
    <p:extLst>
      <p:ext uri="{BB962C8B-B14F-4D97-AF65-F5344CB8AC3E}">
        <p14:creationId xmlns:p14="http://schemas.microsoft.com/office/powerpoint/2010/main" val="4209909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7760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dirty="0"/>
              <a:t>QUEM ME PROTEGE E ME AMPARA É MEU DEUS, É O SENHOR QUEM SUSTENTA A MINHA VIDA. 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QUERO OFERTAR-VOS O MEU SACRIFÍCIO</a:t>
            </a:r>
          </a:p>
          <a:p>
            <a:pPr algn="l"/>
            <a:r>
              <a:rPr lang="pt-BR" sz="6600" dirty="0"/>
              <a:t>DE CORAÇÃO E COM MUITA ALEGRIA;</a:t>
            </a:r>
          </a:p>
        </p:txBody>
      </p:sp>
    </p:spTree>
    <p:extLst>
      <p:ext uri="{BB962C8B-B14F-4D97-AF65-F5344CB8AC3E}">
        <p14:creationId xmlns:p14="http://schemas.microsoft.com/office/powerpoint/2010/main" val="3775674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l"/>
            <a:r>
              <a:rPr lang="pt-BR" sz="7300" dirty="0"/>
              <a:t>O CÉU E A TERRA PROCLAMAM A VOSSA GLÓRIA!</a:t>
            </a:r>
          </a:p>
          <a:p>
            <a:pPr algn="just"/>
            <a:r>
              <a:rPr lang="pt-BR" sz="7300" b="1" dirty="0"/>
              <a:t>HOSANA, HOSANA, HOSANA,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 (BIS)</a:t>
            </a:r>
            <a:endParaRPr lang="pt-BR" sz="7300" b="1" dirty="0"/>
          </a:p>
          <a:p>
            <a:pPr algn="just"/>
            <a:r>
              <a:rPr lang="pt-BR" sz="7300" b="1" dirty="0"/>
              <a:t>HOSANA, HOSANA, HOSANA,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GRANDE, EU PROCLAMO, ÉS MEU DEUS</a:t>
            </a:r>
          </a:p>
          <a:p>
            <a:pPr algn="l"/>
            <a:r>
              <a:rPr lang="pt-BR" sz="6600" b="1" dirty="0"/>
              <a:t>SEMPRE IREI DE LOUVAR</a:t>
            </a:r>
          </a:p>
          <a:p>
            <a:pPr algn="l"/>
            <a:r>
              <a:rPr lang="pt-BR" sz="6600" b="1" dirty="0"/>
              <a:t>TEU NOME EU VOU BENDIZER TODO DIA EU VOU CANTAR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O SENHOR É GRANDE E LOUVÁVEL, SEM MEDIDA É SUA GRANDEZA.</a:t>
            </a:r>
            <a:r>
              <a:rPr lang="pt-BR" sz="8000" dirty="0"/>
              <a:t> GERAÇÕES DE UMA PRA OUTRA, ANUCIEM AS TUAS PROEZAS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738050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5ECA-2C0F-6022-D95D-95299ED4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87489-A0C0-FA12-AD26-EA5EAE8A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B545FA-532B-AD34-4D34-498735A42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GRANDE, EU PROCLAMO, ÉS MEU DEUS</a:t>
            </a:r>
          </a:p>
          <a:p>
            <a:pPr algn="l"/>
            <a:r>
              <a:rPr lang="pt-BR" sz="6600" b="1" dirty="0"/>
              <a:t>SEMPRE IREI DE LOUVAR</a:t>
            </a:r>
          </a:p>
          <a:p>
            <a:pPr algn="l"/>
            <a:r>
              <a:rPr lang="pt-BR" sz="6600" b="1" dirty="0"/>
              <a:t>TEU NOME EU VOU BENDIZER TODO DIA EU VOU CANTAR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90805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9600" dirty="0"/>
              <a:t>TUA FAMA É GLÓRIA E ESPLENDOR, MARAVILHAS DE TI VOU CANTAR. TEU PODER É TERRÍVEL, DIRÃO, TUA GRANDEZA EU VOU CELEBRAR!</a:t>
            </a:r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84723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FE9A8-F809-AA83-FE11-9B0543EF8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1820B-7813-92F0-C7ED-EDB693E99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3E7906-A262-44F8-8C56-D0D9616D6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GRANDE, EU PROCLAMO, ÉS MEU DEUS</a:t>
            </a:r>
          </a:p>
          <a:p>
            <a:pPr algn="l"/>
            <a:r>
              <a:rPr lang="pt-BR" sz="6600" b="1" dirty="0"/>
              <a:t>SEMPRE IREI DE LOUVAR</a:t>
            </a:r>
          </a:p>
          <a:p>
            <a:pPr algn="l"/>
            <a:r>
              <a:rPr lang="pt-BR" sz="6600" b="1" dirty="0"/>
              <a:t>TEU NOME EU VOU BENDIZER TODO DIA EU VOU CANTAR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366552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EU TE ADORO, HÓSTIA DIVINA</a:t>
            </a:r>
          </a:p>
          <a:p>
            <a:pPr algn="just"/>
            <a:r>
              <a:rPr lang="pt-BR" sz="6600" dirty="0"/>
              <a:t>EU TE ADORO, HÓSTIA DE AMOR</a:t>
            </a:r>
          </a:p>
          <a:p>
            <a:pPr algn="just"/>
            <a:r>
              <a:rPr lang="pt-BR" sz="6600" dirty="0"/>
              <a:t>ÉS DOS ANJOS O TESOURO</a:t>
            </a:r>
          </a:p>
          <a:p>
            <a:pPr algn="just"/>
            <a:r>
              <a:rPr lang="pt-BR" sz="6600" dirty="0"/>
              <a:t>ÉS DOS HOMENS O DULÇOR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96419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026011"/>
            <a:ext cx="10851573" cy="28059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EU TE ADORO, HÓSTIA DIVINA</a:t>
            </a:r>
          </a:p>
          <a:p>
            <a:pPr algn="just"/>
            <a:r>
              <a:rPr lang="pt-BR" sz="6600" b="1" dirty="0"/>
              <a:t>EU TE ADORO, HÓSTIA DE AMOR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31284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EU TE ADORO, HÓSTIA DIVINA</a:t>
            </a:r>
          </a:p>
          <a:p>
            <a:pPr algn="just"/>
            <a:r>
              <a:rPr lang="pt-BR" sz="6600" dirty="0"/>
              <a:t>EU TE ADORO, HÓSTIA DE AMOR</a:t>
            </a:r>
          </a:p>
          <a:p>
            <a:pPr algn="just"/>
            <a:r>
              <a:rPr lang="pt-BR" sz="6600" dirty="0"/>
              <a:t>ÉS NA VIDA ALENTO E FORÇA</a:t>
            </a:r>
          </a:p>
          <a:p>
            <a:pPr algn="just"/>
            <a:r>
              <a:rPr lang="pt-BR" sz="6600" dirty="0"/>
              <a:t>ÉS NA MORTE DEFENSOR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28238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026011"/>
            <a:ext cx="10851573" cy="28059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EU TE ADORO, HÓSTIA DIVINA</a:t>
            </a:r>
          </a:p>
          <a:p>
            <a:pPr algn="just"/>
            <a:r>
              <a:rPr lang="pt-BR" sz="6600" b="1" dirty="0"/>
              <a:t>EU TE ADORO, HÓSTIA DE AMOR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61549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2083-A938-DAA9-4944-A2B96F8C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EA995EA-991D-9AF7-D625-BF037CEA47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682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16" y="2006931"/>
            <a:ext cx="10728367" cy="3443844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AOS MILHARES SEGUEM O CAMINHO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dirty="0"/>
              <a:t>ERGUE OS OLHOS, MOVE-TE COM O VENTO,</a:t>
            </a:r>
          </a:p>
          <a:p>
            <a:pPr algn="l"/>
            <a:r>
              <a:rPr lang="pt-BR" sz="6000" dirty="0"/>
              <a:t>NÃO TE ATRASES: CHEGA DEUS, NO TEMPO.</a:t>
            </a:r>
          </a:p>
          <a:p>
            <a:pPr algn="l"/>
            <a:r>
              <a:rPr lang="pt-BR" sz="6000" dirty="0"/>
              <a:t>JESUS CRISTO POR TI SE FEZ HOMEM:</a:t>
            </a:r>
          </a:p>
          <a:p>
            <a:pPr algn="l"/>
            <a:r>
              <a:rPr lang="pt-BR" sz="6000" dirty="0"/>
              <a:t>AOS MILHARES SEGUEM O CAMINHO.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CCD1-09D6-47B5-55CE-D11DD71C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2E2D6-A6E0-9E9B-B217-9B29A0EA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489E5-8E25-A399-5DB3-08796BADD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30829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SALVE GRANDE ANTÔNIO</a:t>
            </a:r>
          </a:p>
          <a:p>
            <a:pPr algn="l"/>
            <a:r>
              <a:rPr lang="pt-BR" sz="4800" dirty="0"/>
              <a:t>SANTO UNIVERSAL</a:t>
            </a:r>
          </a:p>
          <a:p>
            <a:pPr algn="l"/>
            <a:r>
              <a:rPr lang="pt-BR" sz="4800" dirty="0"/>
              <a:t>QUE AMPARAIS AFLITOS</a:t>
            </a:r>
          </a:p>
          <a:p>
            <a:pPr algn="l"/>
            <a:r>
              <a:rPr lang="pt-BR" sz="4800" dirty="0"/>
              <a:t>CONTRA TODO MAL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9AF4-6534-2480-5549-510CB1B1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10BDE-6E5D-2914-3A24-4A28F90A3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8394C3-449B-D54F-5F3E-5C34B29C0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DESPREZANDO AS HONRAS</a:t>
            </a:r>
          </a:p>
          <a:p>
            <a:pPr algn="l"/>
            <a:r>
              <a:rPr lang="pt-BR" sz="4800" dirty="0"/>
              <a:t>PELA SÃ POBREZA</a:t>
            </a:r>
          </a:p>
          <a:p>
            <a:pPr algn="l"/>
            <a:r>
              <a:rPr lang="pt-BR" sz="4800" dirty="0"/>
              <a:t>A JESUS VOS DESTES</a:t>
            </a:r>
          </a:p>
          <a:p>
            <a:pPr algn="l"/>
            <a:r>
              <a:rPr lang="pt-BR" sz="4800" dirty="0"/>
              <a:t>COM ARDOR E FIRMEZA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128375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FFBA-B507-649C-505B-A17A06D8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DEEA4-C8FF-BB14-A488-F99B81361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CEC209-9B7D-03D2-BBCD-19DBEBEB3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DO BERÇO SOIS GLÓRIA</a:t>
            </a:r>
          </a:p>
          <a:p>
            <a:pPr algn="l"/>
            <a:r>
              <a:rPr lang="pt-BR" sz="4800" dirty="0"/>
              <a:t>PARA OS LUSITANOS</a:t>
            </a:r>
          </a:p>
          <a:p>
            <a:pPr algn="l"/>
            <a:r>
              <a:rPr lang="pt-BR" sz="4800" dirty="0"/>
              <a:t>E DEPOIS GRANDEZA</a:t>
            </a:r>
          </a:p>
          <a:p>
            <a:pPr algn="l"/>
            <a:r>
              <a:rPr lang="pt-BR" sz="4800" dirty="0"/>
              <a:t>DOS ITALIANOS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5475088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5817-F321-A8CE-4A5C-03521CD3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7E62F-A9BE-AE85-0D7F-4F4F79929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DC0208-1042-EF6C-1BC8-92DD751D6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EM SANTAS MISSÕES</a:t>
            </a:r>
          </a:p>
          <a:p>
            <a:pPr algn="l"/>
            <a:r>
              <a:rPr lang="pt-BR" sz="4800" dirty="0"/>
              <a:t>POVOS CONVERTEU</a:t>
            </a:r>
          </a:p>
          <a:p>
            <a:pPr algn="l"/>
            <a:r>
              <a:rPr lang="pt-BR" sz="4800" dirty="0"/>
              <a:t>VOSSA LÍNGUA SANTA</a:t>
            </a:r>
          </a:p>
          <a:p>
            <a:pPr algn="l"/>
            <a:r>
              <a:rPr lang="pt-BR" sz="4800" dirty="0"/>
              <a:t>QUE NÃO PERECEU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248501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</TotalTime>
  <Words>1042</Words>
  <Application>Microsoft Office PowerPoint</Application>
  <PresentationFormat>Widescreen</PresentationFormat>
  <Paragraphs>197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4" baseType="lpstr">
      <vt:lpstr>Arial</vt:lpstr>
      <vt:lpstr>Baskerville Old Face</vt:lpstr>
      <vt:lpstr>Calibri</vt:lpstr>
      <vt:lpstr>Calibri Light</vt:lpstr>
      <vt:lpstr>Gabriola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 - COMUNHÃO</vt:lpstr>
      <vt:lpstr>PÓS - COMUNHÃO</vt:lpstr>
      <vt:lpstr>PÓS - COMUNHÃO</vt:lpstr>
      <vt:lpstr>PÓS - COMUNHÃO</vt:lpstr>
      <vt:lpstr>Apresentação do PowerPoint</vt:lpstr>
      <vt:lpstr>SUBTEMA DA NOITE</vt:lpstr>
      <vt:lpstr>HINO DO JUBILEU</vt:lpstr>
      <vt:lpstr>HINO DO JUBILEU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28</cp:revision>
  <dcterms:created xsi:type="dcterms:W3CDTF">2023-05-06T17:01:55Z</dcterms:created>
  <dcterms:modified xsi:type="dcterms:W3CDTF">2025-06-12T23:17:10Z</dcterms:modified>
</cp:coreProperties>
</file>