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06" r:id="rId4"/>
    <p:sldId id="407" r:id="rId5"/>
    <p:sldId id="408" r:id="rId6"/>
    <p:sldId id="258" r:id="rId7"/>
    <p:sldId id="259" r:id="rId8"/>
    <p:sldId id="397" r:id="rId9"/>
    <p:sldId id="398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429" r:id="rId21"/>
    <p:sldId id="413" r:id="rId22"/>
    <p:sldId id="409" r:id="rId23"/>
    <p:sldId id="410" r:id="rId24"/>
    <p:sldId id="411" r:id="rId25"/>
    <p:sldId id="292" r:id="rId26"/>
    <p:sldId id="275" r:id="rId27"/>
    <p:sldId id="363" r:id="rId28"/>
    <p:sldId id="361" r:id="rId29"/>
    <p:sldId id="362" r:id="rId30"/>
    <p:sldId id="420" r:id="rId31"/>
    <p:sldId id="421" r:id="rId32"/>
    <p:sldId id="277" r:id="rId33"/>
    <p:sldId id="422" r:id="rId34"/>
    <p:sldId id="424" r:id="rId35"/>
    <p:sldId id="425" r:id="rId36"/>
    <p:sldId id="423" r:id="rId37"/>
    <p:sldId id="256" r:id="rId38"/>
    <p:sldId id="426" r:id="rId39"/>
    <p:sldId id="257" r:id="rId40"/>
    <p:sldId id="297" r:id="rId41"/>
    <p:sldId id="427" r:id="rId42"/>
    <p:sldId id="428" r:id="rId43"/>
    <p:sldId id="271" r:id="rId44"/>
    <p:sldId id="269" r:id="rId45"/>
    <p:sldId id="414" r:id="rId46"/>
    <p:sldId id="415" r:id="rId47"/>
    <p:sldId id="416" r:id="rId48"/>
    <p:sldId id="417" r:id="rId49"/>
    <p:sldId id="418" r:id="rId50"/>
    <p:sldId id="419" r:id="rId51"/>
    <p:sldId id="404" r:id="rId52"/>
    <p:sldId id="337" r:id="rId53"/>
    <p:sldId id="430" r:id="rId54"/>
    <p:sldId id="431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ECF52A1-9470-2998-5727-BF89C5B7D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428975" y="3603196"/>
            <a:ext cx="113340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FESTEJO SANT’ANA E SÃO JOAQUIM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TODA A IGREJA AQUI ESTÁ, PARA O ENCONTRO COM DEUS.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MESMO O MARCOU,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ENTRE NÓS E O PAI SANTO, ESTÁ JESUS, NOSSO IRMÃO: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REZAREMOS COM CRISTO, O PERFEITO LOUVOR,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CÉUS E TERRA ESTARÃO, NA OBLAÇÃO DE JESUS.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QUER UNIR NUM REBANHO OS REMIDOS DA CRUZ.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144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5400" dirty="0"/>
              <a:t>SENHOR, MESTRE DA VERDADE PERDOAI-NOS PELAS VEZES QUE DEIXAMOS OS DEVERES CRISTÃOS EM SEGUNDO PLANO SENDO OMISSOS NO TRATO COM O PRÓXIMO, ESPECIALMENTE COM OS NOSSOS AVÓS E IDOSOS, CANTEMOS: </a:t>
            </a:r>
          </a:p>
          <a:p>
            <a:pPr algn="just"/>
            <a:r>
              <a:rPr lang="pt-BR" sz="5400" b="1" dirty="0"/>
              <a:t>SENHOR, TENDE PIEDADE DE NÓS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5400" dirty="0"/>
              <a:t>CRISTO, FONTE DA SABEDORIA E EXEMPLO DE HUMILDADE, PERDOAI NOSSO ORGULHO, COMODISMO E AS VEZES QUE SOMOS PROMOTORES DAS GUERRAS E INJUSTIÇAS, CANTEMOS:</a:t>
            </a:r>
          </a:p>
          <a:p>
            <a:pPr algn="just"/>
            <a:endParaRPr lang="pt-BR" sz="5400" b="1" dirty="0"/>
          </a:p>
          <a:p>
            <a:pPr algn="just"/>
            <a:r>
              <a:rPr lang="pt-BR" sz="5400" b="1" dirty="0"/>
              <a:t>CRISTO, TENDE PIEDADE DE NÓS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6600" dirty="0"/>
              <a:t>SENHOR, TU QUE ÉS O CAMINHO, A VERDADE E A VIDA, PERDOAINOS PELOS MOMENTOS EM QUE DEIXAMOS DE COLOCAR NOSSOS</a:t>
            </a:r>
          </a:p>
          <a:p>
            <a:pPr algn="just"/>
            <a:r>
              <a:rPr lang="pt-BR" sz="6600" dirty="0"/>
              <a:t>DONS E CAPACIDADES A SERVIÇO DAS PESSOAS QUE MAIS</a:t>
            </a:r>
          </a:p>
          <a:p>
            <a:pPr algn="just"/>
            <a:r>
              <a:rPr lang="pt-BR" sz="6600" dirty="0"/>
              <a:t>NECESSITAM, CANTEMOS:</a:t>
            </a:r>
          </a:p>
          <a:p>
            <a:pPr algn="just"/>
            <a:r>
              <a:rPr lang="pt-BR" sz="6600" b="1" dirty="0"/>
              <a:t>SENHOR, TENDE PIEDADE DE NÓS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96583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49322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b="1" dirty="0"/>
              <a:t>GLÓRIA A DEUS NAS ALTURAS E PAZ NA TERRA AOS HOMENS POR ELE AMADOS</a:t>
            </a:r>
          </a:p>
          <a:p>
            <a:pPr algn="just"/>
            <a:endParaRPr lang="pt-BR" sz="8000" b="1" dirty="0"/>
          </a:p>
          <a:p>
            <a:pPr algn="just"/>
            <a:r>
              <a:rPr lang="pt-BR" sz="6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 fontScale="92500"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endParaRPr lang="pt-BR" sz="5400" dirty="0"/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GLÓRIA A DEUS NAS ALTURAS E PAZ NA TERRA AOS HOMENS POR ELE AMADOS</a:t>
            </a:r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12600" dirty="0"/>
              <a:t>VÓS QUE TIRAIS O PECADO DO MUNDO,</a:t>
            </a:r>
          </a:p>
          <a:p>
            <a:pPr algn="l"/>
            <a:r>
              <a:rPr lang="pt-BR" sz="12600" dirty="0"/>
              <a:t>TENDE PIEDADE DE NÓS</a:t>
            </a:r>
          </a:p>
          <a:p>
            <a:pPr algn="l"/>
            <a:endParaRPr lang="pt-BR" sz="12600" dirty="0"/>
          </a:p>
          <a:p>
            <a:pPr algn="l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4400" dirty="0"/>
              <a:t>SÓ VÓS SOIS SANTO, SÓ VÓS O SENHOR,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SÓ VÓS O ALTÍSSIMO, JESUS CRISTO,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COM O ESPÍRITO SANTO NA GLÓRIA DE DEUS PAI.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b="1" dirty="0"/>
              <a:t>GLÓRIA A DEUS NAS ALTURAS E PAZ NA TERRA AOS HOMENS POR ELE AMADOS</a:t>
            </a:r>
            <a:endParaRPr lang="pt-BR" sz="4400" dirty="0"/>
          </a:p>
          <a:p>
            <a:pPr algn="just"/>
            <a:r>
              <a:rPr lang="pt-BR" sz="4400" b="1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O SENHOR NÃO REJEITA O SEU POVO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GRAÇAS TE DOU, Ó PAI, SENHOR DO CEÚ E DA TERRA, POIS REVELASTE OS MISTÉRIOS DO TEU REINO AOS PEQUENINOS, ENCONDENDO-OS AOS DOUTORES.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388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É TEU O PÃO QUE APRESENTAMOS</a:t>
            </a:r>
          </a:p>
          <a:p>
            <a:pPr algn="l"/>
            <a:r>
              <a:rPr lang="pt-BR" sz="8800" dirty="0"/>
              <a:t>É TUA DOR QUE SUPORTAMOS: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98925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É TEU O VINHO QUE TRAZEMOS</a:t>
            </a:r>
          </a:p>
          <a:p>
            <a:pPr algn="l"/>
            <a:r>
              <a:rPr lang="pt-BR" sz="8800" dirty="0"/>
              <a:t>É TUA VIDA QUE VIVEMOS: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73732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A TUA VIDA É NOSSA VIDA</a:t>
            </a:r>
          </a:p>
          <a:p>
            <a:pPr algn="l"/>
            <a:r>
              <a:rPr lang="pt-BR" sz="8800" dirty="0"/>
              <a:t>NA TUA CASA RECEBIDA: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526408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dirty="0"/>
              <a:t>SENHOR, MEU DEUS, OBRIGADO, SENHOR</a:t>
            </a:r>
          </a:p>
          <a:p>
            <a:pPr algn="l"/>
            <a:r>
              <a:rPr lang="pt-BR" sz="8800" b="1" dirty="0"/>
              <a:t>PORQUE TUDO É TEU!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NA TUA CRUZ CRUCIFICADOS</a:t>
            </a:r>
          </a:p>
          <a:p>
            <a:pPr algn="l"/>
            <a:r>
              <a:rPr lang="pt-BR" sz="8800" dirty="0"/>
              <a:t>SEREMOS TEUS RESSUSCITADOS: OBRIGADO, SENHOR!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870998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 (2X)</a:t>
            </a:r>
          </a:p>
          <a:p>
            <a:pPr algn="just"/>
            <a:endParaRPr lang="pt-BR" sz="6600" dirty="0"/>
          </a:p>
          <a:p>
            <a:pPr algn="just"/>
            <a:r>
              <a:rPr lang="pt-BR" sz="6600" b="1" dirty="0"/>
              <a:t>HOSANA, 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QUANDO, Ó SENHOR, ME ESQUECEREIS?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ESCONDEREIS A VOSSA FACE?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ESTARÁ TRISTE A MINHA ALMA?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O CORAÇÃO ANGUSTIADO CADA DIA? </a:t>
            </a:r>
            <a:endParaRPr lang="pt-BR" sz="33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ATÉ QUANDO O INIMIGO SE ERGUERÁ?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OLHAI, SENHOR, MEU DEUS, E RESPONDEI-ME!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NÃO DEIXEIS QUE SE ME APAGUE A LUZ DOS OLHOS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SE FECHEM, PELA MORTE, ADORMECIDOS! 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9316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EU VOS CANTE, Ó SENHOR, PELO BEM QUE ME FIZESTES!  </a:t>
            </a:r>
          </a:p>
          <a:p>
            <a:pPr algn="l"/>
            <a:endParaRPr lang="pt-BR" sz="63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O INIMIGO NÃO ME DIGA: ‘EU TRIUNFEI!’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NEM EXULTE O OPRESSOR POR MINHA QUEDA.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UMA VEZ QUE CONFIEI NO VOSSO AMOR, </a:t>
            </a:r>
          </a:p>
          <a:p>
            <a:pPr algn="l"/>
            <a:r>
              <a:rPr lang="pt-BR" sz="63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MEU CORAÇÃO, POR VOSSO AUXÍLIO, REJUBILE.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34708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639279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30BFABB-7A65-DC0D-CF32-32824D066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00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697C5E1-2C4F-192B-4C28-7D4F14889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324" y="-3991"/>
            <a:ext cx="8478297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5055C2-E2EA-3317-C9A8-1C0FD9641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00" y="331418"/>
            <a:ext cx="5135649" cy="652259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FEE7FB0-38A2-6C9C-634F-9611262DAC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513" y="1165827"/>
            <a:ext cx="2195049" cy="29005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7780215F-9903-46E8-ABBC-B9AFD8D937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927" y="4123523"/>
            <a:ext cx="3035090" cy="83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56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02E9B4E-308D-6FA5-2B30-7C20D4F12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0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AB2EA5D-7776-149B-C494-E1C045B54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550" y="335409"/>
            <a:ext cx="5135649" cy="65225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6DBCB5E-57A7-80FF-0E97-881814FAD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3"/>
            <a:ext cx="3905250" cy="688024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20FACA5-43C5-2BAF-2376-407485F9BA1A}"/>
              </a:ext>
            </a:extLst>
          </p:cNvPr>
          <p:cNvSpPr txBox="1"/>
          <p:nvPr/>
        </p:nvSpPr>
        <p:spPr>
          <a:xfrm>
            <a:off x="1390650" y="779238"/>
            <a:ext cx="13525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dirty="0">
                <a:solidFill>
                  <a:srgbClr val="C00000"/>
                </a:solidFill>
              </a:rPr>
              <a:t>1º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5188711-FB8B-839D-A42F-E179FA7D3BD0}"/>
              </a:ext>
            </a:extLst>
          </p:cNvPr>
          <p:cNvSpPr txBox="1"/>
          <p:nvPr/>
        </p:nvSpPr>
        <p:spPr>
          <a:xfrm>
            <a:off x="1523093" y="1891347"/>
            <a:ext cx="1352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C00000"/>
                </a:solidFill>
              </a:rPr>
              <a:t>dia</a:t>
            </a:r>
          </a:p>
        </p:txBody>
      </p:sp>
    </p:spTree>
    <p:extLst>
      <p:ext uri="{BB962C8B-B14F-4D97-AF65-F5344CB8AC3E}">
        <p14:creationId xmlns:p14="http://schemas.microsoft.com/office/powerpoint/2010/main" val="751659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14350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340" y="2223435"/>
            <a:ext cx="4308246" cy="652259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D959D0B-BDED-78FB-74FB-5D77205C9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414" y="128629"/>
            <a:ext cx="5273901" cy="63494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0938F34-BCB2-196C-4A4B-2527A526D345}"/>
              </a:ext>
            </a:extLst>
          </p:cNvPr>
          <p:cNvSpPr txBox="1"/>
          <p:nvPr/>
        </p:nvSpPr>
        <p:spPr>
          <a:xfrm>
            <a:off x="3676650" y="763570"/>
            <a:ext cx="82388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1" dirty="0"/>
              <a:t>Meditemos e roguemos a intercessão de Sant’Ana e São Joaquim por todas as famílias.</a:t>
            </a:r>
          </a:p>
          <a:p>
            <a:pPr algn="just"/>
            <a:r>
              <a:rPr lang="pt-BR" sz="2800" dirty="0"/>
              <a:t>Senhora Sant’ Ana, foste chamada por Deus a colaborar na salvação do mundo. Seguindo os caminhos da Providência Divina, recebestes São Joaquim por esposo. Deste vosso matrimônio vivido em santidade, nasceu Maria Santíssima, que seria a mãe de Jesus Cristo. Formando vós, família tão Santa, confiantes nós pedimos por nossa família pelos idosos, pelos avós, bisavós e Trisavós. Alcançai a todos as graças de Deus. Alcançai a mim também, se for para salvação de minha alma a graça que suplico a Deus pela intercessão de São Joaquim e Sant’ Ana. </a:t>
            </a:r>
          </a:p>
        </p:txBody>
      </p:sp>
    </p:spTree>
    <p:extLst>
      <p:ext uri="{BB962C8B-B14F-4D97-AF65-F5344CB8AC3E}">
        <p14:creationId xmlns:p14="http://schemas.microsoft.com/office/powerpoint/2010/main" val="9651082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42631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1340" y="2223435"/>
            <a:ext cx="4308246" cy="652259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9A7F376-EF16-49F9-B7BE-559E8464D19A}"/>
              </a:ext>
            </a:extLst>
          </p:cNvPr>
          <p:cNvSpPr txBox="1"/>
          <p:nvPr/>
        </p:nvSpPr>
        <p:spPr>
          <a:xfrm>
            <a:off x="4843611" y="2164243"/>
            <a:ext cx="7022970" cy="12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7200" dirty="0">
                <a:solidFill>
                  <a:srgbClr val="FF0000"/>
                </a:solidFill>
                <a:effectLst/>
                <a:latin typeface="Berlin Sans FB Demi" panose="020E08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Peça a graça...</a:t>
            </a:r>
            <a:endParaRPr lang="pt-BR" sz="7200" dirty="0">
              <a:effectLst/>
              <a:latin typeface="Berlin Sans FB Demi" panose="020E08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3938E4-FB86-4C68-B31C-EEC495F67A2F}"/>
              </a:ext>
            </a:extLst>
          </p:cNvPr>
          <p:cNvSpPr txBox="1"/>
          <p:nvPr/>
        </p:nvSpPr>
        <p:spPr>
          <a:xfrm>
            <a:off x="860981" y="1246117"/>
            <a:ext cx="2571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ORAÇÃO:</a:t>
            </a:r>
          </a:p>
        </p:txBody>
      </p:sp>
    </p:spTree>
    <p:extLst>
      <p:ext uri="{BB962C8B-B14F-4D97-AF65-F5344CB8AC3E}">
        <p14:creationId xmlns:p14="http://schemas.microsoft.com/office/powerpoint/2010/main" val="27706274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B24B614-9455-C4E5-97F8-342449E864E9}"/>
              </a:ext>
            </a:extLst>
          </p:cNvPr>
          <p:cNvSpPr/>
          <p:nvPr/>
        </p:nvSpPr>
        <p:spPr>
          <a:xfrm>
            <a:off x="514350" y="0"/>
            <a:ext cx="2990850" cy="699135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6095735-055F-A167-9EDE-3CC1DA701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9350" y="2503118"/>
            <a:ext cx="5135649" cy="652259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0938F34-BCB2-196C-4A4B-2527A526D345}"/>
              </a:ext>
            </a:extLst>
          </p:cNvPr>
          <p:cNvSpPr txBox="1"/>
          <p:nvPr/>
        </p:nvSpPr>
        <p:spPr>
          <a:xfrm>
            <a:off x="4138368" y="131976"/>
            <a:ext cx="788218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400" dirty="0"/>
              <a:t>Que as famílias vivam na santidade do matrimônio e formem seus filhos Segundo o Evangelho. Que os filhos e netos cresçam em sabedoria graça e santidade, e encontrem a vocação a que Deus os chamou. E a todos nós, alcançai-nos a alegria de viver fielmente na Igreja de Cristo, guiados pelo Espírito Santo, para que um dia, após as alegrias e Sofrimentos desta vida, merecemos também nós chegar ao céu, onde vos possamos encontrar, para junto sermos eternamente felizes. </a:t>
            </a:r>
            <a:r>
              <a:rPr lang="pt-BR" sz="3400" b="1" dirty="0">
                <a:solidFill>
                  <a:srgbClr val="FF0000"/>
                </a:solidFill>
              </a:rPr>
              <a:t>Amém.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8221A0-1BA8-59FE-99B7-BB88A43BD231}"/>
              </a:ext>
            </a:extLst>
          </p:cNvPr>
          <p:cNvSpPr txBox="1"/>
          <p:nvPr/>
        </p:nvSpPr>
        <p:spPr>
          <a:xfrm>
            <a:off x="685800" y="571500"/>
            <a:ext cx="25717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ORAÇÃO:</a:t>
            </a:r>
          </a:p>
          <a:p>
            <a:pPr algn="ctr"/>
            <a:r>
              <a:rPr lang="pt-BR" sz="4400" dirty="0">
                <a:solidFill>
                  <a:schemeClr val="bg1"/>
                </a:solidFill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3683242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A733C57-AA0D-39C4-D129-0922F3A4C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50" y="335409"/>
            <a:ext cx="5135649" cy="652259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D44B33A-6146-AA0D-FA92-9EFB42E53D48}"/>
              </a:ext>
            </a:extLst>
          </p:cNvPr>
          <p:cNvSpPr txBox="1"/>
          <p:nvPr/>
        </p:nvSpPr>
        <p:spPr>
          <a:xfrm>
            <a:off x="6147453" y="753555"/>
            <a:ext cx="552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PAI NOSSO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Ave Maria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5400" dirty="0">
                <a:solidFill>
                  <a:srgbClr val="FF0000"/>
                </a:solidFill>
              </a:rPr>
              <a:t>Glória ao Pai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09BBF70-BFA8-4C86-8521-77AA1255CE3C}"/>
              </a:ext>
            </a:extLst>
          </p:cNvPr>
          <p:cNvSpPr txBox="1"/>
          <p:nvPr/>
        </p:nvSpPr>
        <p:spPr>
          <a:xfrm>
            <a:off x="5643513" y="3429000"/>
            <a:ext cx="6094428" cy="25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800" dirty="0">
                <a:solidFill>
                  <a:srgbClr val="7030A0"/>
                </a:solidFill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Sant’Ana e São Joaquim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800" dirty="0">
                <a:solidFill>
                  <a:srgbClr val="FF0000"/>
                </a:solidFill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rogai por nós.</a:t>
            </a:r>
          </a:p>
        </p:txBody>
      </p:sp>
    </p:spTree>
    <p:extLst>
      <p:ext uri="{BB962C8B-B14F-4D97-AF65-F5344CB8AC3E}">
        <p14:creationId xmlns:p14="http://schemas.microsoft.com/office/powerpoint/2010/main" val="35110885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238" y="2207748"/>
            <a:ext cx="11007436" cy="244250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SENHOR, TENDE PIEDADE DE NÓS! (BIS)</a:t>
            </a:r>
          </a:p>
          <a:p>
            <a:pPr algn="l"/>
            <a:r>
              <a:rPr lang="pt-BR" sz="4800" b="1" dirty="0"/>
              <a:t>Ó CRISTO, TENDE PIEDADE DE NÓS! (BIS)</a:t>
            </a:r>
          </a:p>
          <a:p>
            <a:pPr algn="l"/>
            <a:r>
              <a:rPr lang="pt-BR" sz="4800" b="1" dirty="0"/>
              <a:t>SENHOR TENDE PIEDADE DE NÓS! (BIS)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Ó VÓS, PAIS DA IMACULADA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VÓS, AVÓS DE JESUS CRISTO</a:t>
            </a:r>
            <a:r>
              <a:rPr lang="pt-BR" sz="8800" b="1" dirty="0"/>
              <a:t>, ROGAI POR NÓS!</a:t>
            </a:r>
          </a:p>
          <a:p>
            <a:pPr algn="l"/>
            <a:r>
              <a:rPr lang="pt-BR" sz="8800" dirty="0"/>
              <a:t>Ó VÓS PAIS DE AMOR E CARIDADE,</a:t>
            </a:r>
            <a:r>
              <a:rPr lang="pt-BR" sz="8800" b="1" dirty="0"/>
              <a:t> 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820558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ÁRVORE FECUNDADA,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HOMEM DE FÉ,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DESCENDENTE DE REIS,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SACERDOTE DO TEMPLO,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625369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DE CELESTE ORVALHO,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 DE ESPLENDENTE ALVURA,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VASO CHEIO DE GRAÇA,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SÃO JOAQUIM MODELO DE PACIÊNCIA,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12750927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 E SÃO JOAQUIM,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NOSSOS AVÓS,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TODOS OS NOSSOS ENFERMOS,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POR TODAS NOSSAS FAMÍLIAS,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88298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SANT’ANA, CONSOLO DAS ESPOSAS,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MÃE DAS VIÚVAS,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A MESTRA DAS VIRGENS,  </a:t>
            </a:r>
            <a:r>
              <a:rPr lang="pt-BR" sz="8800" b="1" dirty="0"/>
              <a:t>ROGAI POR NÓS!</a:t>
            </a:r>
          </a:p>
          <a:p>
            <a:pPr algn="l"/>
            <a:r>
              <a:rPr lang="pt-BR" sz="8800" dirty="0"/>
              <a:t>SANT’ANA, PORTO DOS NAVEGANTES,  </a:t>
            </a:r>
            <a:r>
              <a:rPr lang="pt-BR" sz="8800" b="1" dirty="0"/>
              <a:t>ROGAI POR NÓS!</a:t>
            </a:r>
          </a:p>
        </p:txBody>
      </p:sp>
    </p:spTree>
    <p:extLst>
      <p:ext uri="{BB962C8B-B14F-4D97-AF65-F5344CB8AC3E}">
        <p14:creationId xmlns:p14="http://schemas.microsoft.com/office/powerpoint/2010/main" val="30602977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246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CRISTO, OUVI-NOS! CRISTO, OUVI-NOS!</a:t>
            </a:r>
          </a:p>
          <a:p>
            <a:pPr algn="l"/>
            <a:r>
              <a:rPr lang="pt-BR" sz="8800" b="1" dirty="0"/>
              <a:t>CRISTO, ATENDEI-NOS! CRISTO, ATENDEI-NOS!</a:t>
            </a:r>
          </a:p>
        </p:txBody>
      </p:sp>
    </p:spTree>
    <p:extLst>
      <p:ext uri="{BB962C8B-B14F-4D97-AF65-F5344CB8AC3E}">
        <p14:creationId xmlns:p14="http://schemas.microsoft.com/office/powerpoint/2010/main" val="3742900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OLHEM TEU POVO AQUI REUNIDOS/ AGRADECEMOS A TI AVÓS QUERIDOS NESTE DIA FESTIVO DE ALEGRIA</a:t>
            </a:r>
          </a:p>
          <a:p>
            <a:pPr algn="l"/>
            <a:endParaRPr lang="pt-BR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VEM</a:t>
            </a:r>
          </a:p>
          <a:p>
            <a:pPr algn="l"/>
            <a:r>
              <a:rPr lang="pt-BR" sz="4800" dirty="0"/>
              <a:t>CAMINHAR COM ESTE POVO SOFRIDO/ TODOS JUNTOS VAMOS ACREDITAR/ EMANUEL DEUS CONOSCO VEM MORAR.</a:t>
            </a:r>
          </a:p>
          <a:p>
            <a:pPr algn="l"/>
            <a:endParaRPr lang="pt-BR" sz="20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7177400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Autofit/>
          </a:bodyPr>
          <a:lstStyle/>
          <a:p>
            <a:pPr algn="l"/>
            <a:r>
              <a:rPr lang="pt-BR" sz="4800" dirty="0"/>
              <a:t>Ó SANT’ANA E TAMBÉM SÃO JOAQUIM PAIS DE</a:t>
            </a:r>
          </a:p>
          <a:p>
            <a:pPr algn="l"/>
            <a:r>
              <a:rPr lang="pt-BR" sz="4800" dirty="0"/>
              <a:t>AMOR , ESPERANÇA E FÉ / Ó SANT’ANA E TAMBÉM SÃO JOAQUIM ABENÇOAI TODOS NOSSOS LAVRADORES. </a:t>
            </a:r>
          </a:p>
          <a:p>
            <a:pPr algn="l"/>
            <a:endParaRPr lang="pt-BR" sz="2800" dirty="0"/>
          </a:p>
          <a:p>
            <a:pPr algn="l"/>
            <a:r>
              <a:rPr lang="pt-BR" sz="4800" b="1" dirty="0"/>
              <a:t>SANT’ANA E SÃO JOAQUIM ROGUEM POR NÓS/ POIS POR VÓS VEIO A MÃE DO SALVADOR/ COM SANT’ANA E SÃO JOAQUIM CONSTRUAMOS MUNDO NOVO DE IRMÃOS</a:t>
            </a:r>
          </a:p>
        </p:txBody>
      </p:sp>
    </p:spTree>
    <p:extLst>
      <p:ext uri="{BB962C8B-B14F-4D97-AF65-F5344CB8AC3E}">
        <p14:creationId xmlns:p14="http://schemas.microsoft.com/office/powerpoint/2010/main" val="13575229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8288</TotalTime>
  <Words>1553</Words>
  <Application>Microsoft Office PowerPoint</Application>
  <PresentationFormat>Widescreen</PresentationFormat>
  <Paragraphs>216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3" baseType="lpstr">
      <vt:lpstr>-apple-system</vt:lpstr>
      <vt:lpstr>Arial</vt:lpstr>
      <vt:lpstr>Berlin Sans FB Demi</vt:lpstr>
      <vt:lpstr>Bookman Old Style</vt:lpstr>
      <vt:lpstr>Calibri</vt:lpstr>
      <vt:lpstr>Calibri Light</vt:lpstr>
      <vt:lpstr>Cooper Black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OFERENDAS</vt:lpstr>
      <vt:lpstr>CANTO DE APRESENTAÇÃO OFERENDAS</vt:lpstr>
      <vt:lpstr>CANTO DE APRESENTAÇÃO OFERENDAS</vt:lpstr>
      <vt:lpstr>CANTO DE APRESENTAÇÃO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LADAINHA</vt:lpstr>
      <vt:lpstr>LADAINHA</vt:lpstr>
      <vt:lpstr>LADAINHA</vt:lpstr>
      <vt:lpstr>LADAINHA</vt:lpstr>
      <vt:lpstr>LADAINHA</vt:lpstr>
      <vt:lpstr>LADAINHA</vt:lpstr>
      <vt:lpstr>LADAINHA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40</cp:revision>
  <dcterms:created xsi:type="dcterms:W3CDTF">2023-05-06T17:01:55Z</dcterms:created>
  <dcterms:modified xsi:type="dcterms:W3CDTF">2024-07-17T20:49:39Z</dcterms:modified>
</cp:coreProperties>
</file>