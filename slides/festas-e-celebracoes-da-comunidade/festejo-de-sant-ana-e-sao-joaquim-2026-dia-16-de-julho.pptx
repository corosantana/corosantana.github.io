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2" r:id="rId3"/>
    <p:sldId id="288" r:id="rId4"/>
    <p:sldId id="585" r:id="rId5"/>
    <p:sldId id="523" r:id="rId6"/>
    <p:sldId id="258" r:id="rId7"/>
    <p:sldId id="586" r:id="rId8"/>
    <p:sldId id="587" r:id="rId9"/>
    <p:sldId id="260" r:id="rId10"/>
    <p:sldId id="588" r:id="rId11"/>
    <p:sldId id="589" r:id="rId12"/>
    <p:sldId id="590" r:id="rId13"/>
    <p:sldId id="591" r:id="rId14"/>
    <p:sldId id="592" r:id="rId15"/>
    <p:sldId id="264" r:id="rId16"/>
    <p:sldId id="265" r:id="rId17"/>
    <p:sldId id="266" r:id="rId18"/>
    <p:sldId id="267" r:id="rId19"/>
    <p:sldId id="429" r:id="rId20"/>
    <p:sldId id="348" r:id="rId21"/>
    <p:sldId id="593" r:id="rId22"/>
    <p:sldId id="594" r:id="rId23"/>
    <p:sldId id="595" r:id="rId24"/>
    <p:sldId id="292" r:id="rId25"/>
    <p:sldId id="275" r:id="rId26"/>
    <p:sldId id="363" r:id="rId27"/>
    <p:sldId id="361" r:id="rId28"/>
    <p:sldId id="596" r:id="rId29"/>
    <p:sldId id="296" r:id="rId30"/>
    <p:sldId id="597" r:id="rId31"/>
    <p:sldId id="598" r:id="rId32"/>
    <p:sldId id="298" r:id="rId33"/>
    <p:sldId id="599" r:id="rId34"/>
    <p:sldId id="277" r:id="rId35"/>
    <p:sldId id="420" r:id="rId36"/>
    <p:sldId id="437" r:id="rId37"/>
    <p:sldId id="545" r:id="rId38"/>
    <p:sldId id="546" r:id="rId39"/>
    <p:sldId id="547" r:id="rId40"/>
    <p:sldId id="548" r:id="rId41"/>
    <p:sldId id="549" r:id="rId42"/>
    <p:sldId id="423" r:id="rId43"/>
    <p:sldId id="337" r:id="rId44"/>
    <p:sldId id="430" r:id="rId45"/>
    <p:sldId id="431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CF52A1-9470-2998-5727-BF89C5B7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603196"/>
            <a:ext cx="113340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FESTEJO SANT’ANA E SÃO JOAQUIM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F79086-2EF9-85DD-26FA-5603E6ECF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 CELEBRANTE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DE ALEGRIA VIBREI NO SENHOR</a:t>
            </a:r>
          </a:p>
          <a:p>
            <a:pPr algn="just"/>
            <a:r>
              <a:rPr lang="pt-BR" sz="5400" b="1" dirty="0"/>
              <a:t>POIS VESTIU-ME COM SUA JUSTIÇA</a:t>
            </a:r>
          </a:p>
          <a:p>
            <a:pPr algn="just"/>
            <a:r>
              <a:rPr lang="pt-BR" sz="5400" b="1" dirty="0"/>
              <a:t>ADORNOU-ME COM JOIAS BONITAS</a:t>
            </a:r>
          </a:p>
          <a:p>
            <a:pPr algn="just"/>
            <a:r>
              <a:rPr lang="pt-BR" sz="5400" b="1" dirty="0"/>
              <a:t>COMO ESPOSA DO REI ME ELEVOU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TRANSBORDA O MEU CORAÇÃO</a:t>
            </a:r>
          </a:p>
          <a:p>
            <a:pPr algn="just"/>
            <a:r>
              <a:rPr lang="pt-BR" sz="3600" dirty="0"/>
              <a:t>EM BELOS VERSOS AO REI</a:t>
            </a:r>
          </a:p>
          <a:p>
            <a:pPr algn="just"/>
            <a:r>
              <a:rPr lang="pt-BR" sz="3600" dirty="0"/>
              <a:t>UM POEMA, UMA CANÇÃO</a:t>
            </a:r>
          </a:p>
          <a:p>
            <a:pPr algn="just"/>
            <a:r>
              <a:rPr lang="pt-BR" sz="3600" dirty="0"/>
              <a:t>COM A LÍNGUA ESCREVEREI</a:t>
            </a:r>
          </a:p>
          <a:p>
            <a:pPr algn="just"/>
            <a:r>
              <a:rPr lang="pt-BR" sz="3600" dirty="0"/>
              <a:t>DE TODOS ÉS O MAIS BELO</a:t>
            </a:r>
          </a:p>
          <a:p>
            <a:pPr algn="just"/>
            <a:r>
              <a:rPr lang="pt-BR" sz="3600" dirty="0"/>
              <a:t>A GRAÇA DESABROCHOU</a:t>
            </a:r>
          </a:p>
          <a:p>
            <a:pPr algn="just"/>
            <a:r>
              <a:rPr lang="pt-BR" sz="3600" dirty="0"/>
              <a:t>EM TEU SEMBLANTE, EM TEUS LÁBIOS</a:t>
            </a:r>
          </a:p>
          <a:p>
            <a:pPr algn="just"/>
            <a:r>
              <a:rPr lang="pt-BR" sz="3600" dirty="0"/>
              <a:t>PRA SEMPRE DEUS TE ABENÇOOU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07000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50CB-B44C-639B-C364-8856CD45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417E8-7B06-82CF-CABE-C66249D98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 CELEBRANTE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AB3A12-F506-B43F-2FCE-5A13F718D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DE ALEGRIA VIBREI NO SENHOR</a:t>
            </a:r>
          </a:p>
          <a:p>
            <a:pPr algn="just"/>
            <a:r>
              <a:rPr lang="pt-BR" sz="5400" b="1" dirty="0"/>
              <a:t>POIS VESTIU-ME COM SUA JUSTIÇA</a:t>
            </a:r>
          </a:p>
          <a:p>
            <a:pPr algn="just"/>
            <a:r>
              <a:rPr lang="pt-BR" sz="5400" b="1" dirty="0"/>
              <a:t>ADORNOU-ME COM JOIAS BONITAS</a:t>
            </a:r>
          </a:p>
          <a:p>
            <a:pPr algn="just"/>
            <a:r>
              <a:rPr lang="pt-BR" sz="5400" b="1" dirty="0"/>
              <a:t>COMO ESPOSA DO REI ME ELEVOU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115553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0393-1997-DAAC-7C14-DD7728E8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E3325-AE94-9E19-DCFE-B92612707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BE4D87-5B17-3910-9A2A-05D60F37B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VALENTE, FORTE, HERÓI</a:t>
            </a:r>
          </a:p>
          <a:p>
            <a:pPr algn="just"/>
            <a:r>
              <a:rPr lang="pt-BR" sz="3600" dirty="0"/>
              <a:t>PELA VERDADE A LUTAR</a:t>
            </a:r>
          </a:p>
          <a:p>
            <a:pPr algn="just"/>
            <a:r>
              <a:rPr lang="pt-BR" sz="3600" dirty="0"/>
              <a:t>A JUSTIÇA A DEFENDER</a:t>
            </a:r>
          </a:p>
          <a:p>
            <a:pPr algn="just"/>
            <a:r>
              <a:rPr lang="pt-BR" sz="3600" dirty="0"/>
              <a:t>VITORIOSO TU SERÁS</a:t>
            </a:r>
          </a:p>
          <a:p>
            <a:pPr algn="just"/>
            <a:r>
              <a:rPr lang="pt-BR" sz="3600" dirty="0"/>
              <a:t>LUTAS COM ARMA E PODER</a:t>
            </a:r>
          </a:p>
          <a:p>
            <a:pPr algn="just"/>
            <a:r>
              <a:rPr lang="pt-BR" sz="3600" dirty="0"/>
              <a:t>O INIMIGO A CORRER</a:t>
            </a:r>
          </a:p>
          <a:p>
            <a:pPr algn="just"/>
            <a:r>
              <a:rPr lang="pt-BR" sz="3600" dirty="0"/>
              <a:t>ETERNO É O TEU TRONO</a:t>
            </a:r>
          </a:p>
          <a:p>
            <a:pPr algn="just"/>
            <a:r>
              <a:rPr lang="pt-BR" sz="3600" dirty="0"/>
              <a:t>Ó DEUS, É RETIDÃO PARA VALER!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6415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803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310931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3724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401572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688851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O PODEROSO FEZ POR MIM MARAVILHAS, E SANTO É O SEU NOME!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FELIZ QUEM OUVE E OBSERVA A PALAVRA DE DEUS!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0AFB-3550-A870-8BE9-4CF4F34A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974FB-431A-6093-0EFE-BF95315BA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831A71-53A5-9301-7880-CF707B872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5200" dirty="0"/>
          </a:p>
          <a:p>
            <a:pPr algn="l"/>
            <a:r>
              <a:rPr lang="pt-BR" sz="7300" dirty="0"/>
              <a:t>FAVORECESTES, Ó SENHOR, A VOSSA TERRA, *</a:t>
            </a:r>
          </a:p>
          <a:p>
            <a:pPr algn="l"/>
            <a:r>
              <a:rPr lang="pt-BR" sz="7300" dirty="0"/>
              <a:t>LIBERTASTES OS CATIVOS DE JACÓ.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794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062A-0067-47E6-2CF9-EFA96BB1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6AC38-A9B3-D014-E016-B5A52DEBE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95DC7A-3D51-0179-17EC-EF8F90858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4600" dirty="0"/>
          </a:p>
          <a:p>
            <a:pPr algn="l"/>
            <a:r>
              <a:rPr lang="pt-BR" sz="7300" dirty="0"/>
              <a:t>A VERDADE E O AMOR SE ENCONTRARÃO, *</a:t>
            </a:r>
          </a:p>
          <a:p>
            <a:pPr algn="l"/>
            <a:r>
              <a:rPr lang="pt-BR" sz="7300" dirty="0"/>
              <a:t>A JUSTIÇA E A PAZ SE ABRAÇARÃO;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1779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5A9F-0A07-6803-DAF2-1847DD7B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5FA9D-1E1A-7D69-E1D1-4DF4B7EE2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E86FD9-72AE-2B7C-FF91-3E23083B5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4600" dirty="0"/>
          </a:p>
          <a:p>
            <a:pPr algn="l"/>
            <a:r>
              <a:rPr lang="pt-BR" sz="7300" dirty="0"/>
              <a:t>DA TERRA BROTARÁ A FIDELIDADE, E A JUSTIÇA OLHARÁ DOS ALTOS CÉUS. R.</a:t>
            </a:r>
          </a:p>
        </p:txBody>
      </p:sp>
    </p:spTree>
    <p:extLst>
      <p:ext uri="{BB962C8B-B14F-4D97-AF65-F5344CB8AC3E}">
        <p14:creationId xmlns:p14="http://schemas.microsoft.com/office/powerpoint/2010/main" val="712220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AC34-1A06-CDDD-083F-DCB891B1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4F09B-805D-27F1-FA46-BF48D947C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EB17A9-159A-BB1A-2835-B9EDE2A9E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AVE MARIA, CHEIA DE GRAÇA, O SENHOR ESTÁ CONTIGO.</a:t>
            </a:r>
          </a:p>
          <a:p>
            <a:pPr algn="l"/>
            <a:r>
              <a:rPr lang="pt-BR" sz="7300" b="1" dirty="0"/>
              <a:t>BENDITA ÉS TU ENTRE AS MULHERES, ALELUIA!</a:t>
            </a:r>
          </a:p>
          <a:p>
            <a:pPr algn="l"/>
            <a:endParaRPr lang="pt-BR" sz="4600" dirty="0"/>
          </a:p>
          <a:p>
            <a:pPr algn="l"/>
            <a:r>
              <a:rPr lang="pt-BR" sz="7300" dirty="0"/>
              <a:t>O SENHOR NOS DARÁ TUDO O QUE É BOM,*</a:t>
            </a:r>
          </a:p>
          <a:p>
            <a:pPr algn="l"/>
            <a:r>
              <a:rPr lang="pt-BR" sz="7300" dirty="0"/>
              <a:t>E A NOSSA TERRA NOS DARÁ SUAS COLHEITAS;</a:t>
            </a:r>
          </a:p>
        </p:txBody>
      </p:sp>
    </p:spTree>
    <p:extLst>
      <p:ext uri="{BB962C8B-B14F-4D97-AF65-F5344CB8AC3E}">
        <p14:creationId xmlns:p14="http://schemas.microsoft.com/office/powerpoint/2010/main" val="2368788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HOSANA, 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1. POVO DE DEUS, FOI ASSIM:</a:t>
            </a:r>
          </a:p>
          <a:p>
            <a:pPr algn="just"/>
            <a:r>
              <a:rPr lang="pt-BR" sz="14800" dirty="0"/>
              <a:t>DEUS CUMPRIU A PALAVRA QUE DIZ:</a:t>
            </a:r>
          </a:p>
          <a:p>
            <a:pPr algn="just"/>
            <a:r>
              <a:rPr lang="pt-BR" sz="14800" dirty="0"/>
              <a:t>UMA VIRGEM IRÁ CONCEBER,</a:t>
            </a:r>
          </a:p>
          <a:p>
            <a:pPr algn="just"/>
            <a:r>
              <a:rPr lang="pt-BR" sz="14800" dirty="0"/>
              <a:t>E A VISITA DE DEUS ME FEZ MÃE!</a:t>
            </a:r>
          </a:p>
          <a:p>
            <a:pPr algn="just"/>
            <a:r>
              <a:rPr lang="pt-BR" sz="14800" dirty="0"/>
              <a:t>MÃE DO SENHOR, NOSSA MÃE,</a:t>
            </a:r>
          </a:p>
          <a:p>
            <a:pPr algn="just"/>
            <a:r>
              <a:rPr lang="pt-BR" sz="14800" dirty="0"/>
              <a:t>NÓS QUEREMOS CONTIGO APRENDER</a:t>
            </a:r>
          </a:p>
          <a:p>
            <a:pPr algn="just"/>
            <a:r>
              <a:rPr lang="pt-BR" sz="14800" dirty="0"/>
              <a:t>A HUMILDADE, A CONFIANÇA TOTAL,</a:t>
            </a:r>
          </a:p>
          <a:p>
            <a:pPr algn="just"/>
            <a:r>
              <a:rPr lang="pt-BR" sz="14800" dirty="0"/>
              <a:t>E ESCUTAR O TEU FILHO QUE DIZ: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789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4800" b="1" dirty="0"/>
              <a:t>SENTA COMIGO À MINHA MESA,</a:t>
            </a:r>
          </a:p>
          <a:p>
            <a:pPr algn="l"/>
            <a:r>
              <a:rPr lang="pt-BR" sz="14800" b="1" dirty="0"/>
              <a:t>NUTRE A ESPERANÇA, REÚNE OS IRMÃOS!</a:t>
            </a:r>
          </a:p>
          <a:p>
            <a:pPr algn="l"/>
            <a:r>
              <a:rPr lang="pt-BR" sz="14800" b="1" dirty="0"/>
              <a:t>PLANTA MEU REINO, TRANSFORMA A TERRA,</a:t>
            </a:r>
          </a:p>
          <a:p>
            <a:pPr algn="l"/>
            <a:r>
              <a:rPr lang="pt-BR" sz="14800" b="1" dirty="0"/>
              <a:t>MAIS QUE CORAGEM, TENS MINHA MÃO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1607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7600" dirty="0"/>
              <a:t>POVO DE DEUS FOI ASSIM:</a:t>
            </a:r>
          </a:p>
          <a:p>
            <a:pPr algn="just"/>
            <a:r>
              <a:rPr lang="pt-BR" sz="17600" dirty="0"/>
              <a:t>NEM MONTANHA OU DISTÂNCIA QUALQUER</a:t>
            </a:r>
          </a:p>
          <a:p>
            <a:pPr algn="just"/>
            <a:r>
              <a:rPr lang="pt-BR" sz="17600" dirty="0"/>
              <a:t>ME IMPEDIU DE SERVIR E SORRIR.</a:t>
            </a:r>
          </a:p>
          <a:p>
            <a:pPr algn="just"/>
            <a:r>
              <a:rPr lang="pt-BR" sz="17600" dirty="0"/>
              <a:t>VISITEI COM MEU DEUS. FUI IRMÃ!</a:t>
            </a:r>
          </a:p>
          <a:p>
            <a:pPr algn="just"/>
            <a:r>
              <a:rPr lang="pt-BR" sz="17600" dirty="0"/>
              <a:t>MÃE DO SENHOR, NOSSA MÃE,</a:t>
            </a:r>
          </a:p>
          <a:p>
            <a:pPr algn="just"/>
            <a:r>
              <a:rPr lang="pt-BR" sz="17600" dirty="0"/>
              <a:t>NÓS QUEREMOS CONTIGO APRENDER</a:t>
            </a:r>
          </a:p>
          <a:p>
            <a:pPr algn="just"/>
            <a:r>
              <a:rPr lang="pt-BR" sz="17600" dirty="0"/>
              <a:t>DESAPEGO, BONDADE, TEU SIM,</a:t>
            </a:r>
          </a:p>
          <a:p>
            <a:pPr algn="just"/>
            <a:r>
              <a:rPr lang="pt-BR" sz="17600" dirty="0"/>
              <a:t>E ACOLHER O TEU FILHO QUE DIZ:</a:t>
            </a:r>
            <a:endParaRPr lang="pt-BR" sz="17600" b="1" dirty="0"/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704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F505-10AF-A051-025D-C3D6A42F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B96D9-448E-BBD0-1795-DF9C3A0C1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0886B8-EE6D-7AAA-7057-80E636D25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4800" b="1" dirty="0"/>
              <a:t>SENTA COMIGO À MINHA MESA,</a:t>
            </a:r>
          </a:p>
          <a:p>
            <a:pPr algn="l"/>
            <a:r>
              <a:rPr lang="pt-BR" sz="14800" b="1" dirty="0"/>
              <a:t>NUTRE A ESPERANÇA, REÚNE OS IRMÃOS!</a:t>
            </a:r>
          </a:p>
          <a:p>
            <a:pPr algn="l"/>
            <a:r>
              <a:rPr lang="pt-BR" sz="14800" b="1" dirty="0"/>
              <a:t>PLANTA MEU REINO, TRANSFORMA A TERRA,</a:t>
            </a:r>
          </a:p>
          <a:p>
            <a:pPr algn="l"/>
            <a:r>
              <a:rPr lang="pt-BR" sz="14800" b="1" dirty="0"/>
              <a:t>MAIS QUE CORAGEM, TENS MINHA MÃO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38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POVO DE DEUS, FOI ASSIM:</a:t>
            </a:r>
          </a:p>
          <a:p>
            <a:pPr algn="just"/>
            <a:r>
              <a:rPr lang="pt-BR" sz="14800" dirty="0"/>
              <a:t>MEU MENINO CRESCEU E ENTENDEU,</a:t>
            </a:r>
          </a:p>
          <a:p>
            <a:pPr algn="just"/>
            <a:r>
              <a:rPr lang="pt-BR" sz="14800" dirty="0"/>
              <a:t>QUE A VONTADE DO PAI CONTA MAIS,</a:t>
            </a:r>
          </a:p>
          <a:p>
            <a:pPr algn="just"/>
            <a:r>
              <a:rPr lang="pt-BR" sz="14800" dirty="0"/>
              <a:t>E A VISITA FOI DEUS QUEM NOS FEZ.</a:t>
            </a:r>
          </a:p>
          <a:p>
            <a:pPr algn="just"/>
            <a:r>
              <a:rPr lang="pt-BR" sz="14800" dirty="0"/>
              <a:t>MÃE DO SENHOR, NOSSA MÃE,</a:t>
            </a:r>
          </a:p>
          <a:p>
            <a:pPr algn="just"/>
            <a:r>
              <a:rPr lang="pt-BR" sz="14800" dirty="0"/>
              <a:t>NÓS QUEREMOS CONTIGO APRENDER</a:t>
            </a:r>
          </a:p>
          <a:p>
            <a:pPr algn="just"/>
            <a:r>
              <a:rPr lang="pt-BR" sz="14800" dirty="0"/>
              <a:t>A JUSTIÇA, A VONTADE DO PAI,</a:t>
            </a:r>
          </a:p>
          <a:p>
            <a:pPr algn="just"/>
            <a:r>
              <a:rPr lang="pt-BR" sz="14800" dirty="0"/>
              <a:t>E ENTENDER O TEU FILHO QUE DIZ: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9720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0451-F28F-6BDA-21A4-7AD9E306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8593B-64E1-72B2-2131-6D783734A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A546E8-2682-DF5F-7094-0EFDDD81F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4800" b="1" dirty="0"/>
              <a:t>SENTA COMIGO À MINHA MESA,</a:t>
            </a:r>
          </a:p>
          <a:p>
            <a:pPr algn="l"/>
            <a:r>
              <a:rPr lang="pt-BR" sz="14800" b="1" dirty="0"/>
              <a:t>NUTRE A ESPERANÇA, REÚNE OS IRMÃOS!</a:t>
            </a:r>
          </a:p>
          <a:p>
            <a:pPr algn="l"/>
            <a:r>
              <a:rPr lang="pt-BR" sz="14800" b="1" dirty="0"/>
              <a:t>PLANTA MEU REINO, TRANSFORMA A TERRA,</a:t>
            </a:r>
          </a:p>
          <a:p>
            <a:pPr algn="l"/>
            <a:r>
              <a:rPr lang="pt-BR" sz="14800" b="1" dirty="0"/>
              <a:t>MAIS QUE CORAGEM, TENS MINHA MÃO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4558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SEGUIR-TE-EI, SEGUIR-TE-EI, Ó SENHOR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 NA TUA ESTRADA CAMINHAREI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SEGUIR-TE-EI NO CAMINHO DO AMOR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DOAREI AO MUNDO A VIDA</a:t>
            </a: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92D9-22C1-B4E8-1A1C-FE8131C1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B66AA-BE86-A5C0-3706-57A981FF9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9D46E8-ED05-CCB9-F0D2-5AF85A5B8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SEGUIR-TE-EI, SEGUIR-TE-EI, Ó SENHOR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 NA TUA ESTRADA CAMINHAREI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29932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E7FF8-A85F-D971-A257-0E96A524A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9D4CC-40F2-8E5B-9A0A-AE8F0B166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927D64-4991-B913-098F-2D83FD77A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SEGUIR-TE-EI NO CAMINHO DA DOR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A TUA CRUZ NOS SALVARÁ</a:t>
            </a:r>
          </a:p>
        </p:txBody>
      </p:sp>
    </p:spTree>
    <p:extLst>
      <p:ext uri="{BB962C8B-B14F-4D97-AF65-F5344CB8AC3E}">
        <p14:creationId xmlns:p14="http://schemas.microsoft.com/office/powerpoint/2010/main" val="3715286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169C-3AB8-D965-0879-91CDC133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171E5-4E1C-3797-773A-5F95222A9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BF4944-3707-4EE9-E6E7-5423B3B57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SEGUIR-TE-EI, SEGUIR-TE-EI, Ó SENHOR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 NA TUA ESTRADA CAMINHAREI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5744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B9A1-5E52-7168-3810-F08E6A77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D8AFE-25B7-196E-2225-CCA1AD60A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A203DE-7941-EFC2-BF24-DEBC20A8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SEGUIR-TE-EI NO CAMINHO DA ALEGRIA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A TUA LUZ NOS GUIARÁ</a:t>
            </a:r>
          </a:p>
        </p:txBody>
      </p:sp>
    </p:spTree>
    <p:extLst>
      <p:ext uri="{BB962C8B-B14F-4D97-AF65-F5344CB8AC3E}">
        <p14:creationId xmlns:p14="http://schemas.microsoft.com/office/powerpoint/2010/main" val="34540954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0DC3-A870-6BB9-B937-52567555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2D3F-3EED-897D-0727-F925853CF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368F17-E662-91DA-8E48-B9D2F64D1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SEGUIR-TE-EI, SEGUIR-TE-EI, Ó SENHOR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 NA TUA ESTRADA CAMINHAREI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56672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8298</TotalTime>
  <Words>1103</Words>
  <Application>Microsoft Office PowerPoint</Application>
  <PresentationFormat>Widescreen</PresentationFormat>
  <Paragraphs>191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Arial</vt:lpstr>
      <vt:lpstr>Bookman Old Style</vt:lpstr>
      <vt:lpstr>Calibri</vt:lpstr>
      <vt:lpstr>Calibri Light</vt:lpstr>
      <vt:lpstr>Tema do Office</vt:lpstr>
      <vt:lpstr>Apresentação do PowerPoint</vt:lpstr>
      <vt:lpstr>ENTRADA DO CELEBRANTE</vt:lpstr>
      <vt:lpstr>ENTRADA</vt:lpstr>
      <vt:lpstr>ENTRADA DO CELEBRANTE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PÓS-COMUNHÃO</vt:lpstr>
      <vt:lpstr>PÓS COMUNHÃO</vt:lpstr>
      <vt:lpstr>PÓS-COMUNHÃO</vt:lpstr>
      <vt:lpstr>PÓS COMUNHÃO</vt:lpstr>
      <vt:lpstr>PÓS-COMUNHÃO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44</cp:revision>
  <dcterms:created xsi:type="dcterms:W3CDTF">2023-05-06T17:01:55Z</dcterms:created>
  <dcterms:modified xsi:type="dcterms:W3CDTF">2026-07-16T19:50:13Z</dcterms:modified>
</cp:coreProperties>
</file>