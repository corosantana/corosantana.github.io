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256" r:id="rId3"/>
    <p:sldId id="304" r:id="rId4"/>
    <p:sldId id="305" r:id="rId5"/>
    <p:sldId id="258" r:id="rId6"/>
    <p:sldId id="259" r:id="rId7"/>
    <p:sldId id="279" r:id="rId8"/>
    <p:sldId id="260" r:id="rId9"/>
    <p:sldId id="261" r:id="rId10"/>
    <p:sldId id="262" r:id="rId11"/>
    <p:sldId id="263" r:id="rId12"/>
    <p:sldId id="283" r:id="rId13"/>
    <p:sldId id="264" r:id="rId14"/>
    <p:sldId id="265" r:id="rId15"/>
    <p:sldId id="266" r:id="rId16"/>
    <p:sldId id="267" r:id="rId17"/>
    <p:sldId id="268" r:id="rId18"/>
    <p:sldId id="291" r:id="rId19"/>
    <p:sldId id="293" r:id="rId20"/>
    <p:sldId id="294" r:id="rId21"/>
    <p:sldId id="295" r:id="rId22"/>
    <p:sldId id="271" r:id="rId23"/>
    <p:sldId id="269" r:id="rId24"/>
    <p:sldId id="289" r:id="rId25"/>
    <p:sldId id="306" r:id="rId26"/>
    <p:sldId id="292" r:id="rId27"/>
    <p:sldId id="272" r:id="rId28"/>
    <p:sldId id="273" r:id="rId29"/>
    <p:sldId id="286" r:id="rId30"/>
    <p:sldId id="275" r:id="rId31"/>
    <p:sldId id="287" r:id="rId32"/>
    <p:sldId id="290" r:id="rId33"/>
    <p:sldId id="308" r:id="rId34"/>
    <p:sldId id="307" r:id="rId35"/>
    <p:sldId id="309" r:id="rId36"/>
    <p:sldId id="310" r:id="rId37"/>
    <p:sldId id="311" r:id="rId38"/>
    <p:sldId id="277" r:id="rId39"/>
    <p:sldId id="296" r:id="rId40"/>
    <p:sldId id="298" r:id="rId41"/>
    <p:sldId id="299" r:id="rId42"/>
    <p:sldId id="300" r:id="rId43"/>
    <p:sldId id="297" r:id="rId44"/>
    <p:sldId id="278" r:id="rId45"/>
    <p:sldId id="301" r:id="rId46"/>
    <p:sldId id="302" r:id="rId4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2" autoAdjust="0"/>
    <p:restoredTop sz="94660"/>
  </p:normalViewPr>
  <p:slideViewPr>
    <p:cSldViewPr snapToGrid="0">
      <p:cViewPr varScale="1">
        <p:scale>
          <a:sx n="69" d="100"/>
          <a:sy n="69" d="100"/>
        </p:scale>
        <p:origin x="8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B1921E8B-D056-466F-9731-625E5002C3C6}"/>
    <pc:docChg chg="undo custSel addSld delSld modSld sldOrd">
      <pc:chgData name="anaclaracosta116@gmail.com" userId="a793634777582c92" providerId="LiveId" clId="{B1921E8B-D056-466F-9731-625E5002C3C6}" dt="2023-06-05T19:15:14.189" v="795"/>
      <pc:docMkLst>
        <pc:docMk/>
      </pc:docMkLst>
      <pc:sldChg chg="modSp mod">
        <pc:chgData name="anaclaracosta116@gmail.com" userId="a793634777582c92" providerId="LiveId" clId="{B1921E8B-D056-466F-9731-625E5002C3C6}" dt="2023-06-05T18:45:06.060" v="501" actId="113"/>
        <pc:sldMkLst>
          <pc:docMk/>
          <pc:sldMk cId="630913396" sldId="256"/>
        </pc:sldMkLst>
        <pc:spChg chg="mod">
          <ac:chgData name="anaclaracosta116@gmail.com" userId="a793634777582c92" providerId="LiveId" clId="{B1921E8B-D056-466F-9731-625E5002C3C6}" dt="2023-06-05T18:44:59.701" v="500" actId="1076"/>
          <ac:spMkLst>
            <pc:docMk/>
            <pc:sldMk cId="630913396" sldId="256"/>
            <ac:spMk id="2" creationId="{F0E406B4-85AC-B67B-F9E2-21AAF8067483}"/>
          </ac:spMkLst>
        </pc:spChg>
        <pc:spChg chg="mod">
          <ac:chgData name="anaclaracosta116@gmail.com" userId="a793634777582c92" providerId="LiveId" clId="{B1921E8B-D056-466F-9731-625E5002C3C6}" dt="2023-06-05T18:45:06.060" v="501" actId="113"/>
          <ac:spMkLst>
            <pc:docMk/>
            <pc:sldMk cId="630913396" sldId="256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1921E8B-D056-466F-9731-625E5002C3C6}" dt="2023-06-05T18:50:44.245" v="563" actId="20577"/>
        <pc:sldMkLst>
          <pc:docMk/>
          <pc:sldMk cId="2490480151" sldId="259"/>
        </pc:sldMkLst>
        <pc:spChg chg="mod">
          <ac:chgData name="anaclaracosta116@gmail.com" userId="a793634777582c92" providerId="LiveId" clId="{B1921E8B-D056-466F-9731-625E5002C3C6}" dt="2023-06-05T18:50:44.245" v="563" actId="20577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1921E8B-D056-466F-9731-625E5002C3C6}" dt="2023-06-05T18:53:35.270" v="630" actId="403"/>
        <pc:sldMkLst>
          <pc:docMk/>
          <pc:sldMk cId="337661645" sldId="261"/>
        </pc:sldMkLst>
        <pc:spChg chg="mod">
          <ac:chgData name="anaclaracosta116@gmail.com" userId="a793634777582c92" providerId="LiveId" clId="{B1921E8B-D056-466F-9731-625E5002C3C6}" dt="2023-06-05T18:53:35.270" v="630" actId="403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1921E8B-D056-466F-9731-625E5002C3C6}" dt="2023-06-05T18:54:24.507" v="643" actId="113"/>
        <pc:sldMkLst>
          <pc:docMk/>
          <pc:sldMk cId="3868190215" sldId="262"/>
        </pc:sldMkLst>
        <pc:spChg chg="mod">
          <ac:chgData name="anaclaracosta116@gmail.com" userId="a793634777582c92" providerId="LiveId" clId="{B1921E8B-D056-466F-9731-625E5002C3C6}" dt="2023-06-05T18:54:24.507" v="643" actId="113"/>
          <ac:spMkLst>
            <pc:docMk/>
            <pc:sldMk cId="3868190215" sldId="2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1921E8B-D056-466F-9731-625E5002C3C6}" dt="2023-06-05T18:55:27.712" v="647" actId="113"/>
        <pc:sldMkLst>
          <pc:docMk/>
          <pc:sldMk cId="1799863211" sldId="263"/>
        </pc:sldMkLst>
        <pc:spChg chg="mod">
          <ac:chgData name="anaclaracosta116@gmail.com" userId="a793634777582c92" providerId="LiveId" clId="{B1921E8B-D056-466F-9731-625E5002C3C6}" dt="2023-06-05T18:55:27.712" v="647" actId="113"/>
          <ac:spMkLst>
            <pc:docMk/>
            <pc:sldMk cId="1799863211" sldId="2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1921E8B-D056-466F-9731-625E5002C3C6}" dt="2023-06-05T18:56:51.152" v="661" actId="1076"/>
        <pc:sldMkLst>
          <pc:docMk/>
          <pc:sldMk cId="3388034860" sldId="265"/>
        </pc:sldMkLst>
        <pc:spChg chg="mod">
          <ac:chgData name="anaclaracosta116@gmail.com" userId="a793634777582c92" providerId="LiveId" clId="{B1921E8B-D056-466F-9731-625E5002C3C6}" dt="2023-06-05T18:56:51.152" v="661" actId="1076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1921E8B-D056-466F-9731-625E5002C3C6}" dt="2023-06-05T18:58:17.699" v="674" actId="27636"/>
        <pc:sldMkLst>
          <pc:docMk/>
          <pc:sldMk cId="2671817442" sldId="267"/>
        </pc:sldMkLst>
        <pc:spChg chg="mod">
          <ac:chgData name="anaclaracosta116@gmail.com" userId="a793634777582c92" providerId="LiveId" clId="{B1921E8B-D056-466F-9731-625E5002C3C6}" dt="2023-06-05T18:58:17.699" v="674" actId="27636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1921E8B-D056-466F-9731-625E5002C3C6}" dt="2023-06-05T19:03:38.159" v="706" actId="1076"/>
        <pc:sldMkLst>
          <pc:docMk/>
          <pc:sldMk cId="2786277918" sldId="269"/>
        </pc:sldMkLst>
        <pc:spChg chg="mod">
          <ac:chgData name="anaclaracosta116@gmail.com" userId="a793634777582c92" providerId="LiveId" clId="{B1921E8B-D056-466F-9731-625E5002C3C6}" dt="2023-06-05T19:03:38.159" v="706" actId="1076"/>
          <ac:spMkLst>
            <pc:docMk/>
            <pc:sldMk cId="2786277918" sldId="269"/>
            <ac:spMk id="2" creationId="{F0E406B4-85AC-B67B-F9E2-21AAF8067483}"/>
          </ac:spMkLst>
        </pc:spChg>
        <pc:spChg chg="mod">
          <ac:chgData name="anaclaracosta116@gmail.com" userId="a793634777582c92" providerId="LiveId" clId="{B1921E8B-D056-466F-9731-625E5002C3C6}" dt="2023-06-05T19:03:33.264" v="705" actId="14100"/>
          <ac:spMkLst>
            <pc:docMk/>
            <pc:sldMk cId="2786277918" sldId="269"/>
            <ac:spMk id="3" creationId="{FC8F7E34-DB8C-1CEE-BAF4-E537563F9CD2}"/>
          </ac:spMkLst>
        </pc:spChg>
      </pc:sldChg>
      <pc:sldChg chg="ord">
        <pc:chgData name="anaclaracosta116@gmail.com" userId="a793634777582c92" providerId="LiveId" clId="{B1921E8B-D056-466F-9731-625E5002C3C6}" dt="2023-06-05T18:58:35.831" v="678"/>
        <pc:sldMkLst>
          <pc:docMk/>
          <pc:sldMk cId="2728156593" sldId="271"/>
        </pc:sldMkLst>
      </pc:sldChg>
      <pc:sldChg chg="modSp mod">
        <pc:chgData name="anaclaracosta116@gmail.com" userId="a793634777582c92" providerId="LiveId" clId="{B1921E8B-D056-466F-9731-625E5002C3C6}" dt="2023-06-05T19:13:08.937" v="751" actId="27636"/>
        <pc:sldMkLst>
          <pc:docMk/>
          <pc:sldMk cId="1261703118" sldId="272"/>
        </pc:sldMkLst>
        <pc:spChg chg="mod">
          <ac:chgData name="anaclaracosta116@gmail.com" userId="a793634777582c92" providerId="LiveId" clId="{B1921E8B-D056-466F-9731-625E5002C3C6}" dt="2023-06-05T19:13:08.937" v="751" actId="27636"/>
          <ac:spMkLst>
            <pc:docMk/>
            <pc:sldMk cId="1261703118" sldId="27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1921E8B-D056-466F-9731-625E5002C3C6}" dt="2023-06-05T19:13:38.365" v="779" actId="14100"/>
        <pc:sldMkLst>
          <pc:docMk/>
          <pc:sldMk cId="1344366557" sldId="273"/>
        </pc:sldMkLst>
        <pc:spChg chg="mod">
          <ac:chgData name="anaclaracosta116@gmail.com" userId="a793634777582c92" providerId="LiveId" clId="{B1921E8B-D056-466F-9731-625E5002C3C6}" dt="2023-06-05T19:13:38.365" v="779" actId="14100"/>
          <ac:spMkLst>
            <pc:docMk/>
            <pc:sldMk cId="1344366557" sldId="27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1921E8B-D056-466F-9731-625E5002C3C6}" dt="2023-06-05T19:14:09.106" v="785" actId="404"/>
        <pc:sldMkLst>
          <pc:docMk/>
          <pc:sldMk cId="1963412704" sldId="275"/>
        </pc:sldMkLst>
        <pc:spChg chg="mod">
          <ac:chgData name="anaclaracosta116@gmail.com" userId="a793634777582c92" providerId="LiveId" clId="{B1921E8B-D056-466F-9731-625E5002C3C6}" dt="2023-06-05T19:14:09.106" v="785" actId="404"/>
          <ac:spMkLst>
            <pc:docMk/>
            <pc:sldMk cId="1963412704" sldId="27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1921E8B-D056-466F-9731-625E5002C3C6}" dt="2023-06-01T19:32:22.084" v="378" actId="20577"/>
        <pc:sldMkLst>
          <pc:docMk/>
          <pc:sldMk cId="2451993942" sldId="278"/>
        </pc:sldMkLst>
        <pc:spChg chg="mod">
          <ac:chgData name="anaclaracosta116@gmail.com" userId="a793634777582c92" providerId="LiveId" clId="{B1921E8B-D056-466F-9731-625E5002C3C6}" dt="2023-06-01T19:32:22.084" v="378" actId="20577"/>
          <ac:spMkLst>
            <pc:docMk/>
            <pc:sldMk cId="2451993942" sldId="27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1921E8B-D056-466F-9731-625E5002C3C6}" dt="2023-06-05T18:51:25.797" v="590" actId="403"/>
        <pc:sldMkLst>
          <pc:docMk/>
          <pc:sldMk cId="4082794164" sldId="279"/>
        </pc:sldMkLst>
        <pc:spChg chg="mod">
          <ac:chgData name="anaclaracosta116@gmail.com" userId="a793634777582c92" providerId="LiveId" clId="{B1921E8B-D056-466F-9731-625E5002C3C6}" dt="2023-06-05T18:51:25.797" v="590" actId="403"/>
          <ac:spMkLst>
            <pc:docMk/>
            <pc:sldMk cId="4082794164" sldId="27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B1921E8B-D056-466F-9731-625E5002C3C6}" dt="2023-06-05T18:55:58.856" v="650" actId="113"/>
        <pc:sldMkLst>
          <pc:docMk/>
          <pc:sldMk cId="2109729473" sldId="283"/>
        </pc:sldMkLst>
        <pc:spChg chg="mod">
          <ac:chgData name="anaclaracosta116@gmail.com" userId="a793634777582c92" providerId="LiveId" clId="{B1921E8B-D056-466F-9731-625E5002C3C6}" dt="2023-06-05T18:55:58.856" v="650" actId="113"/>
          <ac:spMkLst>
            <pc:docMk/>
            <pc:sldMk cId="2109729473" sldId="283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1921E8B-D056-466F-9731-625E5002C3C6}" dt="2023-06-01T19:05:24.556" v="4" actId="2696"/>
        <pc:sldMkLst>
          <pc:docMk/>
          <pc:sldMk cId="1358606533" sldId="284"/>
        </pc:sldMkLst>
      </pc:sldChg>
      <pc:sldChg chg="modSp mod">
        <pc:chgData name="anaclaracosta116@gmail.com" userId="a793634777582c92" providerId="LiveId" clId="{B1921E8B-D056-466F-9731-625E5002C3C6}" dt="2023-06-05T19:14:32.648" v="790" actId="404"/>
        <pc:sldMkLst>
          <pc:docMk/>
          <pc:sldMk cId="887139133" sldId="287"/>
        </pc:sldMkLst>
        <pc:spChg chg="mod">
          <ac:chgData name="anaclaracosta116@gmail.com" userId="a793634777582c92" providerId="LiveId" clId="{B1921E8B-D056-466F-9731-625E5002C3C6}" dt="2023-06-05T19:14:32.648" v="790" actId="404"/>
          <ac:spMkLst>
            <pc:docMk/>
            <pc:sldMk cId="887139133" sldId="28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B1921E8B-D056-466F-9731-625E5002C3C6}" dt="2023-06-05T18:45:31.560" v="503" actId="2696"/>
        <pc:sldMkLst>
          <pc:docMk/>
          <pc:sldMk cId="2334603741" sldId="288"/>
        </pc:sldMkLst>
      </pc:sldChg>
      <pc:sldChg chg="modSp add mod">
        <pc:chgData name="anaclaracosta116@gmail.com" userId="a793634777582c92" providerId="LiveId" clId="{B1921E8B-D056-466F-9731-625E5002C3C6}" dt="2023-06-05T19:11:09.637" v="739" actId="113"/>
        <pc:sldMkLst>
          <pc:docMk/>
          <pc:sldMk cId="2515980691" sldId="289"/>
        </pc:sldMkLst>
        <pc:spChg chg="mod">
          <ac:chgData name="anaclaracosta116@gmail.com" userId="a793634777582c92" providerId="LiveId" clId="{B1921E8B-D056-466F-9731-625E5002C3C6}" dt="2023-06-05T19:11:09.637" v="739" actId="113"/>
          <ac:spMkLst>
            <pc:docMk/>
            <pc:sldMk cId="2515980691" sldId="28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B1921E8B-D056-466F-9731-625E5002C3C6}" dt="2023-06-05T19:14:53.028" v="793" actId="403"/>
        <pc:sldMkLst>
          <pc:docMk/>
          <pc:sldMk cId="1171802254" sldId="290"/>
        </pc:sldMkLst>
        <pc:spChg chg="mod">
          <ac:chgData name="anaclaracosta116@gmail.com" userId="a793634777582c92" providerId="LiveId" clId="{B1921E8B-D056-466F-9731-625E5002C3C6}" dt="2023-06-05T19:14:53.028" v="793" actId="403"/>
          <ac:spMkLst>
            <pc:docMk/>
            <pc:sldMk cId="1171802254" sldId="290"/>
            <ac:spMk id="3" creationId="{FC8F7E34-DB8C-1CEE-BAF4-E537563F9CD2}"/>
          </ac:spMkLst>
        </pc:spChg>
      </pc:sldChg>
      <pc:sldChg chg="add del">
        <pc:chgData name="anaclaracosta116@gmail.com" userId="a793634777582c92" providerId="LiveId" clId="{B1921E8B-D056-466F-9731-625E5002C3C6}" dt="2023-06-01T19:06:07.899" v="7" actId="2696"/>
        <pc:sldMkLst>
          <pc:docMk/>
          <pc:sldMk cId="2507237245" sldId="290"/>
        </pc:sldMkLst>
      </pc:sldChg>
      <pc:sldChg chg="addSp modSp add mod ord">
        <pc:chgData name="anaclaracosta116@gmail.com" userId="a793634777582c92" providerId="LiveId" clId="{B1921E8B-D056-466F-9731-625E5002C3C6}" dt="2023-06-05T18:58:31.580" v="676"/>
        <pc:sldMkLst>
          <pc:docMk/>
          <pc:sldMk cId="1017133680" sldId="291"/>
        </pc:sldMkLst>
        <pc:spChg chg="mod">
          <ac:chgData name="anaclaracosta116@gmail.com" userId="a793634777582c92" providerId="LiveId" clId="{B1921E8B-D056-466F-9731-625E5002C3C6}" dt="2023-06-01T19:15:42.637" v="117" actId="1076"/>
          <ac:spMkLst>
            <pc:docMk/>
            <pc:sldMk cId="1017133680" sldId="291"/>
            <ac:spMk id="2" creationId="{F0E406B4-85AC-B67B-F9E2-21AAF8067483}"/>
          </ac:spMkLst>
        </pc:spChg>
        <pc:spChg chg="mod">
          <ac:chgData name="anaclaracosta116@gmail.com" userId="a793634777582c92" providerId="LiveId" clId="{B1921E8B-D056-466F-9731-625E5002C3C6}" dt="2023-06-01T19:16:13.949" v="125" actId="27636"/>
          <ac:spMkLst>
            <pc:docMk/>
            <pc:sldMk cId="1017133680" sldId="291"/>
            <ac:spMk id="3" creationId="{FC8F7E34-DB8C-1CEE-BAF4-E537563F9CD2}"/>
          </ac:spMkLst>
        </pc:spChg>
        <pc:graphicFrameChg chg="add modGraphic">
          <ac:chgData name="anaclaracosta116@gmail.com" userId="a793634777582c92" providerId="LiveId" clId="{B1921E8B-D056-466F-9731-625E5002C3C6}" dt="2023-06-03T19:28:45.285" v="490" actId="27309"/>
          <ac:graphicFrameMkLst>
            <pc:docMk/>
            <pc:sldMk cId="1017133680" sldId="291"/>
            <ac:graphicFrameMk id="5" creationId="{37A5467C-7FBB-50F9-FA1F-556D349FB8AA}"/>
          </ac:graphicFrameMkLst>
        </pc:graphicFrameChg>
      </pc:sldChg>
      <pc:sldChg chg="add ord">
        <pc:chgData name="anaclaracosta116@gmail.com" userId="a793634777582c92" providerId="LiveId" clId="{B1921E8B-D056-466F-9731-625E5002C3C6}" dt="2023-06-01T19:13:46.116" v="28"/>
        <pc:sldMkLst>
          <pc:docMk/>
          <pc:sldMk cId="3172461034" sldId="292"/>
        </pc:sldMkLst>
      </pc:sldChg>
      <pc:sldChg chg="modSp add mod ord">
        <pc:chgData name="anaclaracosta116@gmail.com" userId="a793634777582c92" providerId="LiveId" clId="{B1921E8B-D056-466F-9731-625E5002C3C6}" dt="2023-06-05T18:58:38.073" v="680"/>
        <pc:sldMkLst>
          <pc:docMk/>
          <pc:sldMk cId="4143859156" sldId="293"/>
        </pc:sldMkLst>
        <pc:spChg chg="mod">
          <ac:chgData name="anaclaracosta116@gmail.com" userId="a793634777582c92" providerId="LiveId" clId="{B1921E8B-D056-466F-9731-625E5002C3C6}" dt="2023-06-01T19:16:47.579" v="137"/>
          <ac:spMkLst>
            <pc:docMk/>
            <pc:sldMk cId="4143859156" sldId="293"/>
            <ac:spMk id="3" creationId="{FC8F7E34-DB8C-1CEE-BAF4-E537563F9CD2}"/>
          </ac:spMkLst>
        </pc:spChg>
      </pc:sldChg>
      <pc:sldChg chg="modSp add mod ord">
        <pc:chgData name="anaclaracosta116@gmail.com" userId="a793634777582c92" providerId="LiveId" clId="{B1921E8B-D056-466F-9731-625E5002C3C6}" dt="2023-06-05T18:58:42.793" v="682"/>
        <pc:sldMkLst>
          <pc:docMk/>
          <pc:sldMk cId="3724422753" sldId="294"/>
        </pc:sldMkLst>
        <pc:spChg chg="mod">
          <ac:chgData name="anaclaracosta116@gmail.com" userId="a793634777582c92" providerId="LiveId" clId="{B1921E8B-D056-466F-9731-625E5002C3C6}" dt="2023-06-01T19:17:30.409" v="149" actId="27636"/>
          <ac:spMkLst>
            <pc:docMk/>
            <pc:sldMk cId="3724422753" sldId="294"/>
            <ac:spMk id="3" creationId="{FC8F7E34-DB8C-1CEE-BAF4-E537563F9CD2}"/>
          </ac:spMkLst>
        </pc:spChg>
      </pc:sldChg>
      <pc:sldChg chg="modSp add mod ord">
        <pc:chgData name="anaclaracosta116@gmail.com" userId="a793634777582c92" providerId="LiveId" clId="{B1921E8B-D056-466F-9731-625E5002C3C6}" dt="2023-06-05T18:58:47.152" v="684"/>
        <pc:sldMkLst>
          <pc:docMk/>
          <pc:sldMk cId="1347936316" sldId="295"/>
        </pc:sldMkLst>
        <pc:spChg chg="mod">
          <ac:chgData name="anaclaracosta116@gmail.com" userId="a793634777582c92" providerId="LiveId" clId="{B1921E8B-D056-466F-9731-625E5002C3C6}" dt="2023-06-01T19:18:55.162" v="161" actId="27636"/>
          <ac:spMkLst>
            <pc:docMk/>
            <pc:sldMk cId="1347936316" sldId="295"/>
            <ac:spMk id="3" creationId="{FC8F7E34-DB8C-1CEE-BAF4-E537563F9CD2}"/>
          </ac:spMkLst>
        </pc:spChg>
      </pc:sldChg>
      <pc:sldChg chg="modSp add mod ord">
        <pc:chgData name="anaclaracosta116@gmail.com" userId="a793634777582c92" providerId="LiveId" clId="{B1921E8B-D056-466F-9731-625E5002C3C6}" dt="2023-06-01T19:21:32.870" v="188" actId="113"/>
        <pc:sldMkLst>
          <pc:docMk/>
          <pc:sldMk cId="80886998" sldId="296"/>
        </pc:sldMkLst>
        <pc:spChg chg="mod">
          <ac:chgData name="anaclaracosta116@gmail.com" userId="a793634777582c92" providerId="LiveId" clId="{B1921E8B-D056-466F-9731-625E5002C3C6}" dt="2023-06-01T19:20:11.168" v="178" actId="20577"/>
          <ac:spMkLst>
            <pc:docMk/>
            <pc:sldMk cId="80886998" sldId="296"/>
            <ac:spMk id="2" creationId="{F0E406B4-85AC-B67B-F9E2-21AAF8067483}"/>
          </ac:spMkLst>
        </pc:spChg>
        <pc:spChg chg="mod">
          <ac:chgData name="anaclaracosta116@gmail.com" userId="a793634777582c92" providerId="LiveId" clId="{B1921E8B-D056-466F-9731-625E5002C3C6}" dt="2023-06-01T19:21:32.870" v="188" actId="113"/>
          <ac:spMkLst>
            <pc:docMk/>
            <pc:sldMk cId="80886998" sldId="296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B1921E8B-D056-466F-9731-625E5002C3C6}" dt="2023-06-01T19:19:56.616" v="167"/>
        <pc:sldMkLst>
          <pc:docMk/>
          <pc:sldMk cId="4031044423" sldId="297"/>
        </pc:sldMkLst>
      </pc:sldChg>
      <pc:sldChg chg="modSp add mod">
        <pc:chgData name="anaclaracosta116@gmail.com" userId="a793634777582c92" providerId="LiveId" clId="{B1921E8B-D056-466F-9731-625E5002C3C6}" dt="2023-06-01T19:22:37.503" v="194" actId="20577"/>
        <pc:sldMkLst>
          <pc:docMk/>
          <pc:sldMk cId="1722660175" sldId="298"/>
        </pc:sldMkLst>
        <pc:spChg chg="mod">
          <ac:chgData name="anaclaracosta116@gmail.com" userId="a793634777582c92" providerId="LiveId" clId="{B1921E8B-D056-466F-9731-625E5002C3C6}" dt="2023-06-01T19:22:37.503" v="194" actId="20577"/>
          <ac:spMkLst>
            <pc:docMk/>
            <pc:sldMk cId="1722660175" sldId="298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B1921E8B-D056-466F-9731-625E5002C3C6}" dt="2023-06-01T19:25:13.916" v="198"/>
        <pc:sldMkLst>
          <pc:docMk/>
          <pc:sldMk cId="3729203954" sldId="299"/>
        </pc:sldMkLst>
        <pc:spChg chg="mod">
          <ac:chgData name="anaclaracosta116@gmail.com" userId="a793634777582c92" providerId="LiveId" clId="{B1921E8B-D056-466F-9731-625E5002C3C6}" dt="2023-06-01T19:25:13.916" v="198"/>
          <ac:spMkLst>
            <pc:docMk/>
            <pc:sldMk cId="3729203954" sldId="29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B1921E8B-D056-466F-9731-625E5002C3C6}" dt="2023-06-01T19:27:00.550" v="286"/>
        <pc:sldMkLst>
          <pc:docMk/>
          <pc:sldMk cId="1409772320" sldId="300"/>
        </pc:sldMkLst>
        <pc:spChg chg="mod">
          <ac:chgData name="anaclaracosta116@gmail.com" userId="a793634777582c92" providerId="LiveId" clId="{B1921E8B-D056-466F-9731-625E5002C3C6}" dt="2023-06-01T19:27:00.550" v="286"/>
          <ac:spMkLst>
            <pc:docMk/>
            <pc:sldMk cId="1409772320" sldId="300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B1921E8B-D056-466F-9731-625E5002C3C6}" dt="2023-06-01T19:32:09.561" v="376" actId="20577"/>
        <pc:sldMkLst>
          <pc:docMk/>
          <pc:sldMk cId="3358713053" sldId="301"/>
        </pc:sldMkLst>
        <pc:spChg chg="mod">
          <ac:chgData name="anaclaracosta116@gmail.com" userId="a793634777582c92" providerId="LiveId" clId="{B1921E8B-D056-466F-9731-625E5002C3C6}" dt="2023-06-01T19:32:09.561" v="376" actId="20577"/>
          <ac:spMkLst>
            <pc:docMk/>
            <pc:sldMk cId="3358713053" sldId="301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B1921E8B-D056-466F-9731-625E5002C3C6}" dt="2023-06-01T19:37:58.893" v="379" actId="20577"/>
        <pc:sldMkLst>
          <pc:docMk/>
          <pc:sldMk cId="1107508878" sldId="302"/>
        </pc:sldMkLst>
        <pc:spChg chg="mod">
          <ac:chgData name="anaclaracosta116@gmail.com" userId="a793634777582c92" providerId="LiveId" clId="{B1921E8B-D056-466F-9731-625E5002C3C6}" dt="2023-06-01T19:37:58.893" v="379" actId="20577"/>
          <ac:spMkLst>
            <pc:docMk/>
            <pc:sldMk cId="1107508878" sldId="302"/>
            <ac:spMk id="3" creationId="{FC8F7E34-DB8C-1CEE-BAF4-E537563F9CD2}"/>
          </ac:spMkLst>
        </pc:spChg>
      </pc:sldChg>
      <pc:sldChg chg="new del">
        <pc:chgData name="anaclaracosta116@gmail.com" userId="a793634777582c92" providerId="LiveId" clId="{B1921E8B-D056-466F-9731-625E5002C3C6}" dt="2023-06-01T19:45:54.827" v="381" actId="680"/>
        <pc:sldMkLst>
          <pc:docMk/>
          <pc:sldMk cId="1315019038" sldId="303"/>
        </pc:sldMkLst>
      </pc:sldChg>
      <pc:sldChg chg="addSp modSp add mod ord">
        <pc:chgData name="anaclaracosta116@gmail.com" userId="a793634777582c92" providerId="LiveId" clId="{B1921E8B-D056-466F-9731-625E5002C3C6}" dt="2023-06-01T19:48:15.839" v="489" actId="14100"/>
        <pc:sldMkLst>
          <pc:docMk/>
          <pc:sldMk cId="1473594096" sldId="303"/>
        </pc:sldMkLst>
        <pc:spChg chg="mod">
          <ac:chgData name="anaclaracosta116@gmail.com" userId="a793634777582c92" providerId="LiveId" clId="{B1921E8B-D056-466F-9731-625E5002C3C6}" dt="2023-06-01T19:46:38.152" v="434" actId="207"/>
          <ac:spMkLst>
            <pc:docMk/>
            <pc:sldMk cId="1473594096" sldId="303"/>
            <ac:spMk id="2" creationId="{9E54A745-F7E1-3C86-F83C-1FFF7E55BED7}"/>
          </ac:spMkLst>
        </pc:spChg>
        <pc:spChg chg="add mod">
          <ac:chgData name="anaclaracosta116@gmail.com" userId="a793634777582c92" providerId="LiveId" clId="{B1921E8B-D056-466F-9731-625E5002C3C6}" dt="2023-06-01T19:48:15.839" v="489" actId="14100"/>
          <ac:spMkLst>
            <pc:docMk/>
            <pc:sldMk cId="1473594096" sldId="303"/>
            <ac:spMk id="4" creationId="{92E25773-42FD-B98F-F247-E337474EBD83}"/>
          </ac:spMkLst>
        </pc:spChg>
        <pc:picChg chg="add mod ord">
          <ac:chgData name="anaclaracosta116@gmail.com" userId="a793634777582c92" providerId="LiveId" clId="{B1921E8B-D056-466F-9731-625E5002C3C6}" dt="2023-06-01T19:46:16.578" v="390" actId="167"/>
          <ac:picMkLst>
            <pc:docMk/>
            <pc:sldMk cId="1473594096" sldId="303"/>
            <ac:picMk id="3" creationId="{CDE8454F-7BCB-F03F-BBC5-83D4CEB99860}"/>
          </ac:picMkLst>
        </pc:picChg>
      </pc:sldChg>
      <pc:sldChg chg="modSp add mod">
        <pc:chgData name="anaclaracosta116@gmail.com" userId="a793634777582c92" providerId="LiveId" clId="{B1921E8B-D056-466F-9731-625E5002C3C6}" dt="2023-06-05T18:46:12.786" v="507" actId="27636"/>
        <pc:sldMkLst>
          <pc:docMk/>
          <pc:sldMk cId="2173960972" sldId="304"/>
        </pc:sldMkLst>
        <pc:spChg chg="mod">
          <ac:chgData name="anaclaracosta116@gmail.com" userId="a793634777582c92" providerId="LiveId" clId="{B1921E8B-D056-466F-9731-625E5002C3C6}" dt="2023-06-05T18:46:12.786" v="507" actId="27636"/>
          <ac:spMkLst>
            <pc:docMk/>
            <pc:sldMk cId="2173960972" sldId="30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B1921E8B-D056-466F-9731-625E5002C3C6}" dt="2023-06-05T18:47:17.143" v="512" actId="27636"/>
        <pc:sldMkLst>
          <pc:docMk/>
          <pc:sldMk cId="547003766" sldId="305"/>
        </pc:sldMkLst>
        <pc:spChg chg="mod">
          <ac:chgData name="anaclaracosta116@gmail.com" userId="a793634777582c92" providerId="LiveId" clId="{B1921E8B-D056-466F-9731-625E5002C3C6}" dt="2023-06-05T18:47:17.143" v="512" actId="27636"/>
          <ac:spMkLst>
            <pc:docMk/>
            <pc:sldMk cId="547003766" sldId="305"/>
            <ac:spMk id="3" creationId="{FC8F7E34-DB8C-1CEE-BAF4-E537563F9CD2}"/>
          </ac:spMkLst>
        </pc:spChg>
      </pc:sldChg>
      <pc:sldChg chg="modSp add mod ord">
        <pc:chgData name="anaclaracosta116@gmail.com" userId="a793634777582c92" providerId="LiveId" clId="{B1921E8B-D056-466F-9731-625E5002C3C6}" dt="2023-06-05T19:12:26.139" v="745" actId="113"/>
        <pc:sldMkLst>
          <pc:docMk/>
          <pc:sldMk cId="532994605" sldId="306"/>
        </pc:sldMkLst>
        <pc:spChg chg="mod">
          <ac:chgData name="anaclaracosta116@gmail.com" userId="a793634777582c92" providerId="LiveId" clId="{B1921E8B-D056-466F-9731-625E5002C3C6}" dt="2023-06-05T19:12:26.139" v="745" actId="113"/>
          <ac:spMkLst>
            <pc:docMk/>
            <pc:sldMk cId="532994605" sldId="306"/>
            <ac:spMk id="3" creationId="{FC8F7E34-DB8C-1CEE-BAF4-E537563F9CD2}"/>
          </ac:spMkLst>
        </pc:spChg>
      </pc:sldChg>
      <pc:sldChg chg="add del ord">
        <pc:chgData name="anaclaracosta116@gmail.com" userId="a793634777582c92" providerId="LiveId" clId="{B1921E8B-D056-466F-9731-625E5002C3C6}" dt="2023-06-05T19:12:46.429" v="749" actId="2696"/>
        <pc:sldMkLst>
          <pc:docMk/>
          <pc:sldMk cId="698777091" sldId="307"/>
        </pc:sldMkLst>
      </pc:sldChg>
      <pc:sldChg chg="modSp add mod">
        <pc:chgData name="anaclaracosta116@gmail.com" userId="a793634777582c92" providerId="LiveId" clId="{B1921E8B-D056-466F-9731-625E5002C3C6}" dt="2023-06-05T19:15:14.189" v="795"/>
        <pc:sldMkLst>
          <pc:docMk/>
          <pc:sldMk cId="2784138116" sldId="307"/>
        </pc:sldMkLst>
        <pc:spChg chg="mod">
          <ac:chgData name="anaclaracosta116@gmail.com" userId="a793634777582c92" providerId="LiveId" clId="{B1921E8B-D056-466F-9731-625E5002C3C6}" dt="2023-06-05T19:15:14.189" v="795"/>
          <ac:spMkLst>
            <pc:docMk/>
            <pc:sldMk cId="2784138116" sldId="307"/>
            <ac:spMk id="3" creationId="{FC8F7E34-DB8C-1CEE-BAF4-E537563F9CD2}"/>
          </ac:spMkLst>
        </pc:spChg>
      </pc:sldChg>
    </pc:docChg>
  </pc:docChgLst>
  <pc:docChgLst>
    <pc:chgData name="anaclaracosta116@gmail.com" userId="a793634777582c92" providerId="LiveId" clId="{143BCCFB-7DE4-49FC-9413-0BF4C9FAAFF7}"/>
    <pc:docChg chg="undo custSel addSld modSld sldOrd">
      <pc:chgData name="anaclaracosta116@gmail.com" userId="a793634777582c92" providerId="LiveId" clId="{143BCCFB-7DE4-49FC-9413-0BF4C9FAAFF7}" dt="2024-06-01T21:25:52.861" v="496" actId="14100"/>
      <pc:docMkLst>
        <pc:docMk/>
      </pc:docMkLst>
      <pc:sldChg chg="modSp mod">
        <pc:chgData name="anaclaracosta116@gmail.com" userId="a793634777582c92" providerId="LiveId" clId="{143BCCFB-7DE4-49FC-9413-0BF4C9FAAFF7}" dt="2024-06-01T12:01:35.053" v="234" actId="20577"/>
        <pc:sldMkLst>
          <pc:docMk/>
          <pc:sldMk cId="2490480151" sldId="259"/>
        </pc:sldMkLst>
        <pc:spChg chg="mod">
          <ac:chgData name="anaclaracosta116@gmail.com" userId="a793634777582c92" providerId="LiveId" clId="{143BCCFB-7DE4-49FC-9413-0BF4C9FAAFF7}" dt="2024-06-01T12:01:35.053" v="234" actId="20577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43BCCFB-7DE4-49FC-9413-0BF4C9FAAFF7}" dt="2024-06-01T12:05:30.393" v="360" actId="403"/>
        <pc:sldMkLst>
          <pc:docMk/>
          <pc:sldMk cId="337661645" sldId="261"/>
        </pc:sldMkLst>
        <pc:spChg chg="mod">
          <ac:chgData name="anaclaracosta116@gmail.com" userId="a793634777582c92" providerId="LiveId" clId="{143BCCFB-7DE4-49FC-9413-0BF4C9FAAFF7}" dt="2024-06-01T12:05:30.393" v="360" actId="403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43BCCFB-7DE4-49FC-9413-0BF4C9FAAFF7}" dt="2024-06-01T12:04:24.510" v="347" actId="20577"/>
        <pc:sldMkLst>
          <pc:docMk/>
          <pc:sldMk cId="3868190215" sldId="262"/>
        </pc:sldMkLst>
        <pc:spChg chg="mod">
          <ac:chgData name="anaclaracosta116@gmail.com" userId="a793634777582c92" providerId="LiveId" clId="{143BCCFB-7DE4-49FC-9413-0BF4C9FAAFF7}" dt="2024-06-01T12:04:24.510" v="347" actId="20577"/>
          <ac:spMkLst>
            <pc:docMk/>
            <pc:sldMk cId="3868190215" sldId="2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43BCCFB-7DE4-49FC-9413-0BF4C9FAAFF7}" dt="2024-06-01T12:04:54.360" v="356" actId="1076"/>
        <pc:sldMkLst>
          <pc:docMk/>
          <pc:sldMk cId="1799863211" sldId="263"/>
        </pc:sldMkLst>
        <pc:spChg chg="mod">
          <ac:chgData name="anaclaracosta116@gmail.com" userId="a793634777582c92" providerId="LiveId" clId="{143BCCFB-7DE4-49FC-9413-0BF4C9FAAFF7}" dt="2024-06-01T12:04:54.360" v="356" actId="1076"/>
          <ac:spMkLst>
            <pc:docMk/>
            <pc:sldMk cId="1799863211" sldId="2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43BCCFB-7DE4-49FC-9413-0BF4C9FAAFF7}" dt="2024-06-01T12:08:49.892" v="396" actId="20577"/>
        <pc:sldMkLst>
          <pc:docMk/>
          <pc:sldMk cId="3388034860" sldId="265"/>
        </pc:sldMkLst>
        <pc:spChg chg="mod">
          <ac:chgData name="anaclaracosta116@gmail.com" userId="a793634777582c92" providerId="LiveId" clId="{143BCCFB-7DE4-49FC-9413-0BF4C9FAAFF7}" dt="2024-06-01T12:08:49.892" v="396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43BCCFB-7DE4-49FC-9413-0BF4C9FAAFF7}" dt="2024-06-01T12:14:40.031" v="409" actId="14100"/>
        <pc:sldMkLst>
          <pc:docMk/>
          <pc:sldMk cId="2671817442" sldId="267"/>
        </pc:sldMkLst>
        <pc:spChg chg="mod">
          <ac:chgData name="anaclaracosta116@gmail.com" userId="a793634777582c92" providerId="LiveId" clId="{143BCCFB-7DE4-49FC-9413-0BF4C9FAAFF7}" dt="2024-06-01T12:14:40.031" v="409" actId="14100"/>
          <ac:spMkLst>
            <pc:docMk/>
            <pc:sldMk cId="2671817442" sldId="267"/>
            <ac:spMk id="2" creationId="{F0E406B4-85AC-B67B-F9E2-21AAF8067483}"/>
          </ac:spMkLst>
        </pc:spChg>
        <pc:spChg chg="mod">
          <ac:chgData name="anaclaracosta116@gmail.com" userId="a793634777582c92" providerId="LiveId" clId="{143BCCFB-7DE4-49FC-9413-0BF4C9FAAFF7}" dt="2024-06-01T12:14:29.763" v="407" actId="403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43BCCFB-7DE4-49FC-9413-0BF4C9FAAFF7}" dt="2024-06-01T12:22:55.588" v="411" actId="113"/>
        <pc:sldMkLst>
          <pc:docMk/>
          <pc:sldMk cId="2786277918" sldId="269"/>
        </pc:sldMkLst>
        <pc:spChg chg="mod">
          <ac:chgData name="anaclaracosta116@gmail.com" userId="a793634777582c92" providerId="LiveId" clId="{143BCCFB-7DE4-49FC-9413-0BF4C9FAAFF7}" dt="2024-06-01T12:22:55.588" v="411" actId="113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43BCCFB-7DE4-49FC-9413-0BF4C9FAAFF7}" dt="2024-06-01T12:28:59.818" v="432" actId="120"/>
        <pc:sldMkLst>
          <pc:docMk/>
          <pc:sldMk cId="1963412704" sldId="275"/>
        </pc:sldMkLst>
        <pc:spChg chg="mod">
          <ac:chgData name="anaclaracosta116@gmail.com" userId="a793634777582c92" providerId="LiveId" clId="{143BCCFB-7DE4-49FC-9413-0BF4C9FAAFF7}" dt="2024-06-01T12:28:59.818" v="432" actId="120"/>
          <ac:spMkLst>
            <pc:docMk/>
            <pc:sldMk cId="1963412704" sldId="27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43BCCFB-7DE4-49FC-9413-0BF4C9FAAFF7}" dt="2024-06-01T12:02:34.074" v="333" actId="403"/>
        <pc:sldMkLst>
          <pc:docMk/>
          <pc:sldMk cId="4082794164" sldId="279"/>
        </pc:sldMkLst>
        <pc:spChg chg="mod">
          <ac:chgData name="anaclaracosta116@gmail.com" userId="a793634777582c92" providerId="LiveId" clId="{143BCCFB-7DE4-49FC-9413-0BF4C9FAAFF7}" dt="2024-06-01T12:02:34.074" v="333" actId="403"/>
          <ac:spMkLst>
            <pc:docMk/>
            <pc:sldMk cId="4082794164" sldId="27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43BCCFB-7DE4-49FC-9413-0BF4C9FAAFF7}" dt="2024-06-01T12:05:00.596" v="357" actId="20577"/>
        <pc:sldMkLst>
          <pc:docMk/>
          <pc:sldMk cId="2109729473" sldId="283"/>
        </pc:sldMkLst>
        <pc:spChg chg="mod">
          <ac:chgData name="anaclaracosta116@gmail.com" userId="a793634777582c92" providerId="LiveId" clId="{143BCCFB-7DE4-49FC-9413-0BF4C9FAAFF7}" dt="2024-06-01T12:05:00.596" v="357" actId="20577"/>
          <ac:spMkLst>
            <pc:docMk/>
            <pc:sldMk cId="2109729473" sldId="28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43BCCFB-7DE4-49FC-9413-0BF4C9FAAFF7}" dt="2024-06-01T12:28:53.989" v="431" actId="255"/>
        <pc:sldMkLst>
          <pc:docMk/>
          <pc:sldMk cId="887139133" sldId="287"/>
        </pc:sldMkLst>
        <pc:spChg chg="mod">
          <ac:chgData name="anaclaracosta116@gmail.com" userId="a793634777582c92" providerId="LiveId" clId="{143BCCFB-7DE4-49FC-9413-0BF4C9FAAFF7}" dt="2024-06-01T12:28:53.989" v="431" actId="255"/>
          <ac:spMkLst>
            <pc:docMk/>
            <pc:sldMk cId="887139133" sldId="28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43BCCFB-7DE4-49FC-9413-0BF4C9FAAFF7}" dt="2024-06-01T12:23:29.701" v="413" actId="113"/>
        <pc:sldMkLst>
          <pc:docMk/>
          <pc:sldMk cId="2515980691" sldId="289"/>
        </pc:sldMkLst>
        <pc:spChg chg="mod">
          <ac:chgData name="anaclaracosta116@gmail.com" userId="a793634777582c92" providerId="LiveId" clId="{143BCCFB-7DE4-49FC-9413-0BF4C9FAAFF7}" dt="2024-06-01T12:23:29.701" v="413" actId="113"/>
          <ac:spMkLst>
            <pc:docMk/>
            <pc:sldMk cId="2515980691" sldId="28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43BCCFB-7DE4-49FC-9413-0BF4C9FAAFF7}" dt="2024-06-01T12:29:46.161" v="434" actId="27636"/>
        <pc:sldMkLst>
          <pc:docMk/>
          <pc:sldMk cId="1171802254" sldId="290"/>
        </pc:sldMkLst>
        <pc:spChg chg="mod">
          <ac:chgData name="anaclaracosta116@gmail.com" userId="a793634777582c92" providerId="LiveId" clId="{143BCCFB-7DE4-49FC-9413-0BF4C9FAAFF7}" dt="2024-06-01T12:29:46.161" v="434" actId="27636"/>
          <ac:spMkLst>
            <pc:docMk/>
            <pc:sldMk cId="1171802254" sldId="290"/>
            <ac:spMk id="3" creationId="{FC8F7E34-DB8C-1CEE-BAF4-E537563F9CD2}"/>
          </ac:spMkLst>
        </pc:spChg>
      </pc:sldChg>
      <pc:sldChg chg="delSp mod">
        <pc:chgData name="anaclaracosta116@gmail.com" userId="a793634777582c92" providerId="LiveId" clId="{143BCCFB-7DE4-49FC-9413-0BF4C9FAAFF7}" dt="2024-06-01T12:14:17.940" v="406" actId="21"/>
        <pc:sldMkLst>
          <pc:docMk/>
          <pc:sldMk cId="1017133680" sldId="291"/>
        </pc:sldMkLst>
        <pc:graphicFrameChg chg="del">
          <ac:chgData name="anaclaracosta116@gmail.com" userId="a793634777582c92" providerId="LiveId" clId="{143BCCFB-7DE4-49FC-9413-0BF4C9FAAFF7}" dt="2024-06-01T12:14:17.940" v="406" actId="21"/>
          <ac:graphicFrameMkLst>
            <pc:docMk/>
            <pc:sldMk cId="1017133680" sldId="291"/>
            <ac:graphicFrameMk id="5" creationId="{37A5467C-7FBB-50F9-FA1F-556D349FB8AA}"/>
          </ac:graphicFrameMkLst>
        </pc:graphicFrameChg>
      </pc:sldChg>
      <pc:sldChg chg="addSp modSp mod">
        <pc:chgData name="anaclaracosta116@gmail.com" userId="a793634777582c92" providerId="LiveId" clId="{143BCCFB-7DE4-49FC-9413-0BF4C9FAAFF7}" dt="2024-06-01T21:25:52.861" v="496" actId="14100"/>
        <pc:sldMkLst>
          <pc:docMk/>
          <pc:sldMk cId="1473594096" sldId="303"/>
        </pc:sldMkLst>
        <pc:spChg chg="add mod">
          <ac:chgData name="anaclaracosta116@gmail.com" userId="a793634777582c92" providerId="LiveId" clId="{143BCCFB-7DE4-49FC-9413-0BF4C9FAAFF7}" dt="2024-06-01T21:25:52.861" v="496" actId="14100"/>
          <ac:spMkLst>
            <pc:docMk/>
            <pc:sldMk cId="1473594096" sldId="303"/>
            <ac:spMk id="6" creationId="{29B09F9B-886C-EE0B-AB79-082E0D55553C}"/>
          </ac:spMkLst>
        </pc:spChg>
        <pc:picChg chg="add mod">
          <ac:chgData name="anaclaracosta116@gmail.com" userId="a793634777582c92" providerId="LiveId" clId="{143BCCFB-7DE4-49FC-9413-0BF4C9FAAFF7}" dt="2024-06-01T21:24:10.334" v="459" actId="1076"/>
          <ac:picMkLst>
            <pc:docMk/>
            <pc:sldMk cId="1473594096" sldId="303"/>
            <ac:picMk id="5" creationId="{EA076B8B-3AF0-640B-0A1E-E74391516589}"/>
          </ac:picMkLst>
        </pc:picChg>
      </pc:sldChg>
      <pc:sldChg chg="modSp mod">
        <pc:chgData name="anaclaracosta116@gmail.com" userId="a793634777582c92" providerId="LiveId" clId="{143BCCFB-7DE4-49FC-9413-0BF4C9FAAFF7}" dt="2024-06-01T12:24:09.793" v="416" actId="113"/>
        <pc:sldMkLst>
          <pc:docMk/>
          <pc:sldMk cId="532994605" sldId="306"/>
        </pc:sldMkLst>
        <pc:spChg chg="mod">
          <ac:chgData name="anaclaracosta116@gmail.com" userId="a793634777582c92" providerId="LiveId" clId="{143BCCFB-7DE4-49FC-9413-0BF4C9FAAFF7}" dt="2024-06-01T12:24:09.793" v="416" actId="113"/>
          <ac:spMkLst>
            <pc:docMk/>
            <pc:sldMk cId="532994605" sldId="306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43BCCFB-7DE4-49FC-9413-0BF4C9FAAFF7}" dt="2024-06-01T12:30:53.500" v="445" actId="120"/>
        <pc:sldMkLst>
          <pc:docMk/>
          <pc:sldMk cId="2784138116" sldId="307"/>
        </pc:sldMkLst>
        <pc:spChg chg="mod">
          <ac:chgData name="anaclaracosta116@gmail.com" userId="a793634777582c92" providerId="LiveId" clId="{143BCCFB-7DE4-49FC-9413-0BF4C9FAAFF7}" dt="2024-06-01T12:30:53.500" v="445" actId="120"/>
          <ac:spMkLst>
            <pc:docMk/>
            <pc:sldMk cId="2784138116" sldId="307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143BCCFB-7DE4-49FC-9413-0BF4C9FAAFF7}" dt="2024-06-01T12:29:56.026" v="437"/>
        <pc:sldMkLst>
          <pc:docMk/>
          <pc:sldMk cId="2666127941" sldId="308"/>
        </pc:sldMkLst>
      </pc:sldChg>
      <pc:sldChg chg="add ord">
        <pc:chgData name="anaclaracosta116@gmail.com" userId="a793634777582c92" providerId="LiveId" clId="{143BCCFB-7DE4-49FC-9413-0BF4C9FAAFF7}" dt="2024-06-01T12:30:08.932" v="440"/>
        <pc:sldMkLst>
          <pc:docMk/>
          <pc:sldMk cId="3111919431" sldId="309"/>
        </pc:sldMkLst>
      </pc:sldChg>
      <pc:sldChg chg="modSp add mod ord">
        <pc:chgData name="anaclaracosta116@gmail.com" userId="a793634777582c92" providerId="LiveId" clId="{143BCCFB-7DE4-49FC-9413-0BF4C9FAAFF7}" dt="2024-06-01T12:31:41.204" v="457" actId="27636"/>
        <pc:sldMkLst>
          <pc:docMk/>
          <pc:sldMk cId="2383625797" sldId="310"/>
        </pc:sldMkLst>
        <pc:spChg chg="mod">
          <ac:chgData name="anaclaracosta116@gmail.com" userId="a793634777582c92" providerId="LiveId" clId="{143BCCFB-7DE4-49FC-9413-0BF4C9FAAFF7}" dt="2024-06-01T12:31:41.204" v="457" actId="27636"/>
          <ac:spMkLst>
            <pc:docMk/>
            <pc:sldMk cId="2383625797" sldId="310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143BCCFB-7DE4-49FC-9413-0BF4C9FAAFF7}" dt="2024-06-01T12:31:10.882" v="451"/>
        <pc:sldMkLst>
          <pc:docMk/>
          <pc:sldMk cId="1023948528" sldId="31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01/06/2024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DE8454F-7BCB-F03F-BBC5-83D4CEB99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2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E25773-42FD-B98F-F247-E337474EBD83}"/>
              </a:ext>
            </a:extLst>
          </p:cNvPr>
          <p:cNvSpPr txBox="1"/>
          <p:nvPr/>
        </p:nvSpPr>
        <p:spPr>
          <a:xfrm>
            <a:off x="2249714" y="3742005"/>
            <a:ext cx="96210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FESTEJO DE SANTO ANTÔNIO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A076B8B-3AF0-640B-0A1E-E74391516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9B09F9B-886C-EE0B-AB79-082E0D55553C}"/>
              </a:ext>
            </a:extLst>
          </p:cNvPr>
          <p:cNvSpPr txBox="1"/>
          <p:nvPr/>
        </p:nvSpPr>
        <p:spPr>
          <a:xfrm>
            <a:off x="5417127" y="4904507"/>
            <a:ext cx="6774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1473594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4800" b="1" dirty="0"/>
              <a:t>Ó PAI, SOMOS NÓS O POVO ELEITO,</a:t>
            </a:r>
          </a:p>
          <a:p>
            <a:pPr algn="just"/>
            <a:r>
              <a:rPr lang="pt-BR" sz="4800" b="1" dirty="0"/>
              <a:t>QUE CRISTO VEIO REUNIR! (BIS)</a:t>
            </a:r>
          </a:p>
          <a:p>
            <a:pPr algn="just"/>
            <a:endParaRPr lang="pt-BR" sz="4800" b="1" dirty="0"/>
          </a:p>
          <a:p>
            <a:pPr algn="just"/>
            <a:r>
              <a:rPr lang="pt-BR" sz="4800" dirty="0"/>
              <a:t>1. PRA VIVER DA SUA VIDA, ALELUIA,</a:t>
            </a:r>
          </a:p>
          <a:p>
            <a:pPr algn="just"/>
            <a:r>
              <a:rPr lang="pt-BR" sz="4800" dirty="0"/>
              <a:t>O SENHOR NOS ENVIOU, ALELUIA!</a:t>
            </a:r>
          </a:p>
          <a:p>
            <a:pPr algn="just"/>
            <a:endParaRPr lang="pt-BR" sz="4800" dirty="0"/>
          </a:p>
          <a:p>
            <a:pPr algn="just"/>
            <a:r>
              <a:rPr lang="pt-BR" sz="4800" dirty="0"/>
              <a:t>2. PRA SER IGREJA PEREGRINA, ALELUIA,</a:t>
            </a:r>
          </a:p>
          <a:p>
            <a:pPr algn="just"/>
            <a:r>
              <a:rPr lang="pt-BR" sz="4800" dirty="0"/>
              <a:t>O SENHOR NOS ENVIOU, ALELUIA!</a:t>
            </a:r>
          </a:p>
          <a:p>
            <a:pPr algn="just"/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4800" b="1" dirty="0"/>
              <a:t>Ó PAI, SOMOS NÓS O POVO ELEITO,</a:t>
            </a:r>
          </a:p>
          <a:p>
            <a:pPr algn="just"/>
            <a:r>
              <a:rPr lang="pt-BR" sz="4800" b="1" dirty="0"/>
              <a:t>QUE CRISTO VEIO REUNIR! (BIS)</a:t>
            </a:r>
          </a:p>
          <a:p>
            <a:pPr algn="just"/>
            <a:endParaRPr lang="pt-BR" sz="4800" b="1" dirty="0"/>
          </a:p>
          <a:p>
            <a:pPr algn="just"/>
            <a:r>
              <a:rPr lang="pt-BR" sz="4800" dirty="0"/>
              <a:t>3. PRA SER SINAL DA SALVAÇÃO, ALELUIA,</a:t>
            </a:r>
          </a:p>
          <a:p>
            <a:pPr algn="just"/>
            <a:r>
              <a:rPr lang="pt-BR" sz="4800" dirty="0"/>
              <a:t>O SENHOR NOS ENVIOU, ALELUIA!</a:t>
            </a:r>
          </a:p>
          <a:p>
            <a:pPr algn="just"/>
            <a:endParaRPr lang="pt-BR" sz="4800" dirty="0"/>
          </a:p>
          <a:p>
            <a:pPr algn="just"/>
            <a:r>
              <a:rPr lang="pt-BR" sz="4800" dirty="0"/>
              <a:t>4. PRA ANUNCIAR O EVANGELHO, ALELUIA,</a:t>
            </a:r>
          </a:p>
          <a:p>
            <a:pPr algn="just"/>
            <a:r>
              <a:rPr lang="pt-BR" sz="4800" dirty="0"/>
              <a:t>O SENHOR NOS ENVIOU, ALELUIA!</a:t>
            </a:r>
          </a:p>
          <a:p>
            <a:pPr algn="just"/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2173960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4800" b="1" dirty="0"/>
              <a:t>Ó PAI, SOMOS NÓS O POVO ELEITO,</a:t>
            </a:r>
          </a:p>
          <a:p>
            <a:pPr algn="just"/>
            <a:r>
              <a:rPr lang="pt-BR" sz="4800" b="1" dirty="0"/>
              <a:t>QUE CRISTO VEIO REUNIR! (BIS)</a:t>
            </a:r>
          </a:p>
          <a:p>
            <a:pPr algn="just"/>
            <a:endParaRPr lang="pt-BR" sz="4800" b="1" dirty="0"/>
          </a:p>
          <a:p>
            <a:pPr algn="just"/>
            <a:r>
              <a:rPr lang="pt-BR" sz="4800" dirty="0"/>
              <a:t>5. PRA SERVIR NA UNIDADE, ALELUIA!</a:t>
            </a:r>
          </a:p>
          <a:p>
            <a:pPr algn="just"/>
            <a:r>
              <a:rPr lang="pt-BR" sz="4800" dirty="0"/>
              <a:t>O SENHOR NOS ENVIOU, ALELUIA!</a:t>
            </a:r>
          </a:p>
          <a:p>
            <a:pPr algn="just"/>
            <a:endParaRPr lang="pt-BR" sz="4800" dirty="0"/>
          </a:p>
          <a:p>
            <a:pPr algn="just"/>
            <a:r>
              <a:rPr lang="pt-BR" sz="4800" dirty="0"/>
              <a:t>6. PRA CELEBRAR A SUA GLÓRIA, ALELUIA!</a:t>
            </a:r>
          </a:p>
          <a:p>
            <a:pPr algn="just"/>
            <a:r>
              <a:rPr lang="pt-BR" sz="4800" dirty="0"/>
              <a:t>O SENHOR NOS ENVIOU, ALELUIA!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547003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938164" cy="534785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7600" dirty="0"/>
              <a:t>CONFESSO A DEUS TODO-PODEROSO, E A VÓS IRMÃOS E IRMÃS, QUE PEQUEI MUITAS VEZES, POR PENSAMENTOS, PALAVRAS, ATOS E OMISSÕES, POR MINHA CULPA, MINHA CULPA, MINHA TÃO GRANDE CULPA</a:t>
            </a:r>
            <a:endParaRPr lang="pt-BR" sz="17600" b="1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 AOS ANJOS E SANTOS, E A VÓS, IRMÃOS E IRMÃS, QUE ROGUEIS POR MIM A DEUS.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4082794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799618" cy="5389417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9800" b="1" dirty="0"/>
              <a:t>GLÓRIA A DEUS NAS ALTURAS! (3X)</a:t>
            </a:r>
          </a:p>
          <a:p>
            <a:pPr algn="just"/>
            <a:endParaRPr lang="pt-BR" sz="8000" b="1" dirty="0"/>
          </a:p>
          <a:p>
            <a:pPr algn="just"/>
            <a:r>
              <a:rPr lang="pt-BR" sz="8000" dirty="0"/>
              <a:t>E PAZ NA TERRA AOS HOMENS POR ELE AMADOS:</a:t>
            </a:r>
          </a:p>
          <a:p>
            <a:pPr algn="just"/>
            <a:r>
              <a:rPr lang="pt-BR" sz="8000" dirty="0"/>
              <a:t>NÓS VOS LOUVAMOS, NÓS VOS BENDIZEMOS,</a:t>
            </a:r>
          </a:p>
          <a:p>
            <a:pPr algn="just"/>
            <a:r>
              <a:rPr lang="pt-BR" sz="8000" dirty="0"/>
              <a:t>NÓS VOS ADORAMOS, NÓS VOS GLORIFICAMOS,</a:t>
            </a:r>
          </a:p>
          <a:p>
            <a:pPr algn="just"/>
            <a:r>
              <a:rPr lang="pt-BR" sz="8000" dirty="0"/>
              <a:t>NÓS VOS DAMOS GRAÇAS POR VOSSA IMENSA</a:t>
            </a:r>
          </a:p>
          <a:p>
            <a:pPr algn="just"/>
            <a:r>
              <a:rPr lang="pt-BR" sz="8000" dirty="0"/>
              <a:t>GLÓRIA.</a:t>
            </a:r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 DEUS, REI DO CÉU, DEUS PAI TODO-PODEROSO, SENHOR FILHO ÚNICO, JESUS CRISTO, SENHOR DEUS, CORDEIRO DE DEUS, FILHO DE DEUS</a:t>
            </a:r>
          </a:p>
          <a:p>
            <a:pPr algn="just"/>
            <a:r>
              <a:rPr lang="pt-BR" sz="6000" dirty="0"/>
              <a:t>PAI.</a:t>
            </a:r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609600"/>
            <a:ext cx="11236036" cy="613756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dirty="0"/>
              <a:t>VÓS QUE TIRAIS O PECADO DO MUNDO,</a:t>
            </a:r>
          </a:p>
          <a:p>
            <a:pPr algn="l"/>
            <a:r>
              <a:rPr lang="pt-BR" sz="6000" dirty="0"/>
              <a:t>TENDE PIEDADE DE NÓS.</a:t>
            </a:r>
          </a:p>
          <a:p>
            <a:pPr algn="l"/>
            <a:r>
              <a:rPr lang="pt-BR" sz="6000" dirty="0"/>
              <a:t>VÓS QUE TIRAIS O PECADO DO MUNDO, ACOLHEI A</a:t>
            </a:r>
          </a:p>
          <a:p>
            <a:pPr algn="l"/>
            <a:r>
              <a:rPr lang="pt-BR" sz="6000" dirty="0"/>
              <a:t>NOSSA SÚPLICA.</a:t>
            </a:r>
          </a:p>
          <a:p>
            <a:pPr algn="l"/>
            <a:r>
              <a:rPr lang="pt-BR" sz="6000" dirty="0"/>
              <a:t>VÓS QUE ESTAIS SENTADO À DIREITA DO PAI, TENDE</a:t>
            </a:r>
          </a:p>
          <a:p>
            <a:pPr algn="l"/>
            <a:r>
              <a:rPr lang="pt-BR" sz="6000" dirty="0"/>
              <a:t>PIEDADE DE NÓS, / TENDE PIEDADE DE NÓS.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720436"/>
            <a:ext cx="11236036" cy="5694652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SÓ VÓS SOIS O SANTO,</a:t>
            </a:r>
          </a:p>
          <a:p>
            <a:pPr algn="l"/>
            <a:r>
              <a:rPr lang="pt-BR" sz="6000" dirty="0"/>
              <a:t>SÓ VÓS SOIS O SENHOR, SÓ VÓS SOIS O ALTÍSSIMO,</a:t>
            </a:r>
          </a:p>
          <a:p>
            <a:pPr algn="l"/>
            <a:r>
              <a:rPr lang="pt-BR" sz="6000" dirty="0"/>
              <a:t>JESUS CRISTO, COM O ESPÍRITO SANTO, NA GLÓRIA</a:t>
            </a:r>
          </a:p>
          <a:p>
            <a:pPr algn="l"/>
            <a:r>
              <a:rPr lang="pt-BR" sz="6000" dirty="0"/>
              <a:t>DE DEUS PAI. AMÉM.</a:t>
            </a:r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663" y="2524991"/>
            <a:ext cx="9746673" cy="1808018"/>
          </a:xfrm>
        </p:spPr>
        <p:txBody>
          <a:bodyPr>
            <a:normAutofit/>
          </a:bodyPr>
          <a:lstStyle/>
          <a:p>
            <a:r>
              <a:rPr lang="pt-BR" sz="5400" b="1" dirty="0"/>
              <a:t> EXULTAI NO SENHOR, A NOSSA FORÇA.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201583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85456"/>
            <a:ext cx="10349345" cy="5223162"/>
          </a:xfrm>
        </p:spPr>
        <p:txBody>
          <a:bodyPr>
            <a:normAutofit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 </a:t>
            </a:r>
            <a:r>
              <a:rPr lang="pt-BR" sz="4800" dirty="0"/>
              <a:t>VOSSA PALAVRA É A VERDADE; SANTIFICAI-NOS NA VERDADE.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PREGADOR DO EVANGELHO,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 POVO ABANDONADO,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MENSAGEIROS,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DA JUSTIÇA E DA ESPERANÇA, INTERCEDEI</a:t>
            </a:r>
          </a:p>
        </p:txBody>
      </p:sp>
    </p:spTree>
    <p:extLst>
      <p:ext uri="{BB962C8B-B14F-4D97-AF65-F5344CB8AC3E}">
        <p14:creationId xmlns:p14="http://schemas.microsoft.com/office/powerpoint/2010/main" val="1017133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MESTRE SÁBIO DA VERDADE,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IGREJA PEREGRINA,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JOVENS NAMORADOS,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LARES EM PERIGO, INTERCEDEI</a:t>
            </a:r>
          </a:p>
        </p:txBody>
      </p:sp>
    </p:spTree>
    <p:extLst>
      <p:ext uri="{BB962C8B-B14F-4D97-AF65-F5344CB8AC3E}">
        <p14:creationId xmlns:p14="http://schemas.microsoft.com/office/powerpoint/2010/main" val="4143859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VÓS, IRMÃOS DOS PEQUENINOS,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POBRES E DOENTES,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TRISTES E ABATIDOS,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POVOS OPRIMIDOS, INTERCEDEI</a:t>
            </a:r>
          </a:p>
        </p:txBody>
      </p:sp>
    </p:spTree>
    <p:extLst>
      <p:ext uri="{BB962C8B-B14F-4D97-AF65-F5344CB8AC3E}">
        <p14:creationId xmlns:p14="http://schemas.microsoft.com/office/powerpoint/2010/main" val="3724422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PARA O MUNDO SER MAIS JUSTO,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PAZ DA HUMANIDADE,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MAIS FRATERNOS,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ACHARMOS O PERDIDO, INTERCEDEI</a:t>
            </a:r>
          </a:p>
        </p:txBody>
      </p:sp>
    </p:spTree>
    <p:extLst>
      <p:ext uri="{BB962C8B-B14F-4D97-AF65-F5344CB8AC3E}">
        <p14:creationId xmlns:p14="http://schemas.microsoft.com/office/powerpoint/2010/main" val="1347936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/>
          </a:bodyPr>
          <a:lstStyle/>
          <a:p>
            <a:pPr algn="l"/>
            <a:r>
              <a:rPr lang="pt-BR" sz="4400" dirty="0"/>
              <a:t>1. A MESA SANTA QUE PREPARAMOS,</a:t>
            </a:r>
          </a:p>
          <a:p>
            <a:pPr algn="l"/>
            <a:r>
              <a:rPr lang="pt-BR" sz="4400" dirty="0"/>
              <a:t>MÃOS QUE SE ELEVAM A TI, Ó SENHOR</a:t>
            </a:r>
          </a:p>
          <a:p>
            <a:pPr algn="l"/>
            <a:r>
              <a:rPr lang="pt-BR" sz="4400" dirty="0"/>
              <a:t>O PÃO E O VINHO, FRUTOS DA TERRA,</a:t>
            </a:r>
          </a:p>
          <a:p>
            <a:pPr algn="l"/>
            <a:r>
              <a:rPr lang="pt-BR" sz="4400" dirty="0"/>
              <a:t>DURO TRABALHO, CARINHO E AMOR.</a:t>
            </a:r>
          </a:p>
          <a:p>
            <a:pPr algn="l"/>
            <a:endParaRPr lang="pt-BR" sz="4400" b="1" dirty="0"/>
          </a:p>
          <a:p>
            <a:pPr algn="l"/>
            <a:r>
              <a:rPr lang="pt-BR" sz="4400" b="1" dirty="0"/>
              <a:t>Ô, Ô, Ô, RECEBE SENHOR</a:t>
            </a:r>
          </a:p>
          <a:p>
            <a:pPr algn="l"/>
            <a:r>
              <a:rPr lang="pt-BR" sz="4400" b="1" dirty="0"/>
              <a:t>Ô, Ô RECEBE SENHOR (BIS)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dirty="0"/>
              <a:t>2. FLORES, ESPINHOS, DOR E ALEGRIA,</a:t>
            </a:r>
          </a:p>
          <a:p>
            <a:pPr algn="l"/>
            <a:r>
              <a:rPr lang="pt-BR" sz="7300" dirty="0"/>
              <a:t>PAIS, MÃES E FILHOS DIANTE DO ALTAR.</a:t>
            </a:r>
          </a:p>
          <a:p>
            <a:pPr algn="l"/>
            <a:r>
              <a:rPr lang="pt-BR" sz="7300" dirty="0"/>
              <a:t>A NOSSA OFERTA EM NOVA FESTA,</a:t>
            </a:r>
          </a:p>
          <a:p>
            <a:pPr algn="l"/>
            <a:r>
              <a:rPr lang="pt-BR" sz="7300" dirty="0"/>
              <a:t>A NOSSA DOR, VEM SENHOR TRANSFORMAR</a:t>
            </a:r>
          </a:p>
          <a:p>
            <a:pPr algn="l"/>
            <a:endParaRPr lang="pt-BR" sz="7300" dirty="0"/>
          </a:p>
          <a:p>
            <a:pPr algn="l"/>
            <a:r>
              <a:rPr lang="pt-BR" sz="7300" b="1" dirty="0"/>
              <a:t>Ô, Ô, Ô, RECEBE SENHOR</a:t>
            </a:r>
          </a:p>
          <a:p>
            <a:pPr algn="l"/>
            <a:r>
              <a:rPr lang="pt-BR" sz="7300" b="1" dirty="0"/>
              <a:t>Ô, Ô RECEBE SENHOR (BIS)</a:t>
            </a:r>
          </a:p>
        </p:txBody>
      </p:sp>
    </p:spTree>
    <p:extLst>
      <p:ext uri="{BB962C8B-B14F-4D97-AF65-F5344CB8AC3E}">
        <p14:creationId xmlns:p14="http://schemas.microsoft.com/office/powerpoint/2010/main" val="2515980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/>
          </a:bodyPr>
          <a:lstStyle/>
          <a:p>
            <a:pPr algn="l"/>
            <a:r>
              <a:rPr lang="pt-BR" sz="4400" dirty="0"/>
              <a:t>3. A VIDA NOVA, NOVA FAMÍLIA,</a:t>
            </a:r>
          </a:p>
          <a:p>
            <a:pPr algn="l"/>
            <a:r>
              <a:rPr lang="pt-BR" sz="4400" dirty="0"/>
              <a:t>QUE CELEBRAMOS AQUI TEM LUGAR.</a:t>
            </a:r>
          </a:p>
          <a:p>
            <a:pPr algn="l"/>
            <a:r>
              <a:rPr lang="pt-BR" sz="4400" dirty="0"/>
              <a:t>TUA BONDADE VEM COM FARTURA</a:t>
            </a:r>
          </a:p>
          <a:p>
            <a:pPr algn="l"/>
            <a:r>
              <a:rPr lang="pt-BR" sz="4400" dirty="0"/>
              <a:t>É SÓ SABER REUNIR, PARTILHAR</a:t>
            </a:r>
          </a:p>
          <a:p>
            <a:pPr algn="l"/>
            <a:endParaRPr lang="pt-BR" sz="4400" dirty="0"/>
          </a:p>
          <a:p>
            <a:pPr algn="l"/>
            <a:r>
              <a:rPr lang="pt-BR" sz="4400" b="1" dirty="0"/>
              <a:t>Ô, Ô, Ô, RECEBE SENHOR</a:t>
            </a:r>
          </a:p>
          <a:p>
            <a:pPr algn="l"/>
            <a:r>
              <a:rPr lang="pt-BR" sz="4400" b="1" dirty="0"/>
              <a:t>Ô, Ô RECEBE SENHOR (BIS)</a:t>
            </a:r>
          </a:p>
        </p:txBody>
      </p:sp>
    </p:spTree>
    <p:extLst>
      <p:ext uri="{BB962C8B-B14F-4D97-AF65-F5344CB8AC3E}">
        <p14:creationId xmlns:p14="http://schemas.microsoft.com/office/powerpoint/2010/main" val="532994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just"/>
            <a:r>
              <a:rPr lang="pt-BR" sz="7300" dirty="0"/>
              <a:t>O CÉU E TERRA PROCLAMAM,</a:t>
            </a:r>
          </a:p>
          <a:p>
            <a:pPr algn="just"/>
            <a:r>
              <a:rPr lang="pt-BR" sz="7300" dirty="0"/>
              <a:t>PROCLAMAM A VOSSA GLÓRIA!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 NAS ALTURAS! (BIS)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436" y="678873"/>
            <a:ext cx="10834255" cy="584661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7300" dirty="0"/>
              <a:t>SANTO, SANTO, SANTO</a:t>
            </a:r>
          </a:p>
          <a:p>
            <a:pPr algn="just"/>
            <a:endParaRPr lang="pt-BR" sz="7300" dirty="0"/>
          </a:p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SENHOR,</a:t>
            </a:r>
          </a:p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 NAS ALTURAS! (BIS)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9200" dirty="0"/>
              <a:t>CANTAR A BELEZA DA VIDA</a:t>
            </a:r>
          </a:p>
          <a:p>
            <a:pPr algn="just"/>
            <a:r>
              <a:rPr lang="pt-BR" sz="19200" dirty="0"/>
              <a:t>PRESENTE DO AMOR SEM IGUAL,</a:t>
            </a:r>
          </a:p>
          <a:p>
            <a:pPr algn="l"/>
            <a:r>
              <a:rPr lang="pt-BR" sz="19200" dirty="0"/>
              <a:t>MISSÃO DO SEU POVO ESCOLHIDO,</a:t>
            </a:r>
          </a:p>
          <a:p>
            <a:pPr algn="just"/>
            <a:r>
              <a:rPr lang="pt-BR" sz="19200" dirty="0"/>
              <a:t>SENHOR, VEM LIVRAR-NOS DO MAL.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5200" b="1" dirty="0"/>
              <a:t>VEM DAR-NOS TEU FILHO, SENHOR,</a:t>
            </a:r>
          </a:p>
          <a:p>
            <a:pPr algn="l"/>
            <a:r>
              <a:rPr lang="pt-BR" sz="25200" b="1" dirty="0"/>
              <a:t>SUSTENTO NO PÃO E NO VINHO,</a:t>
            </a:r>
          </a:p>
          <a:p>
            <a:pPr algn="l"/>
            <a:r>
              <a:rPr lang="pt-BR" sz="25200" b="1" dirty="0"/>
              <a:t>E A FORÇA DO ESPÍRITO SANTO,</a:t>
            </a:r>
          </a:p>
          <a:p>
            <a:pPr algn="l"/>
            <a:r>
              <a:rPr lang="pt-BR" sz="25200" b="1" dirty="0"/>
              <a:t>UNINDO SEU POVO A CAMINHO.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71391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9"/>
            <a:ext cx="10702637" cy="5299796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9200" dirty="0"/>
              <a:t>FALAR DO TEU FILHO ÀS NAÇÕES</a:t>
            </a:r>
          </a:p>
          <a:p>
            <a:pPr algn="just"/>
            <a:r>
              <a:rPr lang="pt-BR" sz="19200" dirty="0"/>
              <a:t>VIVENDO COMO ELE VIVEU,</a:t>
            </a:r>
          </a:p>
          <a:p>
            <a:pPr algn="just"/>
            <a:r>
              <a:rPr lang="pt-BR" sz="19200" dirty="0"/>
              <a:t>MISSÃO DO TEU POVO ESCOLHIDO,</a:t>
            </a:r>
          </a:p>
          <a:p>
            <a:pPr algn="just"/>
            <a:r>
              <a:rPr lang="pt-BR" sz="19200" dirty="0"/>
              <a:t>SENHOR VEM CUIDAR QUE É TEU.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18022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5200" b="1" dirty="0"/>
              <a:t>VEM DAR-NOS TEU FILHO, SENHOR,</a:t>
            </a:r>
          </a:p>
          <a:p>
            <a:pPr algn="l"/>
            <a:r>
              <a:rPr lang="pt-BR" sz="25200" b="1" dirty="0"/>
              <a:t>SUSTENTO NO PÃO E NO VINHO,</a:t>
            </a:r>
          </a:p>
          <a:p>
            <a:pPr algn="l"/>
            <a:r>
              <a:rPr lang="pt-BR" sz="25200" b="1" dirty="0"/>
              <a:t>E A FORÇA DO ESPÍRITO SANTO,</a:t>
            </a:r>
          </a:p>
          <a:p>
            <a:pPr algn="l"/>
            <a:r>
              <a:rPr lang="pt-BR" sz="25200" b="1" dirty="0"/>
              <a:t>UNINDO SEU POVO A CAMINHO.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61279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9"/>
            <a:ext cx="10702637" cy="5299796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9200" dirty="0"/>
              <a:t>VIVER O PERDÃO SEM MEDIDA,</a:t>
            </a:r>
          </a:p>
          <a:p>
            <a:pPr algn="just"/>
            <a:r>
              <a:rPr lang="pt-BR" sz="19200" dirty="0"/>
              <a:t>SERVIR SEM JAMAIS CONDENAR,</a:t>
            </a:r>
          </a:p>
          <a:p>
            <a:pPr algn="l"/>
            <a:r>
              <a:rPr lang="pt-BR" sz="19200" dirty="0"/>
              <a:t>MISSÃO DO TEU POVO ESCOLHIDO,</a:t>
            </a:r>
          </a:p>
          <a:p>
            <a:pPr algn="l"/>
            <a:r>
              <a:rPr lang="pt-BR" sz="19200" dirty="0"/>
              <a:t>SENHOR VEM CONOSCO FICAR.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41381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5200" b="1" dirty="0"/>
              <a:t>VEM DAR-NOS TEU FILHO, SENHOR,</a:t>
            </a:r>
          </a:p>
          <a:p>
            <a:pPr algn="l"/>
            <a:r>
              <a:rPr lang="pt-BR" sz="25200" b="1" dirty="0"/>
              <a:t>SUSTENTO NO PÃO E NO VINHO,</a:t>
            </a:r>
          </a:p>
          <a:p>
            <a:pPr algn="l"/>
            <a:r>
              <a:rPr lang="pt-BR" sz="25200" b="1" dirty="0"/>
              <a:t>E A FORÇA DO ESPÍRITO SANTO,</a:t>
            </a:r>
          </a:p>
          <a:p>
            <a:pPr algn="l"/>
            <a:r>
              <a:rPr lang="pt-BR" sz="25200" b="1" dirty="0"/>
              <a:t>UNINDO SEU POVO A CAMINHO.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19194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9"/>
            <a:ext cx="10702637" cy="5299796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ERGUER OS QUE SÃO HUMILHADOS</a:t>
            </a:r>
          </a:p>
          <a:p>
            <a:pPr algn="just"/>
            <a:r>
              <a:rPr lang="pt-BR" sz="6000" dirty="0"/>
              <a:t>DOAR-SE AOS PEQUENOS, AOS POBRES,</a:t>
            </a:r>
          </a:p>
          <a:p>
            <a:pPr algn="just"/>
            <a:r>
              <a:rPr lang="pt-BR" sz="6000" dirty="0"/>
              <a:t>MISSÃO DO TEU POVO ESCOLHIDO,</a:t>
            </a:r>
          </a:p>
          <a:p>
            <a:pPr algn="just"/>
            <a:r>
              <a:rPr lang="pt-BR" sz="6000" dirty="0"/>
              <a:t>SENHOR, NOSSAS FORÇAS REDOBRE.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23836257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5200" b="1" dirty="0"/>
              <a:t>VEM DAR-NOS TEU FILHO, SENHOR,</a:t>
            </a:r>
          </a:p>
          <a:p>
            <a:pPr algn="l"/>
            <a:r>
              <a:rPr lang="pt-BR" sz="25200" b="1" dirty="0"/>
              <a:t>SUSTENTO NO PÃO E NO VINHO,</a:t>
            </a:r>
          </a:p>
          <a:p>
            <a:pPr algn="l"/>
            <a:r>
              <a:rPr lang="pt-BR" sz="25200" b="1" dirty="0"/>
              <a:t>E A FORÇA DO ESPÍRITO SANTO,</a:t>
            </a:r>
          </a:p>
          <a:p>
            <a:pPr algn="l"/>
            <a:r>
              <a:rPr lang="pt-BR" sz="25200" b="1" dirty="0"/>
              <a:t>UNINDO SEU POVO A CAMINHO.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39485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SE MILAGRES DESEJAIS,</a:t>
            </a:r>
          </a:p>
          <a:p>
            <a:pPr algn="just"/>
            <a:r>
              <a:rPr lang="pt-BR" sz="19200" dirty="0"/>
              <a:t>RECORREI A SANTO ANTÔNIO;</a:t>
            </a:r>
          </a:p>
          <a:p>
            <a:pPr algn="just"/>
            <a:r>
              <a:rPr lang="pt-BR" sz="19200" dirty="0"/>
              <a:t>VEREIS FUGIR O DEMÔNIO</a:t>
            </a:r>
          </a:p>
          <a:p>
            <a:pPr algn="just"/>
            <a:r>
              <a:rPr lang="pt-BR" sz="19200" dirty="0"/>
              <a:t>E AS TENTAÇÕES INFERNAIS.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8869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TODOS OS MALES HUMANOS</a:t>
            </a:r>
          </a:p>
          <a:p>
            <a:pPr algn="just"/>
            <a:r>
              <a:rPr lang="pt-BR" sz="19200" dirty="0"/>
              <a:t>SE MODERAM, SE RETIRAM,</a:t>
            </a:r>
          </a:p>
          <a:p>
            <a:pPr algn="just"/>
            <a:r>
              <a:rPr lang="pt-BR" sz="19200" dirty="0"/>
              <a:t>DIGAM-NO AQUELES QUE O VIRAM,</a:t>
            </a:r>
          </a:p>
          <a:p>
            <a:pPr algn="just"/>
            <a:r>
              <a:rPr lang="pt-BR" sz="19200" dirty="0"/>
              <a:t>E DIGAM-NO OS PADUANOS.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6601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PELA SUA INTERCESSÃO</a:t>
            </a:r>
          </a:p>
          <a:p>
            <a:pPr algn="just"/>
            <a:r>
              <a:rPr lang="pt-BR" sz="19200" dirty="0"/>
              <a:t>FOGE A PESTE, O ERRO, A MORTE,</a:t>
            </a:r>
          </a:p>
          <a:p>
            <a:pPr algn="just"/>
            <a:r>
              <a:rPr lang="pt-BR" sz="19200" dirty="0"/>
              <a:t>O FRACO TORNA-SE FORTE</a:t>
            </a:r>
          </a:p>
          <a:p>
            <a:pPr algn="just"/>
            <a:r>
              <a:rPr lang="pt-BR" sz="19200" dirty="0"/>
              <a:t>E TORNA-SE O ENFERMO SÃO.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39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GLÓRIA AO PAI, E GLÓRIA AO FILHO </a:t>
            </a:r>
          </a:p>
          <a:p>
            <a:pPr algn="just"/>
            <a:r>
              <a:rPr lang="pt-BR" sz="19200" dirty="0"/>
              <a:t>E AO ESPÍRITO SANTO TAMBÉM</a:t>
            </a:r>
          </a:p>
          <a:p>
            <a:pPr algn="just"/>
            <a:r>
              <a:rPr lang="pt-BR" sz="19200" dirty="0"/>
              <a:t>GLÓRIA AO PAI E GLÓRIA AO FILHO</a:t>
            </a:r>
          </a:p>
          <a:p>
            <a:pPr algn="just"/>
            <a:r>
              <a:rPr lang="pt-BR" sz="19200" dirty="0"/>
              <a:t>AGORA E SEM FIM, AMÉM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7723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10444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4400" dirty="0"/>
              <a:t>JUBILOSOS VOS SAUDAMOS,</a:t>
            </a:r>
          </a:p>
          <a:p>
            <a:pPr algn="l"/>
            <a:r>
              <a:rPr lang="pt-BR" sz="4400" dirty="0"/>
              <a:t>GRANDE SERVO DO SENHOR,       </a:t>
            </a:r>
          </a:p>
          <a:p>
            <a:pPr algn="l"/>
            <a:r>
              <a:rPr lang="pt-BR" sz="4400" dirty="0"/>
              <a:t>SANTO ANTONIO NESTA VIDA</a:t>
            </a:r>
          </a:p>
          <a:p>
            <a:pPr algn="l"/>
            <a:r>
              <a:rPr lang="pt-BR" sz="4400" dirty="0"/>
              <a:t>SOIS O NOSSO PROTETOR.</a:t>
            </a:r>
          </a:p>
          <a:p>
            <a:pPr algn="l"/>
            <a:r>
              <a:rPr lang="pt-BR" sz="4400" dirty="0"/>
              <a:t> </a:t>
            </a:r>
          </a:p>
          <a:p>
            <a:pPr algn="l"/>
            <a:r>
              <a:rPr lang="pt-BR" sz="4400" b="1" dirty="0"/>
              <a:t>SANTO ANTÔNIO, ROGAI POR NÓS</a:t>
            </a:r>
          </a:p>
          <a:p>
            <a:pPr algn="l"/>
            <a:r>
              <a:rPr lang="pt-BR" sz="44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4400" dirty="0"/>
              <a:t>ENTRE OS SANTOS QUE JÁ REINAM</a:t>
            </a:r>
          </a:p>
          <a:p>
            <a:pPr algn="l"/>
            <a:r>
              <a:rPr lang="pt-BR" sz="4400" dirty="0"/>
              <a:t>GLORIOSOS LÁ NO CÉU,</a:t>
            </a:r>
          </a:p>
          <a:p>
            <a:pPr algn="l"/>
            <a:r>
              <a:rPr lang="pt-BR" sz="4400" dirty="0"/>
              <a:t>SOIS CONSTANTE DESPENSEIRO</a:t>
            </a:r>
          </a:p>
          <a:p>
            <a:pPr algn="l"/>
            <a:r>
              <a:rPr lang="pt-BR" sz="4400" dirty="0"/>
              <a:t>DOS MAIS RICOS DONS DE DEUS. </a:t>
            </a:r>
          </a:p>
          <a:p>
            <a:pPr algn="l"/>
            <a:endParaRPr lang="pt-BR" sz="4400" dirty="0"/>
          </a:p>
          <a:p>
            <a:pPr algn="l"/>
            <a:r>
              <a:rPr lang="pt-BR" sz="4400" b="1" dirty="0"/>
              <a:t>SANTO ANTÔNIO, ROGAI POR NÓS</a:t>
            </a:r>
          </a:p>
          <a:p>
            <a:pPr algn="l"/>
            <a:r>
              <a:rPr lang="pt-BR" sz="44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33587130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494818" cy="5347854"/>
          </a:xfrm>
        </p:spPr>
        <p:txBody>
          <a:bodyPr>
            <a:normAutofit/>
          </a:bodyPr>
          <a:lstStyle/>
          <a:p>
            <a:pPr algn="l"/>
            <a:r>
              <a:rPr lang="pt-BR" sz="4400" dirty="0"/>
              <a:t>AO MENINO-DEUS NOS BRAÇOS</a:t>
            </a:r>
          </a:p>
          <a:p>
            <a:pPr algn="l"/>
            <a:r>
              <a:rPr lang="pt-BR" sz="4400" dirty="0"/>
              <a:t>NOSSOS ROGOS TRANSMITI,   </a:t>
            </a:r>
          </a:p>
          <a:p>
            <a:pPr algn="l"/>
            <a:r>
              <a:rPr lang="pt-BR" sz="4400" dirty="0"/>
              <a:t>AH! VALEI-NOS SEMPRE, SEMPRE</a:t>
            </a:r>
          </a:p>
          <a:p>
            <a:pPr algn="l"/>
            <a:r>
              <a:rPr lang="pt-BR" sz="4400" dirty="0"/>
              <a:t>E A JESUS NOS CONDUZIR. </a:t>
            </a:r>
          </a:p>
          <a:p>
            <a:pPr algn="l"/>
            <a:endParaRPr lang="pt-BR" sz="4400" dirty="0"/>
          </a:p>
          <a:p>
            <a:pPr algn="l"/>
            <a:r>
              <a:rPr lang="pt-BR" sz="4400" b="1" dirty="0"/>
              <a:t>SANTO ANTÔNIO, ROGAI POR NÓS</a:t>
            </a:r>
          </a:p>
          <a:p>
            <a:pPr algn="l"/>
            <a:r>
              <a:rPr lang="pt-BR" sz="44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11075088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1270</Words>
  <Application>Microsoft Office PowerPoint</Application>
  <PresentationFormat>Widescreen</PresentationFormat>
  <Paragraphs>233</Paragraphs>
  <Slides>46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0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Apresentação do PowerPoint</vt:lpstr>
      <vt:lpstr>CANTO DAS OFERENDAS</vt:lpstr>
      <vt:lpstr>CANTOS DAS OFERENDAS</vt:lpstr>
      <vt:lpstr>CANTO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RESPONSÓRIO</vt:lpstr>
      <vt:lpstr>RESPONSÓRIO</vt:lpstr>
      <vt:lpstr>RESPONSÓRIO</vt:lpstr>
      <vt:lpstr>RESPONSÓRIO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</cp:revision>
  <dcterms:created xsi:type="dcterms:W3CDTF">2023-05-06T17:01:55Z</dcterms:created>
  <dcterms:modified xsi:type="dcterms:W3CDTF">2024-06-01T21:26:00Z</dcterms:modified>
</cp:coreProperties>
</file>