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256" r:id="rId3"/>
    <p:sldId id="326" r:id="rId4"/>
    <p:sldId id="451" r:id="rId5"/>
    <p:sldId id="450" r:id="rId6"/>
    <p:sldId id="452" r:id="rId7"/>
    <p:sldId id="441" r:id="rId8"/>
    <p:sldId id="453" r:id="rId9"/>
    <p:sldId id="327" r:id="rId10"/>
    <p:sldId id="454" r:id="rId11"/>
    <p:sldId id="258" r:id="rId12"/>
    <p:sldId id="259" r:id="rId13"/>
    <p:sldId id="279" r:id="rId14"/>
    <p:sldId id="461" r:id="rId15"/>
    <p:sldId id="260" r:id="rId16"/>
    <p:sldId id="261" r:id="rId17"/>
    <p:sldId id="262" r:id="rId18"/>
    <p:sldId id="263" r:id="rId19"/>
    <p:sldId id="283" r:id="rId20"/>
    <p:sldId id="308" r:id="rId21"/>
    <p:sldId id="264" r:id="rId22"/>
    <p:sldId id="265" r:id="rId23"/>
    <p:sldId id="266" r:id="rId24"/>
    <p:sldId id="267" r:id="rId25"/>
    <p:sldId id="268" r:id="rId26"/>
    <p:sldId id="291" r:id="rId27"/>
    <p:sldId id="293" r:id="rId28"/>
    <p:sldId id="294" r:id="rId29"/>
    <p:sldId id="295" r:id="rId30"/>
    <p:sldId id="271" r:id="rId31"/>
    <p:sldId id="269" r:id="rId32"/>
    <p:sldId id="462" r:id="rId33"/>
    <p:sldId id="463" r:id="rId34"/>
    <p:sldId id="464" r:id="rId35"/>
    <p:sldId id="465" r:id="rId36"/>
    <p:sldId id="466" r:id="rId37"/>
    <p:sldId id="292" r:id="rId38"/>
    <p:sldId id="272" r:id="rId39"/>
    <p:sldId id="273" r:id="rId40"/>
    <p:sldId id="286" r:id="rId41"/>
    <p:sldId id="275" r:id="rId42"/>
    <p:sldId id="423" r:id="rId43"/>
    <p:sldId id="467" r:id="rId44"/>
    <p:sldId id="458" r:id="rId45"/>
    <p:sldId id="468" r:id="rId46"/>
    <p:sldId id="446" r:id="rId47"/>
    <p:sldId id="469" r:id="rId48"/>
    <p:sldId id="424" r:id="rId49"/>
    <p:sldId id="470" r:id="rId50"/>
    <p:sldId id="425" r:id="rId51"/>
    <p:sldId id="277" r:id="rId52"/>
    <p:sldId id="296" r:id="rId53"/>
    <p:sldId id="324" r:id="rId54"/>
    <p:sldId id="325" r:id="rId55"/>
    <p:sldId id="460" r:id="rId56"/>
    <p:sldId id="322" r:id="rId57"/>
    <p:sldId id="323" r:id="rId58"/>
    <p:sldId id="298" r:id="rId59"/>
    <p:sldId id="299" r:id="rId60"/>
    <p:sldId id="300" r:id="rId61"/>
    <p:sldId id="297" r:id="rId62"/>
    <p:sldId id="278" r:id="rId63"/>
    <p:sldId id="433" r:id="rId64"/>
    <p:sldId id="437" r:id="rId6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ECD2187F-2B49-41D5-AABF-6A2E3914740D}"/>
    <pc:docChg chg="custSel addSld delSld modSld sldOrd">
      <pc:chgData name="anaclaracosta116@gmail.com" userId="a793634777582c92" providerId="LiveId" clId="{ECD2187F-2B49-41D5-AABF-6A2E3914740D}" dt="2024-06-12T20:23:14.929" v="419" actId="2696"/>
      <pc:docMkLst>
        <pc:docMk/>
      </pc:docMkLst>
      <pc:sldChg chg="modSp mod">
        <pc:chgData name="anaclaracosta116@gmail.com" userId="a793634777582c92" providerId="LiveId" clId="{ECD2187F-2B49-41D5-AABF-6A2E3914740D}" dt="2024-06-12T19:47:04.308" v="123" actId="20577"/>
        <pc:sldMkLst>
          <pc:docMk/>
          <pc:sldMk cId="3868190215" sldId="262"/>
        </pc:sldMkLst>
        <pc:spChg chg="mod">
          <ac:chgData name="anaclaracosta116@gmail.com" userId="a793634777582c92" providerId="LiveId" clId="{ECD2187F-2B49-41D5-AABF-6A2E3914740D}" dt="2024-06-12T19:47:04.308" v="123" actId="20577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19:49:21.307" v="212" actId="20577"/>
        <pc:sldMkLst>
          <pc:docMk/>
          <pc:sldMk cId="3388034860" sldId="265"/>
        </pc:sldMkLst>
        <pc:spChg chg="mod">
          <ac:chgData name="anaclaracosta116@gmail.com" userId="a793634777582c92" providerId="LiveId" clId="{ECD2187F-2B49-41D5-AABF-6A2E3914740D}" dt="2024-06-12T19:49:21.307" v="212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20:09:43.398" v="355" actId="20577"/>
        <pc:sldMkLst>
          <pc:docMk/>
          <pc:sldMk cId="2671817442" sldId="267"/>
        </pc:sldMkLst>
        <pc:spChg chg="mod">
          <ac:chgData name="anaclaracosta116@gmail.com" userId="a793634777582c92" providerId="LiveId" clId="{ECD2187F-2B49-41D5-AABF-6A2E3914740D}" dt="2024-06-12T20:09:43.398" v="355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20:02:40.013" v="261" actId="20577"/>
        <pc:sldMkLst>
          <pc:docMk/>
          <pc:sldMk cId="2786277918" sldId="269"/>
        </pc:sldMkLst>
        <pc:spChg chg="mod">
          <ac:chgData name="anaclaracosta116@gmail.com" userId="a793634777582c92" providerId="LiveId" clId="{ECD2187F-2B49-41D5-AABF-6A2E3914740D}" dt="2024-06-12T20:02:40.013" v="261" actId="20577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20:14:59.806" v="357" actId="20577"/>
        <pc:sldMkLst>
          <pc:docMk/>
          <pc:sldMk cId="1261703118" sldId="272"/>
        </pc:sldMkLst>
        <pc:spChg chg="mod">
          <ac:chgData name="anaclaracosta116@gmail.com" userId="a793634777582c92" providerId="LiveId" clId="{ECD2187F-2B49-41D5-AABF-6A2E3914740D}" dt="2024-06-12T20:14:59.806" v="357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20:15:23.955" v="387" actId="27636"/>
        <pc:sldMkLst>
          <pc:docMk/>
          <pc:sldMk cId="1344366557" sldId="273"/>
        </pc:sldMkLst>
        <pc:spChg chg="mod">
          <ac:chgData name="anaclaracosta116@gmail.com" userId="a793634777582c92" providerId="LiveId" clId="{ECD2187F-2B49-41D5-AABF-6A2E3914740D}" dt="2024-06-12T20:15:23.955" v="387" actId="27636"/>
          <ac:spMkLst>
            <pc:docMk/>
            <pc:sldMk cId="1344366557" sldId="27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20:19:19.317" v="390" actId="113"/>
        <pc:sldMkLst>
          <pc:docMk/>
          <pc:sldMk cId="1963412704" sldId="275"/>
        </pc:sldMkLst>
        <pc:spChg chg="mod">
          <ac:chgData name="anaclaracosta116@gmail.com" userId="a793634777582c92" providerId="LiveId" clId="{ECD2187F-2B49-41D5-AABF-6A2E3914740D}" dt="2024-06-12T20:19:19.317" v="390" actId="113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19:46:46.429" v="119" actId="20577"/>
        <pc:sldMkLst>
          <pc:docMk/>
          <pc:sldMk cId="4082794164" sldId="279"/>
        </pc:sldMkLst>
        <pc:spChg chg="mod">
          <ac:chgData name="anaclaracosta116@gmail.com" userId="a793634777582c92" providerId="LiveId" clId="{ECD2187F-2B49-41D5-AABF-6A2E3914740D}" dt="2024-06-12T19:46:46.429" v="119" actId="20577"/>
          <ac:spMkLst>
            <pc:docMk/>
            <pc:sldMk cId="4082794164" sldId="27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20:20:25.672" v="395" actId="113"/>
        <pc:sldMkLst>
          <pc:docMk/>
          <pc:sldMk cId="3572284562" sldId="423"/>
        </pc:sldMkLst>
        <pc:spChg chg="mod">
          <ac:chgData name="anaclaracosta116@gmail.com" userId="a793634777582c92" providerId="LiveId" clId="{ECD2187F-2B49-41D5-AABF-6A2E3914740D}" dt="2024-06-12T20:20:25.672" v="395" actId="113"/>
          <ac:spMkLst>
            <pc:docMk/>
            <pc:sldMk cId="3572284562" sldId="42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20:22:26.867" v="411" actId="27636"/>
        <pc:sldMkLst>
          <pc:docMk/>
          <pc:sldMk cId="2091540066" sldId="424"/>
        </pc:sldMkLst>
        <pc:spChg chg="mod">
          <ac:chgData name="anaclaracosta116@gmail.com" userId="a793634777582c92" providerId="LiveId" clId="{ECD2187F-2B49-41D5-AABF-6A2E3914740D}" dt="2024-06-12T20:22:26.867" v="411" actId="27636"/>
          <ac:spMkLst>
            <pc:docMk/>
            <pc:sldMk cId="2091540066" sldId="42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20:23:03.718" v="417" actId="113"/>
        <pc:sldMkLst>
          <pc:docMk/>
          <pc:sldMk cId="3265102569" sldId="425"/>
        </pc:sldMkLst>
        <pc:spChg chg="mod">
          <ac:chgData name="anaclaracosta116@gmail.com" userId="a793634777582c92" providerId="LiveId" clId="{ECD2187F-2B49-41D5-AABF-6A2E3914740D}" dt="2024-06-12T20:23:03.718" v="417" actId="113"/>
          <ac:spMkLst>
            <pc:docMk/>
            <pc:sldMk cId="3265102569" sldId="42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D2187F-2B49-41D5-AABF-6A2E3914740D}" dt="2024-06-12T20:21:53.585" v="406" actId="113"/>
        <pc:sldMkLst>
          <pc:docMk/>
          <pc:sldMk cId="1440019987" sldId="446"/>
        </pc:sldMkLst>
        <pc:spChg chg="mod">
          <ac:chgData name="anaclaracosta116@gmail.com" userId="a793634777582c92" providerId="LiveId" clId="{ECD2187F-2B49-41D5-AABF-6A2E3914740D}" dt="2024-06-12T20:21:53.585" v="406" actId="113"/>
          <ac:spMkLst>
            <pc:docMk/>
            <pc:sldMk cId="1440019987" sldId="44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CD2187F-2B49-41D5-AABF-6A2E3914740D}" dt="2024-06-12T20:23:12.037" v="418" actId="2696"/>
        <pc:sldMkLst>
          <pc:docMk/>
          <pc:sldMk cId="1050211216" sldId="448"/>
        </pc:sldMkLst>
      </pc:sldChg>
      <pc:sldChg chg="del">
        <pc:chgData name="anaclaracosta116@gmail.com" userId="a793634777582c92" providerId="LiveId" clId="{ECD2187F-2B49-41D5-AABF-6A2E3914740D}" dt="2024-06-12T19:59:08.524" v="254" actId="2696"/>
        <pc:sldMkLst>
          <pc:docMk/>
          <pc:sldMk cId="3727316056" sldId="455"/>
        </pc:sldMkLst>
      </pc:sldChg>
      <pc:sldChg chg="del">
        <pc:chgData name="anaclaracosta116@gmail.com" userId="a793634777582c92" providerId="LiveId" clId="{ECD2187F-2B49-41D5-AABF-6A2E3914740D}" dt="2024-06-12T19:59:10.847" v="255" actId="2696"/>
        <pc:sldMkLst>
          <pc:docMk/>
          <pc:sldMk cId="3054214047" sldId="456"/>
        </pc:sldMkLst>
      </pc:sldChg>
      <pc:sldChg chg="del">
        <pc:chgData name="anaclaracosta116@gmail.com" userId="a793634777582c92" providerId="LiveId" clId="{ECD2187F-2B49-41D5-AABF-6A2E3914740D}" dt="2024-06-12T19:59:13.404" v="256" actId="2696"/>
        <pc:sldMkLst>
          <pc:docMk/>
          <pc:sldMk cId="4222301615" sldId="457"/>
        </pc:sldMkLst>
      </pc:sldChg>
      <pc:sldChg chg="modSp mod">
        <pc:chgData name="anaclaracosta116@gmail.com" userId="a793634777582c92" providerId="LiveId" clId="{ECD2187F-2B49-41D5-AABF-6A2E3914740D}" dt="2024-06-12T20:20:53.355" v="400" actId="27636"/>
        <pc:sldMkLst>
          <pc:docMk/>
          <pc:sldMk cId="1616045994" sldId="458"/>
        </pc:sldMkLst>
        <pc:spChg chg="mod">
          <ac:chgData name="anaclaracosta116@gmail.com" userId="a793634777582c92" providerId="LiveId" clId="{ECD2187F-2B49-41D5-AABF-6A2E3914740D}" dt="2024-06-12T20:20:53.355" v="400" actId="27636"/>
          <ac:spMkLst>
            <pc:docMk/>
            <pc:sldMk cId="1616045994" sldId="45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CD2187F-2B49-41D5-AABF-6A2E3914740D}" dt="2024-06-12T20:23:14.929" v="419" actId="2696"/>
        <pc:sldMkLst>
          <pc:docMk/>
          <pc:sldMk cId="869914676" sldId="459"/>
        </pc:sldMkLst>
      </pc:sldChg>
      <pc:sldChg chg="modSp add mod">
        <pc:chgData name="anaclaracosta116@gmail.com" userId="a793634777582c92" providerId="LiveId" clId="{ECD2187F-2B49-41D5-AABF-6A2E3914740D}" dt="2024-06-12T19:46:30.925" v="118" actId="20577"/>
        <pc:sldMkLst>
          <pc:docMk/>
          <pc:sldMk cId="1186391949" sldId="461"/>
        </pc:sldMkLst>
        <pc:spChg chg="mod">
          <ac:chgData name="anaclaracosta116@gmail.com" userId="a793634777582c92" providerId="LiveId" clId="{ECD2187F-2B49-41D5-AABF-6A2E3914740D}" dt="2024-06-12T19:46:30.925" v="118" actId="20577"/>
          <ac:spMkLst>
            <pc:docMk/>
            <pc:sldMk cId="1186391949" sldId="461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ECD2187F-2B49-41D5-AABF-6A2E3914740D}" dt="2024-06-12T19:59:16.086" v="257" actId="2890"/>
        <pc:sldMkLst>
          <pc:docMk/>
          <pc:sldMk cId="3788454776" sldId="462"/>
        </pc:sldMkLst>
      </pc:sldChg>
      <pc:sldChg chg="modSp add mod">
        <pc:chgData name="anaclaracosta116@gmail.com" userId="a793634777582c92" providerId="LiveId" clId="{ECD2187F-2B49-41D5-AABF-6A2E3914740D}" dt="2024-06-12T20:03:21.210" v="263"/>
        <pc:sldMkLst>
          <pc:docMk/>
          <pc:sldMk cId="3017993090" sldId="463"/>
        </pc:sldMkLst>
        <pc:spChg chg="mod">
          <ac:chgData name="anaclaracosta116@gmail.com" userId="a793634777582c92" providerId="LiveId" clId="{ECD2187F-2B49-41D5-AABF-6A2E3914740D}" dt="2024-06-12T20:03:21.210" v="263"/>
          <ac:spMkLst>
            <pc:docMk/>
            <pc:sldMk cId="3017993090" sldId="46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D2187F-2B49-41D5-AABF-6A2E3914740D}" dt="2024-06-12T20:04:21.514" v="267" actId="27636"/>
        <pc:sldMkLst>
          <pc:docMk/>
          <pc:sldMk cId="1387453859" sldId="464"/>
        </pc:sldMkLst>
        <pc:spChg chg="mod">
          <ac:chgData name="anaclaracosta116@gmail.com" userId="a793634777582c92" providerId="LiveId" clId="{ECD2187F-2B49-41D5-AABF-6A2E3914740D}" dt="2024-06-12T20:04:21.514" v="267" actId="27636"/>
          <ac:spMkLst>
            <pc:docMk/>
            <pc:sldMk cId="1387453859" sldId="46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D2187F-2B49-41D5-AABF-6A2E3914740D}" dt="2024-06-12T20:06:17.306" v="275"/>
        <pc:sldMkLst>
          <pc:docMk/>
          <pc:sldMk cId="1245945371" sldId="465"/>
        </pc:sldMkLst>
        <pc:spChg chg="mod">
          <ac:chgData name="anaclaracosta116@gmail.com" userId="a793634777582c92" providerId="LiveId" clId="{ECD2187F-2B49-41D5-AABF-6A2E3914740D}" dt="2024-06-12T20:06:17.306" v="275"/>
          <ac:spMkLst>
            <pc:docMk/>
            <pc:sldMk cId="1245945371" sldId="46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D2187F-2B49-41D5-AABF-6A2E3914740D}" dt="2024-06-12T20:06:44.008" v="282"/>
        <pc:sldMkLst>
          <pc:docMk/>
          <pc:sldMk cId="2739031838" sldId="466"/>
        </pc:sldMkLst>
        <pc:spChg chg="mod">
          <ac:chgData name="anaclaracosta116@gmail.com" userId="a793634777582c92" providerId="LiveId" clId="{ECD2187F-2B49-41D5-AABF-6A2E3914740D}" dt="2024-06-12T20:06:44.008" v="282"/>
          <ac:spMkLst>
            <pc:docMk/>
            <pc:sldMk cId="2739031838" sldId="466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ECD2187F-2B49-41D5-AABF-6A2E3914740D}" dt="2024-06-12T20:20:35.934" v="398"/>
        <pc:sldMkLst>
          <pc:docMk/>
          <pc:sldMk cId="2100483691" sldId="467"/>
        </pc:sldMkLst>
      </pc:sldChg>
      <pc:sldChg chg="add ord">
        <pc:chgData name="anaclaracosta116@gmail.com" userId="a793634777582c92" providerId="LiveId" clId="{ECD2187F-2B49-41D5-AABF-6A2E3914740D}" dt="2024-06-12T20:21:02.961" v="403"/>
        <pc:sldMkLst>
          <pc:docMk/>
          <pc:sldMk cId="315831491" sldId="468"/>
        </pc:sldMkLst>
      </pc:sldChg>
      <pc:sldChg chg="add ord">
        <pc:chgData name="anaclaracosta116@gmail.com" userId="a793634777582c92" providerId="LiveId" clId="{ECD2187F-2B49-41D5-AABF-6A2E3914740D}" dt="2024-06-12T20:21:58.862" v="409"/>
        <pc:sldMkLst>
          <pc:docMk/>
          <pc:sldMk cId="43025876" sldId="469"/>
        </pc:sldMkLst>
      </pc:sldChg>
      <pc:sldChg chg="add ord">
        <pc:chgData name="anaclaracosta116@gmail.com" userId="a793634777582c92" providerId="LiveId" clId="{ECD2187F-2B49-41D5-AABF-6A2E3914740D}" dt="2024-06-12T20:22:40.135" v="414"/>
        <pc:sldMkLst>
          <pc:docMk/>
          <pc:sldMk cId="4256637385" sldId="4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E8454F-7BCB-F03F-BBC5-83D4CEB9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9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E25773-42FD-B98F-F247-E337474EBD83}"/>
              </a:ext>
            </a:extLst>
          </p:cNvPr>
          <p:cNvSpPr txBox="1"/>
          <p:nvPr/>
        </p:nvSpPr>
        <p:spPr>
          <a:xfrm>
            <a:off x="2249714" y="3742005"/>
            <a:ext cx="96210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FESTEJO DE SANTO ANTÔNIO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F3A939-4592-4A63-17B5-28F2C2C5C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9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DE ALEGRIA VIBREI NO SENHOR,</a:t>
            </a:r>
          </a:p>
          <a:p>
            <a:pPr algn="just"/>
            <a:r>
              <a:rPr lang="pt-BR" sz="6800" b="1" dirty="0"/>
              <a:t>POIS VESTIU-ME COM SUA JUSTIÇA,</a:t>
            </a:r>
          </a:p>
          <a:p>
            <a:pPr algn="just"/>
            <a:r>
              <a:rPr lang="pt-BR" sz="6800" b="1" dirty="0"/>
              <a:t>ADORNOU-ME COM JÓIAS BONITAS,</a:t>
            </a:r>
          </a:p>
          <a:p>
            <a:pPr algn="just"/>
            <a:r>
              <a:rPr lang="pt-BR" sz="6800" b="1" dirty="0"/>
              <a:t>COMO ESPOSA DO REI ME ELEVOU.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000" dirty="0"/>
              <a:t>1. TRANSBORDA O MEU CORAÇÃO</a:t>
            </a:r>
          </a:p>
          <a:p>
            <a:pPr algn="l"/>
            <a:r>
              <a:rPr lang="pt-BR" sz="8000" dirty="0"/>
              <a:t>EM BELOS VERSOS AO REI,</a:t>
            </a:r>
          </a:p>
          <a:p>
            <a:pPr algn="l"/>
            <a:r>
              <a:rPr lang="pt-BR" sz="8000" dirty="0"/>
              <a:t>UM POEMA, UMA CANÇÃO</a:t>
            </a:r>
          </a:p>
          <a:p>
            <a:pPr algn="l"/>
            <a:r>
              <a:rPr lang="pt-BR" sz="8000" dirty="0"/>
              <a:t>COM A LÍNGUA ESCREVEREI.</a:t>
            </a:r>
          </a:p>
          <a:p>
            <a:pPr algn="l"/>
            <a:r>
              <a:rPr lang="pt-BR" sz="8000" dirty="0"/>
              <a:t>DE TODOS ÉS O MAIS BELO,</a:t>
            </a:r>
          </a:p>
          <a:p>
            <a:pPr algn="l"/>
            <a:r>
              <a:rPr lang="pt-BR" sz="8000" dirty="0"/>
              <a:t>A GRAÇA DESABROCHOU</a:t>
            </a:r>
          </a:p>
          <a:p>
            <a:pPr algn="l"/>
            <a:r>
              <a:rPr lang="pt-BR" sz="8000" dirty="0"/>
              <a:t>EM TEU SEMBLANTE, EM TEUS LÁBIOS</a:t>
            </a:r>
          </a:p>
          <a:p>
            <a:pPr algn="l"/>
            <a:r>
              <a:rPr lang="pt-BR" sz="8000" dirty="0"/>
              <a:t>PRA SEMPRE DEUS TE ABENÇOOU.</a:t>
            </a:r>
          </a:p>
        </p:txBody>
      </p:sp>
    </p:spTree>
    <p:extLst>
      <p:ext uri="{BB962C8B-B14F-4D97-AF65-F5344CB8AC3E}">
        <p14:creationId xmlns:p14="http://schemas.microsoft.com/office/powerpoint/2010/main" val="3410495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DE ALEGRIA VIBREI NO SENHOR,</a:t>
            </a:r>
          </a:p>
          <a:p>
            <a:pPr algn="just"/>
            <a:r>
              <a:rPr lang="pt-BR" sz="6800" b="1" dirty="0"/>
              <a:t>POIS VESTIU-ME COM SUA JUSTIÇA,</a:t>
            </a:r>
          </a:p>
          <a:p>
            <a:pPr algn="just"/>
            <a:r>
              <a:rPr lang="pt-BR" sz="6800" b="1" dirty="0"/>
              <a:t>ADORNOU-ME COM JÓIAS BONITAS,</a:t>
            </a:r>
          </a:p>
          <a:p>
            <a:pPr algn="just"/>
            <a:r>
              <a:rPr lang="pt-BR" sz="6800" b="1" dirty="0"/>
              <a:t>COMO ESPOSA DO REI ME ELEVOU.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386578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800" dirty="0"/>
              <a:t>2. VALENTE, FORTE, HERÓI.</a:t>
            </a:r>
          </a:p>
          <a:p>
            <a:pPr algn="just"/>
            <a:r>
              <a:rPr lang="pt-BR" sz="6800" dirty="0"/>
              <a:t>PELA VERDADE A LUTAR,</a:t>
            </a:r>
          </a:p>
          <a:p>
            <a:pPr algn="just"/>
            <a:r>
              <a:rPr lang="pt-BR" sz="6800" dirty="0"/>
              <a:t>A JUSTIÇA A DEFENDER,</a:t>
            </a:r>
          </a:p>
          <a:p>
            <a:pPr algn="just"/>
            <a:r>
              <a:rPr lang="pt-BR" sz="6800" dirty="0"/>
              <a:t>VITORIOSO TU SERÁS.</a:t>
            </a:r>
          </a:p>
          <a:p>
            <a:pPr algn="just"/>
            <a:r>
              <a:rPr lang="pt-BR" sz="6800" dirty="0"/>
              <a:t>LUTAS COM ARMA E PODER,</a:t>
            </a:r>
          </a:p>
          <a:p>
            <a:pPr algn="just"/>
            <a:r>
              <a:rPr lang="pt-BR" sz="6800" dirty="0"/>
              <a:t>O INIMIGO A CORRER,</a:t>
            </a:r>
          </a:p>
          <a:p>
            <a:pPr algn="just"/>
            <a:r>
              <a:rPr lang="pt-BR" sz="6800" dirty="0"/>
              <a:t>ETERNO É O TEU TRONO,</a:t>
            </a:r>
          </a:p>
          <a:p>
            <a:pPr algn="just"/>
            <a:r>
              <a:rPr lang="pt-BR" sz="6800" dirty="0"/>
              <a:t>Ó DEUS, É RETIDÃO PARA VALER!</a:t>
            </a:r>
          </a:p>
        </p:txBody>
      </p:sp>
    </p:spTree>
    <p:extLst>
      <p:ext uri="{BB962C8B-B14F-4D97-AF65-F5344CB8AC3E}">
        <p14:creationId xmlns:p14="http://schemas.microsoft.com/office/powerpoint/2010/main" val="316714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DE ALEGRIA VIBREI NO SENHOR,</a:t>
            </a:r>
          </a:p>
          <a:p>
            <a:pPr algn="just"/>
            <a:r>
              <a:rPr lang="pt-BR" sz="6800" b="1" dirty="0"/>
              <a:t>POIS VESTIU-ME COM SUA JUSTIÇA,</a:t>
            </a:r>
          </a:p>
          <a:p>
            <a:pPr algn="just"/>
            <a:r>
              <a:rPr lang="pt-BR" sz="6800" b="1" dirty="0"/>
              <a:t>ADORNOU-ME COM JÓIAS BONITAS,</a:t>
            </a:r>
          </a:p>
          <a:p>
            <a:pPr algn="just"/>
            <a:r>
              <a:rPr lang="pt-BR" sz="6800" b="1" dirty="0"/>
              <a:t>COMO ESPOSA DO REI ME ELEVOU.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712092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800" dirty="0"/>
              <a:t>3. Ó REI, AMAS A JUSTIÇA,</a:t>
            </a:r>
          </a:p>
          <a:p>
            <a:pPr algn="just"/>
            <a:r>
              <a:rPr lang="pt-BR" sz="6800" dirty="0"/>
              <a:t>ODEIAS SEMPRE A MALDADE;</a:t>
            </a:r>
          </a:p>
          <a:p>
            <a:pPr algn="just"/>
            <a:r>
              <a:rPr lang="pt-BR" sz="6800" dirty="0"/>
              <a:t>COM O ÓLEO DA ALEGRIA</a:t>
            </a:r>
          </a:p>
          <a:p>
            <a:pPr algn="just"/>
            <a:r>
              <a:rPr lang="pt-BR" sz="6800" dirty="0"/>
              <a:t>UNGIU-TE O DEUS DA VERDADE.</a:t>
            </a:r>
          </a:p>
          <a:p>
            <a:pPr algn="just"/>
            <a:r>
              <a:rPr lang="pt-BR" sz="6800" dirty="0"/>
              <a:t>OS MAIS SUAVES PERFUMES,</a:t>
            </a:r>
          </a:p>
          <a:p>
            <a:pPr algn="just"/>
            <a:r>
              <a:rPr lang="pt-BR" sz="6800" dirty="0"/>
              <a:t>AS TUAS VESTES EXALAM;</a:t>
            </a:r>
          </a:p>
          <a:p>
            <a:pPr algn="just"/>
            <a:r>
              <a:rPr lang="pt-BR" sz="6800" dirty="0"/>
              <a:t>NO TEU PALÁCIO LUXUOSO</a:t>
            </a:r>
          </a:p>
          <a:p>
            <a:pPr algn="just"/>
            <a:r>
              <a:rPr lang="pt-BR" sz="6800" dirty="0"/>
              <a:t>BELOS ACORDES TE EMBALAM.</a:t>
            </a:r>
          </a:p>
        </p:txBody>
      </p:sp>
    </p:spTree>
    <p:extLst>
      <p:ext uri="{BB962C8B-B14F-4D97-AF65-F5344CB8AC3E}">
        <p14:creationId xmlns:p14="http://schemas.microsoft.com/office/powerpoint/2010/main" val="220688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DE ALEGRIA VIBREI NO SENHOR,</a:t>
            </a:r>
          </a:p>
          <a:p>
            <a:pPr algn="just"/>
            <a:r>
              <a:rPr lang="pt-BR" sz="6800" b="1" dirty="0"/>
              <a:t>POIS VESTIU-ME COM SUA JUSTIÇA,</a:t>
            </a:r>
          </a:p>
          <a:p>
            <a:pPr algn="just"/>
            <a:r>
              <a:rPr lang="pt-BR" sz="6800" b="1" dirty="0"/>
              <a:t>ADORNOU-ME COM JÓIAS BONITAS,</a:t>
            </a:r>
          </a:p>
          <a:p>
            <a:pPr algn="just"/>
            <a:r>
              <a:rPr lang="pt-BR" sz="6800" b="1" dirty="0"/>
              <a:t>COMO ESPOSA DO REI ME ELEVOU.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3298417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200" dirty="0"/>
              <a:t>4. PRINCESAS SÃO TUAS DAMAS,</a:t>
            </a:r>
          </a:p>
          <a:p>
            <a:pPr algn="just"/>
            <a:r>
              <a:rPr lang="pt-BR" sz="7200" dirty="0"/>
              <a:t>A MÃE-RAINHA LÁ ESTÁ,</a:t>
            </a:r>
          </a:p>
          <a:p>
            <a:pPr algn="just"/>
            <a:r>
              <a:rPr lang="pt-BR" sz="7200" dirty="0"/>
              <a:t>TODA DE OURO ADORNADA,</a:t>
            </a:r>
          </a:p>
          <a:p>
            <a:pPr algn="just"/>
            <a:r>
              <a:rPr lang="pt-BR" sz="7200" dirty="0"/>
              <a:t>À SUA DIREITA A POUSAR.</a:t>
            </a:r>
          </a:p>
          <a:p>
            <a:pPr algn="just"/>
            <a:r>
              <a:rPr lang="pt-BR" sz="7200" dirty="0"/>
              <a:t>ESCUTA, Ó FILHA, ATENÇÃO!</a:t>
            </a:r>
          </a:p>
          <a:p>
            <a:pPr algn="just"/>
            <a:r>
              <a:rPr lang="pt-BR" sz="7200" dirty="0"/>
              <a:t>O REI DE TI SE ENCANTOU,</a:t>
            </a:r>
          </a:p>
          <a:p>
            <a:pPr algn="just"/>
            <a:r>
              <a:rPr lang="pt-BR" sz="7200" dirty="0"/>
              <a:t>ESQUECE OS TEUS, A TUA CASA,</a:t>
            </a:r>
          </a:p>
          <a:p>
            <a:pPr algn="just"/>
            <a:r>
              <a:rPr lang="pt-BR" sz="7200" dirty="0"/>
              <a:t>ADORA O REI, O TEU SENHOR!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542199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b="1" dirty="0"/>
              <a:t>DE ALEGRIA VIBREI NO SENHOR,</a:t>
            </a:r>
          </a:p>
          <a:p>
            <a:pPr algn="just"/>
            <a:r>
              <a:rPr lang="pt-BR" sz="6800" b="1" dirty="0"/>
              <a:t>POIS VESTIU-ME COM SUA JUSTIÇA,</a:t>
            </a:r>
          </a:p>
          <a:p>
            <a:pPr algn="just"/>
            <a:r>
              <a:rPr lang="pt-BR" sz="6800" b="1" dirty="0"/>
              <a:t>ADORNOU-ME COM JÓIAS BONITAS,</a:t>
            </a:r>
          </a:p>
          <a:p>
            <a:pPr algn="just"/>
            <a:r>
              <a:rPr lang="pt-BR" sz="6800" b="1" dirty="0"/>
              <a:t>COMO ESPOSA DO REI ME ELEVOU.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339965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328564" cy="5638799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7600" dirty="0"/>
              <a:t>SENHOR QUE VIESTES, NÃO PARA CONDENAR, MAS PARA PERDOAR, TENDE PIEDADE DE NÓS!</a:t>
            </a:r>
          </a:p>
          <a:p>
            <a:pPr algn="just"/>
            <a:r>
              <a:rPr lang="pt-BR" sz="17600" b="1" dirty="0"/>
              <a:t>SENHOR, TENDE PIEDADE DE NÓS!</a:t>
            </a:r>
          </a:p>
          <a:p>
            <a:pPr algn="just"/>
            <a:r>
              <a:rPr lang="pt-BR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9600" dirty="0"/>
              <a:t>CRISTO, QUE VOS ALEGRAIS PELO PECADOR ARREPENDIDO, TENDE PIEDADE DE NÓS.</a:t>
            </a:r>
          </a:p>
          <a:p>
            <a:pPr algn="l"/>
            <a:r>
              <a:rPr lang="pt-BR" sz="9600" b="1" dirty="0"/>
              <a:t>CRISTO,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9600" dirty="0"/>
              <a:t>SENHOR, QUE MUITO PERDOAIS A QUEM MUITO AMA, TENDE PIEDADE DE NÓS.</a:t>
            </a:r>
          </a:p>
          <a:p>
            <a:pPr algn="l"/>
            <a:r>
              <a:rPr lang="pt-BR" sz="9600" b="1" dirty="0"/>
              <a:t>SENHOR,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1186391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799618" cy="538941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400" b="1" dirty="0"/>
              <a:t>GLÓRIA, GLÓRIA, GLÓRIA A DEUS!</a:t>
            </a:r>
          </a:p>
          <a:p>
            <a:pPr algn="just"/>
            <a:r>
              <a:rPr lang="pt-BR" sz="6400" b="1" dirty="0"/>
              <a:t>GLÓRIA A DEUS NAS ALTURAS! (2X)</a:t>
            </a:r>
          </a:p>
          <a:p>
            <a:pPr algn="just"/>
            <a:endParaRPr lang="pt-BR" sz="6400" b="1" dirty="0"/>
          </a:p>
          <a:p>
            <a:pPr algn="just"/>
            <a:r>
              <a:rPr lang="pt-BR" sz="6400" dirty="0"/>
              <a:t>E PAZ NA TERRA AOS HOMENS POR ELE AMADOS</a:t>
            </a:r>
          </a:p>
          <a:p>
            <a:pPr algn="just"/>
            <a:endParaRPr lang="pt-BR" sz="6400" b="1" dirty="0"/>
          </a:p>
          <a:p>
            <a:pPr algn="just"/>
            <a:r>
              <a:rPr lang="pt-BR" sz="6400" dirty="0"/>
              <a:t>SENHOR DEUS, REI DO CÉUS, DEUS PAI TODO-PODEROSO</a:t>
            </a:r>
          </a:p>
          <a:p>
            <a:pPr algn="just"/>
            <a:endParaRPr lang="pt-BR" sz="64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5400" dirty="0"/>
              <a:t>NÓS VOS LOUVAMOS, NÓS VOS BENDIZEMOS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dirty="0"/>
              <a:t>NÓS VOS ADORAMOS, NÓS VOS GLORIFICAMOS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dirty="0"/>
              <a:t>NÓS VOS DAMOS GRAÇAS POR VOSSA IMENSA GLÓRIA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GLÓRIA, GLÓRIA, GLÓRIA A DEUS!</a:t>
            </a:r>
          </a:p>
          <a:p>
            <a:pPr algn="just"/>
            <a:r>
              <a:rPr lang="pt-BR" sz="5400" b="1" dirty="0"/>
              <a:t>GLÓRIA A DEUS NAS ALTURAS! (2X)</a:t>
            </a:r>
          </a:p>
          <a:p>
            <a:pPr algn="just"/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57200"/>
            <a:ext cx="11236036" cy="613756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SENHOR JESUS CRISTO, FILHO UNIGÊNITO</a:t>
            </a:r>
          </a:p>
          <a:p>
            <a:pPr algn="l"/>
            <a:endParaRPr lang="pt-BR" sz="6000" dirty="0"/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SENHOR DEUS, CORDEIRO DE DEUS, FILHO DE DEUS PAI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VÓS QUE TIRAIS O PECADO MUNDO, TENDE PIEDADE DE NÓS</a:t>
            </a:r>
          </a:p>
          <a:p>
            <a:pPr algn="l"/>
            <a:endParaRPr lang="pt-BR" sz="60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VÓS QUE TIRAIS O PECADO DO MUNDO, ACOLHEI A NOSSA SÚPLICA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ESTAIS À DIREITA DO PAI, TENDE PIEDADE DE NÓS</a:t>
            </a:r>
          </a:p>
          <a:p>
            <a:pPr algn="l"/>
            <a:endParaRPr lang="pt-BR" sz="6000" dirty="0"/>
          </a:p>
          <a:p>
            <a:pPr algn="just"/>
            <a:r>
              <a:rPr lang="pt-BR" sz="6000" b="1" dirty="0"/>
              <a:t>GLÓRIA, GLÓRIA, GLÓRIA A DEUS!</a:t>
            </a:r>
          </a:p>
          <a:p>
            <a:pPr algn="just"/>
            <a:r>
              <a:rPr lang="pt-BR" sz="6000" b="1" dirty="0"/>
              <a:t>GLÓRIA A DEUS NAS ALTURAS! (2X)</a:t>
            </a:r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1674"/>
            <a:ext cx="11236036" cy="569465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dirty="0"/>
              <a:t>SÓ VÓS SOIS O SANTO, SÓ VÓS O SENHOR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SÓ VÓS O ALTÍSSIMO JESUS CRISTO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COM O ESPÍRITO SANTO NA GLÓRIA DE DEUS PAI</a:t>
            </a:r>
          </a:p>
          <a:p>
            <a:pPr algn="l"/>
            <a:endParaRPr lang="pt-BR" sz="6000" dirty="0"/>
          </a:p>
          <a:p>
            <a:pPr algn="just"/>
            <a:r>
              <a:rPr lang="pt-BR" sz="6000" b="1" dirty="0"/>
              <a:t>GLÓRIA, GLÓRIA, GLÓRIA A DEUS!</a:t>
            </a:r>
          </a:p>
          <a:p>
            <a:pPr algn="just"/>
            <a:r>
              <a:rPr lang="pt-BR" sz="6000" b="1" dirty="0"/>
              <a:t>GLÓRIA A DEUS NAS ALTURAS! (2X) AMÉM!</a:t>
            </a:r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079925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663" y="2524991"/>
            <a:ext cx="9746673" cy="1808018"/>
          </a:xfrm>
        </p:spPr>
        <p:txBody>
          <a:bodyPr>
            <a:normAutofit/>
          </a:bodyPr>
          <a:lstStyle/>
          <a:p>
            <a:r>
              <a:rPr lang="pt-BR" sz="5400" b="1" dirty="0"/>
              <a:t>GUARDAI-ME, Ó DEUS, PORQUE EM VÓS ME REFUGIO!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85456"/>
            <a:ext cx="10349345" cy="5223162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FAZEI-ME CONHECER VOSSA ESTRADA, VOSSA VERDADE ME ORIENTE E ME CONDUZA!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1017133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4143859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3724422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1347936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11111"/>
                </a:solidFill>
                <a:effectLst/>
                <a:highlight>
                  <a:srgbClr val="F9F9F9"/>
                </a:highlight>
              </a:rPr>
              <a:t>FICAI ATENTO AO CLAMOR DA MINHA PRECE, Ó MEU REI E MEU SENHOR!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ESCUTAI, Ó SENHOR DEUS, MINHAS PALAVRAS, *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ATENDEI O MEU GEMIDO! 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11111"/>
                </a:solidFill>
                <a:effectLst/>
                <a:highlight>
                  <a:srgbClr val="F9F9F9"/>
                </a:highlight>
              </a:rPr>
              <a:t>FICAI ATENTO AO CLAMOR DA MINHA PRECE, Ó MEU REI E MEU SENHOR!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É A VÓS QUE EU DIRIJO A MINHA PRECE;</a:t>
            </a:r>
            <a:br>
              <a:rPr lang="pt-BR" sz="6000" dirty="0"/>
            </a:br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DE MANHÃ JÁ ME ESCUTAIS! 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788454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11111"/>
                </a:solidFill>
                <a:effectLst/>
                <a:highlight>
                  <a:srgbClr val="F9F9F9"/>
                </a:highlight>
              </a:rPr>
              <a:t>FICAI ATENTO AO CLAMOR DA MINHA PRECE, Ó MEU REI E MEU SENHOR!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DESDE CEDO EU ME PREPARO PARA VÓS, *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E PERMANEÇO À VOSSA ESPERA.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017993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11111"/>
                </a:solidFill>
                <a:effectLst/>
                <a:highlight>
                  <a:srgbClr val="F9F9F9"/>
                </a:highlight>
              </a:rPr>
              <a:t>FICAI ATENTO AO CLAMOR DA MINHA PRECE, Ó MEU REI E MEU SENHOR!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NÃO SOIS UM DEUS A QUEM AGRADE A INIQÜIDADE, *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NÃO PODE O MAU MORAR CONVOSCO; 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387453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11111"/>
                </a:solidFill>
                <a:effectLst/>
                <a:highlight>
                  <a:srgbClr val="F9F9F9"/>
                </a:highlight>
              </a:rPr>
              <a:t>FICAI ATENTO AO CLAMOR DA MINHA PRECE, Ó MEU REI E MEU SENHOR!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QUE ME POSSA CONDUZIR VOSSA JUSTIÇA, *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POR CAUSA DO INIMIGO! 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245945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11111"/>
                </a:solidFill>
                <a:effectLst/>
                <a:highlight>
                  <a:srgbClr val="F9F9F9"/>
                </a:highlight>
              </a:rPr>
              <a:t>FICAI ATENTO AO CLAMOR DA MINHA PRECE, Ó MEU REI E MEU SENHOR!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À MINHA FRENTE APLAINAI VOSSO CAMINHO, *</a:t>
            </a:r>
          </a:p>
          <a:p>
            <a:pPr algn="l"/>
            <a:r>
              <a:rPr lang="pt-BR" sz="600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Inter"/>
              </a:rPr>
              <a:t>E GUIAI MEU CAMINHAR! 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390318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 SENHOR DEUS DO UNIVERSO.</a:t>
            </a:r>
          </a:p>
          <a:p>
            <a:pPr algn="just"/>
            <a:r>
              <a:rPr lang="pt-BR" sz="7300" dirty="0"/>
              <a:t>O CÉU E TERRA PROCLAMAM</a:t>
            </a:r>
          </a:p>
          <a:p>
            <a:pPr algn="just"/>
            <a:r>
              <a:rPr lang="pt-BR" sz="7300" dirty="0"/>
              <a:t>VOSSA GLÓRIA!</a:t>
            </a:r>
          </a:p>
          <a:p>
            <a:pPr algn="just"/>
            <a:r>
              <a:rPr lang="pt-BR" sz="7300" b="1" dirty="0"/>
              <a:t>HOSANA NAS ALTURAS!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36" y="678873"/>
            <a:ext cx="10834255" cy="5846618"/>
          </a:xfrm>
        </p:spPr>
        <p:txBody>
          <a:bodyPr>
            <a:normAutofit/>
          </a:bodyPr>
          <a:lstStyle/>
          <a:p>
            <a:pPr algn="just"/>
            <a:r>
              <a:rPr lang="pt-BR" sz="7300" dirty="0"/>
              <a:t>SANTO, SANTO, SANTO</a:t>
            </a:r>
          </a:p>
          <a:p>
            <a:pPr algn="just"/>
            <a:r>
              <a:rPr lang="pt-BR" sz="7300" dirty="0"/>
              <a:t>BENDITO O QUE VEM</a:t>
            </a:r>
          </a:p>
          <a:p>
            <a:pPr algn="just"/>
            <a:r>
              <a:rPr lang="pt-BR" sz="7300" dirty="0"/>
              <a:t>EM NOME DO SENHOR (2X)</a:t>
            </a:r>
          </a:p>
          <a:p>
            <a:pPr algn="just"/>
            <a:r>
              <a:rPr lang="pt-BR" sz="7300" b="1" dirty="0"/>
              <a:t>HOSANA, HOSANA,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OS VOSSOS MANDAMENTOS VÓS NOS DESTES</a:t>
            </a:r>
          </a:p>
          <a:p>
            <a:pPr algn="l"/>
            <a:r>
              <a:rPr lang="pt-BR" sz="6600" b="1" dirty="0"/>
              <a:t>PARA SEREM FIELMENTE OBSERVADOS.</a:t>
            </a:r>
          </a:p>
          <a:p>
            <a:pPr algn="l"/>
            <a:r>
              <a:rPr lang="pt-BR" sz="6600" b="1" dirty="0"/>
              <a:t>OXALÁ SEJA BEM FIRME A MINHA VIDA</a:t>
            </a:r>
          </a:p>
          <a:p>
            <a:pPr algn="l"/>
            <a:r>
              <a:rPr lang="pt-BR" sz="6600" b="1" dirty="0"/>
              <a:t>EM CUMPRIR VOSSA VONTADE E VOSSA LEI!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1. FELIZ O HOMEM SEM PECADO EM SEU CAMINHO,</a:t>
            </a:r>
          </a:p>
          <a:p>
            <a:pPr algn="l"/>
            <a:r>
              <a:rPr lang="pt-BR" sz="6000" dirty="0"/>
              <a:t>QUE NA LEI DO SENHOR DEUS VAI PROGREDINDO!</a:t>
            </a:r>
          </a:p>
          <a:p>
            <a:pPr algn="l"/>
            <a:r>
              <a:rPr lang="pt-BR" sz="6000" dirty="0"/>
              <a:t>FELIZ O HOMEM QUE OBSERVA SEUS PRECEITOS</a:t>
            </a:r>
          </a:p>
          <a:p>
            <a:pPr algn="l"/>
            <a:r>
              <a:rPr lang="pt-BR" sz="6000" dirty="0"/>
              <a:t>E DE TODO O CORAÇÃO PROCURA A DEUS.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5722845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OS VOSSOS MANDAMENTOS VÓS NOS DESTES</a:t>
            </a:r>
          </a:p>
          <a:p>
            <a:pPr algn="l"/>
            <a:r>
              <a:rPr lang="pt-BR" sz="6600" b="1" dirty="0"/>
              <a:t>PARA SEREM FIELMENTE OBSERVADOS.</a:t>
            </a:r>
          </a:p>
          <a:p>
            <a:pPr algn="l"/>
            <a:r>
              <a:rPr lang="pt-BR" sz="6600" b="1" dirty="0"/>
              <a:t>OXALÁ SEJA BEM FIRME A MINHA VIDA</a:t>
            </a:r>
          </a:p>
          <a:p>
            <a:pPr algn="l"/>
            <a:r>
              <a:rPr lang="pt-BR" sz="6600" b="1" dirty="0"/>
              <a:t>EM CUMPRIR VOSSA VONTADE E VOSSA LEI!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100483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2. QUE NÃO PRATICA A MALDADE EM SUA VIDA</a:t>
            </a:r>
          </a:p>
          <a:p>
            <a:pPr algn="l"/>
            <a:r>
              <a:rPr lang="pt-BR" sz="6600" dirty="0"/>
              <a:t>MAS VAI ANDANDO NOS CAMINHOS DO SENHOR.</a:t>
            </a:r>
          </a:p>
          <a:p>
            <a:pPr algn="l"/>
            <a:r>
              <a:rPr lang="pt-BR" sz="6600" dirty="0"/>
              <a:t>QUERO GUARDAR VOSSA VONTADE E VOSSA LEI;</a:t>
            </a:r>
          </a:p>
          <a:p>
            <a:pPr algn="l"/>
            <a:r>
              <a:rPr lang="pt-BR" sz="6600" dirty="0"/>
              <a:t>SENHOR, NÃO ME DEIXEIS DESAMPARADO!</a:t>
            </a:r>
          </a:p>
        </p:txBody>
      </p:sp>
    </p:spTree>
    <p:extLst>
      <p:ext uri="{BB962C8B-B14F-4D97-AF65-F5344CB8AC3E}">
        <p14:creationId xmlns:p14="http://schemas.microsoft.com/office/powerpoint/2010/main" val="16160459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OS VOSSOS MANDAMENTOS VÓS NOS DESTES</a:t>
            </a:r>
          </a:p>
          <a:p>
            <a:pPr algn="l"/>
            <a:r>
              <a:rPr lang="pt-BR" sz="6600" b="1" dirty="0"/>
              <a:t>PARA SEREM FIELMENTE OBSERVADOS.</a:t>
            </a:r>
          </a:p>
          <a:p>
            <a:pPr algn="l"/>
            <a:r>
              <a:rPr lang="pt-BR" sz="6600" b="1" dirty="0"/>
              <a:t>OXALÁ SEJA BEM FIRME A MINHA VIDA</a:t>
            </a:r>
          </a:p>
          <a:p>
            <a:pPr algn="l"/>
            <a:r>
              <a:rPr lang="pt-BR" sz="6600" b="1" dirty="0"/>
              <a:t>EM CUMPRIR VOSSA VONTADE E VOSSA LEI!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158314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3. COMO UM JOVEM PODERÁ TER VIDA PURA?</a:t>
            </a:r>
          </a:p>
          <a:p>
            <a:pPr algn="l"/>
            <a:r>
              <a:rPr lang="pt-BR" sz="6600" dirty="0"/>
              <a:t>OBSERVANDO, Ó SENHOR, VOSSA PALAVRA.</a:t>
            </a:r>
          </a:p>
          <a:p>
            <a:pPr algn="l"/>
            <a:r>
              <a:rPr lang="pt-BR" sz="6600" dirty="0"/>
              <a:t>EU VOS NARREI A MINHA SORTE E ME ATENDESTES,</a:t>
            </a:r>
          </a:p>
          <a:p>
            <a:pPr algn="l"/>
            <a:r>
              <a:rPr lang="pt-BR" sz="6600" dirty="0"/>
              <a:t>ENSINAI-ME, Ó SENHOR, VOSSA VONTADE!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4400199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OS VOSSOS MANDAMENTOS VÓS NOS DESTES</a:t>
            </a:r>
          </a:p>
          <a:p>
            <a:pPr algn="l"/>
            <a:r>
              <a:rPr lang="pt-BR" sz="6600" b="1" dirty="0"/>
              <a:t>PARA SEREM FIELMENTE OBSERVADOS.</a:t>
            </a:r>
          </a:p>
          <a:p>
            <a:pPr algn="l"/>
            <a:r>
              <a:rPr lang="pt-BR" sz="6600" b="1" dirty="0"/>
              <a:t>OXALÁ SEJA BEM FIRME A MINHA VIDA</a:t>
            </a:r>
          </a:p>
          <a:p>
            <a:pPr algn="l"/>
            <a:r>
              <a:rPr lang="pt-BR" sz="6600" b="1" dirty="0"/>
              <a:t>EM CUMPRIR VOSSA VONTADE E VOSSA LEI!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30258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4. FICO PENSANDO, Ó SENHOR, NOS MEUS CAMINHOS;</a:t>
            </a:r>
          </a:p>
          <a:p>
            <a:pPr algn="l"/>
            <a:r>
              <a:rPr lang="pt-BR" sz="6000" dirty="0"/>
              <a:t>ESCOLHI POR VOSSA LEI GUIAR MEUS PASSOS.</a:t>
            </a:r>
          </a:p>
          <a:p>
            <a:pPr algn="l"/>
            <a:r>
              <a:rPr lang="pt-BR" sz="6000" dirty="0"/>
              <a:t>EU ME APRESSO SEM PERDER UM SÓ INSTANTE</a:t>
            </a:r>
          </a:p>
          <a:p>
            <a:pPr algn="l"/>
            <a:r>
              <a:rPr lang="pt-BR" sz="6000" dirty="0"/>
              <a:t>EM PRATICAR TODOS OS VOSSOS MANDAMENTOS.</a:t>
            </a:r>
          </a:p>
        </p:txBody>
      </p:sp>
    </p:spTree>
    <p:extLst>
      <p:ext uri="{BB962C8B-B14F-4D97-AF65-F5344CB8AC3E}">
        <p14:creationId xmlns:p14="http://schemas.microsoft.com/office/powerpoint/2010/main" val="20915400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OS VOSSOS MANDAMENTOS VÓS NOS DESTES</a:t>
            </a:r>
          </a:p>
          <a:p>
            <a:pPr algn="l"/>
            <a:r>
              <a:rPr lang="pt-BR" sz="6600" b="1" dirty="0"/>
              <a:t>PARA SEREM FIELMENTE OBSERVADOS.</a:t>
            </a:r>
          </a:p>
          <a:p>
            <a:pPr algn="l"/>
            <a:r>
              <a:rPr lang="pt-BR" sz="6600" b="1" dirty="0"/>
              <a:t>OXALÁ SEJA BEM FIRME A MINHA VIDA</a:t>
            </a:r>
          </a:p>
          <a:p>
            <a:pPr algn="l"/>
            <a:r>
              <a:rPr lang="pt-BR" sz="6600" b="1" dirty="0"/>
              <a:t>EM CUMPRIR VOSSA VONTADE E VOSSA LEI!</a:t>
            </a:r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2566373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400" dirty="0"/>
              <a:t>5. LIBERTAI-ME DA OPRESSÃO E DA CALÚNIA,</a:t>
            </a:r>
          </a:p>
          <a:p>
            <a:pPr algn="l"/>
            <a:r>
              <a:rPr lang="pt-BR" sz="5400" dirty="0"/>
              <a:t>PARA QUE EU POSSA OBSERVAR VOSSOS PRECEITOS.</a:t>
            </a:r>
          </a:p>
          <a:p>
            <a:pPr algn="l"/>
            <a:r>
              <a:rPr lang="pt-BR" sz="5400" dirty="0"/>
              <a:t>SEREI FIEL À VOSSA LEI, VOSSA ALIANÇA;</a:t>
            </a:r>
          </a:p>
          <a:p>
            <a:pPr algn="l"/>
            <a:r>
              <a:rPr lang="pt-BR" sz="5400" dirty="0"/>
              <a:t>OS MEUS CAMINHOS ESTÃO TODOS ANTE VÓS.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2651025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dirty="0"/>
              <a:t>GLÓRIA A JESUS NA HÓSTIA SANTA,</a:t>
            </a:r>
          </a:p>
          <a:p>
            <a:pPr algn="l"/>
            <a:r>
              <a:rPr lang="pt-BR" sz="7200" dirty="0"/>
              <a:t>QUE SE CONSAGRA SOBRE O ALTAR;</a:t>
            </a:r>
          </a:p>
          <a:p>
            <a:pPr algn="l"/>
            <a:r>
              <a:rPr lang="pt-BR" sz="7200" dirty="0"/>
              <a:t>E AOS NOSSOS OLHOS SE LEVANTA</a:t>
            </a:r>
          </a:p>
          <a:p>
            <a:pPr algn="l"/>
            <a:r>
              <a:rPr lang="pt-BR" sz="7200" dirty="0"/>
              <a:t>PARA O BRASIL ABENÇOAR.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808869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QUE O SANTO SACRAMENTO,</a:t>
            </a:r>
          </a:p>
          <a:p>
            <a:pPr algn="l"/>
            <a:r>
              <a:rPr lang="pt-BR" sz="24000" b="1" dirty="0"/>
              <a:t>QUE É O PRÓPRIO CRISTO JESUS,</a:t>
            </a:r>
          </a:p>
          <a:p>
            <a:pPr algn="l"/>
            <a:r>
              <a:rPr lang="pt-BR" sz="24000" b="1" dirty="0"/>
              <a:t>SEJA ADORADO E SEJA AMADO,</a:t>
            </a:r>
          </a:p>
          <a:p>
            <a:pPr algn="l"/>
            <a:r>
              <a:rPr lang="pt-BR" sz="24000" b="1" dirty="0"/>
              <a:t>NESTA TERRA DE SANTA CRUZ.</a:t>
            </a:r>
          </a:p>
          <a:p>
            <a:pPr algn="l"/>
            <a:r>
              <a:rPr lang="pt-BR" sz="24000" b="1" dirty="0"/>
              <a:t>SEJA ADORADO E SEJA AMADO,</a:t>
            </a:r>
          </a:p>
          <a:p>
            <a:pPr algn="l"/>
            <a:r>
              <a:rPr lang="pt-BR" sz="24000" b="1" dirty="0"/>
              <a:t>NESTA TERRA DE SANTA CRUZ.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407641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dirty="0"/>
              <a:t>GLÓRIA A JESUS, DEUS ESCONDIDO,</a:t>
            </a:r>
          </a:p>
          <a:p>
            <a:pPr algn="l"/>
            <a:r>
              <a:rPr lang="pt-BR" sz="6600" dirty="0"/>
              <a:t>QUE VINDO A NÓS NA COMUNHÃO,</a:t>
            </a:r>
          </a:p>
          <a:p>
            <a:pPr algn="just"/>
            <a:r>
              <a:rPr lang="pt-BR" sz="6600" dirty="0"/>
              <a:t>PURIFICADO, ENRIQUECIDO,</a:t>
            </a:r>
          </a:p>
          <a:p>
            <a:pPr algn="l"/>
            <a:r>
              <a:rPr lang="pt-BR" sz="6600" dirty="0"/>
              <a:t>DEIXA-NOS SEMPRE O CORAÇÃO.</a:t>
            </a:r>
          </a:p>
        </p:txBody>
      </p:sp>
    </p:spTree>
    <p:extLst>
      <p:ext uri="{BB962C8B-B14F-4D97-AF65-F5344CB8AC3E}">
        <p14:creationId xmlns:p14="http://schemas.microsoft.com/office/powerpoint/2010/main" val="42472295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QUE O SANTO SACRAMENTO,</a:t>
            </a:r>
          </a:p>
          <a:p>
            <a:pPr algn="l"/>
            <a:r>
              <a:rPr lang="pt-BR" sz="24000" b="1" dirty="0"/>
              <a:t>QUE É O PRÓPRIO CRISTO JESUS,</a:t>
            </a:r>
          </a:p>
          <a:p>
            <a:pPr algn="l"/>
            <a:r>
              <a:rPr lang="pt-BR" sz="24000" b="1" dirty="0"/>
              <a:t>SEJA ADORADO E SEJA AMADO,</a:t>
            </a:r>
          </a:p>
          <a:p>
            <a:pPr algn="l"/>
            <a:r>
              <a:rPr lang="pt-BR" sz="24000" b="1" dirty="0"/>
              <a:t>NESTA TERRA DE SANTA CRUZ.</a:t>
            </a:r>
          </a:p>
          <a:p>
            <a:pPr algn="l"/>
            <a:r>
              <a:rPr lang="pt-BR" sz="24000" b="1" dirty="0"/>
              <a:t>SEJA ADORADO E SEJA AMADO,</a:t>
            </a:r>
          </a:p>
          <a:p>
            <a:pPr algn="l"/>
            <a:r>
              <a:rPr lang="pt-BR" sz="24000" b="1" dirty="0"/>
              <a:t>NESTA TERRA DE SANTA CRUZ.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131162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7927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0444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1740</Words>
  <Application>Microsoft Office PowerPoint</Application>
  <PresentationFormat>Widescreen</PresentationFormat>
  <Paragraphs>316</Paragraphs>
  <Slides>64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64</vt:i4>
      </vt:variant>
    </vt:vector>
  </HeadingPairs>
  <TitlesOfParts>
    <vt:vector size="69" baseType="lpstr">
      <vt:lpstr>Arial</vt:lpstr>
      <vt:lpstr>Calibri</vt:lpstr>
      <vt:lpstr>Calibri Light</vt:lpstr>
      <vt:lpstr>Inter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9</cp:revision>
  <dcterms:created xsi:type="dcterms:W3CDTF">2023-05-06T17:01:55Z</dcterms:created>
  <dcterms:modified xsi:type="dcterms:W3CDTF">2024-06-12T20:23:22Z</dcterms:modified>
</cp:coreProperties>
</file>