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2" r:id="rId2"/>
    <p:sldId id="484" r:id="rId3"/>
    <p:sldId id="428" r:id="rId4"/>
    <p:sldId id="306" r:id="rId5"/>
    <p:sldId id="601" r:id="rId6"/>
    <p:sldId id="592" r:id="rId7"/>
    <p:sldId id="602" r:id="rId8"/>
    <p:sldId id="450" r:id="rId9"/>
    <p:sldId id="261" r:id="rId10"/>
    <p:sldId id="338" r:id="rId11"/>
    <p:sldId id="339" r:id="rId12"/>
    <p:sldId id="340" r:id="rId13"/>
    <p:sldId id="432" r:id="rId14"/>
    <p:sldId id="597" r:id="rId15"/>
    <p:sldId id="265" r:id="rId16"/>
    <p:sldId id="266" r:id="rId17"/>
    <p:sldId id="267" r:id="rId18"/>
    <p:sldId id="268" r:id="rId19"/>
    <p:sldId id="291" r:id="rId20"/>
    <p:sldId id="293" r:id="rId21"/>
    <p:sldId id="294" r:id="rId22"/>
    <p:sldId id="295" r:id="rId23"/>
    <p:sldId id="526" r:id="rId24"/>
    <p:sldId id="603" r:id="rId25"/>
    <p:sldId id="604" r:id="rId26"/>
    <p:sldId id="429" r:id="rId27"/>
    <p:sldId id="430" r:id="rId28"/>
    <p:sldId id="347" r:id="rId29"/>
    <p:sldId id="272" r:id="rId30"/>
    <p:sldId id="273" r:id="rId31"/>
    <p:sldId id="286" r:id="rId32"/>
    <p:sldId id="362" r:id="rId33"/>
    <p:sldId id="415" r:id="rId34"/>
    <p:sldId id="416" r:id="rId35"/>
    <p:sldId id="417" r:id="rId36"/>
    <p:sldId id="418" r:id="rId37"/>
    <p:sldId id="302" r:id="rId38"/>
    <p:sldId id="337" r:id="rId39"/>
    <p:sldId id="374" r:id="rId40"/>
    <p:sldId id="461" r:id="rId41"/>
    <p:sldId id="277" r:id="rId42"/>
    <p:sldId id="440" r:id="rId43"/>
    <p:sldId id="441" r:id="rId44"/>
    <p:sldId id="323" r:id="rId45"/>
    <p:sldId id="582" r:id="rId46"/>
    <p:sldId id="583" r:id="rId47"/>
    <p:sldId id="584" r:id="rId48"/>
    <p:sldId id="388" r:id="rId49"/>
    <p:sldId id="278" r:id="rId50"/>
    <p:sldId id="605" r:id="rId51"/>
    <p:sldId id="606" r:id="rId52"/>
    <p:sldId id="607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1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416AE10-5CFE-CAB8-30C1-E532E27103DA}"/>
              </a:ext>
            </a:extLst>
          </p:cNvPr>
          <p:cNvSpPr txBox="1"/>
          <p:nvPr/>
        </p:nvSpPr>
        <p:spPr>
          <a:xfrm>
            <a:off x="912418" y="3570637"/>
            <a:ext cx="1072449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500" b="1" dirty="0">
                <a:solidFill>
                  <a:schemeClr val="bg1"/>
                </a:solidFill>
                <a:latin typeface="Baskerville Old Face" panose="02020602080505020303" pitchFamily="18" charset="0"/>
              </a:rPr>
              <a:t>PENTECOSTES</a:t>
            </a:r>
            <a:endParaRPr lang="pt-BR" sz="2400" b="1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D25C2C-1A1E-7354-C4DA-AFE21C85F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SENHOR EIS QUE VENHO</a:t>
            </a:r>
          </a:p>
          <a:p>
            <a:pPr algn="l"/>
            <a:r>
              <a:rPr lang="pt-BR" sz="7200" b="1" dirty="0">
                <a:latin typeface="Open Sans" panose="020B0606030504020204" pitchFamily="34" charset="0"/>
              </a:rPr>
              <a:t>EIS ME AQUI, EIS ME AQUI, FAÇA-SE EM MIM A TUA VONTADE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3836250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NO SENHOR EU ESPEREI</a:t>
            </a:r>
          </a:p>
          <a:p>
            <a:pPr algn="l"/>
            <a:r>
              <a:rPr lang="pt-BR" sz="7200" i="0" dirty="0">
                <a:effectLst/>
                <a:latin typeface="Open Sans" panose="020B0606030504020204" pitchFamily="34" charset="0"/>
              </a:rPr>
              <a:t>ELE SE INCLINOU PARA MIM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E OUVIU O MEU GRITO</a:t>
            </a:r>
          </a:p>
          <a:p>
            <a:pPr algn="l"/>
            <a:r>
              <a:rPr lang="pt-BR" sz="7200" dirty="0">
                <a:latin typeface="Open Sans" panose="020B0606030504020204" pitchFamily="34" charset="0"/>
              </a:rPr>
              <a:t>ME LIBERTOU DA MORTE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74168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4554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SOIS O CAMINHO QUE LEVA  AO PAI,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KYRIE ELEISON, KYRIE ELEISON</a:t>
            </a:r>
            <a:endParaRPr lang="pt-BR" sz="5800" b="1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30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CRISTO, QUE SOIS A VERDADE QUE ILUMINA OS POVOS,</a:t>
            </a: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C</a:t>
            </a:r>
            <a:r>
              <a:rPr lang="pt-BR" sz="5800" b="1" dirty="0">
                <a:latin typeface="arial" panose="020B0604020202020204" pitchFamily="34" charset="0"/>
              </a:rPr>
              <a:t>HRISTE ELEISON, CHRISTE ELEISON</a:t>
            </a:r>
            <a:endParaRPr lang="pt-BR" sz="5800" b="1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05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SENHOR, QUE SOIS A VIDA QUE RENOVA O MUNDO, TENDE PIEDADE DE NÓS.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1" dirty="0">
                <a:latin typeface="arial" panose="020B0604020202020204" pitchFamily="34" charset="0"/>
              </a:rPr>
              <a:t>KYRIE ELEISON, KYRIE ELEISON</a:t>
            </a:r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07406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3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8500" dirty="0"/>
              <a:t>GLÓRIA A DEUS NAS ALTURAS E PAZ NA TERRA AOS HOMENS POR ELE AMADOS,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 AMÉM!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30DEA-F3C8-0E7C-DCC6-C900BCDA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708C46A-1EC3-3A03-1D75-1379FFA4F2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562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016" y="2549880"/>
            <a:ext cx="9689967" cy="175824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DO SENHOR É QUE ME VEM O MEU SOCORRO, DO SENHOR QUE FEZ O CÉU E FEZ A TERRA!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ALEGRAI-VOS VÓS TODOS, PORQUE GRANDE HÁ DE SER A RECPMPENSA NOS CÉUS QUE UM DIA TEREIS!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246296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141271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752049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93528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10D96-E735-08DB-40CA-44A8D6C2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718B097-D184-8986-C872-854C0462B6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29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– 2 ESCUTAI, Ó SENHOR DEUS, MINHAS PALAVRAS, *</a:t>
            </a:r>
          </a:p>
          <a:p>
            <a:pPr algn="l"/>
            <a:r>
              <a:rPr lang="pt-BR" sz="9600" dirty="0"/>
              <a:t>ATENDEI O MEU GEMIDO!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233076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É A VÓS QUE EU DIRIJO A MINHA PRECE; *</a:t>
            </a:r>
          </a:p>
          <a:p>
            <a:pPr algn="l"/>
            <a:r>
              <a:rPr lang="pt-BR" sz="9600" dirty="0"/>
              <a:t>DE MANHÃ JÁ ME ESCUTAIS! R.</a:t>
            </a:r>
          </a:p>
        </p:txBody>
      </p:sp>
    </p:spTree>
    <p:extLst>
      <p:ext uri="{BB962C8B-B14F-4D97-AF65-F5344CB8AC3E}">
        <p14:creationId xmlns:p14="http://schemas.microsoft.com/office/powerpoint/2010/main" val="1157082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9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DESDE CEDO EU ME PREPARO PARA VÓS, *</a:t>
            </a:r>
          </a:p>
          <a:p>
            <a:pPr algn="l"/>
            <a:r>
              <a:rPr lang="pt-BR" sz="9600" dirty="0"/>
              <a:t>5 NÃO SOIS UM DEUS A QUEM AGRADE A INIQUIDADE. 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46419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5717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b="1" dirty="0"/>
              <a:t>FICAI ATENTO AO CLAMOR DA MINHA PRECE, Ó MEU REI E MEU SENHOR!</a:t>
            </a:r>
          </a:p>
          <a:p>
            <a:pPr algn="l"/>
            <a:endParaRPr lang="pt-BR" sz="9600" b="1" dirty="0"/>
          </a:p>
          <a:p>
            <a:pPr algn="l"/>
            <a:r>
              <a:rPr lang="pt-BR" sz="9600" dirty="0"/>
              <a:t>QUE ME POSSA CONDUZIR VOSSA JUSTIÇA, *</a:t>
            </a:r>
          </a:p>
          <a:p>
            <a:pPr algn="l"/>
            <a:r>
              <a:rPr lang="pt-BR" sz="9600" dirty="0"/>
              <a:t>POR CAUSA DO INIMIGO! R.</a:t>
            </a:r>
          </a:p>
        </p:txBody>
      </p:sp>
    </p:spTree>
    <p:extLst>
      <p:ext uri="{BB962C8B-B14F-4D97-AF65-F5344CB8AC3E}">
        <p14:creationId xmlns:p14="http://schemas.microsoft.com/office/powerpoint/2010/main" val="25774582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E3B-A009-8C82-E52D-E2398AE3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BD55639-D838-A240-2962-3C9CA47696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36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771909" cy="5334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l"/>
            <a:r>
              <a:rPr lang="pt-BR" sz="7300" dirty="0"/>
              <a:t>O CÉU E A TERRA PROCLAMAM A VOSSA GLÓRIA!</a:t>
            </a:r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710692" cy="5195454"/>
          </a:xfrm>
        </p:spPr>
        <p:txBody>
          <a:bodyPr>
            <a:normAutofit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 </a:t>
            </a:r>
            <a:endParaRPr lang="pt-BR" sz="7300" b="1" dirty="0"/>
          </a:p>
          <a:p>
            <a:pPr algn="just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DO AMOR</a:t>
            </a:r>
          </a:p>
          <a:p>
            <a:pPr algn="l"/>
            <a:r>
              <a:rPr lang="pt-BR" sz="6600" dirty="0"/>
              <a:t>E DOAREI AO MUNDO A VIDA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DOR</a:t>
            </a:r>
          </a:p>
          <a:p>
            <a:pPr algn="l"/>
            <a:r>
              <a:rPr lang="pt-BR" sz="6600" dirty="0"/>
              <a:t>E A TUA CRUZ NOS SALVARÁ</a:t>
            </a:r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DDFE-5782-1FBC-12F9-EF1E50FF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216CD-859A-7060-76C4-641568B97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6A935-A1C6-2472-B687-359CFFED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SEGUIR-TE-EI, SEGUIR-TE-EI, Ó SENHOR</a:t>
            </a:r>
          </a:p>
          <a:p>
            <a:pPr algn="l"/>
            <a:r>
              <a:rPr lang="pt-BR" sz="6600" dirty="0"/>
              <a:t>E NA TUA ESTRADA CAMINHAREI</a:t>
            </a:r>
          </a:p>
          <a:p>
            <a:pPr algn="l"/>
            <a:r>
              <a:rPr lang="pt-BR" sz="6600" dirty="0"/>
              <a:t>SEGUIR-TE-EI NO CAMINHO DA ALEGRIA</a:t>
            </a:r>
          </a:p>
          <a:p>
            <a:pPr algn="l"/>
            <a:r>
              <a:rPr lang="pt-BR" sz="6600" dirty="0"/>
              <a:t>E A TUA LUZ NOS GUIARÁ</a:t>
            </a:r>
          </a:p>
        </p:txBody>
      </p:sp>
    </p:spTree>
    <p:extLst>
      <p:ext uri="{BB962C8B-B14F-4D97-AF65-F5344CB8AC3E}">
        <p14:creationId xmlns:p14="http://schemas.microsoft.com/office/powerpoint/2010/main" val="36061016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514-6D19-4E39-3ADD-65AAFC367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5AA857-6689-7EC2-BA0C-335E7FFD3E61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721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E55DF-5DFA-7581-CC39-C4C70329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SUBTEMA DA NOITE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1F4BF5-FF9D-7E54-4DB9-E5A2A2719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14" y="1707078"/>
            <a:ext cx="10728367" cy="3443844"/>
          </a:xfrm>
        </p:spPr>
        <p:txBody>
          <a:bodyPr>
            <a:normAutofit/>
          </a:bodyPr>
          <a:lstStyle/>
          <a:p>
            <a:r>
              <a:rPr lang="pt-BR" sz="9600" b="1" dirty="0">
                <a:solidFill>
                  <a:schemeClr val="bg1"/>
                </a:solidFill>
                <a:latin typeface="Gabriola" panose="04040605051002020D02" pitchFamily="82" charset="0"/>
              </a:rPr>
              <a:t>A VIRTUDE DA FIDELIDADE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47BC6BB-4423-167A-DEB2-943BA65AE88B}"/>
              </a:ext>
            </a:extLst>
          </p:cNvPr>
          <p:cNvSpPr txBox="1">
            <a:spLocks/>
          </p:cNvSpPr>
          <p:nvPr/>
        </p:nvSpPr>
        <p:spPr>
          <a:xfrm>
            <a:off x="731815" y="5079097"/>
            <a:ext cx="10728367" cy="1349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000" b="1" dirty="0">
                <a:solidFill>
                  <a:schemeClr val="bg1"/>
                </a:solidFill>
                <a:latin typeface="Gabriola" panose="04040605051002020D02" pitchFamily="82" charset="0"/>
              </a:rPr>
              <a:t>SANTO ANTÔNIO CASAMENTEIRO, ROGAI PELAS FAMÍLIAS DO MUNDO INTEIRO!</a:t>
            </a:r>
          </a:p>
        </p:txBody>
      </p:sp>
    </p:spTree>
    <p:extLst>
      <p:ext uri="{BB962C8B-B14F-4D97-AF65-F5344CB8AC3E}">
        <p14:creationId xmlns:p14="http://schemas.microsoft.com/office/powerpoint/2010/main" val="11344261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F092-935B-868A-D829-D0A0DECF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5B811D-E8E4-898E-9D92-3B017709D6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6361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13461-175C-7E2F-7728-1C519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21AF66-494E-1584-5F6F-578A9F97EC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7418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SALVE GRANDE ANTÔNIO</a:t>
            </a:r>
          </a:p>
          <a:p>
            <a:pPr algn="l"/>
            <a:r>
              <a:rPr lang="pt-BR" sz="4800" dirty="0"/>
              <a:t>SANTO UNIVERSAL</a:t>
            </a:r>
          </a:p>
          <a:p>
            <a:pPr algn="l"/>
            <a:r>
              <a:rPr lang="pt-BR" sz="4800" dirty="0"/>
              <a:t>QUE AMPARAIS AFLITOS</a:t>
            </a:r>
          </a:p>
          <a:p>
            <a:pPr algn="l"/>
            <a:r>
              <a:rPr lang="pt-BR" sz="4800" dirty="0"/>
              <a:t>CONTRA TODO MAL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9AF4-6534-2480-5549-510CB1B15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10BDE-6E5D-2914-3A24-4A28F90A3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8394C3-449B-D54F-5F3E-5C34B29C0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DESPREZANDO AS HONRAS</a:t>
            </a:r>
          </a:p>
          <a:p>
            <a:pPr algn="l"/>
            <a:r>
              <a:rPr lang="pt-BR" sz="4800" dirty="0"/>
              <a:t>PELA SÃ POBREZA</a:t>
            </a:r>
          </a:p>
          <a:p>
            <a:pPr algn="l"/>
            <a:r>
              <a:rPr lang="pt-BR" sz="4800" dirty="0"/>
              <a:t>A JESUS VOS DESTES</a:t>
            </a:r>
          </a:p>
          <a:p>
            <a:pPr algn="l"/>
            <a:r>
              <a:rPr lang="pt-BR" sz="4800" dirty="0"/>
              <a:t>COM ARDOR E FIRMEZA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128375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4FFBA-B507-649C-505B-A17A06D8D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DEEA4-C8FF-BB14-A488-F99B81361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CEC209-9B7D-03D2-BBCD-19DBEBEB3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DO BERÇO SOIS GLÓRIA</a:t>
            </a:r>
          </a:p>
          <a:p>
            <a:pPr algn="l"/>
            <a:r>
              <a:rPr lang="pt-BR" sz="4800" dirty="0"/>
              <a:t>PARA OS LUSITANOS</a:t>
            </a:r>
          </a:p>
          <a:p>
            <a:pPr algn="l"/>
            <a:r>
              <a:rPr lang="pt-BR" sz="4800" dirty="0"/>
              <a:t>E DEPOIS GRANDEZA</a:t>
            </a:r>
          </a:p>
          <a:p>
            <a:pPr algn="l"/>
            <a:r>
              <a:rPr lang="pt-BR" sz="4800" dirty="0"/>
              <a:t>DOS ITALIANOS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547508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B5817-F321-A8CE-4A5C-03521CD39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7E62F-A9BE-AE85-0D7F-4F4F79929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DC0208-1042-EF6C-1BC8-92DD751D6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EM SANTAS MISSÕES</a:t>
            </a:r>
          </a:p>
          <a:p>
            <a:pPr algn="l"/>
            <a:r>
              <a:rPr lang="pt-BR" sz="4800" dirty="0"/>
              <a:t>POVOS CONVERTEU</a:t>
            </a:r>
          </a:p>
          <a:p>
            <a:pPr algn="l"/>
            <a:r>
              <a:rPr lang="pt-BR" sz="4800" dirty="0"/>
              <a:t>VOSSA LÍNGUA SANTA</a:t>
            </a:r>
          </a:p>
          <a:p>
            <a:pPr algn="l"/>
            <a:r>
              <a:rPr lang="pt-BR" sz="4800" dirty="0"/>
              <a:t>QUE NÃO PERECEU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248501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1197</Words>
  <Application>Microsoft Office PowerPoint</Application>
  <PresentationFormat>Widescreen</PresentationFormat>
  <Paragraphs>230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1" baseType="lpstr">
      <vt:lpstr>Arial</vt:lpstr>
      <vt:lpstr>Arial</vt:lpstr>
      <vt:lpstr>Baskerville Old Face</vt:lpstr>
      <vt:lpstr>Calibri</vt:lpstr>
      <vt:lpstr>Calibri Light</vt:lpstr>
      <vt:lpstr>Gabriola</vt:lpstr>
      <vt:lpstr>Open Sans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</vt:lpstr>
      <vt:lpstr>PÓS</vt:lpstr>
      <vt:lpstr>PÓS</vt:lpstr>
      <vt:lpstr>Apresentação do PowerPoint</vt:lpstr>
      <vt:lpstr>SUBTEMA DA NOITE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34</cp:revision>
  <dcterms:created xsi:type="dcterms:W3CDTF">2023-05-06T17:01:55Z</dcterms:created>
  <dcterms:modified xsi:type="dcterms:W3CDTF">2026-06-08T21:27:00Z</dcterms:modified>
</cp:coreProperties>
</file>