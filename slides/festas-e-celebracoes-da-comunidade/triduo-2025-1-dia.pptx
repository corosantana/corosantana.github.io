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440" r:id="rId4"/>
    <p:sldId id="407" r:id="rId5"/>
    <p:sldId id="408" r:id="rId6"/>
    <p:sldId id="258" r:id="rId7"/>
    <p:sldId id="259" r:id="rId8"/>
    <p:sldId id="424" r:id="rId9"/>
    <p:sldId id="525" r:id="rId10"/>
    <p:sldId id="260" r:id="rId11"/>
    <p:sldId id="265" r:id="rId12"/>
    <p:sldId id="266" r:id="rId13"/>
    <p:sldId id="267" r:id="rId14"/>
    <p:sldId id="271" r:id="rId15"/>
    <p:sldId id="425" r:id="rId16"/>
    <p:sldId id="441" r:id="rId17"/>
    <p:sldId id="442" r:id="rId18"/>
    <p:sldId id="443" r:id="rId19"/>
    <p:sldId id="445" r:id="rId20"/>
    <p:sldId id="444" r:id="rId21"/>
    <p:sldId id="292" r:id="rId22"/>
    <p:sldId id="275" r:id="rId23"/>
    <p:sldId id="363" r:id="rId24"/>
    <p:sldId id="361" r:id="rId25"/>
    <p:sldId id="526" r:id="rId26"/>
    <p:sldId id="421" r:id="rId27"/>
    <p:sldId id="535" r:id="rId28"/>
    <p:sldId id="422" r:id="rId29"/>
    <p:sldId id="536" r:id="rId30"/>
    <p:sldId id="537" r:id="rId31"/>
    <p:sldId id="538" r:id="rId32"/>
    <p:sldId id="539" r:id="rId33"/>
    <p:sldId id="404" r:id="rId34"/>
    <p:sldId id="337" r:id="rId35"/>
    <p:sldId id="374" r:id="rId36"/>
    <p:sldId id="429" r:id="rId37"/>
    <p:sldId id="522" r:id="rId38"/>
    <p:sldId id="523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AF437C-87F9-9A0C-E676-AAB1CF742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TODA A IGREJA AQUI ESTÁ, PARA O ENCONTRO COM DEUS.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MESMO O MARCOU,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ENTRE NÓS E O PAI SANTO, ESTÁ JESUS, NOSSO IRMÃO: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REZAREMOS COM CRISTO, O PERFEITO LOUVOR,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CÉUS E TERRA ESTARÃO, NA OBLAÇÃO DE JESUS.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QUER UNIR NUM REBANHO OS REMIDOS DA CRUZ.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144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LOUVAI-O E EXALTAI-O PELOS SÉCULOS SEM FIM!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PERMANECE FIEL ATÉ A MORTE, E A COROA DA VIDA EU TE DAREI!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COMO TUAS OBRAS ME ALEGRAM,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OS TEUS PRODÍGIOS SUSCITAM LOUVOR.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PRESENÇA EU CONTEMPLO NO CÉU,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TU ENGRANDECES O HOMEM MORTAL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DA NATUREZA ELE É REI E SENHOR.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HONRA O COROASTE, DE GLÓRIA E PODER,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POUCO MENOS QUE AOS ANJOS DO CÉU.</a:t>
            </a:r>
          </a:p>
        </p:txBody>
      </p:sp>
    </p:spTree>
    <p:extLst>
      <p:ext uri="{BB962C8B-B14F-4D97-AF65-F5344CB8AC3E}">
        <p14:creationId xmlns:p14="http://schemas.microsoft.com/office/powerpoint/2010/main" val="2959604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1071-0786-C968-033B-988B4EE9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8D677-D7FF-3A0B-FE94-9E2734A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7DBD1-C109-1A6D-6291-53B85391B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572345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3316-5874-D453-3512-F0820943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45DF0-3C68-558F-8663-6841CADF5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40A70C-50BA-33A4-9CC0-F3632C4FD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3. NARRAM OS CÉUS O QUE FEZ TUA MÃO,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TODO UNIVERSO TEU NOME BENDIZ.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CRIAÇÃO É UM CANTO DE AMOR,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ESSE CANTO É TAMBEM MEU LOUVOR.</a:t>
            </a:r>
          </a:p>
        </p:txBody>
      </p:sp>
    </p:spTree>
    <p:extLst>
      <p:ext uri="{BB962C8B-B14F-4D97-AF65-F5344CB8AC3E}">
        <p14:creationId xmlns:p14="http://schemas.microsoft.com/office/powerpoint/2010/main" val="3976522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17462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ALEGRIA, QUANDO OUVI QUE ME DISSERAM: *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'VAMOS À CASA DO SENHOR!'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AGORA NOSSOS PÉS JÁ SE DETÊM,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JERUSALÉM, EM TUAS PORTAS.</a:t>
            </a:r>
          </a:p>
        </p:txBody>
      </p:sp>
    </p:spTree>
    <p:extLst>
      <p:ext uri="{BB962C8B-B14F-4D97-AF65-F5344CB8AC3E}">
        <p14:creationId xmlns:p14="http://schemas.microsoft.com/office/powerpoint/2010/main" val="1428348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CF38C-3A9E-33A7-ECD3-A9498DF8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83572-AC74-5C6B-81ED-DF383B1BD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A9EE83-AA6B-943C-19E1-EF0845733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33658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LOUVAR, SEGUNDO A LEI DE ISRAEL,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NOME DO SENHOR.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 A SEDE DA JUSTIÇA LÁ ESTÁ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O TRONO DE DAVI.</a:t>
            </a:r>
            <a:br>
              <a:rPr lang="pt-BR" sz="6000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46147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2725-585B-BB51-5DD3-D136930C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9F6E7-EE6D-83A0-CE7B-F33E9D5F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54724F-6B98-4CFC-7E8A-EC3639A75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293818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D6010-89BC-0675-336B-E4A382D9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7D8E9-0E79-1BD1-A482-558E6E15C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17F17-A5DC-5D95-7DF9-62E6BDFB7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ROGAI QUE VIVA EM PAZ JERUSALÉM,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EM SEGURANÇA OS QUE TE AMAM!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A PAZ HABITE DENTRO DE TEUS MUROS,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TRANQUILIDADE EM TEUS PALÁCIOS!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90243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92DE4-8B14-DE93-36C8-F72F30A2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EEE0E-870E-B28F-7B77-10CBB52E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1E2A18-8732-2219-3C49-1E2A3403C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JERUSALÉM, CIDADE BEM EDIFICADA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NUM CONJUNTO HARMONIOSO;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PARA LÁ SOBEM AS TRIBOS DE ISRAEL, </a:t>
            </a:r>
          </a:p>
          <a:p>
            <a:pPr algn="l"/>
            <a:r>
              <a:rPr lang="pt-BR" sz="10000" b="1" i="0" dirty="0">
                <a:solidFill>
                  <a:srgbClr val="000000"/>
                </a:solidFill>
                <a:effectLst/>
                <a:latin typeface="-apple-system"/>
              </a:rPr>
              <a:t>AS TRIBOS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88346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37DC-79E9-D7EA-13CE-C5831AF0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214CC-A4C9-9169-9498-5E83DC7DF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ACA99-A148-8742-6736-F2E3AE92C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AMOR A MEUS IRMÃOS E MEUS AMIGOS,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PEÇO: 'A PAZ ESTEJA EM TI!'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9 PELO AMOR QUE TENHO À CASA DO SENHOR, *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DESEJO TODO BEM!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1959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/>
              <a:t>SALVE RAINHA, MÃE DE DEUS, ÉS SENHORA NOSSA MÃE</a:t>
            </a:r>
          </a:p>
          <a:p>
            <a:pPr algn="l"/>
            <a:r>
              <a:rPr lang="pt-BR" sz="6600" dirty="0"/>
              <a:t>NOSSA DOÇURA, NOSSA LUZ, DOCE VIRGEM MARIA</a:t>
            </a:r>
          </a:p>
          <a:p>
            <a:pPr algn="l"/>
            <a:r>
              <a:rPr lang="pt-BR" sz="6600" dirty="0"/>
              <a:t>NÓS A TI CLAMAMOS, FILHOS EXILADOS</a:t>
            </a:r>
          </a:p>
          <a:p>
            <a:pPr algn="l"/>
            <a:r>
              <a:rPr lang="pt-BR" sz="6600" dirty="0"/>
              <a:t>NÓS A TI VOLTAMOS NOSSO OLHAR CONFIANTE</a:t>
            </a:r>
            <a:endParaRPr lang="pt-BR" sz="44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83610D-3908-F36D-7DA5-BED740263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VOLTA PARA NÓS Ó MÃE, TEU SEMBLANTE DE AMOR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DAI-NOS TEU JESUS Ó MÃE, QUANDO A NOITE PASSAR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SALVE RAINHA, MÃE DE DEUS, ÉS AUXÍLIO DO CRISTÃO</a:t>
            </a:r>
            <a:br>
              <a:rPr lang="pt-BR" sz="5400" dirty="0"/>
            </a:br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Ó MÃE CLEMENTE, MÃE PIEDOSA, DOCE VIRGEM MARIA</a:t>
            </a:r>
            <a:endParaRPr lang="pt-BR" sz="6000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7D26720-4167-A036-3103-290A0D5AF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O INIMIGO PODE ATÉ TENTAR</a:t>
            </a:r>
          </a:p>
          <a:p>
            <a:pPr algn="l"/>
            <a:r>
              <a:rPr lang="pt-BR" sz="6600" b="1" dirty="0"/>
              <a:t>MAS NUNCA VAI TE DERRUBAR</a:t>
            </a:r>
          </a:p>
          <a:p>
            <a:pPr algn="l"/>
            <a:r>
              <a:rPr lang="pt-BR" sz="6600" b="1" dirty="0"/>
              <a:t>VOCÊ PODE ATÉ CAIR</a:t>
            </a:r>
          </a:p>
          <a:p>
            <a:pPr algn="l"/>
            <a:r>
              <a:rPr lang="pt-BR" sz="6600" b="1" dirty="0"/>
              <a:t>MAS LOGO VAI SE LEVANTAR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QUEM TEM MARIA COMO MÃE</a:t>
            </a:r>
          </a:p>
          <a:p>
            <a:pPr algn="l"/>
            <a:r>
              <a:rPr lang="pt-BR" sz="6600" b="1" dirty="0"/>
              <a:t>TEM SEMPRE O AMOR DE JESUS</a:t>
            </a:r>
          </a:p>
          <a:p>
            <a:pPr algn="l"/>
            <a:r>
              <a:rPr lang="pt-BR" sz="6600" b="1" dirty="0"/>
              <a:t>SE SUA FÉ PREVALECER</a:t>
            </a:r>
          </a:p>
          <a:p>
            <a:pPr algn="l"/>
            <a:r>
              <a:rPr lang="pt-BR" sz="6600" b="1" dirty="0"/>
              <a:t>PRA SEMPRE VAI TE ATENDER</a:t>
            </a:r>
          </a:p>
          <a:p>
            <a:pPr algn="l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FFB7-692B-83EA-495E-A19E75E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A917-63C5-B502-8F82-5705A14E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3649F-89EB-809F-46D6-52A4B9BD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VOU ME ENTREGAR</a:t>
            </a:r>
          </a:p>
          <a:p>
            <a:pPr algn="l"/>
            <a:r>
              <a:rPr lang="pt-BR" sz="6600" b="1" dirty="0"/>
              <a:t>VOU CONFIAR NO AMOR DE JESUS</a:t>
            </a:r>
          </a:p>
          <a:p>
            <a:pPr algn="l"/>
            <a:r>
              <a:rPr lang="pt-BR" sz="6600" b="1" dirty="0"/>
              <a:t>PODE ACREDITAR, DEUS É MAIOR</a:t>
            </a:r>
          </a:p>
          <a:p>
            <a:pPr algn="l"/>
            <a:r>
              <a:rPr lang="pt-BR" sz="6600" b="1" dirty="0"/>
              <a:t>DEUS É MAIOR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b="1" dirty="0"/>
              <a:t>MARIA PASSA À FRENTE</a:t>
            </a:r>
          </a:p>
          <a:p>
            <a:pPr algn="l"/>
            <a:r>
              <a:rPr lang="pt-BR" sz="6600" b="1" dirty="0"/>
              <a:t>PISA NA CABEÇA DA SERPENTE</a:t>
            </a:r>
          </a:p>
          <a:p>
            <a:pPr algn="l"/>
            <a:r>
              <a:rPr lang="pt-BR" sz="6600" b="1" dirty="0"/>
              <a:t>INTERCEDE JUNTO A JESUS</a:t>
            </a:r>
          </a:p>
          <a:p>
            <a:pPr algn="l"/>
            <a:r>
              <a:rPr lang="pt-BR" sz="6600" b="1" dirty="0"/>
              <a:t>CRUZ SAGRADA, SEJA MINHA LUZ</a:t>
            </a:r>
          </a:p>
          <a:p>
            <a:pPr algn="l"/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141415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8319</TotalTime>
  <Words>845</Words>
  <Application>Microsoft Office PowerPoint</Application>
  <PresentationFormat>Widescreen</PresentationFormat>
  <Paragraphs>161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6" baseType="lpstr">
      <vt:lpstr>-apple-system</vt:lpstr>
      <vt:lpstr>Arial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49</cp:revision>
  <dcterms:created xsi:type="dcterms:W3CDTF">2023-05-06T17:01:55Z</dcterms:created>
  <dcterms:modified xsi:type="dcterms:W3CDTF">2025-11-25T20:50:56Z</dcterms:modified>
</cp:coreProperties>
</file>