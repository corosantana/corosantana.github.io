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16" r:id="rId4"/>
    <p:sldId id="517" r:id="rId5"/>
    <p:sldId id="258" r:id="rId6"/>
    <p:sldId id="538" r:id="rId7"/>
    <p:sldId id="539" r:id="rId8"/>
    <p:sldId id="51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432" r:id="rId19"/>
    <p:sldId id="271" r:id="rId20"/>
    <p:sldId id="438" r:id="rId21"/>
    <p:sldId id="503" r:id="rId22"/>
    <p:sldId id="504" r:id="rId23"/>
    <p:sldId id="505" r:id="rId24"/>
    <p:sldId id="292" r:id="rId25"/>
    <p:sldId id="506" r:id="rId26"/>
    <p:sldId id="540" r:id="rId27"/>
    <p:sldId id="361" r:id="rId28"/>
    <p:sldId id="518" r:id="rId29"/>
    <p:sldId id="534" r:id="rId30"/>
    <p:sldId id="535" r:id="rId31"/>
    <p:sldId id="536" r:id="rId32"/>
    <p:sldId id="537" r:id="rId33"/>
    <p:sldId id="404" r:id="rId34"/>
    <p:sldId id="420" r:id="rId35"/>
    <p:sldId id="437" r:id="rId36"/>
    <p:sldId id="436" r:id="rId37"/>
    <p:sldId id="495" r:id="rId38"/>
    <p:sldId id="574" r:id="rId39"/>
    <p:sldId id="440" r:id="rId40"/>
    <p:sldId id="442" r:id="rId41"/>
    <p:sldId id="581" r:id="rId42"/>
    <p:sldId id="441" r:id="rId43"/>
    <p:sldId id="323" r:id="rId44"/>
    <p:sldId id="298" r:id="rId45"/>
    <p:sldId id="299" r:id="rId46"/>
    <p:sldId id="300" r:id="rId47"/>
    <p:sldId id="388" r:id="rId48"/>
    <p:sldId id="278" r:id="rId49"/>
    <p:sldId id="433" r:id="rId50"/>
    <p:sldId id="582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A0C6FD-0660-DB9A-0445-9D8B2FC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4º DOMINGO DA PÁSCOA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B89F6F-2F6D-8E74-8EE0-D0E495466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09" y="-27638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ESTE É O DIA EM QUE O AMOR VENCEU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BRILHANTE LUZ ILUMINOU AS TREVAS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2E74-2AE5-F4D4-6166-4DE76A1B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827D-CC79-EA71-B167-67E24111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E1B497-B198-5E3B-18B2-0A6E7D1CC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SUAVE AURORA VEIO ANUNCIANDO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 NOVA ERA FOI INAUGURADA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7879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1F9F-DF25-AC42-0597-8120F0C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1C636-7D85-EAB6-7D26-ABD6CE61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63144F-1D6C-FF92-72E6-9916EC23E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>
                <a:solidFill>
                  <a:srgbClr val="000000"/>
                </a:solidFill>
                <a:effectLst/>
                <a:latin typeface="-apple-system"/>
              </a:rPr>
              <a:t>3. </a:t>
            </a:r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NO CORAÇÃO DE TODOS NÓS RENASCE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ESPERANÇA DE UM NOVO TEMPO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6061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PAZ, TENDE PIEDADE DE NÓS!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100642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NOSSA PÁSCOA, TENDE PIEDADE DE NÓS!</a:t>
            </a:r>
          </a:p>
          <a:p>
            <a:pPr algn="just"/>
            <a:r>
              <a:rPr lang="pt-BR" sz="7200" b="1" dirty="0"/>
              <a:t>CRISTO,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VIDA, TENDE PIEDADE DE NÓS!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19313"/>
            <a:ext cx="10220389" cy="2019374"/>
          </a:xfrm>
        </p:spPr>
        <p:txBody>
          <a:bodyPr>
            <a:normAutofit/>
          </a:bodyPr>
          <a:lstStyle/>
          <a:p>
            <a:r>
              <a:rPr lang="pt-BR" sz="6000" b="1" i="0" dirty="0">
                <a:effectLst/>
              </a:rPr>
              <a:t>O SENHOR PÔS O SEU TRONO LÁ NOS CÉUS.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O ESPÍRITO SANTO, O PARÁCLITO, HAVERÁ DE LEMBRAR-VOS DE TUDO O QUE TENHO FALADO.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586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586" y="990168"/>
            <a:ext cx="11271096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PROCLAMAM A VOSSA GLÓRIA</a:t>
            </a:r>
          </a:p>
          <a:p>
            <a:pPr algn="just"/>
            <a:r>
              <a:rPr lang="pt-BR" sz="6600" b="1" dirty="0"/>
              <a:t>HOSANA, HOSANA, HOSANA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2752-7E28-27D6-B70E-4A3AB4DD5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41CB2-51F3-85DC-45C9-6AF4E12B2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13D243-3785-25A8-4E86-92CBB795F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r>
              <a:rPr lang="pt-BR" sz="6600" b="1" dirty="0"/>
              <a:t>HOSANA, HOSANA, HOSANA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5918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ANTES DA MORTE E RESSURREIÇÃO DE JESUS,</a:t>
            </a:r>
          </a:p>
          <a:p>
            <a:pPr algn="l"/>
            <a:r>
              <a:rPr lang="pt-BR" sz="4400" dirty="0"/>
              <a:t>ELE, NA CEIA, QUIS SE ENTREGAR:</a:t>
            </a:r>
          </a:p>
          <a:p>
            <a:pPr algn="l"/>
            <a:r>
              <a:rPr lang="pt-BR" sz="4400" dirty="0"/>
              <a:t>DEU-SE EM COMIDA E BEBIDA PRA NOS SALVAR.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3717685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1124-C74F-DB42-2DF9-71A1FF1B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23C8E-99D5-F803-7707-7BB85AAFF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1F38B-6A29-C0C6-863F-7A5C50BF5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PARA LEMBRARMOS A MORTE, A CRUZ DO SENHOR,</a:t>
            </a:r>
          </a:p>
          <a:p>
            <a:pPr algn="l"/>
            <a:r>
              <a:rPr lang="pt-BR" sz="4400" dirty="0"/>
              <a:t>NÓS REPETIMOS, COMO ELE FEZ:</a:t>
            </a:r>
          </a:p>
          <a:p>
            <a:pPr algn="l"/>
            <a:r>
              <a:rPr lang="pt-BR" sz="4400" dirty="0"/>
              <a:t>GESTOS, PALAVRAS, ATÉ QUE VOLTE OUTRA VEZ.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36079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16E8-247D-120D-3E81-81DD9090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27111-4CD1-CE99-4441-A2E29D38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D21D7-D87C-9158-662C-EE5BC2496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ESTE BANQUETE ALIMENTA O AMOR DOS IRMÃOS,</a:t>
            </a:r>
          </a:p>
          <a:p>
            <a:pPr algn="l"/>
            <a:r>
              <a:rPr lang="pt-BR" sz="4400" dirty="0"/>
              <a:t>E NOS PREPARA A GLÓRIA DO CÉU:</a:t>
            </a:r>
          </a:p>
          <a:p>
            <a:pPr algn="l"/>
            <a:r>
              <a:rPr lang="pt-BR" sz="4400" dirty="0"/>
              <a:t>ELE É A FORÇA NA CAMINHADA PRA DEUS.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1631060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82C6-1336-8A9E-55ED-0E9A09D5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3695-2B77-1B62-5A89-454B0B8E2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A219E-3C24-6FBD-EFF4-F203EE51D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EIS O PÃO VIVO MANDADO A NÓS POR DEUS PAI!</a:t>
            </a:r>
          </a:p>
          <a:p>
            <a:pPr algn="l"/>
            <a:r>
              <a:rPr lang="pt-BR" sz="4400" dirty="0"/>
              <a:t>QUEM O RECEBE, NÃO MORRERÁ:</a:t>
            </a:r>
          </a:p>
          <a:p>
            <a:pPr algn="l"/>
            <a:r>
              <a:rPr lang="pt-BR" sz="4400" dirty="0"/>
              <a:t>NO ÚLTIMO DIA VAI RESSURGIR, VIVERÁ.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2056996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8EC3-A110-23AA-B313-47DF22748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71536-88C0-8D15-A258-05EA5DE10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15E8EE-4F17-94F3-24D0-E7DA3C4D4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CRISTO ESTÁ VIVO, RESSUSCITOU PARA NÓS!</a:t>
            </a:r>
          </a:p>
          <a:p>
            <a:pPr algn="l"/>
            <a:r>
              <a:rPr lang="pt-BR" sz="4400" dirty="0"/>
              <a:t>ESTA VERDADE VAI ANUNCIAR,</a:t>
            </a:r>
          </a:p>
          <a:p>
            <a:pPr algn="l"/>
            <a:r>
              <a:rPr lang="pt-BR" sz="4400" dirty="0"/>
              <a:t>A TODA TERRA, COM ALEGRIA A CANTAR.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840305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2248-463B-BFB3-BBB1-BDCD592A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0B1015E-ADF3-B92A-536A-83DB8E7605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910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6" y="1946358"/>
            <a:ext cx="10728367" cy="2965283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NASCE A AURORA DE UM FUTURO NOVO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DEUS NOS OLHA, TERNO E PACIENTE</a:t>
            </a:r>
          </a:p>
          <a:p>
            <a:pPr algn="l"/>
            <a:r>
              <a:rPr lang="pt-BR" sz="6000" dirty="0"/>
              <a:t>NASCE A AURORA DE UM FUTURO NOVO</a:t>
            </a:r>
          </a:p>
          <a:p>
            <a:pPr algn="l"/>
            <a:r>
              <a:rPr lang="pt-BR" sz="6000" dirty="0"/>
              <a:t>NOVOS CÉUS, TERRA FEITA NOVA</a:t>
            </a:r>
          </a:p>
          <a:p>
            <a:pPr algn="l"/>
            <a:r>
              <a:rPr lang="pt-BR" sz="6000" dirty="0"/>
              <a:t>PASSA OS MUROS, 'SPIRITO DE VIDA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8317</TotalTime>
  <Words>1331</Words>
  <Application>Microsoft Office PowerPoint</Application>
  <PresentationFormat>Widescreen</PresentationFormat>
  <Paragraphs>253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7" baseType="lpstr">
      <vt:lpstr>-apple-system</vt:lpstr>
      <vt:lpstr>Arial</vt:lpstr>
      <vt:lpstr>Calibri</vt:lpstr>
      <vt:lpstr>Calibri Light</vt:lpstr>
      <vt:lpstr>Gabriola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HINO DO JUBILEU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47</cp:revision>
  <dcterms:created xsi:type="dcterms:W3CDTF">2023-05-06T17:01:55Z</dcterms:created>
  <dcterms:modified xsi:type="dcterms:W3CDTF">2025-06-09T20:16:36Z</dcterms:modified>
</cp:coreProperties>
</file>