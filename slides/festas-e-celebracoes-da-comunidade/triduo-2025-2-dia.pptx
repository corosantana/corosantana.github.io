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440" r:id="rId4"/>
    <p:sldId id="540" r:id="rId5"/>
    <p:sldId id="407" r:id="rId6"/>
    <p:sldId id="258" r:id="rId7"/>
    <p:sldId id="541" r:id="rId8"/>
    <p:sldId id="549" r:id="rId9"/>
    <p:sldId id="550" r:id="rId10"/>
    <p:sldId id="260" r:id="rId11"/>
    <p:sldId id="265" r:id="rId12"/>
    <p:sldId id="266" r:id="rId13"/>
    <p:sldId id="267" r:id="rId14"/>
    <p:sldId id="271" r:id="rId15"/>
    <p:sldId id="425" r:id="rId16"/>
    <p:sldId id="441" r:id="rId17"/>
    <p:sldId id="442" r:id="rId18"/>
    <p:sldId id="292" r:id="rId19"/>
    <p:sldId id="275" r:id="rId20"/>
    <p:sldId id="363" r:id="rId21"/>
    <p:sldId id="361" r:id="rId22"/>
    <p:sldId id="362" r:id="rId23"/>
    <p:sldId id="420" r:id="rId24"/>
    <p:sldId id="551" r:id="rId25"/>
    <p:sldId id="404" r:id="rId26"/>
    <p:sldId id="337" r:id="rId27"/>
    <p:sldId id="374" r:id="rId28"/>
    <p:sldId id="429" r:id="rId29"/>
    <p:sldId id="522" r:id="rId30"/>
    <p:sldId id="523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AF437C-87F9-9A0C-E676-AAB1CF742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O SENHOR É O PASTOR QUE ME CONDUZ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POR CAMINHOS NUNCA VISTOS ME ENVIOU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SOU CHAMADO A SER FERMENTO SAL E LUZ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2066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06BE-267D-FEC8-F5EC-F599E090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87BD8-66D1-630D-6058-A9A6A48C4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D9F8D6-9B0A-2EEF-5AB7-D42AE03E1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5578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101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ELE PÔS EM MINHA BOCA UMA CANÇÃO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ME UNGIU COMO PROFETA E TROVADOR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DA HISTÓRIA E DA VIDA DO MEU POVO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8274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SENHOR, TENDE PIEDADE DE NÓS! (2X)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245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VOS ALEGRAIS PELO PECADOR ARREPENDIDO,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dirty="0">
                <a:latin typeface="arial" panose="020B0604020202020204" pitchFamily="34" charset="0"/>
              </a:rPr>
              <a:t>CRISTO, TENDE PIEDADE DE NÓS! (2X)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435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dirty="0">
                <a:latin typeface="arial" panose="020B0604020202020204" pitchFamily="34" charset="0"/>
              </a:rPr>
              <a:t>SENHOR, TENDE PIEDADE DE NÓS! (2X)</a:t>
            </a:r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40594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LOUVAI-O E EXALTAI-O PELOS SÉCULOS SEM FIM!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LOUVAI-O E EXALTAI-O PELOS SÉCULOS SEM FIM!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 A MESA SANTA QUE PREPARAMOS,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MÃOS QUE SE ELEVAM A TI, Ó SENHOR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 PÃO E O VINHO, FRUTOS DA TERRA,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DURO TRABALHO, CARINHO E AMOR.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05826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FLORES, ESPINHOS, DOR E ALEGRIA,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PAIS, MÃES E FILHOS DIANTE DO ALTAR.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NOSSA OFERTA EM NOVA FESTA,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NOSSA DOR, VEM SENHOR TRANSFORMAR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VIDA NOVA, NOVA FAMÍLIA,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QUE CELEBRAMOS AQUI TEM LUGAR.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TUA BONDADE VEM COM FARTURA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É SÓ SABER REUNIR, PARTILHAR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572523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 A VOSSA GLÓRIA</a:t>
            </a:r>
          </a:p>
          <a:p>
            <a:pPr algn="just"/>
            <a:r>
              <a:rPr lang="pt-BR" sz="6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EU VOS CANTE, Ó SENHOR, PELO BEM QUE ME FIZESTES!  </a:t>
            </a:r>
          </a:p>
          <a:p>
            <a:pPr algn="l"/>
            <a:endParaRPr lang="pt-BR" sz="63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ATÉ QUANDO, Ó SENHOR, ME ESQUECEREIS?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ATÉ QUANDO ESCONDEREIS A VOSSA FACE?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ATÉ QUANDO ESTARÁ TRISTE A MINHA ALMA?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O CORAÇÃO ANGUSTIADO CADA DIA? </a:t>
            </a:r>
            <a:endParaRPr lang="pt-BR" sz="33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EU VOS CANTE, Ó SENHOR, PELO BEM QUE ME FIZESTES!  </a:t>
            </a:r>
          </a:p>
          <a:p>
            <a:pPr algn="l"/>
            <a:endParaRPr lang="pt-BR" sz="63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ATÉ QUANDO O INIMIGO SE ERGUERÁ?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OLHAI, SENHOR, MEU DEUS, E RESPONDEI-ME!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NÃO DEIXEIS QUE SE ME APAGUE A LUZ DOS OLHOS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SE FECHEM, PELA MORTE, ADORMECIDOS!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69316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EU VOS CANTE, Ó SENHOR, PELO BEM QUE ME FIZESTES!  </a:t>
            </a:r>
          </a:p>
          <a:p>
            <a:pPr algn="l"/>
            <a:endParaRPr lang="pt-BR" sz="63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O INIMIGO NÃO ME DIGA: ‘EU TRIUNFEI!’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NEM EXULTE O OPRESSOR POR MINHA QUEDA.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UMA VEZ QUE CONFIEI NO VOSSO AMOR,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MEU CORAÇÃO, POR VOSSO AUXÍLIO, REJUBILE.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34708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SALVE RAINHA, MÃE DE DEUS, ÉS SENHORA NOSSA MÃE</a:t>
            </a:r>
          </a:p>
          <a:p>
            <a:pPr algn="l"/>
            <a:r>
              <a:rPr lang="pt-BR" sz="6600" dirty="0"/>
              <a:t>NOSSA DOÇURA, NOSSA LUZ, DOCE VIRGEM MARIA</a:t>
            </a:r>
          </a:p>
          <a:p>
            <a:pPr algn="l"/>
            <a:r>
              <a:rPr lang="pt-BR" sz="6600" dirty="0"/>
              <a:t>NÓS A TI CLAMAMOS, FILHOS EXILADOS</a:t>
            </a:r>
          </a:p>
          <a:p>
            <a:pPr algn="l"/>
            <a:r>
              <a:rPr lang="pt-BR" sz="6600" dirty="0"/>
              <a:t>NÓS A TI VOLTAMOS NOSSO OLHAR CONFIANTE</a:t>
            </a:r>
            <a:endParaRPr lang="pt-BR" sz="4400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F83610D-3908-F36D-7DA5-BED740263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VOLTA PARA NÓS Ó MÃE, TEU SEMBLANTE DE AMOR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DAI-NOS TEU JESUS Ó MÃE, QUANDO A NOITE PASSAR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SALVE RAINHA, MÃE DE DEUS, ÉS AUXÍLIO DO CRISTÃO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MÃE CLEMENTE, MÃE PIEDOSA, DOCE VIRGEM MARIA</a:t>
            </a:r>
            <a:endParaRPr lang="pt-BR" sz="6000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7D26720-4167-A036-3103-290A0D5AF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1723-1D27-38BF-FC72-FA2857CF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8DEE4-5B09-B798-DAA6-2D8CCED9E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F599BF-15DD-9E64-6CED-93C0F79A9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 INIMIGO PODE ATÉ TENTAR</a:t>
            </a:r>
          </a:p>
          <a:p>
            <a:pPr algn="l"/>
            <a:r>
              <a:rPr lang="pt-BR" sz="6600" b="1" dirty="0"/>
              <a:t>MAS NUNCA VAI TE DERRUBAR</a:t>
            </a:r>
          </a:p>
          <a:p>
            <a:pPr algn="l"/>
            <a:r>
              <a:rPr lang="pt-BR" sz="6600" b="1" dirty="0"/>
              <a:t>VOCÊ PODE ATÉ CAIR</a:t>
            </a:r>
          </a:p>
          <a:p>
            <a:pPr algn="l"/>
            <a:r>
              <a:rPr lang="pt-BR" sz="6600" b="1" dirty="0"/>
              <a:t>MAS LOGO VAI SE LEVANTAR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QUEM TEM MARIA COMO MÃE</a:t>
            </a:r>
          </a:p>
          <a:p>
            <a:pPr algn="l"/>
            <a:r>
              <a:rPr lang="pt-BR" sz="6600" b="1" dirty="0"/>
              <a:t>TEM SEMPRE O AMOR DE JESUS</a:t>
            </a:r>
          </a:p>
          <a:p>
            <a:pPr algn="l"/>
            <a:r>
              <a:rPr lang="pt-BR" sz="6600" b="1" dirty="0"/>
              <a:t>SE SUA FÉ PREVALECER</a:t>
            </a:r>
          </a:p>
          <a:p>
            <a:pPr algn="l"/>
            <a:r>
              <a:rPr lang="pt-BR" sz="6600" b="1" dirty="0"/>
              <a:t>PRA SEMPRE VAI TE ATENDER</a:t>
            </a:r>
          </a:p>
          <a:p>
            <a:pPr algn="l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425433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9FFB7-692B-83EA-495E-A19E75EA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BA917-63C5-B502-8F82-5705A14E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A3649F-89EB-809F-46D6-52A4B9BD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VOU ME ENTREGAR</a:t>
            </a:r>
          </a:p>
          <a:p>
            <a:pPr algn="l"/>
            <a:r>
              <a:rPr lang="pt-BR" sz="6600" b="1" dirty="0"/>
              <a:t>VOU CONFIAR NO AMOR DE JESUS</a:t>
            </a:r>
          </a:p>
          <a:p>
            <a:pPr algn="l"/>
            <a:r>
              <a:rPr lang="pt-BR" sz="6600" b="1" dirty="0"/>
              <a:t>PODE ACREDITAR, DEUS É MAIOR</a:t>
            </a:r>
          </a:p>
          <a:p>
            <a:pPr algn="l"/>
            <a:r>
              <a:rPr lang="pt-BR" sz="6600" b="1" dirty="0"/>
              <a:t>DEUS É MAIOR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MARIA PASSA À FRENTE</a:t>
            </a:r>
          </a:p>
          <a:p>
            <a:pPr algn="l"/>
            <a:r>
              <a:rPr lang="pt-BR" sz="6600" b="1" dirty="0"/>
              <a:t>PISA NA CABEÇA DA SERPENTE</a:t>
            </a:r>
          </a:p>
          <a:p>
            <a:pPr algn="l"/>
            <a:r>
              <a:rPr lang="pt-BR" sz="6600" b="1" dirty="0"/>
              <a:t>INTERCEDE JUNTO A JESUS</a:t>
            </a:r>
          </a:p>
          <a:p>
            <a:pPr algn="l"/>
            <a:r>
              <a:rPr lang="pt-BR" sz="6600" b="1" dirty="0"/>
              <a:t>CRUZ SAGRADA, SEJA MINHA LUZ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1414156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8326</TotalTime>
  <Words>726</Words>
  <Application>Microsoft Office PowerPoint</Application>
  <PresentationFormat>Widescreen</PresentationFormat>
  <Paragraphs>130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8" baseType="lpstr">
      <vt:lpstr>-apple-system</vt:lpstr>
      <vt:lpstr>Arial</vt:lpstr>
      <vt:lpstr>Arial</vt:lpstr>
      <vt:lpstr>Calibri</vt:lpstr>
      <vt:lpstr>Calibri Light</vt:lpstr>
      <vt:lpstr>Roboto</vt:lpstr>
      <vt:lpstr>Verdana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51</cp:revision>
  <dcterms:created xsi:type="dcterms:W3CDTF">2023-05-06T17:01:55Z</dcterms:created>
  <dcterms:modified xsi:type="dcterms:W3CDTF">2025-11-26T20:38:54Z</dcterms:modified>
</cp:coreProperties>
</file>