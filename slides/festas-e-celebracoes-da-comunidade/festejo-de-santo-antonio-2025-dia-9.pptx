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2" r:id="rId2"/>
    <p:sldId id="256" r:id="rId3"/>
    <p:sldId id="288" r:id="rId4"/>
    <p:sldId id="585" r:id="rId5"/>
    <p:sldId id="523" r:id="rId6"/>
    <p:sldId id="306" r:id="rId7"/>
    <p:sldId id="375" r:id="rId8"/>
    <p:sldId id="410" r:id="rId9"/>
    <p:sldId id="411" r:id="rId10"/>
    <p:sldId id="412" r:id="rId11"/>
    <p:sldId id="450" r:id="rId12"/>
    <p:sldId id="261" r:id="rId13"/>
    <p:sldId id="262" r:id="rId14"/>
    <p:sldId id="263" r:id="rId15"/>
    <p:sldId id="283" r:id="rId16"/>
    <p:sldId id="264" r:id="rId17"/>
    <p:sldId id="265" r:id="rId18"/>
    <p:sldId id="266" r:id="rId19"/>
    <p:sldId id="267" r:id="rId20"/>
    <p:sldId id="268" r:id="rId21"/>
    <p:sldId id="291" r:id="rId22"/>
    <p:sldId id="293" r:id="rId23"/>
    <p:sldId id="294" r:id="rId24"/>
    <p:sldId id="295" r:id="rId25"/>
    <p:sldId id="526" r:id="rId26"/>
    <p:sldId id="348" r:id="rId27"/>
    <p:sldId id="586" r:id="rId28"/>
    <p:sldId id="587" r:id="rId29"/>
    <p:sldId id="588" r:id="rId30"/>
    <p:sldId id="347" r:id="rId31"/>
    <p:sldId id="272" r:id="rId32"/>
    <p:sldId id="273" r:id="rId33"/>
    <p:sldId id="286" r:id="rId34"/>
    <p:sldId id="275" r:id="rId35"/>
    <p:sldId id="296" r:id="rId36"/>
    <p:sldId id="297" r:id="rId37"/>
    <p:sldId id="589" r:id="rId38"/>
    <p:sldId id="298" r:id="rId39"/>
    <p:sldId id="590" r:id="rId40"/>
    <p:sldId id="302" r:id="rId41"/>
    <p:sldId id="422" r:id="rId42"/>
    <p:sldId id="424" r:id="rId43"/>
    <p:sldId id="277" r:id="rId44"/>
    <p:sldId id="440" r:id="rId45"/>
    <p:sldId id="442" r:id="rId46"/>
    <p:sldId id="581" r:id="rId47"/>
    <p:sldId id="441" r:id="rId48"/>
    <p:sldId id="323" r:id="rId49"/>
    <p:sldId id="582" r:id="rId50"/>
    <p:sldId id="583" r:id="rId51"/>
    <p:sldId id="584" r:id="rId52"/>
    <p:sldId id="388" r:id="rId53"/>
    <p:sldId id="278" r:id="rId54"/>
    <p:sldId id="433" r:id="rId55"/>
    <p:sldId id="437" r:id="rId5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16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D1546C5-1DEF-7B65-85C1-FEF0DB0B1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525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1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86B905A-6E2D-DAC5-16FC-42B645A5E31A}"/>
              </a:ext>
            </a:extLst>
          </p:cNvPr>
          <p:cNvSpPr/>
          <p:nvPr/>
        </p:nvSpPr>
        <p:spPr>
          <a:xfrm>
            <a:off x="696687" y="2996418"/>
            <a:ext cx="10940226" cy="3010487"/>
          </a:xfrm>
          <a:prstGeom prst="rect">
            <a:avLst/>
          </a:prstGeom>
          <a:solidFill>
            <a:schemeClr val="tx1">
              <a:alpha val="41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416AE10-5CFE-CAB8-30C1-E532E27103DA}"/>
              </a:ext>
            </a:extLst>
          </p:cNvPr>
          <p:cNvSpPr txBox="1"/>
          <p:nvPr/>
        </p:nvSpPr>
        <p:spPr>
          <a:xfrm>
            <a:off x="912418" y="3570637"/>
            <a:ext cx="1072449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5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PENTECOSTES</a:t>
            </a:r>
            <a:endParaRPr lang="pt-BR" sz="2400" b="1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8DCD9D4-6F8F-EE1D-6200-BEC19AE631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209" y="-27638"/>
            <a:ext cx="12192000" cy="688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89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35725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 DO CELEBRANTE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DE ALEGRIA VIBREI NO SENHOR</a:t>
            </a:r>
          </a:p>
          <a:p>
            <a:pPr algn="just"/>
            <a:r>
              <a:rPr lang="pt-BR" sz="5400" b="1" dirty="0"/>
              <a:t>POIS VESTIU-ME COM SUA JUSTIÇA</a:t>
            </a:r>
          </a:p>
          <a:p>
            <a:pPr algn="just"/>
            <a:r>
              <a:rPr lang="pt-BR" sz="5400" b="1" dirty="0"/>
              <a:t>ADORNOU-ME COM JOIAS BONITAS</a:t>
            </a:r>
          </a:p>
          <a:p>
            <a:pPr algn="just"/>
            <a:r>
              <a:rPr lang="pt-BR" sz="5400" b="1" dirty="0"/>
              <a:t>COMO ESPOSA DO REI ME ELEVOU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630913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/>
          </a:bodyPr>
          <a:lstStyle/>
          <a:p>
            <a:pPr algn="just"/>
            <a:r>
              <a:rPr lang="pt-BR" sz="3600" dirty="0"/>
              <a:t>TRANSBORDA O MEU CORAÇÃO</a:t>
            </a:r>
          </a:p>
          <a:p>
            <a:pPr algn="just"/>
            <a:r>
              <a:rPr lang="pt-BR" sz="3600" dirty="0"/>
              <a:t>EM BELOS VERSOS AO REI</a:t>
            </a:r>
          </a:p>
          <a:p>
            <a:pPr algn="just"/>
            <a:r>
              <a:rPr lang="pt-BR" sz="3600" dirty="0"/>
              <a:t>UM POEMA, UMA CANÇÃO</a:t>
            </a:r>
          </a:p>
          <a:p>
            <a:pPr algn="just"/>
            <a:r>
              <a:rPr lang="pt-BR" sz="3600" dirty="0"/>
              <a:t>COM A LÍNGUA ESCREVEREI</a:t>
            </a:r>
          </a:p>
          <a:p>
            <a:pPr algn="just"/>
            <a:r>
              <a:rPr lang="pt-BR" sz="3600" dirty="0"/>
              <a:t>DE TODOS ÉS O MAIS BELO</a:t>
            </a:r>
          </a:p>
          <a:p>
            <a:pPr algn="just"/>
            <a:r>
              <a:rPr lang="pt-BR" sz="3600" dirty="0"/>
              <a:t>A GRAÇA DESABROCHOU</a:t>
            </a:r>
          </a:p>
          <a:p>
            <a:pPr algn="just"/>
            <a:r>
              <a:rPr lang="pt-BR" sz="3600" dirty="0"/>
              <a:t>EM TEU SEMBLANTE, EM TEUS LÁBIOS</a:t>
            </a:r>
          </a:p>
          <a:p>
            <a:pPr algn="just"/>
            <a:r>
              <a:rPr lang="pt-BR" sz="3600" dirty="0"/>
              <a:t>PRA SEMPRE DEUS TE ABENÇOOU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1070008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50CB-B44C-639B-C364-8856CD45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417E8-7B06-82CF-CABE-C66249D98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35725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 DO CELEBRANTE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AB3A12-F506-B43F-2FCE-5A13F718D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DE ALEGRIA VIBREI NO SENHOR</a:t>
            </a:r>
          </a:p>
          <a:p>
            <a:pPr algn="just"/>
            <a:r>
              <a:rPr lang="pt-BR" sz="5400" b="1" dirty="0"/>
              <a:t>POIS VESTIU-ME COM SUA JUSTIÇA</a:t>
            </a:r>
          </a:p>
          <a:p>
            <a:pPr algn="just"/>
            <a:r>
              <a:rPr lang="pt-BR" sz="5400" b="1" dirty="0"/>
              <a:t>ADORNOU-ME COM JOIAS BONITAS</a:t>
            </a:r>
          </a:p>
          <a:p>
            <a:pPr algn="just"/>
            <a:r>
              <a:rPr lang="pt-BR" sz="5400" b="1" dirty="0"/>
              <a:t>COMO ESPOSA DO REI ME ELEVOU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115553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50393-1997-DAAC-7C14-DD7728E89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E3325-AE94-9E19-DCFE-B92612707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BE4D87-5B17-3910-9A2A-05D60F37B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/>
          </a:bodyPr>
          <a:lstStyle/>
          <a:p>
            <a:pPr algn="just"/>
            <a:r>
              <a:rPr lang="pt-BR" sz="3600" dirty="0"/>
              <a:t>VALENTE, FORTE, HERÓI</a:t>
            </a:r>
          </a:p>
          <a:p>
            <a:pPr algn="just"/>
            <a:r>
              <a:rPr lang="pt-BR" sz="3600" dirty="0"/>
              <a:t>PELA VERDADE A LUTAR</a:t>
            </a:r>
          </a:p>
          <a:p>
            <a:pPr algn="just"/>
            <a:r>
              <a:rPr lang="pt-BR" sz="3600" dirty="0"/>
              <a:t>A JUSTIÇA A DEFENDER</a:t>
            </a:r>
          </a:p>
          <a:p>
            <a:pPr algn="just"/>
            <a:r>
              <a:rPr lang="pt-BR" sz="3600" dirty="0"/>
              <a:t>VITORIOSO TU SERÁS</a:t>
            </a:r>
          </a:p>
          <a:p>
            <a:pPr algn="just"/>
            <a:r>
              <a:rPr lang="pt-BR" sz="3600" dirty="0"/>
              <a:t>LUTAS COM ARMA E PODER</a:t>
            </a:r>
          </a:p>
          <a:p>
            <a:pPr algn="just"/>
            <a:r>
              <a:rPr lang="pt-BR" sz="3600" dirty="0"/>
              <a:t>O INIMIGO A CORRER</a:t>
            </a:r>
          </a:p>
          <a:p>
            <a:pPr algn="just"/>
            <a:r>
              <a:rPr lang="pt-BR" sz="3600" dirty="0"/>
              <a:t>ETERNO É O TEU TRONO</a:t>
            </a:r>
          </a:p>
          <a:p>
            <a:pPr algn="just"/>
            <a:r>
              <a:rPr lang="pt-BR" sz="3600" dirty="0"/>
              <a:t>Ó DEUS, É RETIDÃO PARA VALER!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264156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4554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4C63665-464B-33CC-B2D3-3181C8E47B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390" b="32247"/>
          <a:stretch/>
        </p:blipFill>
        <p:spPr>
          <a:xfrm>
            <a:off x="0" y="0"/>
            <a:ext cx="12192000" cy="6764982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6" y="3682218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</a:rPr>
              <a:t>7º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6600" dirty="0"/>
              <a:t>SENHOR, QUE SOIS O CAMINHO QUE LEVA AO PAI, TENDE PIEDADE DE NÓS</a:t>
            </a:r>
          </a:p>
          <a:p>
            <a:r>
              <a:rPr lang="pt-BR" sz="6600" b="1" dirty="0"/>
              <a:t>KYRIE, KYRIE ELEISON, KYRIE ELEISON, ELEISON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7651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6600" dirty="0"/>
              <a:t>CRISTO, QUE SOIS A VERDADE QUE ILUMINA OS POVOS, TENDE PIEDADE DE NÓS</a:t>
            </a:r>
          </a:p>
          <a:p>
            <a:r>
              <a:rPr lang="pt-BR" sz="6600" b="1" dirty="0"/>
              <a:t>CHRISTE, CHRISTE ELEISON, CHRISTE ELEISON,</a:t>
            </a:r>
            <a:r>
              <a:rPr lang="pt-BR" sz="6000" b="1" dirty="0"/>
              <a:t> </a:t>
            </a:r>
            <a:r>
              <a:rPr lang="pt-BR" sz="6600" b="1" dirty="0"/>
              <a:t>ELEISON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825748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6600" dirty="0"/>
              <a:t>SENHOR, QUE SOIS A VIDA QUE RENOVA O MUNDO, TENDE PIEDADE DE NÓS</a:t>
            </a:r>
          </a:p>
          <a:p>
            <a:r>
              <a:rPr lang="pt-BR" sz="6600" b="1" dirty="0"/>
              <a:t>KYRIE, KYRIE ELEISON, KYRIE ELEISON, ELEISON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888966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837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7700" b="1" dirty="0"/>
              <a:t>GLÓRIA A DEUS NAS ALTURAS (3X) </a:t>
            </a:r>
          </a:p>
          <a:p>
            <a:pPr algn="just"/>
            <a:endParaRPr lang="pt-BR" sz="7700" b="1" dirty="0"/>
          </a:p>
          <a:p>
            <a:pPr algn="just"/>
            <a:r>
              <a:rPr lang="pt-BR" sz="7700" b="1" dirty="0"/>
              <a:t>E PAZ NA TERRA AOS HOMENS POR ELE AMADOS</a:t>
            </a:r>
          </a:p>
          <a:p>
            <a:pPr algn="just"/>
            <a:endParaRPr lang="pt-BR" sz="9000" dirty="0"/>
          </a:p>
          <a:p>
            <a:pPr algn="just"/>
            <a:r>
              <a:rPr lang="pt-BR" sz="7700" dirty="0"/>
              <a:t>SENHOR DEUS, REI DOS CÉUS, DEUS  TODO PODEROSO</a:t>
            </a:r>
          </a:p>
          <a:p>
            <a:pPr algn="just"/>
            <a:endParaRPr lang="pt-BR" sz="9000" dirty="0"/>
          </a:p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585787"/>
            <a:ext cx="11236036" cy="6137564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NÓS VOS LOUVAMOS, NÓS VOS BENDIZEMOS</a:t>
            </a:r>
          </a:p>
          <a:p>
            <a:pPr algn="just"/>
            <a:r>
              <a:rPr lang="pt-BR" sz="6000" dirty="0"/>
              <a:t>NÓS VOS ADORAMOS, NÓS VOS GLORIFICAMOS</a:t>
            </a:r>
          </a:p>
          <a:p>
            <a:pPr algn="just"/>
            <a:r>
              <a:rPr lang="pt-BR" sz="6000" dirty="0"/>
              <a:t>NÓS VOS DAMOS GRAÇAS, POR VOSSA IMENSA GLÓRIA. </a:t>
            </a:r>
          </a:p>
          <a:p>
            <a:pPr algn="just"/>
            <a:endParaRPr lang="pt-BR" sz="4400" dirty="0"/>
          </a:p>
          <a:p>
            <a:pPr algn="just"/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868190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43346"/>
            <a:ext cx="11236036" cy="6137564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000" dirty="0"/>
              <a:t>SENHOR JESUS CRISTO, FILHO UNIGÊNITO</a:t>
            </a:r>
          </a:p>
          <a:p>
            <a:pPr algn="just"/>
            <a:r>
              <a:rPr lang="pt-BR" sz="6000" dirty="0"/>
              <a:t>SENHOR DEUS, CORDEIRO DE DEUS, FILHO DE DEUS PAI</a:t>
            </a:r>
          </a:p>
          <a:p>
            <a:pPr algn="l"/>
            <a:r>
              <a:rPr lang="pt-BR" sz="6000" dirty="0"/>
              <a:t>VÓS QUE TIRAIS O PECADO DO MUNDO,</a:t>
            </a:r>
          </a:p>
          <a:p>
            <a:pPr algn="l"/>
            <a:r>
              <a:rPr lang="pt-BR" sz="6000" dirty="0"/>
              <a:t>TENDE PIEDADE DE NÓS</a:t>
            </a:r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799863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263236"/>
            <a:ext cx="11617036" cy="6594764"/>
          </a:xfrm>
        </p:spPr>
        <p:txBody>
          <a:bodyPr>
            <a:normAutofit fontScale="92500"/>
          </a:bodyPr>
          <a:lstStyle/>
          <a:p>
            <a:pPr algn="l"/>
            <a:r>
              <a:rPr lang="pt-BR" sz="4800" dirty="0"/>
              <a:t>VÓS QUE TIRAIS O PECADO DO MUNDO, </a:t>
            </a:r>
          </a:p>
          <a:p>
            <a:pPr algn="l"/>
            <a:r>
              <a:rPr lang="pt-BR" sz="4800" dirty="0"/>
              <a:t>ACOLHEI A NOSSA SÚPLICA</a:t>
            </a:r>
          </a:p>
          <a:p>
            <a:pPr algn="l"/>
            <a:r>
              <a:rPr lang="pt-BR" sz="4800" dirty="0"/>
              <a:t>VÓS QUE ESTAIS À DIREITA DO PAI, </a:t>
            </a:r>
          </a:p>
          <a:p>
            <a:pPr algn="l"/>
            <a:r>
              <a:rPr lang="pt-BR" sz="4800" dirty="0"/>
              <a:t>TENDE PIEDADE DE NÓS, TENDE PIEDADE DE NÓS</a:t>
            </a:r>
            <a:endParaRPr lang="pt-BR" sz="1600" dirty="0"/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SÓ VÓS SOIS SANTO, SÓ VÓS O SENHOR, SÓ VÓS O ALTÍSSIMO, JESUS CRISTO, COM O ESPÍRITO SANTO NA GLÓRIA DE DEUS PAI. </a:t>
            </a:r>
            <a:endParaRPr lang="pt-BR" sz="4800" b="1" dirty="0"/>
          </a:p>
          <a:p>
            <a:pPr algn="l"/>
            <a:r>
              <a:rPr lang="pt-BR" sz="4800" b="1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2109729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0754" y="2452254"/>
            <a:ext cx="8430491" cy="2618510"/>
          </a:xfrm>
        </p:spPr>
        <p:txBody>
          <a:bodyPr>
            <a:normAutofit/>
          </a:bodyPr>
          <a:lstStyle/>
          <a:p>
            <a:r>
              <a:rPr lang="pt-BR" sz="5400" b="1" dirty="0"/>
              <a:t>DIZEM COISAS GLORIOSAS DA CIDADE DO SENHOR.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 lnSpcReduction="10000"/>
          </a:bodyPr>
          <a:lstStyle/>
          <a:p>
            <a:r>
              <a:rPr lang="pt-BR" sz="4400" b="1" dirty="0"/>
              <a:t>ALELUIA, ALELUIA, ALELUIA, ALELUIA</a:t>
            </a:r>
          </a:p>
          <a:p>
            <a:endParaRPr lang="pt-BR" sz="4400" b="1" dirty="0"/>
          </a:p>
          <a:p>
            <a:r>
              <a:rPr lang="pt-BR" sz="4400" dirty="0"/>
              <a:t>Ó FELIZ VIRGEM, QUE GERASTE O SENHOR; Ó SANTA MÃE DA IGREJA, QUE NOS ALIMENTA COM O ESPÍRITO DO TEU FILHO, JESUS CRISTO.</a:t>
            </a:r>
          </a:p>
          <a:p>
            <a:endParaRPr lang="pt-BR" sz="4400" b="1" dirty="0"/>
          </a:p>
          <a:p>
            <a:r>
              <a:rPr lang="pt-BR" sz="4400" b="1" dirty="0"/>
              <a:t>ALELUIA, ALELUIA, ALELUIA, ALELUIA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PREGADOR DO EVANGELHO,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 POVO ABANDONADO,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MENSAGEIROS,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DA JUSTIÇA E DA ESPERANÇA, INTERCEDEI</a:t>
            </a:r>
          </a:p>
        </p:txBody>
      </p:sp>
    </p:spTree>
    <p:extLst>
      <p:ext uri="{BB962C8B-B14F-4D97-AF65-F5344CB8AC3E}">
        <p14:creationId xmlns:p14="http://schemas.microsoft.com/office/powerpoint/2010/main" val="2462963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MESTRE SÁBIO DA VERDADE,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IGREJA PEREGRINA,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JOVENS NAMORADOS,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LARES EM PERIGO, INTERCEDEI</a:t>
            </a:r>
          </a:p>
        </p:txBody>
      </p:sp>
    </p:spTree>
    <p:extLst>
      <p:ext uri="{BB962C8B-B14F-4D97-AF65-F5344CB8AC3E}">
        <p14:creationId xmlns:p14="http://schemas.microsoft.com/office/powerpoint/2010/main" val="141271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VÓS, IRMÃOS DOS PEQUENINOS,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POBRES E DOENTES,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TRISTES E ABATIDOS,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POVOS OPRIMIDOS, INTERCEDEI</a:t>
            </a:r>
          </a:p>
        </p:txBody>
      </p:sp>
    </p:spTree>
    <p:extLst>
      <p:ext uri="{BB962C8B-B14F-4D97-AF65-F5344CB8AC3E}">
        <p14:creationId xmlns:p14="http://schemas.microsoft.com/office/powerpoint/2010/main" val="752049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PARA O MUNDO SER MAIS JUSTO,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PAZ DA HUMANIDADE,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MAIS FRATERNOS,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ACHARMOS O PERDIDO, INTERCEDEI</a:t>
            </a:r>
          </a:p>
        </p:txBody>
      </p:sp>
    </p:spTree>
    <p:extLst>
      <p:ext uri="{BB962C8B-B14F-4D97-AF65-F5344CB8AC3E}">
        <p14:creationId xmlns:p14="http://schemas.microsoft.com/office/powerpoint/2010/main" val="935286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10D96-E735-08DB-40CA-44A8D6C2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718B097-D184-8986-C872-854C0462B6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5290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C0AFB-3550-A870-8BE9-4CF4F34A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8974FB-431A-6093-0EFE-BF95315BA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413" y="407719"/>
            <a:ext cx="47351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831A71-53A5-9301-7880-CF707B872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413" y="1197428"/>
            <a:ext cx="11465936" cy="586740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300" b="1" dirty="0"/>
              <a:t>AVE MARIA, CHEIA DE GRAÇA, O SENHOR ESTÁ CONTIGO.</a:t>
            </a:r>
          </a:p>
          <a:p>
            <a:pPr algn="l"/>
            <a:r>
              <a:rPr lang="pt-BR" sz="7300" b="1" dirty="0"/>
              <a:t>BENDITA ÉS TU ENTRE AS MULHERES, ALELUIA!</a:t>
            </a:r>
          </a:p>
          <a:p>
            <a:pPr algn="l"/>
            <a:endParaRPr lang="pt-BR" sz="5200" dirty="0"/>
          </a:p>
          <a:p>
            <a:pPr algn="l"/>
            <a:r>
              <a:rPr lang="pt-BR" sz="7300" dirty="0"/>
              <a:t>FAVORECESTES, Ó SENHOR, A VOSSA TERRA, *</a:t>
            </a:r>
          </a:p>
          <a:p>
            <a:pPr algn="l"/>
            <a:r>
              <a:rPr lang="pt-BR" sz="7300" dirty="0"/>
              <a:t>LIBERTASTES OS CATIVOS DE JACÓ. 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7947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0062A-0067-47E6-2CF9-EFA96BB15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6AC38-A9B3-D014-E016-B5A52DEBE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413" y="407719"/>
            <a:ext cx="47351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95DC7A-3D51-0179-17EC-EF8F908586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413" y="1197428"/>
            <a:ext cx="11465936" cy="586740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300" b="1" dirty="0"/>
              <a:t>AVE MARIA, CHEIA DE GRAÇA, O SENHOR ESTÁ CONTIGO.</a:t>
            </a:r>
          </a:p>
          <a:p>
            <a:pPr algn="l"/>
            <a:r>
              <a:rPr lang="pt-BR" sz="7300" b="1" dirty="0"/>
              <a:t>BENDITA ÉS TU ENTRE AS MULHERES, ALELUIA!</a:t>
            </a:r>
          </a:p>
          <a:p>
            <a:pPr algn="l"/>
            <a:endParaRPr lang="pt-BR" sz="4600" dirty="0"/>
          </a:p>
          <a:p>
            <a:pPr algn="l"/>
            <a:r>
              <a:rPr lang="pt-BR" sz="7300" dirty="0"/>
              <a:t>A VERDADE E O AMOR SE ENCONTRARÃO, *</a:t>
            </a:r>
          </a:p>
          <a:p>
            <a:pPr algn="l"/>
            <a:r>
              <a:rPr lang="pt-BR" sz="7300" dirty="0"/>
              <a:t>A JUSTIÇA E A PAZ SE ABRAÇARÃO; 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17797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A5A9F-0A07-6803-DAF2-1847DD7BE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15FA9D-1E1A-7D69-E1D1-4DF4B7EE2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413" y="407719"/>
            <a:ext cx="47351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E86FD9-72AE-2B7C-FF91-3E23083B5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413" y="1197428"/>
            <a:ext cx="11465936" cy="58674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300" b="1" dirty="0"/>
              <a:t>AVE MARIA, CHEIA DE GRAÇA, O SENHOR ESTÁ CONTIGO.</a:t>
            </a:r>
          </a:p>
          <a:p>
            <a:pPr algn="l"/>
            <a:r>
              <a:rPr lang="pt-BR" sz="7300" b="1" dirty="0"/>
              <a:t>BENDITA ÉS TU ENTRE AS MULHERES, ALELUIA!</a:t>
            </a:r>
          </a:p>
          <a:p>
            <a:pPr algn="l"/>
            <a:endParaRPr lang="pt-BR" sz="4600" dirty="0"/>
          </a:p>
          <a:p>
            <a:pPr algn="l"/>
            <a:r>
              <a:rPr lang="pt-BR" sz="7300" dirty="0"/>
              <a:t>DA TERRA BROTARÁ A FIDELIDADE, E A JUSTIÇA OLHARÁ DOS ALTOS CÉUS. R.</a:t>
            </a:r>
          </a:p>
        </p:txBody>
      </p:sp>
    </p:spTree>
    <p:extLst>
      <p:ext uri="{BB962C8B-B14F-4D97-AF65-F5344CB8AC3E}">
        <p14:creationId xmlns:p14="http://schemas.microsoft.com/office/powerpoint/2010/main" val="7122201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4AC34-1A06-CDDD-083F-DCB891B1A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4F09B-805D-27F1-FA46-BF48D947C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413" y="407719"/>
            <a:ext cx="47351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EB17A9-159A-BB1A-2835-B9EDE2A9E1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413" y="1197428"/>
            <a:ext cx="11465936" cy="586740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AVE MARIA, CHEIA DE GRAÇA, O SENHOR ESTÁ CONTIGO.</a:t>
            </a:r>
          </a:p>
          <a:p>
            <a:pPr algn="l"/>
            <a:r>
              <a:rPr lang="pt-BR" sz="7300" b="1" dirty="0"/>
              <a:t>BENDITA ÉS TU ENTRE AS MULHERES, ALELUIA!</a:t>
            </a:r>
          </a:p>
          <a:p>
            <a:pPr algn="l"/>
            <a:endParaRPr lang="pt-BR" sz="4600" dirty="0"/>
          </a:p>
          <a:p>
            <a:pPr algn="l"/>
            <a:r>
              <a:rPr lang="pt-BR" sz="7300" dirty="0"/>
              <a:t>O SENHOR NOS DARÁ TUDO O QUE É BOM,*</a:t>
            </a:r>
          </a:p>
          <a:p>
            <a:pPr algn="l"/>
            <a:r>
              <a:rPr lang="pt-BR" sz="7300" dirty="0"/>
              <a:t>E A NOSSA TERRA NOS DARÁ SUAS COLHEITAS;</a:t>
            </a:r>
          </a:p>
        </p:txBody>
      </p:sp>
    </p:spTree>
    <p:extLst>
      <p:ext uri="{BB962C8B-B14F-4D97-AF65-F5344CB8AC3E}">
        <p14:creationId xmlns:p14="http://schemas.microsoft.com/office/powerpoint/2010/main" val="23687889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99E3B-A009-8C82-E52D-E2398AE36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BD55639-D838-A240-2962-3C9CA47696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2365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771909" cy="533400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7300" dirty="0"/>
              <a:t>SANTO, SANTO, SANTO!</a:t>
            </a:r>
          </a:p>
          <a:p>
            <a:pPr algn="just"/>
            <a:r>
              <a:rPr lang="pt-BR" sz="7300" dirty="0"/>
              <a:t>SENHOR DEUS DO UNIVERSO.</a:t>
            </a:r>
          </a:p>
          <a:p>
            <a:pPr algn="just"/>
            <a:r>
              <a:rPr lang="pt-BR" sz="7300" dirty="0"/>
              <a:t>O CÉU E A TERRA PROCLAMAM</a:t>
            </a:r>
          </a:p>
          <a:p>
            <a:pPr algn="just"/>
            <a:r>
              <a:rPr lang="pt-BR" sz="7300" dirty="0"/>
              <a:t>PROCLAMAM A VOSSA GLÓRIA!</a:t>
            </a:r>
          </a:p>
          <a:p>
            <a:pPr algn="just"/>
            <a:r>
              <a:rPr lang="pt-BR" sz="7300" b="1" dirty="0"/>
              <a:t>HOSANA, HOSANA, HOSANA</a:t>
            </a:r>
          </a:p>
          <a:p>
            <a:pPr algn="just"/>
            <a:r>
              <a:rPr lang="pt-BR" sz="7300" b="1" dirty="0"/>
              <a:t>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31273"/>
            <a:ext cx="10710692" cy="519545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 (BIS)</a:t>
            </a:r>
          </a:p>
          <a:p>
            <a:pPr algn="just"/>
            <a:endParaRPr lang="pt-BR" sz="7300" b="1" dirty="0"/>
          </a:p>
          <a:p>
            <a:pPr algn="l"/>
            <a:r>
              <a:rPr lang="pt-BR" sz="7300" b="1" dirty="0"/>
              <a:t>HOSANA, HOSANA, HOSANA</a:t>
            </a:r>
          </a:p>
          <a:p>
            <a:pPr algn="just"/>
            <a:r>
              <a:rPr lang="pt-BR" sz="7300" b="1" dirty="0"/>
              <a:t>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4800" dirty="0"/>
              <a:t>1. POVO DE DEUS, FOI ASSIM:</a:t>
            </a:r>
          </a:p>
          <a:p>
            <a:pPr algn="just"/>
            <a:r>
              <a:rPr lang="pt-BR" sz="14800" dirty="0"/>
              <a:t>DEUS CUMPRIU A PALAVRA QUE DIZ:</a:t>
            </a:r>
          </a:p>
          <a:p>
            <a:pPr algn="just"/>
            <a:r>
              <a:rPr lang="pt-BR" sz="14800" dirty="0"/>
              <a:t>UMA VIRGEM IRÁ CONCEBER,</a:t>
            </a:r>
          </a:p>
          <a:p>
            <a:pPr algn="just"/>
            <a:r>
              <a:rPr lang="pt-BR" sz="14800" dirty="0"/>
              <a:t>E A VISITA DE DEUS ME FEZ MÃE!</a:t>
            </a:r>
          </a:p>
          <a:p>
            <a:pPr algn="just"/>
            <a:r>
              <a:rPr lang="pt-BR" sz="14800" dirty="0"/>
              <a:t>MÃE DO SENHOR, NOSSA MÃE,</a:t>
            </a:r>
          </a:p>
          <a:p>
            <a:pPr algn="just"/>
            <a:r>
              <a:rPr lang="pt-BR" sz="14800" dirty="0"/>
              <a:t>NÓS QUEREMOS CONTIGO APRENDER</a:t>
            </a:r>
          </a:p>
          <a:p>
            <a:pPr algn="just"/>
            <a:r>
              <a:rPr lang="pt-BR" sz="14800" dirty="0"/>
              <a:t>A HUMILDADE, A CONFIANÇA TOTAL,</a:t>
            </a:r>
          </a:p>
          <a:p>
            <a:pPr algn="just"/>
            <a:r>
              <a:rPr lang="pt-BR" sz="14800" dirty="0"/>
              <a:t>E ESCUTAR O TEU FILHO QUE DIZ:</a:t>
            </a:r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4800" b="1" dirty="0"/>
              <a:t>SENTA COMIGO À MINHA MESA,</a:t>
            </a:r>
          </a:p>
          <a:p>
            <a:pPr algn="l"/>
            <a:r>
              <a:rPr lang="pt-BR" sz="14800" b="1" dirty="0"/>
              <a:t>NUTRE A ESPERANÇA, REÚNE OS IRMÃOS!</a:t>
            </a:r>
          </a:p>
          <a:p>
            <a:pPr algn="l"/>
            <a:r>
              <a:rPr lang="pt-BR" sz="14800" b="1" dirty="0"/>
              <a:t>PLANTA MEU REINO, TRANSFORMA A TERRA,</a:t>
            </a:r>
          </a:p>
          <a:p>
            <a:pPr algn="l"/>
            <a:r>
              <a:rPr lang="pt-BR" sz="14800" b="1" dirty="0"/>
              <a:t>MAIS QUE CORAGEM, TENS MINHA MÃO</a:t>
            </a:r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16072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7600" dirty="0"/>
              <a:t>POVO DE DEUS FOI ASSIM:</a:t>
            </a:r>
          </a:p>
          <a:p>
            <a:pPr algn="just"/>
            <a:r>
              <a:rPr lang="pt-BR" sz="17600" dirty="0"/>
              <a:t>NEM MONTANHA OU DISTÂNCIA QUALQUER</a:t>
            </a:r>
          </a:p>
          <a:p>
            <a:pPr algn="just"/>
            <a:r>
              <a:rPr lang="pt-BR" sz="17600" dirty="0"/>
              <a:t>ME IMPEDIU DE SERVIR E SORRIR.</a:t>
            </a:r>
          </a:p>
          <a:p>
            <a:pPr algn="just"/>
            <a:r>
              <a:rPr lang="pt-BR" sz="17600" dirty="0"/>
              <a:t>VISITEI COM MEU DEUS. FUI IRMÃ!</a:t>
            </a:r>
          </a:p>
          <a:p>
            <a:pPr algn="just"/>
            <a:r>
              <a:rPr lang="pt-BR" sz="17600" dirty="0"/>
              <a:t>MÃE DO SENHOR, NOSSA MÃE,</a:t>
            </a:r>
          </a:p>
          <a:p>
            <a:pPr algn="just"/>
            <a:r>
              <a:rPr lang="pt-BR" sz="17600" dirty="0"/>
              <a:t>NÓS QUEREMOS CONTIGO APRENDER</a:t>
            </a:r>
          </a:p>
          <a:p>
            <a:pPr algn="just"/>
            <a:r>
              <a:rPr lang="pt-BR" sz="17600" dirty="0"/>
              <a:t>DESAPEGO, BONDADE, TEU SIM,</a:t>
            </a:r>
          </a:p>
          <a:p>
            <a:pPr algn="just"/>
            <a:r>
              <a:rPr lang="pt-BR" sz="17600" dirty="0"/>
              <a:t>E ACOLHER O TEU FILHO QUE DIZ:</a:t>
            </a:r>
            <a:endParaRPr lang="pt-BR" sz="17600" b="1" dirty="0"/>
          </a:p>
          <a:p>
            <a:pPr algn="just"/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27042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4F505-10AF-A051-025D-C3D6A42FE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1B96D9-448E-BBD0-1795-DF9C3A0C16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0886B8-EE6D-7AAA-7057-80E636D25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4800" b="1" dirty="0"/>
              <a:t>SENTA COMIGO À MINHA MESA,</a:t>
            </a:r>
          </a:p>
          <a:p>
            <a:pPr algn="l"/>
            <a:r>
              <a:rPr lang="pt-BR" sz="14800" b="1" dirty="0"/>
              <a:t>NUTRE A ESPERANÇA, REÚNE OS IRMÃOS!</a:t>
            </a:r>
          </a:p>
          <a:p>
            <a:pPr algn="l"/>
            <a:r>
              <a:rPr lang="pt-BR" sz="14800" b="1" dirty="0"/>
              <a:t>PLANTA MEU REINO, TRANSFORMA A TERRA,</a:t>
            </a:r>
          </a:p>
          <a:p>
            <a:pPr algn="l"/>
            <a:r>
              <a:rPr lang="pt-BR" sz="14800" b="1" dirty="0"/>
              <a:t>MAIS QUE CORAGEM, TENS MINHA MÃO</a:t>
            </a:r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7380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4800" dirty="0"/>
              <a:t>POVO DE DEUS, FOI ASSIM:</a:t>
            </a:r>
          </a:p>
          <a:p>
            <a:pPr algn="just"/>
            <a:r>
              <a:rPr lang="pt-BR" sz="14800" dirty="0"/>
              <a:t>MEU MENINO CRESCEU E ENTENDEU,</a:t>
            </a:r>
          </a:p>
          <a:p>
            <a:pPr algn="just"/>
            <a:r>
              <a:rPr lang="pt-BR" sz="14800" dirty="0"/>
              <a:t>QUE A VONTADE DO PAI CONTA MAIS,</a:t>
            </a:r>
          </a:p>
          <a:p>
            <a:pPr algn="just"/>
            <a:r>
              <a:rPr lang="pt-BR" sz="14800" dirty="0"/>
              <a:t>E A VISITA FOI DEUS QUEM NOS FEZ.</a:t>
            </a:r>
          </a:p>
          <a:p>
            <a:pPr algn="just"/>
            <a:r>
              <a:rPr lang="pt-BR" sz="14800" dirty="0"/>
              <a:t>MÃE DO SENHOR, NOSSA MÃE,</a:t>
            </a:r>
          </a:p>
          <a:p>
            <a:pPr algn="just"/>
            <a:r>
              <a:rPr lang="pt-BR" sz="14800" dirty="0"/>
              <a:t>NÓS QUEREMOS CONTIGO APRENDER</a:t>
            </a:r>
          </a:p>
          <a:p>
            <a:pPr algn="just"/>
            <a:r>
              <a:rPr lang="pt-BR" sz="14800" dirty="0"/>
              <a:t>A JUSTIÇA, A VONTADE DO PAI,</a:t>
            </a:r>
          </a:p>
          <a:p>
            <a:pPr algn="just"/>
            <a:r>
              <a:rPr lang="pt-BR" sz="14800" dirty="0"/>
              <a:t>E ENTENDER O TEU FILHO QUE DIZ:</a:t>
            </a:r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97206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10451-F28F-6BDA-21A4-7AD9E3069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8593B-64E1-72B2-2131-6D783734A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A546E8-2682-DF5F-7094-0EFDDD81FC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4800" b="1" dirty="0"/>
              <a:t>SENTA COMIGO À MINHA MESA,</a:t>
            </a:r>
          </a:p>
          <a:p>
            <a:pPr algn="l"/>
            <a:r>
              <a:rPr lang="pt-BR" sz="14800" b="1" dirty="0"/>
              <a:t>NUTRE A ESPERANÇA, REÚNE OS IRMÃOS!</a:t>
            </a:r>
          </a:p>
          <a:p>
            <a:pPr algn="l"/>
            <a:r>
              <a:rPr lang="pt-BR" sz="14800" b="1" dirty="0"/>
              <a:t>PLANTA MEU REINO, TRANSFORMA A TERRA,</a:t>
            </a:r>
          </a:p>
          <a:p>
            <a:pPr algn="l"/>
            <a:r>
              <a:rPr lang="pt-BR" sz="14800" b="1" dirty="0"/>
              <a:t>MAIS QUE CORAGEM, TENS MINHA MÃO</a:t>
            </a:r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45589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6467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90945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SALVE RAINHA MÃE DE DEUS,</a:t>
            </a:r>
          </a:p>
          <a:p>
            <a:pPr algn="l"/>
            <a:r>
              <a:rPr lang="pt-BR" sz="6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ÉS SENHORA NOSSA MÃE,</a:t>
            </a:r>
          </a:p>
          <a:p>
            <a:pPr algn="l"/>
            <a:r>
              <a:rPr lang="pt-BR" sz="6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NOSSA DOÇURA, NOSSA LUZ,</a:t>
            </a:r>
          </a:p>
          <a:p>
            <a:pPr algn="l"/>
            <a:r>
              <a:rPr lang="pt-BR" sz="6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DOCE VIRGEM MARIA.</a:t>
            </a:r>
          </a:p>
          <a:p>
            <a:pPr algn="l"/>
            <a:endParaRPr lang="pt-BR" sz="600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NÓS A TI CLAMAMOS,</a:t>
            </a:r>
          </a:p>
          <a:p>
            <a:pPr algn="l"/>
            <a:r>
              <a:rPr lang="pt-BR" sz="6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FILHOS EXILADOS,</a:t>
            </a:r>
          </a:p>
          <a:p>
            <a:pPr algn="l"/>
            <a:r>
              <a:rPr lang="pt-BR" sz="6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NÓS A TI VOLTAMOS</a:t>
            </a:r>
          </a:p>
          <a:p>
            <a:pPr algn="l"/>
            <a:r>
              <a:rPr lang="pt-BR" sz="6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NOSSO OLHAR CONFIANTE.</a:t>
            </a:r>
          </a:p>
        </p:txBody>
      </p:sp>
    </p:spTree>
    <p:extLst>
      <p:ext uri="{BB962C8B-B14F-4D97-AF65-F5344CB8AC3E}">
        <p14:creationId xmlns:p14="http://schemas.microsoft.com/office/powerpoint/2010/main" val="5184250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422" y="448989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422" y="1298223"/>
            <a:ext cx="11571111" cy="576554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VOLTA PARA NÓS, OH MÃE,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TEU SEMBLANTE DE AMOR.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DÁ-NOS TEU JESUS, OH MÃE,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QUANDO A NOITE PASSAR.</a:t>
            </a:r>
          </a:p>
          <a:p>
            <a:pPr algn="l"/>
            <a:endParaRPr lang="pt-BR" sz="1060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10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SALVE RAINHA MÃE DE DEUS,</a:t>
            </a:r>
          </a:p>
          <a:p>
            <a:pPr algn="l"/>
            <a:r>
              <a:rPr lang="pt-BR" sz="10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ÉS AUXILIO DOS CRISTÃOS,</a:t>
            </a:r>
          </a:p>
          <a:p>
            <a:pPr algn="l"/>
            <a:r>
              <a:rPr lang="pt-BR" sz="10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OH MÃE CLEMENTE, MÃE PIEDOSA,</a:t>
            </a:r>
          </a:p>
          <a:p>
            <a:pPr algn="l"/>
            <a:r>
              <a:rPr lang="pt-BR" sz="10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DOCE VIRGEM MARIA.</a:t>
            </a:r>
          </a:p>
        </p:txBody>
      </p:sp>
    </p:spTree>
    <p:extLst>
      <p:ext uri="{BB962C8B-B14F-4D97-AF65-F5344CB8AC3E}">
        <p14:creationId xmlns:p14="http://schemas.microsoft.com/office/powerpoint/2010/main" val="27628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6514-6D19-4E39-3ADD-65AAFC367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C5AA857-6689-7EC2-BA0C-335E7FFD3E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9E55DF-5DFA-7581-CC39-C4C70329A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SUBTEMA DA NOITE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1F4BF5-FF9D-7E54-4DB9-E5A2A2719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816" y="2006931"/>
            <a:ext cx="10728367" cy="3443844"/>
          </a:xfrm>
        </p:spPr>
        <p:txBody>
          <a:bodyPr>
            <a:normAutofit/>
          </a:bodyPr>
          <a:lstStyle/>
          <a:p>
            <a:r>
              <a:rPr lang="pt-BR" sz="9600" b="1" dirty="0">
                <a:solidFill>
                  <a:schemeClr val="bg1"/>
                </a:solidFill>
                <a:latin typeface="Gabriola" panose="04040605051002020D02" pitchFamily="82" charset="0"/>
              </a:rPr>
              <a:t>ERGUE OS OLHOS, MOVE-TE COM O VENTO</a:t>
            </a:r>
          </a:p>
        </p:txBody>
      </p:sp>
    </p:spTree>
    <p:extLst>
      <p:ext uri="{BB962C8B-B14F-4D97-AF65-F5344CB8AC3E}">
        <p14:creationId xmlns:p14="http://schemas.microsoft.com/office/powerpoint/2010/main" val="11344261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0E159-5C2A-5F9E-DDFA-9761053AB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86437-C128-4B2D-09EA-DF8ACCF11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CC3216-BD40-48B1-CF50-6737F0121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dirty="0"/>
              <a:t>ERGUE OS OLHOS, MOVE-TE COM O VENTO,</a:t>
            </a:r>
          </a:p>
          <a:p>
            <a:pPr algn="l"/>
            <a:r>
              <a:rPr lang="pt-BR" sz="6000" dirty="0"/>
              <a:t>NÃO TE ATRASES: CHEGA DEUS, NO TEMPO.</a:t>
            </a:r>
          </a:p>
          <a:p>
            <a:pPr algn="l"/>
            <a:r>
              <a:rPr lang="pt-BR" sz="6000" dirty="0"/>
              <a:t>JESUS CRISTO POR TI SE FEZ HOMEM:</a:t>
            </a:r>
          </a:p>
          <a:p>
            <a:pPr algn="l"/>
            <a:r>
              <a:rPr lang="pt-BR" sz="6000" dirty="0"/>
              <a:t>AOS MILHARES SEGUEM O CAMINHO.</a:t>
            </a:r>
          </a:p>
        </p:txBody>
      </p:sp>
    </p:spTree>
    <p:extLst>
      <p:ext uri="{BB962C8B-B14F-4D97-AF65-F5344CB8AC3E}">
        <p14:creationId xmlns:p14="http://schemas.microsoft.com/office/powerpoint/2010/main" val="13727849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ECCD1-09D6-47B5-55CE-D11DD71C5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42E2D6-A6E0-9E9B-B217-9B29A0EAC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2489E5-8E25-A399-5DB3-08796BADDD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CHAMA VIVA DA MINHA ESPERANÇA</a:t>
            </a:r>
          </a:p>
          <a:p>
            <a:pPr algn="l"/>
            <a:r>
              <a:rPr lang="pt-BR" sz="6000" b="1" dirty="0"/>
              <a:t>ESTE CANTO SUBA PARA TI</a:t>
            </a:r>
          </a:p>
          <a:p>
            <a:pPr algn="l"/>
            <a:r>
              <a:rPr lang="pt-BR" sz="6000" b="1" dirty="0"/>
              <a:t>SEIO ETERNO DE INFINITA VIDA</a:t>
            </a:r>
          </a:p>
          <a:p>
            <a:pPr algn="l"/>
            <a:r>
              <a:rPr lang="pt-BR" sz="6000" b="1" dirty="0"/>
              <a:t>NO CAMINHO, EU CONFIO EM TI</a:t>
            </a:r>
          </a:p>
        </p:txBody>
      </p:sp>
    </p:spTree>
    <p:extLst>
      <p:ext uri="{BB962C8B-B14F-4D97-AF65-F5344CB8AC3E}">
        <p14:creationId xmlns:p14="http://schemas.microsoft.com/office/powerpoint/2010/main" val="10308298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8F092-935B-868A-D829-D0A0DECF4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45B811D-E8E4-898E-9D92-3B017709D6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6361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SE MILAGRES DESEJAIS,</a:t>
            </a:r>
          </a:p>
          <a:p>
            <a:pPr algn="just"/>
            <a:r>
              <a:rPr lang="pt-BR" sz="19200" dirty="0"/>
              <a:t>RECORREI A SANTO ANTÔNIO;</a:t>
            </a:r>
          </a:p>
          <a:p>
            <a:pPr algn="just"/>
            <a:r>
              <a:rPr lang="pt-BR" sz="19200" dirty="0"/>
              <a:t>VEREIS FUGIR O DEMÔNIO</a:t>
            </a:r>
          </a:p>
          <a:p>
            <a:pPr algn="just"/>
            <a:r>
              <a:rPr lang="pt-BR" sz="19200" dirty="0"/>
              <a:t>E AS TENTAÇÕES INFERNAIS.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60678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TODOS OS MALES HUMANOS</a:t>
            </a:r>
          </a:p>
          <a:p>
            <a:pPr algn="just"/>
            <a:r>
              <a:rPr lang="pt-BR" sz="19200" dirty="0"/>
              <a:t>SE MODERAM, SE RETIRAM,</a:t>
            </a:r>
          </a:p>
          <a:p>
            <a:pPr algn="just"/>
            <a:r>
              <a:rPr lang="pt-BR" sz="19200" dirty="0"/>
              <a:t>DIGAM-NO AQUELES QUE O VIRAM,</a:t>
            </a:r>
          </a:p>
          <a:p>
            <a:pPr algn="just"/>
            <a:r>
              <a:rPr lang="pt-BR" sz="19200" dirty="0"/>
              <a:t>E DIGAM-NO OS PADUANOS.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26601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PELA SUA INTERCESSÃO</a:t>
            </a:r>
          </a:p>
          <a:p>
            <a:pPr algn="just"/>
            <a:r>
              <a:rPr lang="pt-BR" sz="19200" dirty="0"/>
              <a:t>FOGE A PESTE, O ERRO, A MORTE,</a:t>
            </a:r>
          </a:p>
          <a:p>
            <a:pPr algn="just"/>
            <a:r>
              <a:rPr lang="pt-BR" sz="19200" dirty="0"/>
              <a:t>O FRACO TORNA-SE FORTE</a:t>
            </a:r>
          </a:p>
          <a:p>
            <a:pPr algn="just"/>
            <a:r>
              <a:rPr lang="pt-BR" sz="19200" dirty="0"/>
              <a:t>E TORNA-SE O ENFERMO SÃO.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92039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GLÓRIA AO PAI, E GLÓRIA AO FILHO </a:t>
            </a:r>
          </a:p>
          <a:p>
            <a:pPr algn="just"/>
            <a:r>
              <a:rPr lang="pt-BR" sz="19200" dirty="0"/>
              <a:t>E AO ESPÍRITO SANTO TAMBÉM</a:t>
            </a:r>
          </a:p>
          <a:p>
            <a:pPr algn="just"/>
            <a:r>
              <a:rPr lang="pt-BR" sz="19200" dirty="0"/>
              <a:t>GLÓRIA AO PAI E GLÓRIA AO FILHO</a:t>
            </a:r>
          </a:p>
          <a:p>
            <a:pPr algn="just"/>
            <a:r>
              <a:rPr lang="pt-BR" sz="19200" dirty="0"/>
              <a:t>AGORA E SEM FIM, AMÉM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97723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13461-175C-7E2F-7728-1C51939F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B21AF66-494E-1584-5F6F-578A9F97EC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57418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JUBILOSOS VOS SAUDAMOS,</a:t>
            </a:r>
          </a:p>
          <a:p>
            <a:pPr algn="l"/>
            <a:r>
              <a:rPr lang="pt-BR" sz="4800" dirty="0"/>
              <a:t>GRANDE SERVO DO SENHOR,       </a:t>
            </a:r>
          </a:p>
          <a:p>
            <a:pPr algn="l"/>
            <a:r>
              <a:rPr lang="pt-BR" sz="4800" dirty="0"/>
              <a:t>SANTO ANTONIO NESTA VIDA</a:t>
            </a:r>
          </a:p>
          <a:p>
            <a:pPr algn="l"/>
            <a:r>
              <a:rPr lang="pt-BR" sz="4800" dirty="0"/>
              <a:t>SOIS O NOSSO PROTETOR.</a:t>
            </a:r>
          </a:p>
          <a:p>
            <a:pPr algn="l"/>
            <a:r>
              <a:rPr lang="pt-BR" sz="4800" dirty="0"/>
              <a:t> </a:t>
            </a:r>
          </a:p>
          <a:p>
            <a:pPr algn="l"/>
            <a:r>
              <a:rPr lang="pt-BR" sz="4800" b="1" dirty="0"/>
              <a:t>SANTO ANTÔNIO, ROGAI POR NÓS</a:t>
            </a:r>
          </a:p>
          <a:p>
            <a:pPr algn="l"/>
            <a:r>
              <a:rPr lang="pt-BR" sz="48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24519939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dirty="0"/>
              <a:t>ENTRE OS SANTOS QUE JÁ REINAM</a:t>
            </a:r>
          </a:p>
          <a:p>
            <a:pPr algn="l"/>
            <a:r>
              <a:rPr lang="pt-BR" sz="6000" dirty="0"/>
              <a:t>GLORIOSOS LÁ NO CÉU,</a:t>
            </a:r>
          </a:p>
          <a:p>
            <a:pPr algn="l"/>
            <a:r>
              <a:rPr lang="pt-BR" sz="6000" dirty="0"/>
              <a:t>SOIS CONSTANTE DESPENSEIRO</a:t>
            </a:r>
          </a:p>
          <a:p>
            <a:pPr algn="l"/>
            <a:r>
              <a:rPr lang="pt-BR" sz="6000" dirty="0"/>
              <a:t>DOS MAIS RICOS DONS DE DEUS. </a:t>
            </a:r>
          </a:p>
          <a:p>
            <a:pPr algn="l"/>
            <a:endParaRPr lang="pt-BR" sz="6000" dirty="0"/>
          </a:p>
          <a:p>
            <a:pPr algn="l"/>
            <a:r>
              <a:rPr lang="pt-BR" sz="6000" b="1" dirty="0"/>
              <a:t>SANTO ANTÔNIO, ROGAI POR NÓS</a:t>
            </a:r>
          </a:p>
          <a:p>
            <a:pPr algn="l"/>
            <a:r>
              <a:rPr lang="pt-BR" sz="60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38090823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AO MENINO-DEUS NOS BRAÇOS</a:t>
            </a:r>
          </a:p>
          <a:p>
            <a:pPr algn="l"/>
            <a:r>
              <a:rPr lang="pt-BR" sz="4800" dirty="0"/>
              <a:t>NOSSOS ROGOS TRANSMITI,   </a:t>
            </a:r>
          </a:p>
          <a:p>
            <a:pPr algn="l"/>
            <a:r>
              <a:rPr lang="pt-BR" sz="4800" dirty="0"/>
              <a:t>AH! VALEI-NOS SEMPRE, SEMPRE</a:t>
            </a:r>
          </a:p>
          <a:p>
            <a:pPr algn="l"/>
            <a:r>
              <a:rPr lang="pt-BR" sz="4800" dirty="0"/>
              <a:t>E A JESUS NOS CONDUZIR. </a:t>
            </a:r>
          </a:p>
          <a:p>
            <a:pPr algn="l"/>
            <a:endParaRPr lang="pt-BR" sz="4800" dirty="0"/>
          </a:p>
          <a:p>
            <a:pPr algn="l"/>
            <a:r>
              <a:rPr lang="pt-BR" sz="4800" b="1" dirty="0"/>
              <a:t>SANTO ANTÔNIO, ROGAI POR NÓS</a:t>
            </a:r>
          </a:p>
          <a:p>
            <a:pPr algn="l"/>
            <a:r>
              <a:rPr lang="pt-BR" sz="48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23073403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1658</TotalTime>
  <Words>1465</Words>
  <Application>Microsoft Office PowerPoint</Application>
  <PresentationFormat>Widescreen</PresentationFormat>
  <Paragraphs>272</Paragraphs>
  <Slides>55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55</vt:i4>
      </vt:variant>
    </vt:vector>
  </HeadingPairs>
  <TitlesOfParts>
    <vt:vector size="62" baseType="lpstr">
      <vt:lpstr>Arial</vt:lpstr>
      <vt:lpstr>Baskerville Old Face</vt:lpstr>
      <vt:lpstr>Calibri</vt:lpstr>
      <vt:lpstr>Calibri Light</vt:lpstr>
      <vt:lpstr>Gabriola</vt:lpstr>
      <vt:lpstr>Roboto</vt:lpstr>
      <vt:lpstr>Tema do Office</vt:lpstr>
      <vt:lpstr>Apresentação do PowerPoint</vt:lpstr>
      <vt:lpstr>ENTRADA DO CELEBRANTE</vt:lpstr>
      <vt:lpstr>ENTRADA</vt:lpstr>
      <vt:lpstr>ENTRADA DO CELEBRANTE</vt:lpstr>
      <vt:lpstr>ENTRADA</vt:lpstr>
      <vt:lpstr>Apresentação do PowerPoint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Apresentação do PowerPoint</vt:lpstr>
      <vt:lpstr>Apresentação do PowerPoint</vt:lpstr>
      <vt:lpstr>Apresentação do PowerPoint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LADAINHA</vt:lpstr>
      <vt:lpstr>LADAINHA</vt:lpstr>
      <vt:lpstr>LADAINHA</vt:lpstr>
      <vt:lpstr>LADAINHA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Apresentação do PowerPoint</vt:lpstr>
      <vt:lpstr>SUBTEMA DA NOITE</vt:lpstr>
      <vt:lpstr>HINO DO JUBILEU</vt:lpstr>
      <vt:lpstr>HINO DO JUBILEU</vt:lpstr>
      <vt:lpstr>Apresentação do PowerPoint</vt:lpstr>
      <vt:lpstr>RESPONSÓRIO</vt:lpstr>
      <vt:lpstr>RESPONSÓRIO</vt:lpstr>
      <vt:lpstr>RESPONSÓRIO</vt:lpstr>
      <vt:lpstr>RESPONSÓRIO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16</cp:revision>
  <dcterms:created xsi:type="dcterms:W3CDTF">2023-05-06T17:01:55Z</dcterms:created>
  <dcterms:modified xsi:type="dcterms:W3CDTF">2025-06-09T20:16:15Z</dcterms:modified>
</cp:coreProperties>
</file>