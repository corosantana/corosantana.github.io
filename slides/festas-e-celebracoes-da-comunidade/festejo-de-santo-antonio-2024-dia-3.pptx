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3" r:id="rId2"/>
    <p:sldId id="256" r:id="rId3"/>
    <p:sldId id="312" r:id="rId4"/>
    <p:sldId id="313" r:id="rId5"/>
    <p:sldId id="314" r:id="rId6"/>
    <p:sldId id="258" r:id="rId7"/>
    <p:sldId id="259" r:id="rId8"/>
    <p:sldId id="279" r:id="rId9"/>
    <p:sldId id="260" r:id="rId10"/>
    <p:sldId id="261" r:id="rId11"/>
    <p:sldId id="262" r:id="rId12"/>
    <p:sldId id="263" r:id="rId13"/>
    <p:sldId id="283" r:id="rId14"/>
    <p:sldId id="315" r:id="rId15"/>
    <p:sldId id="264" r:id="rId16"/>
    <p:sldId id="265" r:id="rId17"/>
    <p:sldId id="266" r:id="rId18"/>
    <p:sldId id="267" r:id="rId19"/>
    <p:sldId id="268" r:id="rId20"/>
    <p:sldId id="291" r:id="rId21"/>
    <p:sldId id="293" r:id="rId22"/>
    <p:sldId id="294" r:id="rId23"/>
    <p:sldId id="295" r:id="rId24"/>
    <p:sldId id="271" r:id="rId25"/>
    <p:sldId id="269" r:id="rId26"/>
    <p:sldId id="289" r:id="rId27"/>
    <p:sldId id="306" r:id="rId28"/>
    <p:sldId id="292" r:id="rId29"/>
    <p:sldId id="272" r:id="rId30"/>
    <p:sldId id="273" r:id="rId31"/>
    <p:sldId id="286" r:id="rId32"/>
    <p:sldId id="275" r:id="rId33"/>
    <p:sldId id="287" r:id="rId34"/>
    <p:sldId id="316" r:id="rId35"/>
    <p:sldId id="317" r:id="rId36"/>
    <p:sldId id="318" r:id="rId37"/>
    <p:sldId id="319" r:id="rId38"/>
    <p:sldId id="320" r:id="rId39"/>
    <p:sldId id="321" r:id="rId40"/>
    <p:sldId id="277" r:id="rId41"/>
    <p:sldId id="324" r:id="rId42"/>
    <p:sldId id="325" r:id="rId43"/>
    <p:sldId id="296" r:id="rId44"/>
    <p:sldId id="326" r:id="rId45"/>
    <p:sldId id="322" r:id="rId46"/>
    <p:sldId id="323" r:id="rId47"/>
    <p:sldId id="298" r:id="rId48"/>
    <p:sldId id="299" r:id="rId49"/>
    <p:sldId id="300" r:id="rId50"/>
    <p:sldId id="297" r:id="rId51"/>
    <p:sldId id="278" r:id="rId52"/>
    <p:sldId id="301" r:id="rId53"/>
    <p:sldId id="302" r:id="rId5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62" autoAdjust="0"/>
    <p:restoredTop sz="94660"/>
  </p:normalViewPr>
  <p:slideViewPr>
    <p:cSldViewPr snapToGrid="0">
      <p:cViewPr>
        <p:scale>
          <a:sx n="75" d="100"/>
          <a:sy n="75" d="100"/>
        </p:scale>
        <p:origin x="612" y="-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24530C7F-5D4E-4434-8010-606D5295F10F}"/>
    <pc:docChg chg="undo custSel addSld delSld modSld sldOrd">
      <pc:chgData name="anaclaracosta116@gmail.com" userId="a793634777582c92" providerId="LiveId" clId="{24530C7F-5D4E-4434-8010-606D5295F10F}" dt="2024-06-03T21:00:14.204" v="364" actId="27636"/>
      <pc:docMkLst>
        <pc:docMk/>
      </pc:docMkLst>
      <pc:sldChg chg="modSp mod">
        <pc:chgData name="anaclaracosta116@gmail.com" userId="a793634777582c92" providerId="LiveId" clId="{24530C7F-5D4E-4434-8010-606D5295F10F}" dt="2024-06-03T20:51:19.460" v="156" actId="20577"/>
        <pc:sldMkLst>
          <pc:docMk/>
          <pc:sldMk cId="337661645" sldId="261"/>
        </pc:sldMkLst>
        <pc:spChg chg="mod">
          <ac:chgData name="anaclaracosta116@gmail.com" userId="a793634777582c92" providerId="LiveId" clId="{24530C7F-5D4E-4434-8010-606D5295F10F}" dt="2024-06-03T20:51:19.460" v="156" actId="20577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4530C7F-5D4E-4434-8010-606D5295F10F}" dt="2024-06-03T20:50:20.780" v="138" actId="20577"/>
        <pc:sldMkLst>
          <pc:docMk/>
          <pc:sldMk cId="3868190215" sldId="262"/>
        </pc:sldMkLst>
        <pc:spChg chg="mod">
          <ac:chgData name="anaclaracosta116@gmail.com" userId="a793634777582c92" providerId="LiveId" clId="{24530C7F-5D4E-4434-8010-606D5295F10F}" dt="2024-06-03T20:50:20.780" v="138" actId="20577"/>
          <ac:spMkLst>
            <pc:docMk/>
            <pc:sldMk cId="3868190215" sldId="2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4530C7F-5D4E-4434-8010-606D5295F10F}" dt="2024-06-03T20:50:45.721" v="148" actId="20577"/>
        <pc:sldMkLst>
          <pc:docMk/>
          <pc:sldMk cId="1799863211" sldId="263"/>
        </pc:sldMkLst>
        <pc:spChg chg="mod">
          <ac:chgData name="anaclaracosta116@gmail.com" userId="a793634777582c92" providerId="LiveId" clId="{24530C7F-5D4E-4434-8010-606D5295F10F}" dt="2024-06-03T20:50:45.721" v="148" actId="20577"/>
          <ac:spMkLst>
            <pc:docMk/>
            <pc:sldMk cId="1799863211" sldId="26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4530C7F-5D4E-4434-8010-606D5295F10F}" dt="2024-06-03T20:52:00.246" v="162" actId="403"/>
        <pc:sldMkLst>
          <pc:docMk/>
          <pc:sldMk cId="3388034860" sldId="265"/>
        </pc:sldMkLst>
        <pc:spChg chg="mod">
          <ac:chgData name="anaclaracosta116@gmail.com" userId="a793634777582c92" providerId="LiveId" clId="{24530C7F-5D4E-4434-8010-606D5295F10F}" dt="2024-06-03T20:52:00.246" v="162" actId="403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4530C7F-5D4E-4434-8010-606D5295F10F}" dt="2024-06-03T20:53:03.008" v="176" actId="27636"/>
        <pc:sldMkLst>
          <pc:docMk/>
          <pc:sldMk cId="2671817442" sldId="267"/>
        </pc:sldMkLst>
        <pc:spChg chg="mod">
          <ac:chgData name="anaclaracosta116@gmail.com" userId="a793634777582c92" providerId="LiveId" clId="{24530C7F-5D4E-4434-8010-606D5295F10F}" dt="2024-06-03T20:53:03.008" v="176" actId="27636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4530C7F-5D4E-4434-8010-606D5295F10F}" dt="2024-06-03T20:53:49.385" v="205" actId="20577"/>
        <pc:sldMkLst>
          <pc:docMk/>
          <pc:sldMk cId="1261703118" sldId="272"/>
        </pc:sldMkLst>
        <pc:spChg chg="mod">
          <ac:chgData name="anaclaracosta116@gmail.com" userId="a793634777582c92" providerId="LiveId" clId="{24530C7F-5D4E-4434-8010-606D5295F10F}" dt="2024-06-03T20:53:49.385" v="205" actId="20577"/>
          <ac:spMkLst>
            <pc:docMk/>
            <pc:sldMk cId="1261703118" sldId="27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4530C7F-5D4E-4434-8010-606D5295F10F}" dt="2024-06-03T20:54:16.438" v="238" actId="20577"/>
        <pc:sldMkLst>
          <pc:docMk/>
          <pc:sldMk cId="1344366557" sldId="273"/>
        </pc:sldMkLst>
        <pc:spChg chg="mod">
          <ac:chgData name="anaclaracosta116@gmail.com" userId="a793634777582c92" providerId="LiveId" clId="{24530C7F-5D4E-4434-8010-606D5295F10F}" dt="2024-06-03T20:54:16.438" v="238" actId="20577"/>
          <ac:spMkLst>
            <pc:docMk/>
            <pc:sldMk cId="1344366557" sldId="27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4530C7F-5D4E-4434-8010-606D5295F10F}" dt="2024-06-03T20:54:38.429" v="241" actId="113"/>
        <pc:sldMkLst>
          <pc:docMk/>
          <pc:sldMk cId="1963412704" sldId="275"/>
        </pc:sldMkLst>
        <pc:spChg chg="mod">
          <ac:chgData name="anaclaracosta116@gmail.com" userId="a793634777582c92" providerId="LiveId" clId="{24530C7F-5D4E-4434-8010-606D5295F10F}" dt="2024-06-03T20:54:38.429" v="241" actId="113"/>
          <ac:spMkLst>
            <pc:docMk/>
            <pc:sldMk cId="1963412704" sldId="27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4530C7F-5D4E-4434-8010-606D5295F10F}" dt="2024-06-03T20:51:02.089" v="150" actId="20577"/>
        <pc:sldMkLst>
          <pc:docMk/>
          <pc:sldMk cId="2109729473" sldId="283"/>
        </pc:sldMkLst>
        <pc:spChg chg="mod">
          <ac:chgData name="anaclaracosta116@gmail.com" userId="a793634777582c92" providerId="LiveId" clId="{24530C7F-5D4E-4434-8010-606D5295F10F}" dt="2024-06-03T20:51:02.089" v="150" actId="20577"/>
          <ac:spMkLst>
            <pc:docMk/>
            <pc:sldMk cId="2109729473" sldId="28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4530C7F-5D4E-4434-8010-606D5295F10F}" dt="2024-06-03T20:55:15.296" v="250" actId="403"/>
        <pc:sldMkLst>
          <pc:docMk/>
          <pc:sldMk cId="887139133" sldId="287"/>
        </pc:sldMkLst>
        <pc:spChg chg="mod">
          <ac:chgData name="anaclaracosta116@gmail.com" userId="a793634777582c92" providerId="LiveId" clId="{24530C7F-5D4E-4434-8010-606D5295F10F}" dt="2024-06-03T20:55:15.296" v="250" actId="403"/>
          <ac:spMkLst>
            <pc:docMk/>
            <pc:sldMk cId="887139133" sldId="28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4530C7F-5D4E-4434-8010-606D5295F10F}" dt="2024-06-03T20:55:18.094" v="251" actId="2696"/>
        <pc:sldMkLst>
          <pc:docMk/>
          <pc:sldMk cId="1171802254" sldId="290"/>
        </pc:sldMkLst>
      </pc:sldChg>
      <pc:sldChg chg="modSp mod ord">
        <pc:chgData name="anaclaracosta116@gmail.com" userId="a793634777582c92" providerId="LiveId" clId="{24530C7F-5D4E-4434-8010-606D5295F10F}" dt="2024-06-03T20:59:58.518" v="361" actId="14100"/>
        <pc:sldMkLst>
          <pc:docMk/>
          <pc:sldMk cId="80886998" sldId="296"/>
        </pc:sldMkLst>
        <pc:spChg chg="mod">
          <ac:chgData name="anaclaracosta116@gmail.com" userId="a793634777582c92" providerId="LiveId" clId="{24530C7F-5D4E-4434-8010-606D5295F10F}" dt="2024-06-03T20:57:53.246" v="316" actId="14100"/>
          <ac:spMkLst>
            <pc:docMk/>
            <pc:sldMk cId="80886998" sldId="296"/>
            <ac:spMk id="2" creationId="{F0E406B4-85AC-B67B-F9E2-21AAF8067483}"/>
          </ac:spMkLst>
        </pc:spChg>
        <pc:spChg chg="mod">
          <ac:chgData name="anaclaracosta116@gmail.com" userId="a793634777582c92" providerId="LiveId" clId="{24530C7F-5D4E-4434-8010-606D5295F10F}" dt="2024-06-03T20:59:58.518" v="361" actId="14100"/>
          <ac:spMkLst>
            <pc:docMk/>
            <pc:sldMk cId="80886998" sldId="296"/>
            <ac:spMk id="3" creationId="{FC8F7E34-DB8C-1CEE-BAF4-E537563F9CD2}"/>
          </ac:spMkLst>
        </pc:spChg>
      </pc:sldChg>
      <pc:sldChg chg="delSp mod">
        <pc:chgData name="anaclaracosta116@gmail.com" userId="a793634777582c92" providerId="LiveId" clId="{24530C7F-5D4E-4434-8010-606D5295F10F}" dt="2024-06-03T20:46:38.874" v="3" actId="21"/>
        <pc:sldMkLst>
          <pc:docMk/>
          <pc:sldMk cId="1473594096" sldId="303"/>
        </pc:sldMkLst>
        <pc:spChg chg="del">
          <ac:chgData name="anaclaracosta116@gmail.com" userId="a793634777582c92" providerId="LiveId" clId="{24530C7F-5D4E-4434-8010-606D5295F10F}" dt="2024-06-03T20:46:38.874" v="3" actId="21"/>
          <ac:spMkLst>
            <pc:docMk/>
            <pc:sldMk cId="1473594096" sldId="303"/>
            <ac:spMk id="6" creationId="{29B09F9B-886C-EE0B-AB79-082E0D55553C}"/>
          </ac:spMkLst>
        </pc:spChg>
      </pc:sldChg>
      <pc:sldChg chg="del">
        <pc:chgData name="anaclaracosta116@gmail.com" userId="a793634777582c92" providerId="LiveId" clId="{24530C7F-5D4E-4434-8010-606D5295F10F}" dt="2024-06-03T20:55:22.959" v="253" actId="2696"/>
        <pc:sldMkLst>
          <pc:docMk/>
          <pc:sldMk cId="2784138116" sldId="307"/>
        </pc:sldMkLst>
      </pc:sldChg>
      <pc:sldChg chg="del">
        <pc:chgData name="anaclaracosta116@gmail.com" userId="a793634777582c92" providerId="LiveId" clId="{24530C7F-5D4E-4434-8010-606D5295F10F}" dt="2024-06-03T20:55:20.387" v="252" actId="2696"/>
        <pc:sldMkLst>
          <pc:docMk/>
          <pc:sldMk cId="2666127941" sldId="308"/>
        </pc:sldMkLst>
      </pc:sldChg>
      <pc:sldChg chg="del">
        <pc:chgData name="anaclaracosta116@gmail.com" userId="a793634777582c92" providerId="LiveId" clId="{24530C7F-5D4E-4434-8010-606D5295F10F}" dt="2024-06-03T20:55:30.285" v="255" actId="2696"/>
        <pc:sldMkLst>
          <pc:docMk/>
          <pc:sldMk cId="3111919431" sldId="309"/>
        </pc:sldMkLst>
      </pc:sldChg>
      <pc:sldChg chg="del">
        <pc:chgData name="anaclaracosta116@gmail.com" userId="a793634777582c92" providerId="LiveId" clId="{24530C7F-5D4E-4434-8010-606D5295F10F}" dt="2024-06-03T20:55:34.912" v="257" actId="2696"/>
        <pc:sldMkLst>
          <pc:docMk/>
          <pc:sldMk cId="2383625797" sldId="310"/>
        </pc:sldMkLst>
      </pc:sldChg>
      <pc:sldChg chg="del">
        <pc:chgData name="anaclaracosta116@gmail.com" userId="a793634777582c92" providerId="LiveId" clId="{24530C7F-5D4E-4434-8010-606D5295F10F}" dt="2024-06-03T20:55:36.838" v="258" actId="2696"/>
        <pc:sldMkLst>
          <pc:docMk/>
          <pc:sldMk cId="1023948528" sldId="311"/>
        </pc:sldMkLst>
      </pc:sldChg>
      <pc:sldChg chg="modSp add mod">
        <pc:chgData name="anaclaracosta116@gmail.com" userId="a793634777582c92" providerId="LiveId" clId="{24530C7F-5D4E-4434-8010-606D5295F10F}" dt="2024-06-03T20:46:27.167" v="2" actId="27636"/>
        <pc:sldMkLst>
          <pc:docMk/>
          <pc:sldMk cId="1187519096" sldId="314"/>
        </pc:sldMkLst>
        <pc:spChg chg="mod">
          <ac:chgData name="anaclaracosta116@gmail.com" userId="a793634777582c92" providerId="LiveId" clId="{24530C7F-5D4E-4434-8010-606D5295F10F}" dt="2024-06-03T20:46:27.167" v="2" actId="27636"/>
          <ac:spMkLst>
            <pc:docMk/>
            <pc:sldMk cId="1187519096" sldId="31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24530C7F-5D4E-4434-8010-606D5295F10F}" dt="2024-06-03T20:51:34.438" v="158" actId="1076"/>
        <pc:sldMkLst>
          <pc:docMk/>
          <pc:sldMk cId="2015935553" sldId="315"/>
        </pc:sldMkLst>
        <pc:spChg chg="mod">
          <ac:chgData name="anaclaracosta116@gmail.com" userId="a793634777582c92" providerId="LiveId" clId="{24530C7F-5D4E-4434-8010-606D5295F10F}" dt="2024-06-03T20:51:34.438" v="158" actId="1076"/>
          <ac:spMkLst>
            <pc:docMk/>
            <pc:sldMk cId="2015935553" sldId="315"/>
            <ac:spMk id="3" creationId="{FC8F7E34-DB8C-1CEE-BAF4-E537563F9CD2}"/>
          </ac:spMkLst>
        </pc:spChg>
      </pc:sldChg>
      <pc:sldChg chg="add del">
        <pc:chgData name="anaclaracosta116@gmail.com" userId="a793634777582c92" providerId="LiveId" clId="{24530C7F-5D4E-4434-8010-606D5295F10F}" dt="2024-06-03T20:55:32.720" v="256" actId="2696"/>
        <pc:sldMkLst>
          <pc:docMk/>
          <pc:sldMk cId="2085174262" sldId="316"/>
        </pc:sldMkLst>
      </pc:sldChg>
      <pc:sldChg chg="add ord">
        <pc:chgData name="anaclaracosta116@gmail.com" userId="a793634777582c92" providerId="LiveId" clId="{24530C7F-5D4E-4434-8010-606D5295F10F}" dt="2024-06-03T20:55:41.472" v="261"/>
        <pc:sldMkLst>
          <pc:docMk/>
          <pc:sldMk cId="2545709290" sldId="316"/>
        </pc:sldMkLst>
      </pc:sldChg>
      <pc:sldChg chg="modSp add mod ord">
        <pc:chgData name="anaclaracosta116@gmail.com" userId="a793634777582c92" providerId="LiveId" clId="{24530C7F-5D4E-4434-8010-606D5295F10F}" dt="2024-06-03T20:56:15.058" v="275" actId="20577"/>
        <pc:sldMkLst>
          <pc:docMk/>
          <pc:sldMk cId="3172486538" sldId="317"/>
        </pc:sldMkLst>
        <pc:spChg chg="mod">
          <ac:chgData name="anaclaracosta116@gmail.com" userId="a793634777582c92" providerId="LiveId" clId="{24530C7F-5D4E-4434-8010-606D5295F10F}" dt="2024-06-03T20:56:15.058" v="275" actId="20577"/>
          <ac:spMkLst>
            <pc:docMk/>
            <pc:sldMk cId="3172486538" sldId="317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24530C7F-5D4E-4434-8010-606D5295F10F}" dt="2024-06-03T20:55:49.588" v="267"/>
        <pc:sldMkLst>
          <pc:docMk/>
          <pc:sldMk cId="2662268074" sldId="318"/>
        </pc:sldMkLst>
      </pc:sldChg>
      <pc:sldChg chg="modSp add mod ord">
        <pc:chgData name="anaclaracosta116@gmail.com" userId="a793634777582c92" providerId="LiveId" clId="{24530C7F-5D4E-4434-8010-606D5295F10F}" dt="2024-06-03T20:56:53.081" v="286" actId="20577"/>
        <pc:sldMkLst>
          <pc:docMk/>
          <pc:sldMk cId="1298567805" sldId="319"/>
        </pc:sldMkLst>
        <pc:spChg chg="mod">
          <ac:chgData name="anaclaracosta116@gmail.com" userId="a793634777582c92" providerId="LiveId" clId="{24530C7F-5D4E-4434-8010-606D5295F10F}" dt="2024-06-03T20:56:53.081" v="286" actId="20577"/>
          <ac:spMkLst>
            <pc:docMk/>
            <pc:sldMk cId="1298567805" sldId="319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24530C7F-5D4E-4434-8010-606D5295F10F}" dt="2024-06-03T20:56:58.983" v="289"/>
        <pc:sldMkLst>
          <pc:docMk/>
          <pc:sldMk cId="786037304" sldId="320"/>
        </pc:sldMkLst>
      </pc:sldChg>
      <pc:sldChg chg="modSp add mod ord">
        <pc:chgData name="anaclaracosta116@gmail.com" userId="a793634777582c92" providerId="LiveId" clId="{24530C7F-5D4E-4434-8010-606D5295F10F}" dt="2024-06-03T20:57:27.928" v="299" actId="20577"/>
        <pc:sldMkLst>
          <pc:docMk/>
          <pc:sldMk cId="4218019022" sldId="321"/>
        </pc:sldMkLst>
        <pc:spChg chg="mod">
          <ac:chgData name="anaclaracosta116@gmail.com" userId="a793634777582c92" providerId="LiveId" clId="{24530C7F-5D4E-4434-8010-606D5295F10F}" dt="2024-06-03T20:57:27.928" v="299" actId="20577"/>
          <ac:spMkLst>
            <pc:docMk/>
            <pc:sldMk cId="4218019022" sldId="321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24530C7F-5D4E-4434-8010-606D5295F10F}" dt="2024-06-03T20:57:39.671" v="300" actId="2890"/>
        <pc:sldMkLst>
          <pc:docMk/>
          <pc:sldMk cId="4066681030" sldId="322"/>
        </pc:sldMkLst>
      </pc:sldChg>
      <pc:sldChg chg="add">
        <pc:chgData name="anaclaracosta116@gmail.com" userId="a793634777582c92" providerId="LiveId" clId="{24530C7F-5D4E-4434-8010-606D5295F10F}" dt="2024-06-03T20:57:41.719" v="301" actId="2890"/>
        <pc:sldMkLst>
          <pc:docMk/>
          <pc:sldMk cId="3203445960" sldId="323"/>
        </pc:sldMkLst>
      </pc:sldChg>
      <pc:sldChg chg="modSp add mod ord">
        <pc:chgData name="anaclaracosta116@gmail.com" userId="a793634777582c92" providerId="LiveId" clId="{24530C7F-5D4E-4434-8010-606D5295F10F}" dt="2024-06-03T20:58:44.987" v="340"/>
        <pc:sldMkLst>
          <pc:docMk/>
          <pc:sldMk cId="1857753947" sldId="324"/>
        </pc:sldMkLst>
        <pc:spChg chg="mod">
          <ac:chgData name="anaclaracosta116@gmail.com" userId="a793634777582c92" providerId="LiveId" clId="{24530C7F-5D4E-4434-8010-606D5295F10F}" dt="2024-06-03T20:58:41.049" v="338" actId="404"/>
          <ac:spMkLst>
            <pc:docMk/>
            <pc:sldMk cId="1857753947" sldId="324"/>
            <ac:spMk id="3" creationId="{FC8F7E34-DB8C-1CEE-BAF4-E537563F9CD2}"/>
          </ac:spMkLst>
        </pc:spChg>
      </pc:sldChg>
      <pc:sldChg chg="modSp add mod ord">
        <pc:chgData name="anaclaracosta116@gmail.com" userId="a793634777582c92" providerId="LiveId" clId="{24530C7F-5D4E-4434-8010-606D5295F10F}" dt="2024-06-03T20:59:37.538" v="353"/>
        <pc:sldMkLst>
          <pc:docMk/>
          <pc:sldMk cId="3010215398" sldId="325"/>
        </pc:sldMkLst>
        <pc:spChg chg="mod">
          <ac:chgData name="anaclaracosta116@gmail.com" userId="a793634777582c92" providerId="LiveId" clId="{24530C7F-5D4E-4434-8010-606D5295F10F}" dt="2024-06-03T20:59:18.768" v="351" actId="27636"/>
          <ac:spMkLst>
            <pc:docMk/>
            <pc:sldMk cId="3010215398" sldId="325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24530C7F-5D4E-4434-8010-606D5295F10F}" dt="2024-06-03T21:00:14.204" v="364" actId="27636"/>
        <pc:sldMkLst>
          <pc:docMk/>
          <pc:sldMk cId="3331137893" sldId="326"/>
        </pc:sldMkLst>
        <pc:spChg chg="mod">
          <ac:chgData name="anaclaracosta116@gmail.com" userId="a793634777582c92" providerId="LiveId" clId="{24530C7F-5D4E-4434-8010-606D5295F10F}" dt="2024-06-03T21:00:14.204" v="364" actId="27636"/>
          <ac:spMkLst>
            <pc:docMk/>
            <pc:sldMk cId="3331137893" sldId="326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03/06/2024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03/06/2024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DE8454F-7BCB-F03F-BBC5-83D4CEB99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62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2E25773-42FD-B98F-F247-E337474EBD83}"/>
              </a:ext>
            </a:extLst>
          </p:cNvPr>
          <p:cNvSpPr txBox="1"/>
          <p:nvPr/>
        </p:nvSpPr>
        <p:spPr>
          <a:xfrm>
            <a:off x="2249714" y="3742005"/>
            <a:ext cx="962107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9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FESTEJO DE SANTO ANTÔNIO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A076B8B-3AF0-640B-0A1E-E74391516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594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4800" b="1" dirty="0"/>
              <a:t>R. SENHOR VOLTAI-VOS PARA MIM, TENDE</a:t>
            </a:r>
          </a:p>
          <a:p>
            <a:pPr algn="just"/>
            <a:r>
              <a:rPr lang="pt-BR" sz="4800" b="1" dirty="0"/>
              <a:t>PIEDADE!</a:t>
            </a:r>
          </a:p>
          <a:p>
            <a:pPr algn="just"/>
            <a:r>
              <a:rPr lang="pt-BR" sz="4400" dirty="0"/>
              <a:t>SENHOR MEU DEUS, A VÓS ELEVO A</a:t>
            </a:r>
          </a:p>
          <a:p>
            <a:pPr algn="just"/>
            <a:r>
              <a:rPr lang="pt-BR" sz="4400" dirty="0"/>
              <a:t>MINHA ALMA, EM VÓS CONFIO, QUE EU</a:t>
            </a:r>
          </a:p>
          <a:p>
            <a:pPr algn="just"/>
            <a:r>
              <a:rPr lang="pt-BR" sz="4400" dirty="0"/>
              <a:t>NÃO SEJAS ENVERGONHADO.</a:t>
            </a:r>
          </a:p>
          <a:p>
            <a:pPr algn="just"/>
            <a:r>
              <a:rPr lang="pt-BR" sz="4400" dirty="0"/>
              <a:t>MOSTRAI-ME, Ó SENHOR VOSSOS</a:t>
            </a:r>
          </a:p>
          <a:p>
            <a:pPr algn="just"/>
            <a:r>
              <a:rPr lang="pt-BR" sz="4400" dirty="0"/>
              <a:t>CAMINHOS, E FAZEI-ME CONHECER A</a:t>
            </a:r>
          </a:p>
          <a:p>
            <a:pPr algn="just"/>
            <a:r>
              <a:rPr lang="pt-BR" sz="4400" dirty="0"/>
              <a:t>VOSSA ESTRADA! R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630913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/>
          </a:bodyPr>
          <a:lstStyle/>
          <a:p>
            <a:pPr algn="just"/>
            <a:r>
              <a:rPr lang="pt-BR" sz="4800" b="1" dirty="0"/>
              <a:t>R. SENHOR VOLTAI-VOS PARA MIM, TENDE</a:t>
            </a:r>
          </a:p>
          <a:p>
            <a:pPr algn="just"/>
            <a:r>
              <a:rPr lang="pt-BR" sz="4800" b="1" dirty="0"/>
              <a:t>PIEDADE!</a:t>
            </a:r>
          </a:p>
          <a:p>
            <a:pPr algn="just"/>
            <a:r>
              <a:rPr lang="pt-BR" sz="4400" dirty="0"/>
              <a:t>VOSSA VERDADE ME ORIENTE E ME</a:t>
            </a:r>
          </a:p>
          <a:p>
            <a:pPr algn="just"/>
            <a:r>
              <a:rPr lang="pt-BR" sz="4400" dirty="0"/>
              <a:t>CONDUZA, PORQUE SOIS O DEUS DA</a:t>
            </a:r>
          </a:p>
          <a:p>
            <a:pPr algn="just"/>
            <a:r>
              <a:rPr lang="pt-BR" sz="4400" dirty="0"/>
              <a:t>MINHA SALVAÇÃO; RECORDAI, SENHOR</a:t>
            </a:r>
          </a:p>
          <a:p>
            <a:pPr algn="just"/>
            <a:r>
              <a:rPr lang="pt-BR" sz="4400" dirty="0"/>
              <a:t>MEU DEUS, VOSSA TERNURA E A VOSSA</a:t>
            </a:r>
          </a:p>
          <a:p>
            <a:pPr algn="just"/>
            <a:r>
              <a:rPr lang="pt-BR" sz="4400" dirty="0"/>
              <a:t>COMPAIXÃO QUE SÃO ETERNAS! R.</a:t>
            </a:r>
          </a:p>
        </p:txBody>
      </p:sp>
    </p:spTree>
    <p:extLst>
      <p:ext uri="{BB962C8B-B14F-4D97-AF65-F5344CB8AC3E}">
        <p14:creationId xmlns:p14="http://schemas.microsoft.com/office/powerpoint/2010/main" val="2276273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/>
          </a:bodyPr>
          <a:lstStyle/>
          <a:p>
            <a:pPr algn="just"/>
            <a:r>
              <a:rPr lang="pt-BR" sz="4800" b="1" dirty="0"/>
              <a:t>R. SENHOR VOLTAI-VOS PARA MIM, TENDE</a:t>
            </a:r>
          </a:p>
          <a:p>
            <a:pPr algn="just"/>
            <a:r>
              <a:rPr lang="pt-BR" sz="4800" b="1" dirty="0"/>
              <a:t>PIEDADE!</a:t>
            </a:r>
          </a:p>
          <a:p>
            <a:pPr algn="just"/>
            <a:r>
              <a:rPr lang="pt-BR" sz="4400" dirty="0"/>
              <a:t>"DE MIM LEMBRAI-VOS, PORQUE SOIS</a:t>
            </a:r>
          </a:p>
          <a:p>
            <a:pPr algn="just"/>
            <a:r>
              <a:rPr lang="pt-BR" sz="4400" dirty="0"/>
              <a:t>MISERICÓRDIA E SOIS BONDADE SEM</a:t>
            </a:r>
          </a:p>
          <a:p>
            <a:pPr algn="just"/>
            <a:r>
              <a:rPr lang="pt-BR" sz="4400" dirty="0"/>
              <a:t>LIMITES, Ó SENHOR! O SENHOR É PIEDADE</a:t>
            </a:r>
          </a:p>
          <a:p>
            <a:pPr algn="just"/>
            <a:r>
              <a:rPr lang="pt-BR" sz="4400" dirty="0"/>
              <a:t>E RETIDÃO, E RECONDUZ AO BOM</a:t>
            </a:r>
          </a:p>
          <a:p>
            <a:pPr algn="just"/>
            <a:r>
              <a:rPr lang="pt-BR" sz="4400" dirty="0"/>
              <a:t>CAMINHO OS PECADORES. R.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542644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709" y="457199"/>
            <a:ext cx="16625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709" y="1136074"/>
            <a:ext cx="11402291" cy="5564764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4800" b="1" dirty="0"/>
              <a:t>R. SENHOR VOLTAI-VOS PARA MIM, TENDE</a:t>
            </a:r>
          </a:p>
          <a:p>
            <a:pPr algn="just"/>
            <a:r>
              <a:rPr lang="pt-BR" sz="4800" b="1" dirty="0"/>
              <a:t>PIEDADE!</a:t>
            </a:r>
          </a:p>
          <a:p>
            <a:pPr algn="just"/>
            <a:r>
              <a:rPr lang="pt-BR" sz="4400" dirty="0"/>
              <a:t>ELE DIRIGE OS HUMILDES NA JUSTIÇA. E</a:t>
            </a:r>
          </a:p>
          <a:p>
            <a:pPr algn="just"/>
            <a:r>
              <a:rPr lang="pt-BR" sz="4400" dirty="0"/>
              <a:t>AOS POBRES ELE ENSINA O SEU</a:t>
            </a:r>
          </a:p>
          <a:p>
            <a:pPr algn="just"/>
            <a:r>
              <a:rPr lang="pt-BR" sz="4400" dirty="0"/>
              <a:t>CAMINHO. "VERDADE E AMOR SÃO OS</a:t>
            </a:r>
          </a:p>
          <a:p>
            <a:pPr algn="just"/>
            <a:r>
              <a:rPr lang="pt-BR" sz="4400" dirty="0"/>
              <a:t>CAMINHOS DO SENHOR PARA QUEM</a:t>
            </a:r>
          </a:p>
          <a:p>
            <a:pPr algn="just"/>
            <a:r>
              <a:rPr lang="pt-BR" sz="4400" dirty="0"/>
              <a:t>GUARDA SUA ALIANÇA E SEUS</a:t>
            </a:r>
          </a:p>
          <a:p>
            <a:pPr algn="just"/>
            <a:r>
              <a:rPr lang="pt-BR" sz="4400" dirty="0"/>
              <a:t>PRECEITOS. R.</a:t>
            </a:r>
          </a:p>
        </p:txBody>
      </p:sp>
    </p:spTree>
    <p:extLst>
      <p:ext uri="{BB962C8B-B14F-4D97-AF65-F5344CB8AC3E}">
        <p14:creationId xmlns:p14="http://schemas.microsoft.com/office/powerpoint/2010/main" val="1187519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938164" cy="5347854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7600" dirty="0"/>
              <a:t>CONFESSO A DEUS TODO-PODEROSO, E A VÓS IRMÃOS E IRMÃS, QUE PEQUEI MUITAS VEZES, POR PENSAMENTOS, PALAVRAS, ATOS E OMISSÕES, POR MINHA CULPA, MINHA CULPA, MINHA TÃO GRANDE CULPA</a:t>
            </a:r>
            <a:endParaRPr lang="pt-BR" sz="17600" b="1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E PEÇO À VIRGEM MARIA, AOS ANJOS E SANTOS, E A VÓS, IRMÃOS E IRMÃS, QUE ROGUEIS POR MIM A DEUS.</a:t>
            </a:r>
            <a:endParaRPr lang="pt-BR" sz="7200" b="1" dirty="0"/>
          </a:p>
        </p:txBody>
      </p:sp>
    </p:spTree>
    <p:extLst>
      <p:ext uri="{BB962C8B-B14F-4D97-AF65-F5344CB8AC3E}">
        <p14:creationId xmlns:p14="http://schemas.microsoft.com/office/powerpoint/2010/main" val="4082794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799618" cy="5389417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9800" b="1" dirty="0"/>
              <a:t>GLÓRIA A DEUS NAS ALTURAS! </a:t>
            </a:r>
          </a:p>
          <a:p>
            <a:pPr algn="just"/>
            <a:endParaRPr lang="pt-BR" sz="8000" b="1" dirty="0"/>
          </a:p>
          <a:p>
            <a:pPr algn="just"/>
            <a:r>
              <a:rPr lang="pt-BR" sz="8000" dirty="0"/>
              <a:t>E PAZ NA TERRA AOS HOMENS POR ELE AMADOS.</a:t>
            </a:r>
          </a:p>
          <a:p>
            <a:pPr algn="just"/>
            <a:r>
              <a:rPr lang="pt-BR" sz="8000" dirty="0"/>
              <a:t>SENHOR DEUS, REI DOS CÉUS DEUS PAI TODO PODEROSO</a:t>
            </a:r>
          </a:p>
          <a:p>
            <a:pPr algn="just"/>
            <a:r>
              <a:rPr lang="pt-BR" sz="8000" dirty="0"/>
              <a:t>NÓS VOS LOUVAMOS, NÓS VOS BENDIZEMOS,</a:t>
            </a:r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5787"/>
            <a:ext cx="11236036" cy="6137564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6000" dirty="0"/>
              <a:t>NÓS VOS ADORAMOS, NÓS VOS GLORIFICAMOS,</a:t>
            </a:r>
          </a:p>
          <a:p>
            <a:pPr algn="just"/>
            <a:r>
              <a:rPr lang="pt-BR" sz="6000" dirty="0"/>
              <a:t>NÓS VOS DAMOS GRAÇAS POR VOSSA IMENSA GLÓRIA.</a:t>
            </a:r>
          </a:p>
          <a:p>
            <a:pPr algn="just"/>
            <a:r>
              <a:rPr lang="pt-BR" sz="6000" dirty="0"/>
              <a:t>SENHOR JESUS CRISTO, FILHO UNIGÊNITO</a:t>
            </a:r>
          </a:p>
          <a:p>
            <a:pPr algn="just"/>
            <a:r>
              <a:rPr lang="pt-BR" sz="6000" dirty="0"/>
              <a:t>SENHOR DEUS, CORDEIRO DE DEUS, FILHO DE DEUS PAI.</a:t>
            </a:r>
          </a:p>
        </p:txBody>
      </p:sp>
    </p:spTree>
    <p:extLst>
      <p:ext uri="{BB962C8B-B14F-4D97-AF65-F5344CB8AC3E}">
        <p14:creationId xmlns:p14="http://schemas.microsoft.com/office/powerpoint/2010/main" val="3868190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609600"/>
            <a:ext cx="11236036" cy="6137564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dirty="0"/>
              <a:t>VÓS QUE TIRAIS O PECADO DO MUNDO,</a:t>
            </a:r>
          </a:p>
          <a:p>
            <a:pPr algn="l"/>
            <a:r>
              <a:rPr lang="pt-BR" sz="6000" dirty="0"/>
              <a:t>TENDE PIEDADE DE NÓS.</a:t>
            </a:r>
          </a:p>
          <a:p>
            <a:pPr algn="l"/>
            <a:r>
              <a:rPr lang="pt-BR" sz="6000" dirty="0"/>
              <a:t>VÓS QUE TIRAIS O PECADO DO MUNDO, ACOLHEI A NOSSA SÚPLICA.</a:t>
            </a:r>
          </a:p>
          <a:p>
            <a:pPr algn="l"/>
            <a:r>
              <a:rPr lang="pt-BR" sz="6000" dirty="0"/>
              <a:t>VÓS QUE ESTAIS À DIREITA DO PAI, TENDE PIEDADE DE NÓS.</a:t>
            </a:r>
            <a:endParaRPr lang="pt-BR" sz="1800" dirty="0"/>
          </a:p>
        </p:txBody>
      </p:sp>
    </p:spTree>
    <p:extLst>
      <p:ext uri="{BB962C8B-B14F-4D97-AF65-F5344CB8AC3E}">
        <p14:creationId xmlns:p14="http://schemas.microsoft.com/office/powerpoint/2010/main" val="1799863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720436"/>
            <a:ext cx="11236036" cy="5694652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SÓ VÓS SOIS O SANTO,</a:t>
            </a:r>
          </a:p>
          <a:p>
            <a:pPr algn="l"/>
            <a:r>
              <a:rPr lang="pt-BR" sz="6000" dirty="0"/>
              <a:t>SÓ VÓS SOIS O SENHOR, SÓ VÓS SOIS O ALTÍSSIMO,</a:t>
            </a:r>
          </a:p>
          <a:p>
            <a:pPr algn="l"/>
            <a:r>
              <a:rPr lang="pt-BR" sz="6000" dirty="0"/>
              <a:t>JESUS CRISTO, COM O ESPÍRITO SANTO, NA GLÓRIA DE DEUS PAI. </a:t>
            </a:r>
          </a:p>
        </p:txBody>
      </p:sp>
    </p:spTree>
    <p:extLst>
      <p:ext uri="{BB962C8B-B14F-4D97-AF65-F5344CB8AC3E}">
        <p14:creationId xmlns:p14="http://schemas.microsoft.com/office/powerpoint/2010/main" val="2109729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2360468"/>
            <a:ext cx="11236036" cy="2137064"/>
          </a:xfrm>
        </p:spPr>
        <p:txBody>
          <a:bodyPr>
            <a:normAutofit/>
          </a:bodyPr>
          <a:lstStyle/>
          <a:p>
            <a:pPr algn="just"/>
            <a:r>
              <a:rPr lang="pt-BR" sz="6600" b="1" dirty="0"/>
              <a:t>GLÓRIA A DEUS NAS ALTURAS! ÁMÉM!</a:t>
            </a:r>
          </a:p>
        </p:txBody>
      </p:sp>
    </p:spTree>
    <p:extLst>
      <p:ext uri="{BB962C8B-B14F-4D97-AF65-F5344CB8AC3E}">
        <p14:creationId xmlns:p14="http://schemas.microsoft.com/office/powerpoint/2010/main" val="2015935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2663" y="2524991"/>
            <a:ext cx="9746673" cy="1808018"/>
          </a:xfrm>
        </p:spPr>
        <p:txBody>
          <a:bodyPr>
            <a:normAutofit/>
          </a:bodyPr>
          <a:lstStyle/>
          <a:p>
            <a:r>
              <a:rPr lang="pt-BR" sz="5400" b="1" dirty="0"/>
              <a:t>VÓS SOIS MEU DEUS, NO QUAL CONFIO INTEIRAMENTE. 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201583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85456"/>
            <a:ext cx="10349345" cy="5223162"/>
          </a:xfrm>
        </p:spPr>
        <p:txBody>
          <a:bodyPr>
            <a:normAutofit fontScale="92500"/>
          </a:bodyPr>
          <a:lstStyle/>
          <a:p>
            <a:r>
              <a:rPr lang="pt-BR" sz="4400" b="1" dirty="0"/>
              <a:t>ALELUIA, ALELUIA, ALELUIA.</a:t>
            </a:r>
          </a:p>
          <a:p>
            <a:endParaRPr lang="pt-BR" sz="4400" b="1" dirty="0"/>
          </a:p>
          <a:p>
            <a:r>
              <a:rPr lang="pt-BR" sz="4400" dirty="0"/>
              <a:t> </a:t>
            </a:r>
            <a:r>
              <a:rPr lang="pt-BR" sz="4800" dirty="0"/>
              <a:t>JESUS CRISTO, A FIEL TESTEMUNHA,</a:t>
            </a:r>
          </a:p>
          <a:p>
            <a:r>
              <a:rPr lang="pt-BR" sz="4800" dirty="0"/>
              <a:t>PRIMOGÊNITO DOS MORTOS, NOS AMOU E</a:t>
            </a:r>
          </a:p>
          <a:p>
            <a:r>
              <a:rPr lang="pt-BR" sz="4800" dirty="0"/>
              <a:t>DO PECADO NOS LAVOU, EM SEU SANGUE</a:t>
            </a:r>
          </a:p>
          <a:p>
            <a:r>
              <a:rPr lang="pt-BR" sz="4800" dirty="0"/>
              <a:t>DERRAMADO.</a:t>
            </a:r>
          </a:p>
          <a:p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1343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PREGADOR DO EVANGELHO,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 POVO ABANDONADO,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MENSAGEIROS,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DA JUSTIÇA E DA ESPERANÇA, INTERCEDEI</a:t>
            </a:r>
          </a:p>
        </p:txBody>
      </p:sp>
    </p:spTree>
    <p:extLst>
      <p:ext uri="{BB962C8B-B14F-4D97-AF65-F5344CB8AC3E}">
        <p14:creationId xmlns:p14="http://schemas.microsoft.com/office/powerpoint/2010/main" val="10171336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MESTRE SÁBIO DA VERDADE,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IGREJA PEREGRINA,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JOVENS NAMORADOS,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LARES EM PERIGO, INTERCEDEI</a:t>
            </a:r>
          </a:p>
        </p:txBody>
      </p:sp>
    </p:spTree>
    <p:extLst>
      <p:ext uri="{BB962C8B-B14F-4D97-AF65-F5344CB8AC3E}">
        <p14:creationId xmlns:p14="http://schemas.microsoft.com/office/powerpoint/2010/main" val="41438591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VÓS, IRMÃOS DOS PEQUENINOS,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POBRES E DOENTES,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TRISTES E ABATIDOS,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PELOS POVOS OPRIMIDOS, INTERCEDEI</a:t>
            </a:r>
          </a:p>
        </p:txBody>
      </p:sp>
    </p:spTree>
    <p:extLst>
      <p:ext uri="{BB962C8B-B14F-4D97-AF65-F5344CB8AC3E}">
        <p14:creationId xmlns:p14="http://schemas.microsoft.com/office/powerpoint/2010/main" val="3724422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691" y="36021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LADAINHA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691" y="1163781"/>
            <a:ext cx="11561617" cy="552796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7300" b="1" dirty="0"/>
              <a:t>SANTO ANTÔNIO, ROGAI POR NÓS, INTERCEDEI A DEUS POR NÓS. (2X)</a:t>
            </a:r>
          </a:p>
          <a:p>
            <a:pPr algn="l"/>
            <a:endParaRPr lang="pt-BR" sz="7300" b="1" dirty="0"/>
          </a:p>
          <a:p>
            <a:pPr algn="l">
              <a:lnSpc>
                <a:spcPct val="120000"/>
              </a:lnSpc>
            </a:pPr>
            <a:r>
              <a:rPr lang="pt-BR" sz="7300" dirty="0"/>
              <a:t>PARA O MUNDO SER MAIS JUSTO,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PELA PAZ DA HUMANIDADE,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SERMOS MAIS FRATERNOS, INTERCEDEI</a:t>
            </a:r>
          </a:p>
          <a:p>
            <a:pPr algn="l">
              <a:lnSpc>
                <a:spcPct val="120000"/>
              </a:lnSpc>
            </a:pPr>
            <a:r>
              <a:rPr lang="pt-BR" sz="7300" dirty="0"/>
              <a:t>PARA ACHARMOS O PERDIDO, INTERCEDEI</a:t>
            </a:r>
          </a:p>
        </p:txBody>
      </p:sp>
    </p:spTree>
    <p:extLst>
      <p:ext uri="{BB962C8B-B14F-4D97-AF65-F5344CB8AC3E}">
        <p14:creationId xmlns:p14="http://schemas.microsoft.com/office/powerpoint/2010/main" val="13479363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/>
          </a:bodyPr>
          <a:lstStyle/>
          <a:p>
            <a:pPr algn="l"/>
            <a:r>
              <a:rPr lang="pt-BR" sz="4400" dirty="0"/>
              <a:t>1. A MESA SANTA QUE PREPARAMOS,</a:t>
            </a:r>
          </a:p>
          <a:p>
            <a:pPr algn="l"/>
            <a:r>
              <a:rPr lang="pt-BR" sz="4400" dirty="0"/>
              <a:t>MÃOS QUE SE ELEVAM A TI, Ó SENHOR</a:t>
            </a:r>
          </a:p>
          <a:p>
            <a:pPr algn="l"/>
            <a:r>
              <a:rPr lang="pt-BR" sz="4400" dirty="0"/>
              <a:t>O PÃO E O VINHO, FRUTOS DA TERRA,</a:t>
            </a:r>
          </a:p>
          <a:p>
            <a:pPr algn="l"/>
            <a:r>
              <a:rPr lang="pt-BR" sz="4400" dirty="0"/>
              <a:t>DURO TRABALHO, CARINHO E AMOR.</a:t>
            </a:r>
          </a:p>
          <a:p>
            <a:pPr algn="l"/>
            <a:endParaRPr lang="pt-BR" sz="4400" b="1" dirty="0"/>
          </a:p>
          <a:p>
            <a:pPr algn="l"/>
            <a:r>
              <a:rPr lang="pt-BR" sz="4400" b="1" dirty="0"/>
              <a:t>Ô, Ô, Ô, RECEBE SENHOR</a:t>
            </a:r>
          </a:p>
          <a:p>
            <a:pPr algn="l"/>
            <a:r>
              <a:rPr lang="pt-BR" sz="4400" b="1" dirty="0"/>
              <a:t>Ô, Ô RECEBE SENHOR (BIS)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CANTOS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0"/>
            <a:ext cx="10965873" cy="5638799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7300" dirty="0"/>
              <a:t>2. FLORES, ESPINHOS, DOR E ALEGRIA,</a:t>
            </a:r>
          </a:p>
          <a:p>
            <a:pPr algn="l"/>
            <a:r>
              <a:rPr lang="pt-BR" sz="7300" dirty="0"/>
              <a:t>PAIS, MÃES E FILHOS DIANTE DO ALTAR.</a:t>
            </a:r>
          </a:p>
          <a:p>
            <a:pPr algn="l"/>
            <a:r>
              <a:rPr lang="pt-BR" sz="7300" dirty="0"/>
              <a:t>A NOSSA OFERTA EM NOVA FESTA,</a:t>
            </a:r>
          </a:p>
          <a:p>
            <a:pPr algn="l"/>
            <a:r>
              <a:rPr lang="pt-BR" sz="7300" dirty="0"/>
              <a:t>A NOSSA DOR, VEM SENHOR TRANSFORMAR</a:t>
            </a:r>
          </a:p>
          <a:p>
            <a:pPr algn="l"/>
            <a:endParaRPr lang="pt-BR" sz="7300" dirty="0"/>
          </a:p>
          <a:p>
            <a:pPr algn="l"/>
            <a:r>
              <a:rPr lang="pt-BR" sz="7300" b="1" dirty="0"/>
              <a:t>Ô, Ô, Ô, RECEBE SENHOR</a:t>
            </a:r>
          </a:p>
          <a:p>
            <a:pPr algn="l"/>
            <a:r>
              <a:rPr lang="pt-BR" sz="7300" b="1" dirty="0"/>
              <a:t>Ô, Ô RECEBE SENHOR (BIS)</a:t>
            </a:r>
          </a:p>
        </p:txBody>
      </p:sp>
    </p:spTree>
    <p:extLst>
      <p:ext uri="{BB962C8B-B14F-4D97-AF65-F5344CB8AC3E}">
        <p14:creationId xmlns:p14="http://schemas.microsoft.com/office/powerpoint/2010/main" val="25159806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512617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3"/>
            <a:ext cx="10841182" cy="5320145"/>
          </a:xfrm>
        </p:spPr>
        <p:txBody>
          <a:bodyPr>
            <a:normAutofit/>
          </a:bodyPr>
          <a:lstStyle/>
          <a:p>
            <a:pPr algn="l"/>
            <a:r>
              <a:rPr lang="pt-BR" sz="4400" dirty="0"/>
              <a:t>3. A VIDA NOVA, NOVA FAMÍLIA,</a:t>
            </a:r>
          </a:p>
          <a:p>
            <a:pPr algn="l"/>
            <a:r>
              <a:rPr lang="pt-BR" sz="4400" dirty="0"/>
              <a:t>QUE CELEBRAMOS AQUI TEM LUGAR.</a:t>
            </a:r>
          </a:p>
          <a:p>
            <a:pPr algn="l"/>
            <a:r>
              <a:rPr lang="pt-BR" sz="4400" dirty="0"/>
              <a:t>TUA BONDADE VEM COM FARTURA</a:t>
            </a:r>
          </a:p>
          <a:p>
            <a:pPr algn="l"/>
            <a:r>
              <a:rPr lang="pt-BR" sz="4400" dirty="0"/>
              <a:t>É SÓ SABER REUNIR, PARTILHAR</a:t>
            </a:r>
          </a:p>
          <a:p>
            <a:pPr algn="l"/>
            <a:endParaRPr lang="pt-BR" sz="4400" dirty="0"/>
          </a:p>
          <a:p>
            <a:pPr algn="l"/>
            <a:r>
              <a:rPr lang="pt-BR" sz="4400" b="1" dirty="0"/>
              <a:t>Ô, Ô, Ô, RECEBE SENHOR</a:t>
            </a:r>
          </a:p>
          <a:p>
            <a:pPr algn="l"/>
            <a:r>
              <a:rPr lang="pt-BR" sz="4400" b="1" dirty="0"/>
              <a:t>Ô, Ô RECEBE SENHOR (BIS)</a:t>
            </a:r>
          </a:p>
        </p:txBody>
      </p:sp>
    </p:spTree>
    <p:extLst>
      <p:ext uri="{BB962C8B-B14F-4D97-AF65-F5344CB8AC3E}">
        <p14:creationId xmlns:p14="http://schemas.microsoft.com/office/powerpoint/2010/main" val="5329946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r>
              <a:rPr lang="pt-BR" sz="7300" dirty="0"/>
              <a:t>SENHOR DEUS DO UNIVERSO.</a:t>
            </a:r>
          </a:p>
          <a:p>
            <a:pPr algn="just"/>
            <a:r>
              <a:rPr lang="pt-BR" sz="7300" dirty="0"/>
              <a:t>O CÉU E TERRA PROCLAMAM,</a:t>
            </a:r>
          </a:p>
          <a:p>
            <a:pPr algn="just"/>
            <a:r>
              <a:rPr lang="pt-BR" sz="7300" dirty="0"/>
              <a:t>PROCLAMAM A VOSSA GLÓRIA!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HUSANA, HOSANA, HOSANA.</a:t>
            </a:r>
          </a:p>
          <a:p>
            <a:pPr algn="just"/>
            <a:r>
              <a:rPr lang="pt-BR" sz="7300" b="1" dirty="0"/>
              <a:t>HOSANA NAS ALTURAS! (BIS)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436" y="678873"/>
            <a:ext cx="10834255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SENHOR,</a:t>
            </a:r>
          </a:p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SENHOR!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HOSANA, HOSANA, HOSANA.</a:t>
            </a:r>
          </a:p>
          <a:p>
            <a:pPr algn="just"/>
            <a:r>
              <a:rPr lang="pt-BR" sz="7300" b="1" dirty="0"/>
              <a:t>HOSANA NAS ALTURAS! (BIS)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9200" b="1" dirty="0"/>
              <a:t>O DONO ARRENDARÁ SUA VINHA PARA</a:t>
            </a:r>
          </a:p>
          <a:p>
            <a:pPr algn="just"/>
            <a:r>
              <a:rPr lang="pt-BR" sz="19200" b="1" dirty="0"/>
              <a:t>OUTROS, /:QUE A SEU TEMPO LHE</a:t>
            </a:r>
          </a:p>
          <a:p>
            <a:pPr algn="just"/>
            <a:r>
              <a:rPr lang="pt-BR" sz="19200" b="1" dirty="0"/>
              <a:t>ENTREGUEM OS FRUTOS MERECIDOS.:/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dirty="0"/>
              <a:t>1. Ó PASTOR DE ISRAEL, PRESTAI</a:t>
            </a:r>
          </a:p>
          <a:p>
            <a:pPr algn="l"/>
            <a:r>
              <a:rPr lang="pt-BR" sz="24000" dirty="0"/>
              <a:t>OUVIDOS, * VÓS QUE A JOSÉ</a:t>
            </a:r>
          </a:p>
          <a:p>
            <a:pPr algn="l"/>
            <a:r>
              <a:rPr lang="pt-BR" sz="24000" dirty="0"/>
              <a:t>APASCENTAIS QUAL UM REBANHO. VÓS QUE SOBRE OS QUERUBINS VOS</a:t>
            </a:r>
          </a:p>
          <a:p>
            <a:pPr algn="l"/>
            <a:r>
              <a:rPr lang="pt-BR" sz="24000" dirty="0"/>
              <a:t>ASSENTAIS, * APARECEI CHEIO DE GLÓRIA E ESPLENDOR!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71391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9200" b="1" dirty="0"/>
              <a:t>O DONO ARRENDARÁ SUA VINHA PARA</a:t>
            </a:r>
          </a:p>
          <a:p>
            <a:pPr algn="just"/>
            <a:r>
              <a:rPr lang="pt-BR" sz="19200" b="1" dirty="0"/>
              <a:t>OUTROS, /:QUE A SEU TEMPO LHE</a:t>
            </a:r>
          </a:p>
          <a:p>
            <a:pPr algn="just"/>
            <a:r>
              <a:rPr lang="pt-BR" sz="19200" b="1" dirty="0"/>
              <a:t>ENTREGUEM OS FRUTOS MERECIDOS.:/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5457092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dirty="0"/>
              <a:t>2. DESPERTAI VOSSO PODER, Ó NOSSO DEUS, * E VINDE LOGO NOS TRAZER A</a:t>
            </a:r>
          </a:p>
          <a:p>
            <a:pPr algn="l"/>
            <a:r>
              <a:rPr lang="pt-BR" sz="24000" dirty="0"/>
              <a:t>SALVAÇÃO! CONVERTEI-NOS, Ó SENHOR DEUS DO UNIVERSO. SE VOLTARDES PARA</a:t>
            </a:r>
          </a:p>
          <a:p>
            <a:pPr algn="l"/>
            <a:r>
              <a:rPr lang="pt-BR" sz="24000" dirty="0"/>
              <a:t>NÓS, SEREMOS SALVOS!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24865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9200" b="1" dirty="0"/>
              <a:t>O DONO ARRENDARÁ SUA VINHA PARA</a:t>
            </a:r>
          </a:p>
          <a:p>
            <a:pPr algn="just"/>
            <a:r>
              <a:rPr lang="pt-BR" sz="19200" b="1" dirty="0"/>
              <a:t>OUTROS, /:QUE A SEU TEMPO LHE</a:t>
            </a:r>
          </a:p>
          <a:p>
            <a:pPr algn="just"/>
            <a:r>
              <a:rPr lang="pt-BR" sz="19200" b="1" dirty="0"/>
              <a:t>ENTREGUEM OS FRUTOS MERECIDOS.:/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6622680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dirty="0"/>
              <a:t>3. VOLTAI-VOS PARA NÓS, DEUS DO UNIVERSO, * OLHAI DOS ALTOS CÉUS E OBSERVAI! VISITAI A VOSSA VINHA E PROTEGEI-A! </a:t>
            </a:r>
          </a:p>
          <a:p>
            <a:pPr algn="l"/>
            <a:r>
              <a:rPr lang="pt-BR" sz="24000" dirty="0"/>
              <a:t>*SE VOLTARDES PARA NÓS,</a:t>
            </a:r>
          </a:p>
          <a:p>
            <a:pPr algn="l"/>
            <a:r>
              <a:rPr lang="pt-BR" sz="24000" dirty="0"/>
              <a:t>SEREMOS SALVOS!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85678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9200" b="1" dirty="0"/>
              <a:t>O DONO ARRENDARÁ SUA VINHA PARA</a:t>
            </a:r>
          </a:p>
          <a:p>
            <a:pPr algn="just"/>
            <a:r>
              <a:rPr lang="pt-BR" sz="19200" b="1" dirty="0"/>
              <a:t>OUTROS, /:QUE A SEU TEMPO LHE</a:t>
            </a:r>
          </a:p>
          <a:p>
            <a:pPr algn="just"/>
            <a:r>
              <a:rPr lang="pt-BR" sz="19200" b="1" dirty="0"/>
              <a:t>ENTREGUEM OS FRUTOS MERECIDOS.:/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7860373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dirty="0"/>
              <a:t>4. POUSAI A MÃO POR SOBRE O VOSSO PROTEGIDO, * O FILHO DO HOMEM QUE ESCOLHESTES PARA VÓS! E NUNCA MAIS</a:t>
            </a:r>
          </a:p>
          <a:p>
            <a:pPr algn="l"/>
            <a:r>
              <a:rPr lang="pt-BR" sz="24000" dirty="0"/>
              <a:t>VOS DEIXAREMOS, SENHOR DEUS! *</a:t>
            </a:r>
          </a:p>
          <a:p>
            <a:pPr algn="l"/>
            <a:r>
              <a:rPr lang="pt-BR" sz="24000" dirty="0"/>
              <a:t>DAI-NOS VIDA, E LOUVAREMOS VOSSO NOME!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180190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296487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2600" b="1" dirty="0"/>
              <a:t>ALMA DE CRISTO, SANTIFICA-ME!</a:t>
            </a:r>
          </a:p>
          <a:p>
            <a:pPr algn="just"/>
            <a:r>
              <a:rPr lang="pt-BR" sz="12600" b="1" dirty="0"/>
              <a:t>CORPO DE CRISTO, SALVA-ME!</a:t>
            </a:r>
          </a:p>
          <a:p>
            <a:pPr algn="just"/>
            <a:r>
              <a:rPr lang="pt-BR" sz="12600" b="1" dirty="0"/>
              <a:t>SANGUE DE CRISTO, INEBRIA-ME!</a:t>
            </a:r>
          </a:p>
          <a:p>
            <a:pPr algn="just"/>
            <a:r>
              <a:rPr lang="pt-BR" sz="12600" b="1" dirty="0"/>
              <a:t>ÁGUA DO LADO DE CRISTO, LAVA-ME!.</a:t>
            </a:r>
            <a:endParaRPr lang="pt-BR" sz="1700" b="1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77539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296487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10900" dirty="0"/>
              <a:t>PAIXÃO DE CRISTO, CONFORTA-ME!</a:t>
            </a:r>
          </a:p>
          <a:p>
            <a:pPr algn="l"/>
            <a:r>
              <a:rPr lang="pt-BR" sz="10900" dirty="0"/>
              <a:t>Ó BOM JESUS, ESCUTA-ME; E ENTRE TUAS</a:t>
            </a:r>
          </a:p>
          <a:p>
            <a:pPr algn="l"/>
            <a:r>
              <a:rPr lang="pt-BR" sz="10900" dirty="0"/>
              <a:t>CHAGAS, ESCONDE-ME!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102153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296487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1" y="990168"/>
            <a:ext cx="11353800" cy="5424487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10900" dirty="0"/>
              <a:t>NÃO PERMITAS QUE ME AFASTE DE TI.</a:t>
            </a:r>
          </a:p>
          <a:p>
            <a:pPr algn="l"/>
            <a:r>
              <a:rPr lang="pt-BR" sz="10900" dirty="0"/>
              <a:t>DO INIMIGO, DEFENDE-ME!</a:t>
            </a:r>
          </a:p>
          <a:p>
            <a:pPr algn="l"/>
            <a:r>
              <a:rPr lang="pt-BR" sz="10900" dirty="0"/>
              <a:t>E NA HORA DA MINHA MORTE, CHAMA-ME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8869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443345"/>
            <a:ext cx="2964873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9101" y="990168"/>
            <a:ext cx="11353800" cy="5424487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10900" dirty="0"/>
              <a:t>E MANDA-ME IR A TI, PARA COM TEUS</a:t>
            </a:r>
          </a:p>
          <a:p>
            <a:pPr algn="l"/>
            <a:r>
              <a:rPr lang="pt-BR" sz="10900" dirty="0"/>
              <a:t>SANTOS, LOUVAR-TE PELOS SÉCULOS DOS</a:t>
            </a:r>
          </a:p>
          <a:p>
            <a:pPr algn="l"/>
            <a:r>
              <a:rPr lang="pt-BR" sz="10900" dirty="0"/>
              <a:t>SÉCULOS, AMÉM!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11378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668103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SE MILAGRES DESEJAIS,</a:t>
            </a:r>
          </a:p>
          <a:p>
            <a:pPr algn="just"/>
            <a:r>
              <a:rPr lang="pt-BR" sz="19200" dirty="0"/>
              <a:t>RECORREI A SANTO ANTÔNIO;</a:t>
            </a:r>
          </a:p>
          <a:p>
            <a:pPr algn="just"/>
            <a:r>
              <a:rPr lang="pt-BR" sz="19200" dirty="0"/>
              <a:t>VEREIS FUGIR O DEMÔNIO</a:t>
            </a:r>
          </a:p>
          <a:p>
            <a:pPr algn="just"/>
            <a:r>
              <a:rPr lang="pt-BR" sz="19200" dirty="0"/>
              <a:t>E AS TENTAÇÕES INFERNAIS.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34459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TODOS OS MALES HUMANOS</a:t>
            </a:r>
          </a:p>
          <a:p>
            <a:pPr algn="just"/>
            <a:r>
              <a:rPr lang="pt-BR" sz="19200" dirty="0"/>
              <a:t>SE MODERAM, SE RETIRAM,</a:t>
            </a:r>
          </a:p>
          <a:p>
            <a:pPr algn="just"/>
            <a:r>
              <a:rPr lang="pt-BR" sz="19200" dirty="0"/>
              <a:t>DIGAM-NO AQUELES QUE O VIRAM,</a:t>
            </a:r>
          </a:p>
          <a:p>
            <a:pPr algn="just"/>
            <a:r>
              <a:rPr lang="pt-BR" sz="19200" dirty="0"/>
              <a:t>E DIGAM-NO OS PADUANOS.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26601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PELA SUA INTERCESSÃO</a:t>
            </a:r>
          </a:p>
          <a:p>
            <a:pPr algn="just"/>
            <a:r>
              <a:rPr lang="pt-BR" sz="19200" dirty="0"/>
              <a:t>FOGE A PESTE, O ERRO, A MORTE,</a:t>
            </a:r>
          </a:p>
          <a:p>
            <a:pPr algn="just"/>
            <a:r>
              <a:rPr lang="pt-BR" sz="19200" dirty="0"/>
              <a:t>O FRACO TORNA-SE FORTE</a:t>
            </a:r>
          </a:p>
          <a:p>
            <a:pPr algn="just"/>
            <a:r>
              <a:rPr lang="pt-BR" sz="19200" dirty="0"/>
              <a:t>E TORNA-SE O ENFERMO SÃO.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92039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RESPONSÓRIO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19200" dirty="0"/>
              <a:t>GLÓRIA AO PAI, E GLÓRIA AO FILHO </a:t>
            </a:r>
          </a:p>
          <a:p>
            <a:pPr algn="just"/>
            <a:r>
              <a:rPr lang="pt-BR" sz="19200" dirty="0"/>
              <a:t>E AO ESPÍRITO SANTO TAMBÉM</a:t>
            </a:r>
          </a:p>
          <a:p>
            <a:pPr algn="just"/>
            <a:r>
              <a:rPr lang="pt-BR" sz="19200" dirty="0"/>
              <a:t>GLÓRIA AO PAI E GLÓRIA AO FILHO</a:t>
            </a:r>
          </a:p>
          <a:p>
            <a:pPr algn="just"/>
            <a:r>
              <a:rPr lang="pt-BR" sz="19200" dirty="0"/>
              <a:t>AGORA E SEM FIM, AMÉM</a:t>
            </a:r>
          </a:p>
          <a:p>
            <a:pPr algn="just"/>
            <a:endParaRPr lang="pt-BR" sz="19200" b="1" dirty="0"/>
          </a:p>
          <a:p>
            <a:pPr algn="just"/>
            <a:r>
              <a:rPr lang="pt-BR" sz="19200" b="1" dirty="0"/>
              <a:t>RECUPERA-SE O PERDIDO,</a:t>
            </a:r>
          </a:p>
          <a:p>
            <a:pPr algn="just"/>
            <a:r>
              <a:rPr lang="pt-BR" sz="19200" b="1" dirty="0"/>
              <a:t>ROMPE-SE A DURA PRISÃO</a:t>
            </a:r>
          </a:p>
          <a:p>
            <a:pPr algn="just"/>
            <a:r>
              <a:rPr lang="pt-BR" sz="19200" b="1" dirty="0"/>
              <a:t>E NO AUGE DO FURACÃO</a:t>
            </a:r>
          </a:p>
          <a:p>
            <a:pPr algn="just"/>
            <a:r>
              <a:rPr lang="pt-BR" sz="19200" b="1" dirty="0"/>
              <a:t>CEDE O MAR EMBRAVECIDO.</a:t>
            </a:r>
            <a:endParaRPr lang="pt-BR" sz="32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97723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104442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l"/>
            <a:r>
              <a:rPr lang="pt-BR" sz="4400" dirty="0"/>
              <a:t>JUBILOSOS VOS SAUDAMOS,</a:t>
            </a:r>
          </a:p>
          <a:p>
            <a:pPr algn="l"/>
            <a:r>
              <a:rPr lang="pt-BR" sz="4400" dirty="0"/>
              <a:t>GRANDE SERVO DO SENHOR,       </a:t>
            </a:r>
          </a:p>
          <a:p>
            <a:pPr algn="l"/>
            <a:r>
              <a:rPr lang="pt-BR" sz="4400" dirty="0"/>
              <a:t>SANTO ANTONIO NESTA VIDA</a:t>
            </a:r>
          </a:p>
          <a:p>
            <a:pPr algn="l"/>
            <a:r>
              <a:rPr lang="pt-BR" sz="4400" dirty="0"/>
              <a:t>SOIS O NOSSO PROTETOR.</a:t>
            </a:r>
          </a:p>
          <a:p>
            <a:pPr algn="l"/>
            <a:r>
              <a:rPr lang="pt-BR" sz="4400" dirty="0"/>
              <a:t> </a:t>
            </a:r>
          </a:p>
          <a:p>
            <a:pPr algn="l"/>
            <a:r>
              <a:rPr lang="pt-BR" sz="4400" b="1" dirty="0"/>
              <a:t>SANTO ANTÔNIO, ROGAI POR NÓS</a:t>
            </a:r>
          </a:p>
          <a:p>
            <a:pPr algn="l"/>
            <a:r>
              <a:rPr lang="pt-BR" sz="44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24519939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l"/>
            <a:r>
              <a:rPr lang="pt-BR" sz="4400" dirty="0"/>
              <a:t>ENTRE OS SANTOS QUE JÁ REINAM</a:t>
            </a:r>
          </a:p>
          <a:p>
            <a:pPr algn="l"/>
            <a:r>
              <a:rPr lang="pt-BR" sz="4400" dirty="0"/>
              <a:t>GLORIOSOS LÁ NO CÉU,</a:t>
            </a:r>
          </a:p>
          <a:p>
            <a:pPr algn="l"/>
            <a:r>
              <a:rPr lang="pt-BR" sz="4400" dirty="0"/>
              <a:t>SOIS CONSTANTE DESPENSEIRO</a:t>
            </a:r>
          </a:p>
          <a:p>
            <a:pPr algn="l"/>
            <a:r>
              <a:rPr lang="pt-BR" sz="4400" dirty="0"/>
              <a:t>DOS MAIS RICOS DONS DE DEUS. </a:t>
            </a:r>
          </a:p>
          <a:p>
            <a:pPr algn="l"/>
            <a:endParaRPr lang="pt-BR" sz="4400" dirty="0"/>
          </a:p>
          <a:p>
            <a:pPr algn="l"/>
            <a:r>
              <a:rPr lang="pt-BR" sz="4400" b="1" dirty="0"/>
              <a:t>SANTO ANTÔNIO, ROGAI POR NÓS</a:t>
            </a:r>
          </a:p>
          <a:p>
            <a:pPr algn="l"/>
            <a:r>
              <a:rPr lang="pt-BR" sz="44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33587130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494818" cy="5347854"/>
          </a:xfrm>
        </p:spPr>
        <p:txBody>
          <a:bodyPr>
            <a:normAutofit/>
          </a:bodyPr>
          <a:lstStyle/>
          <a:p>
            <a:pPr algn="l"/>
            <a:r>
              <a:rPr lang="pt-BR" sz="4400" dirty="0"/>
              <a:t>AO MENINO-DEUS NOS BRAÇOS</a:t>
            </a:r>
          </a:p>
          <a:p>
            <a:pPr algn="l"/>
            <a:r>
              <a:rPr lang="pt-BR" sz="4400" dirty="0"/>
              <a:t>NOSSOS ROGOS TRANSMITI,   </a:t>
            </a:r>
          </a:p>
          <a:p>
            <a:pPr algn="l"/>
            <a:r>
              <a:rPr lang="pt-BR" sz="4400" dirty="0"/>
              <a:t>AH! VALEI-NOS SEMPRE, SEMPRE</a:t>
            </a:r>
          </a:p>
          <a:p>
            <a:pPr algn="l"/>
            <a:r>
              <a:rPr lang="pt-BR" sz="4400" dirty="0"/>
              <a:t>E A JESUS NOS CONDUZIR. </a:t>
            </a:r>
          </a:p>
          <a:p>
            <a:pPr algn="l"/>
            <a:endParaRPr lang="pt-BR" sz="4400" dirty="0"/>
          </a:p>
          <a:p>
            <a:pPr algn="l"/>
            <a:r>
              <a:rPr lang="pt-BR" sz="4400" b="1" dirty="0"/>
              <a:t>SANTO ANTÔNIO, ROGAI POR NÓS</a:t>
            </a:r>
          </a:p>
          <a:p>
            <a:pPr algn="l"/>
            <a:r>
              <a:rPr lang="pt-BR" sz="4400" b="1" dirty="0"/>
              <a:t>SANTO ANTÔNIO, ROGAI POR NÓS</a:t>
            </a:r>
          </a:p>
        </p:txBody>
      </p:sp>
    </p:spTree>
    <p:extLst>
      <p:ext uri="{BB962C8B-B14F-4D97-AF65-F5344CB8AC3E}">
        <p14:creationId xmlns:p14="http://schemas.microsoft.com/office/powerpoint/2010/main" val="11075088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1411</Words>
  <Application>Microsoft Office PowerPoint</Application>
  <PresentationFormat>Widescreen</PresentationFormat>
  <Paragraphs>248</Paragraphs>
  <Slides>53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53</vt:i4>
      </vt:variant>
    </vt:vector>
  </HeadingPairs>
  <TitlesOfParts>
    <vt:vector size="57" baseType="lpstr">
      <vt:lpstr>Arial</vt:lpstr>
      <vt:lpstr>Calibri</vt:lpstr>
      <vt:lpstr>Calibri Light</vt:lpstr>
      <vt:lpstr>Tema do Office</vt:lpstr>
      <vt:lpstr>Apresentação do PowerPoint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Apresentação do PowerPoint</vt:lpstr>
      <vt:lpstr>HINO DE LOUVOR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LADAINHA</vt:lpstr>
      <vt:lpstr>LADAINHA</vt:lpstr>
      <vt:lpstr>LADAINHA</vt:lpstr>
      <vt:lpstr>LADAINHA</vt:lpstr>
      <vt:lpstr>Apresentação do PowerPoint</vt:lpstr>
      <vt:lpstr>CANTO DAS OFERENDAS</vt:lpstr>
      <vt:lpstr>CANTOS DAS OFERENDAS</vt:lpstr>
      <vt:lpstr>CANTO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RESPONSÓRIO</vt:lpstr>
      <vt:lpstr>RESPONSÓRIO</vt:lpstr>
      <vt:lpstr>RESPONSÓRIO</vt:lpstr>
      <vt:lpstr>RESPONSÓRIO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5</cp:revision>
  <dcterms:created xsi:type="dcterms:W3CDTF">2023-05-06T17:01:55Z</dcterms:created>
  <dcterms:modified xsi:type="dcterms:W3CDTF">2024-06-03T21:00:22Z</dcterms:modified>
</cp:coreProperties>
</file>