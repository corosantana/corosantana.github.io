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2" r:id="rId2"/>
    <p:sldId id="256" r:id="rId3"/>
    <p:sldId id="471" r:id="rId4"/>
    <p:sldId id="483" r:id="rId5"/>
    <p:sldId id="472" r:id="rId6"/>
    <p:sldId id="306" r:id="rId7"/>
    <p:sldId id="532" r:id="rId8"/>
    <p:sldId id="404" r:id="rId9"/>
    <p:sldId id="450" r:id="rId10"/>
    <p:sldId id="261" r:id="rId11"/>
    <p:sldId id="338" r:id="rId12"/>
    <p:sldId id="339" r:id="rId13"/>
    <p:sldId id="340" r:id="rId14"/>
    <p:sldId id="432" r:id="rId15"/>
    <p:sldId id="597" r:id="rId16"/>
    <p:sldId id="265" r:id="rId17"/>
    <p:sldId id="266" r:id="rId18"/>
    <p:sldId id="267" r:id="rId19"/>
    <p:sldId id="268" r:id="rId20"/>
    <p:sldId id="291" r:id="rId21"/>
    <p:sldId id="293" r:id="rId22"/>
    <p:sldId id="294" r:id="rId23"/>
    <p:sldId id="295" r:id="rId24"/>
    <p:sldId id="526" r:id="rId25"/>
    <p:sldId id="546" r:id="rId26"/>
    <p:sldId id="618" r:id="rId27"/>
    <p:sldId id="619" r:id="rId28"/>
    <p:sldId id="621" r:id="rId29"/>
    <p:sldId id="347" r:id="rId30"/>
    <p:sldId id="272" r:id="rId31"/>
    <p:sldId id="273" r:id="rId32"/>
    <p:sldId id="286" r:id="rId33"/>
    <p:sldId id="601" r:id="rId34"/>
    <p:sldId id="287" r:id="rId35"/>
    <p:sldId id="290" r:id="rId36"/>
    <p:sldId id="308" r:id="rId37"/>
    <p:sldId id="307" r:id="rId38"/>
    <p:sldId id="309" r:id="rId39"/>
    <p:sldId id="310" r:id="rId40"/>
    <p:sldId id="311" r:id="rId41"/>
    <p:sldId id="302" r:id="rId42"/>
    <p:sldId id="477" r:id="rId43"/>
    <p:sldId id="486" r:id="rId44"/>
    <p:sldId id="487" r:id="rId45"/>
    <p:sldId id="488" r:id="rId46"/>
    <p:sldId id="277" r:id="rId47"/>
    <p:sldId id="440" r:id="rId48"/>
    <p:sldId id="441" r:id="rId49"/>
    <p:sldId id="323" r:id="rId50"/>
    <p:sldId id="582" r:id="rId51"/>
    <p:sldId id="583" r:id="rId52"/>
    <p:sldId id="584" r:id="rId53"/>
    <p:sldId id="388" r:id="rId54"/>
    <p:sldId id="600" r:id="rId55"/>
    <p:sldId id="433" r:id="rId56"/>
    <p:sldId id="437" r:id="rId5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1A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416AE10-5CFE-CAB8-30C1-E532E27103DA}"/>
              </a:ext>
            </a:extLst>
          </p:cNvPr>
          <p:cNvSpPr txBox="1"/>
          <p:nvPr/>
        </p:nvSpPr>
        <p:spPr>
          <a:xfrm>
            <a:off x="912418" y="3570637"/>
            <a:ext cx="107244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PENTECOSTES</a:t>
            </a:r>
            <a:endParaRPr lang="pt-BR" sz="24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D25C2C-1A1E-7354-C4DA-AFE21C85F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8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800" b="1" dirty="0"/>
              <a:t>FELIZ FOI BARNABÉ, QUE MERECEU SER CONTADO ENTRE OS APÓSTOLOS POIS ELE ERA UM HOMEM BOM CHEIO DO ESPÍRITO SANTO E DE FÉ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800" dirty="0"/>
              <a:t>QUÃO INSONDÁVEIS SÃO OS VOSSOS PENSAMENTOS!INCONTÁVEL, Ó SENHOR, É O SEU NÚMERO!SENHOR, VÓS ME SONDAIS E CONHECEIS,SABEIS QUANDO ME SENTO OU ME LEVANTO.</a:t>
            </a:r>
          </a:p>
        </p:txBody>
      </p:sp>
    </p:spTree>
    <p:extLst>
      <p:ext uri="{BB962C8B-B14F-4D97-AF65-F5344CB8AC3E}">
        <p14:creationId xmlns:p14="http://schemas.microsoft.com/office/powerpoint/2010/main" val="1142371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800" b="1" dirty="0"/>
              <a:t>FELIZ FOI BARNABÉ, QUE MERECEU SER CONTADO ENTRE OS APÓSTOLOS POIS ELE ERA UM HOMEM BOM CHEIO DO ESPÍRITO SANTO E DE FÉ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3804394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6800" dirty="0"/>
              <a:t>ESTA VERDADE É POR DEMAIS MARAVILHOSA, * É TÃO SUBLIME QUE NÃO POSSO COMPREENDÊ-LA.</a:t>
            </a:r>
          </a:p>
        </p:txBody>
      </p:sp>
    </p:spTree>
    <p:extLst>
      <p:ext uri="{BB962C8B-B14F-4D97-AF65-F5344CB8AC3E}">
        <p14:creationId xmlns:p14="http://schemas.microsoft.com/office/powerpoint/2010/main" val="1761159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554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584133" cy="534785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dirty="0"/>
              <a:t>CONFESSO A DEUS TODO-PODEROSO E A VÓS, IRMÃOS E IRMÃS, QUE PEQUEI MUITAS VEZES POR PENSAMENTOS E PALAVRAS, ATOS E OMISSÕES, POR MINHA CULPA, MINHA CULPA, MINHA TÃO GRANDE CULPA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700694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0649747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A VIRGEM MARIA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</a:t>
            </a:r>
          </a:p>
          <a:p>
            <a:pPr algn="just"/>
            <a:r>
              <a:rPr lang="pt-BR" sz="7200" dirty="0"/>
              <a:t>QUE ROGUEIS POR MIM A DEUS, NOSSO SENHOR</a:t>
            </a:r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37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8500" dirty="0"/>
              <a:t>GLÓRIA A DEUS NAS ALTURAS E PAZ NA TERRA AOS HOMENS POR ELE AMADOS, POR ELE AMADOS!</a:t>
            </a:r>
          </a:p>
          <a:p>
            <a:pPr algn="just"/>
            <a:endParaRPr lang="pt-BR" sz="7200" dirty="0"/>
          </a:p>
          <a:p>
            <a:pPr algn="just"/>
            <a:r>
              <a:rPr lang="pt-BR" sz="17600" dirty="0"/>
              <a:t>SENHOR DEUS, REI DOS CÉUS, DEUS PAI TODO PODEROSO</a:t>
            </a:r>
            <a:endParaRPr lang="pt-BR" sz="12800" dirty="0"/>
          </a:p>
          <a:p>
            <a:pPr algn="just"/>
            <a:r>
              <a:rPr lang="pt-BR" sz="17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1381510" cy="5971309"/>
          </a:xfrm>
        </p:spPr>
        <p:txBody>
          <a:bodyPr>
            <a:normAutofit/>
          </a:bodyPr>
          <a:lstStyle/>
          <a:p>
            <a:pPr algn="l"/>
            <a:r>
              <a:rPr lang="pt-BR" sz="6400" dirty="0"/>
              <a:t>SENHOR DEUS, CORDEIRO DE DEUS, FILHO DE DEUS PAI</a:t>
            </a:r>
            <a:endParaRPr lang="pt-BR" sz="5400" dirty="0"/>
          </a:p>
          <a:p>
            <a:pPr algn="l"/>
            <a:r>
              <a:rPr lang="pt-BR" sz="6600" dirty="0"/>
              <a:t>VÓS QUE TIRAIS O PECADO DO MUNDO,</a:t>
            </a:r>
          </a:p>
          <a:p>
            <a:pPr algn="l"/>
            <a:r>
              <a:rPr lang="pt-BR" sz="66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3500" dirty="0"/>
              <a:t>VÓS QUE TIRAIS O PECADO DO MUNDO,  ACOLHEI A NOSSA SÚPLICA</a:t>
            </a:r>
            <a:endParaRPr lang="pt-BR" sz="12300" dirty="0"/>
          </a:p>
          <a:p>
            <a:pPr algn="just"/>
            <a:r>
              <a:rPr lang="pt-BR" sz="15000" dirty="0"/>
              <a:t>VÓS QUE ESTAIS À DIREITA DO PAI, TENDE PIEDADE DE NÓS</a:t>
            </a:r>
          </a:p>
          <a:p>
            <a:pPr algn="just"/>
            <a:r>
              <a:rPr lang="pt-BR" sz="15000" dirty="0"/>
              <a:t>SÓ VÓS SOIS SANTO, SÓ VÓS O SENHOR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13500" dirty="0"/>
              <a:t>SÓ VÓS O ALTÍSSIMO, JESUS CRISTO, </a:t>
            </a:r>
          </a:p>
          <a:p>
            <a:pPr algn="just"/>
            <a:r>
              <a:rPr lang="pt-BR" sz="13500" dirty="0"/>
              <a:t>COM O ESPÍRITO SANTO NA GLÓRIA DE DEUS PAI. AMÉM!</a:t>
            </a:r>
          </a:p>
          <a:p>
            <a:pPr algn="just"/>
            <a:endParaRPr lang="pt-BR" sz="135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3718063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30DEA-F3C8-0E7C-DCC6-C900BCDA4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708C46A-1EC3-3A03-1D75-1379FFA4F2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562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1016" y="2549880"/>
            <a:ext cx="9689967" cy="175824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dirty="0"/>
              <a:t>O SENHOR FEZ CONHECER SEU PODER SALVADOR, E ÀS NAÇÕES SUA JUSTIÇA.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IDE AO MUNDO E ENSINAI A TODAS AS NAÇÕES! EIS QUE EU ESTOU CONVOSCO, ATÉ O FIM DO MUNDO!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2462963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141271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752049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93528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10D96-E735-08DB-40CA-44A8D6C2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18B097-D184-8986-C872-854C0462B6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529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517467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</a:rPr>
              <a:t>BENDITO SEJA O NOME DO </a:t>
            </a:r>
            <a:r>
              <a:rPr lang="pt-BR" sz="6000" b="1" i="0">
                <a:effectLst/>
              </a:rPr>
              <a:t>SENHOR, AGORA </a:t>
            </a:r>
            <a:r>
              <a:rPr lang="pt-BR" sz="6000" b="1" i="0" dirty="0">
                <a:effectLst/>
              </a:rPr>
              <a:t>E SEMPRE E POR TODA ETERNIDADE. </a:t>
            </a:r>
          </a:p>
          <a:p>
            <a:pPr algn="l"/>
            <a:endParaRPr lang="pt-BR" sz="6000" b="1" i="0" dirty="0">
              <a:effectLst/>
            </a:endParaRPr>
          </a:p>
          <a:p>
            <a:pPr algn="l"/>
            <a:r>
              <a:rPr lang="pt-BR" sz="6000" i="0" dirty="0">
                <a:effectLst/>
              </a:rPr>
              <a:t>PELO PÃO QUE DE SUA BONDADE RECEBEMOS.</a:t>
            </a:r>
          </a:p>
          <a:p>
            <a:pPr algn="l"/>
            <a:r>
              <a:rPr lang="pt-BR" sz="6000" i="0" dirty="0">
                <a:effectLst/>
              </a:rPr>
              <a:t>FRUTO DA TERRA E DO NOSSO TRABALHO</a:t>
            </a:r>
          </a:p>
          <a:p>
            <a:pPr algn="l"/>
            <a:endParaRPr lang="pt-BR" sz="600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72362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2322B-9F98-EB81-99C7-07E8A17C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6FE92-6894-61AA-CC1E-FD6A9DE38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2836A6-6408-58E9-A8A8-BDAD89FD3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</a:rPr>
              <a:t>BENDITO SEJA O NOME DO SENHOR,</a:t>
            </a:r>
          </a:p>
          <a:p>
            <a:pPr algn="l"/>
            <a:r>
              <a:rPr lang="pt-BR" sz="6000" b="1" i="0" dirty="0">
                <a:effectLst/>
              </a:rPr>
              <a:t>AGORA E SEMPRE E POR TODA ETERNIDADE. </a:t>
            </a:r>
          </a:p>
          <a:p>
            <a:pPr algn="l"/>
            <a:endParaRPr lang="pt-BR" sz="6000" b="1" i="0" dirty="0">
              <a:effectLst/>
            </a:endParaRPr>
          </a:p>
          <a:p>
            <a:pPr algn="l"/>
            <a:r>
              <a:rPr lang="pt-BR" sz="6000" i="0" dirty="0">
                <a:effectLst/>
              </a:rPr>
              <a:t>PELO ALIMENTO ESPIRITUAL QUE A SEUS FILHOS ELE DÁ</a:t>
            </a:r>
          </a:p>
          <a:p>
            <a:pPr algn="l"/>
            <a:r>
              <a:rPr lang="pt-BR" sz="6000" i="0" dirty="0">
                <a:effectLst/>
              </a:rPr>
              <a:t>O PÃO DE CADA DIA QUE SUSTENTA NOSSO CORPO</a:t>
            </a:r>
          </a:p>
        </p:txBody>
      </p:sp>
    </p:spTree>
    <p:extLst>
      <p:ext uri="{BB962C8B-B14F-4D97-AF65-F5344CB8AC3E}">
        <p14:creationId xmlns:p14="http://schemas.microsoft.com/office/powerpoint/2010/main" val="3326097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CE9DC-F53C-321C-348F-2B0110B54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D911B-F9D3-B317-0038-DD67223B6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AB538E-5D4D-8903-6D3D-A43B7912D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effectLst/>
              </a:rPr>
              <a:t>BENDITO SEJA O NOME DO SENHOR,</a:t>
            </a:r>
          </a:p>
          <a:p>
            <a:pPr algn="l"/>
            <a:r>
              <a:rPr lang="pt-BR" sz="6000" b="1" i="0" dirty="0">
                <a:effectLst/>
              </a:rPr>
              <a:t>AGORA E SEMPRE E POR TODA ETERNIDADE.</a:t>
            </a:r>
          </a:p>
          <a:p>
            <a:pPr algn="l"/>
            <a:endParaRPr lang="pt-BR" sz="6000" b="1" i="0" dirty="0">
              <a:effectLst/>
            </a:endParaRPr>
          </a:p>
          <a:p>
            <a:pPr algn="l"/>
            <a:r>
              <a:rPr lang="pt-BR" sz="6000" i="0" dirty="0">
                <a:effectLst/>
              </a:rPr>
              <a:t>PEÇO ALIMENTO ESPIRITUAL</a:t>
            </a:r>
          </a:p>
          <a:p>
            <a:pPr algn="l"/>
            <a:r>
              <a:rPr lang="pt-BR" sz="6000" i="0" dirty="0">
                <a:effectLst/>
              </a:rPr>
              <a:t>QUE A SEUS FILHOS ELE DÁ SUA PALAVRA E SEU CORPO QUE SUSTENTAM NOSSA ALMA</a:t>
            </a:r>
          </a:p>
        </p:txBody>
      </p:sp>
    </p:spTree>
    <p:extLst>
      <p:ext uri="{BB962C8B-B14F-4D97-AF65-F5344CB8AC3E}">
        <p14:creationId xmlns:p14="http://schemas.microsoft.com/office/powerpoint/2010/main" val="1795984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6A62E-41C5-04AA-FCEF-66EAE6FA4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07C33-0025-E894-ED3E-F394A9754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6A6479-6E74-AC59-F6C7-76558FE83A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b="1" i="0" dirty="0">
                <a:effectLst/>
              </a:rPr>
              <a:t>BENDITO SEJA O NOME DO SENHOR,</a:t>
            </a:r>
          </a:p>
          <a:p>
            <a:pPr algn="l"/>
            <a:r>
              <a:rPr lang="pt-BR" sz="6000" b="1" i="0" dirty="0">
                <a:effectLst/>
              </a:rPr>
              <a:t>AGORA E SEMPRE E POR TODA ETERNIDADE.</a:t>
            </a:r>
          </a:p>
          <a:p>
            <a:pPr algn="l"/>
            <a:endParaRPr lang="pt-BR" sz="6000" b="1" i="0" dirty="0">
              <a:effectLst/>
            </a:endParaRPr>
          </a:p>
          <a:p>
            <a:pPr algn="l"/>
            <a:r>
              <a:rPr lang="pt-BR" sz="6000" i="0" dirty="0">
                <a:effectLst/>
              </a:rPr>
              <a:t>BENDIZEI AO SENHOR SEUS FILHOS TODOS BENDIZEI O NOME DO SENHORDESDE O NASCER ATÉ O PÔR DO SOL BENDITO SEJA O NOME DO SENHOR</a:t>
            </a:r>
          </a:p>
        </p:txBody>
      </p:sp>
    </p:spTree>
    <p:extLst>
      <p:ext uri="{BB962C8B-B14F-4D97-AF65-F5344CB8AC3E}">
        <p14:creationId xmlns:p14="http://schemas.microsoft.com/office/powerpoint/2010/main" val="2710773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9E3B-A009-8C82-E52D-E2398AE3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BD55639-D838-A240-2962-3C9CA47696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36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771909" cy="5334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l"/>
            <a:r>
              <a:rPr lang="pt-BR" sz="7300" dirty="0"/>
              <a:t>O CÉU E A TERRA PROCLAMAM A VOSSA GLÓRIA!</a:t>
            </a:r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710692" cy="5195454"/>
          </a:xfrm>
        </p:spPr>
        <p:txBody>
          <a:bodyPr>
            <a:normAutofit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 </a:t>
            </a:r>
            <a:endParaRPr lang="pt-BR" sz="7300" b="1" dirty="0"/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9200" dirty="0"/>
              <a:t>CANTAR A BELEZA DA VIDA</a:t>
            </a:r>
          </a:p>
          <a:p>
            <a:pPr algn="just"/>
            <a:r>
              <a:rPr lang="pt-BR" sz="19200" dirty="0"/>
              <a:t>PRESENTE DO AMOR SEM IGUAL,</a:t>
            </a:r>
          </a:p>
          <a:p>
            <a:pPr algn="l"/>
            <a:r>
              <a:rPr lang="pt-BR" sz="19200" dirty="0"/>
              <a:t>MISSÃO DO SEU POVO ESCOLHIDO,</a:t>
            </a:r>
          </a:p>
          <a:p>
            <a:pPr algn="just"/>
            <a:r>
              <a:rPr lang="pt-BR" sz="19200" dirty="0"/>
              <a:t>SENHOR, VEM LIVRAR-NOS DO MAL.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0735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5200" b="1" dirty="0"/>
              <a:t>VEM DAR-NOS TEU FILHO, SENHOR,</a:t>
            </a:r>
          </a:p>
          <a:p>
            <a:pPr algn="l"/>
            <a:r>
              <a:rPr lang="pt-BR" sz="25200" b="1" dirty="0"/>
              <a:t>SUSTENTO NO PÃO E NO VINHO,</a:t>
            </a:r>
          </a:p>
          <a:p>
            <a:pPr algn="l"/>
            <a:r>
              <a:rPr lang="pt-BR" sz="25200" b="1" dirty="0"/>
              <a:t>E A FORÇA DO ESPÍRITO SANTO,</a:t>
            </a:r>
          </a:p>
          <a:p>
            <a:pPr algn="l"/>
            <a:r>
              <a:rPr lang="pt-BR" sz="25200" b="1" dirty="0"/>
              <a:t>UNINDO SEU POVO A CAMINHO.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71391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9"/>
            <a:ext cx="10702637" cy="5299796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9200" dirty="0"/>
              <a:t>FALAR DO TEU FILHO ÀS NAÇÕES</a:t>
            </a:r>
          </a:p>
          <a:p>
            <a:pPr algn="just"/>
            <a:r>
              <a:rPr lang="pt-BR" sz="19200" dirty="0"/>
              <a:t>VIVENDO COMO ELE VIVEU,</a:t>
            </a:r>
          </a:p>
          <a:p>
            <a:pPr algn="just"/>
            <a:r>
              <a:rPr lang="pt-BR" sz="19200" dirty="0"/>
              <a:t>MISSÃO DO TEU POVO ESCOLHIDO,</a:t>
            </a:r>
          </a:p>
          <a:p>
            <a:pPr algn="just"/>
            <a:r>
              <a:rPr lang="pt-BR" sz="19200" dirty="0"/>
              <a:t>SENHOR VEM CUIDAR QUE É TEU.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18022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5200" b="1" dirty="0"/>
              <a:t>VEM DAR-NOS TEU FILHO, SENHOR,</a:t>
            </a:r>
          </a:p>
          <a:p>
            <a:pPr algn="l"/>
            <a:r>
              <a:rPr lang="pt-BR" sz="25200" b="1" dirty="0"/>
              <a:t>SUSTENTO NO PÃO E NO VINHO,</a:t>
            </a:r>
          </a:p>
          <a:p>
            <a:pPr algn="l"/>
            <a:r>
              <a:rPr lang="pt-BR" sz="25200" b="1" dirty="0"/>
              <a:t>E A FORÇA DO ESPÍRITO SANTO,</a:t>
            </a:r>
          </a:p>
          <a:p>
            <a:pPr algn="l"/>
            <a:r>
              <a:rPr lang="pt-BR" sz="25200" b="1" dirty="0"/>
              <a:t>UNINDO SEU POVO A CAMINHO.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61279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9"/>
            <a:ext cx="10702637" cy="5299796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9200" dirty="0"/>
              <a:t>VIVER O PERDÃO SEM MEDIDA,</a:t>
            </a:r>
          </a:p>
          <a:p>
            <a:pPr algn="just"/>
            <a:r>
              <a:rPr lang="pt-BR" sz="19200" dirty="0"/>
              <a:t>SERVIR SEM JAMAIS CONDENAR,</a:t>
            </a:r>
          </a:p>
          <a:p>
            <a:pPr algn="l"/>
            <a:r>
              <a:rPr lang="pt-BR" sz="19200" dirty="0"/>
              <a:t>MISSÃO DO TEU POVO ESCOLHIDO,</a:t>
            </a:r>
          </a:p>
          <a:p>
            <a:pPr algn="l"/>
            <a:r>
              <a:rPr lang="pt-BR" sz="19200" dirty="0"/>
              <a:t>SENHOR VEM CONOSCO FICAR.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41381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5200" b="1" dirty="0"/>
              <a:t>VEM DAR-NOS TEU FILHO, SENHOR,</a:t>
            </a:r>
          </a:p>
          <a:p>
            <a:pPr algn="l"/>
            <a:r>
              <a:rPr lang="pt-BR" sz="25200" b="1" dirty="0"/>
              <a:t>SUSTENTO NO PÃO E NO VINHO,</a:t>
            </a:r>
          </a:p>
          <a:p>
            <a:pPr algn="l"/>
            <a:r>
              <a:rPr lang="pt-BR" sz="25200" b="1" dirty="0"/>
              <a:t>E A FORÇA DO ESPÍRITO SANTO,</a:t>
            </a:r>
          </a:p>
          <a:p>
            <a:pPr algn="l"/>
            <a:r>
              <a:rPr lang="pt-BR" sz="25200" b="1" dirty="0"/>
              <a:t>UNINDO SEU POVO A CAMINHO.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19194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9"/>
            <a:ext cx="10702637" cy="5299796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ERGUER OS QUE SÃO HUMILHADOS</a:t>
            </a:r>
          </a:p>
          <a:p>
            <a:pPr algn="just"/>
            <a:r>
              <a:rPr lang="pt-BR" sz="6000" dirty="0"/>
              <a:t>DOAR-SE AOS PEQUENOS, AOS POBRES,</a:t>
            </a:r>
          </a:p>
          <a:p>
            <a:pPr algn="just"/>
            <a:r>
              <a:rPr lang="pt-BR" sz="6000" dirty="0"/>
              <a:t>MISSÃO DO TEU POVO ESCOLHIDO,</a:t>
            </a:r>
          </a:p>
          <a:p>
            <a:pPr algn="just"/>
            <a:r>
              <a:rPr lang="pt-BR" sz="6000" dirty="0"/>
              <a:t>SENHOR, NOSSAS FORÇAS REDOBRE.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23836257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5200" b="1" dirty="0"/>
              <a:t>VEM DAR-NOS TEU FILHO, SENHOR,</a:t>
            </a:r>
          </a:p>
          <a:p>
            <a:pPr algn="l"/>
            <a:r>
              <a:rPr lang="pt-BR" sz="25200" b="1" dirty="0"/>
              <a:t>SUSTENTO NO PÃO E NO VINHO,</a:t>
            </a:r>
          </a:p>
          <a:p>
            <a:pPr algn="l"/>
            <a:r>
              <a:rPr lang="pt-BR" sz="25200" b="1" dirty="0"/>
              <a:t>E A FORÇA DO ESPÍRITO SANTO,</a:t>
            </a:r>
          </a:p>
          <a:p>
            <a:pPr algn="l"/>
            <a:r>
              <a:rPr lang="pt-BR" sz="25200" b="1" dirty="0"/>
              <a:t>UNINDO SEU POVO A CAMINHO.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39485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55789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dirty="0"/>
              <a:t>EU TE ADORO, HÓSTIA DIVINA!</a:t>
            </a:r>
          </a:p>
          <a:p>
            <a:pPr algn="l"/>
            <a:r>
              <a:rPr lang="pt-BR" sz="15000" dirty="0"/>
              <a:t>EU TE ADORO, HÓSTIA DE AMOR!</a:t>
            </a:r>
          </a:p>
          <a:p>
            <a:pPr algn="l"/>
            <a:r>
              <a:rPr lang="pt-BR" sz="15000" dirty="0"/>
              <a:t>ÉS DOS ANJOS O TESOURO E DOS HOMENS O DULÇOR.</a:t>
            </a:r>
          </a:p>
        </p:txBody>
      </p:sp>
    </p:spTree>
    <p:extLst>
      <p:ext uri="{BB962C8B-B14F-4D97-AF65-F5344CB8AC3E}">
        <p14:creationId xmlns:p14="http://schemas.microsoft.com/office/powerpoint/2010/main" val="10939837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B8B7-21F3-7903-3584-88CE5270B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A1EC2-39CD-818D-744C-E555CB432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55789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B15D4A-24F7-3FAA-6C93-11D651A34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5000" dirty="0"/>
              <a:t>EU TE ADORO, HÓSTIA DIVINA!</a:t>
            </a:r>
          </a:p>
          <a:p>
            <a:pPr algn="l"/>
            <a:r>
              <a:rPr lang="pt-BR" sz="15000" dirty="0"/>
              <a:t>EU TE ADORO, HÓSTIA DE AMOR!</a:t>
            </a:r>
          </a:p>
          <a:p>
            <a:pPr algn="l"/>
            <a:r>
              <a:rPr lang="pt-BR" sz="15000" dirty="0"/>
              <a:t>ÉS NA VIDA ALENTO E FORÇA,</a:t>
            </a:r>
          </a:p>
          <a:p>
            <a:pPr algn="l"/>
            <a:r>
              <a:rPr lang="pt-BR" sz="15000" dirty="0"/>
              <a:t>E NA MORTE O DEFENSOR.</a:t>
            </a:r>
          </a:p>
        </p:txBody>
      </p:sp>
    </p:spTree>
    <p:extLst>
      <p:ext uri="{BB962C8B-B14F-4D97-AF65-F5344CB8AC3E}">
        <p14:creationId xmlns:p14="http://schemas.microsoft.com/office/powerpoint/2010/main" val="42751902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75821-9BED-F044-7B12-1372D406F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457D1-9CEF-7B6B-29AA-FCD3BC57B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64102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37F4CE-F2AC-7C20-9F65-2DC26FB19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EU TE ADORO, HÓSTIA DIVINA,</a:t>
            </a:r>
          </a:p>
          <a:p>
            <a:pPr algn="l"/>
            <a:r>
              <a:rPr lang="pt-BR" sz="6600" dirty="0"/>
              <a:t>EU TE ADORO, HÓSTIA DE AMOR!</a:t>
            </a:r>
          </a:p>
          <a:p>
            <a:pPr algn="l"/>
            <a:r>
              <a:rPr lang="pt-BR" sz="6600" dirty="0"/>
              <a:t>ÉS NA TERRA FIEL AMIGO,</a:t>
            </a:r>
          </a:p>
          <a:p>
            <a:pPr algn="l"/>
            <a:r>
              <a:rPr lang="pt-BR" sz="6600" dirty="0"/>
              <a:t>E DO CÉU, FELIZ PENHOR.</a:t>
            </a:r>
            <a:endParaRPr lang="pt-BR" sz="77500" dirty="0"/>
          </a:p>
        </p:txBody>
      </p:sp>
    </p:spTree>
    <p:extLst>
      <p:ext uri="{BB962C8B-B14F-4D97-AF65-F5344CB8AC3E}">
        <p14:creationId xmlns:p14="http://schemas.microsoft.com/office/powerpoint/2010/main" val="19148969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F8D29-B9DB-6691-1165-BA585273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C2C9A-FB90-05E6-3E05-0FFAE0C59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29491"/>
            <a:ext cx="2848842" cy="554182"/>
          </a:xfrm>
        </p:spPr>
        <p:txBody>
          <a:bodyPr>
            <a:normAutofit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243CEE-66E9-ECB4-B34D-C6975C980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lang="pt-BR" sz="6600" dirty="0"/>
              <a:t>EU TE ADORO, HÓSTIA DIVINA,</a:t>
            </a:r>
            <a:br>
              <a:rPr lang="pt-BR" sz="6600" dirty="0"/>
            </a:br>
            <a:r>
              <a:rPr lang="pt-BR" sz="6600" dirty="0"/>
              <a:t>EU TE ADORO, HÓSTIA DE AMOR!</a:t>
            </a:r>
            <a:br>
              <a:rPr lang="pt-BR" sz="6600" dirty="0"/>
            </a:br>
            <a:r>
              <a:rPr lang="pt-BR" sz="6600" dirty="0"/>
              <a:t>ÉS MEU DEUS, EXCELSO E GRANDE,</a:t>
            </a:r>
            <a:br>
              <a:rPr lang="pt-BR" sz="6600" dirty="0"/>
            </a:br>
            <a:r>
              <a:rPr lang="pt-BR" sz="6600" dirty="0"/>
              <a:t>E DOS SÉCULOS, O SENHOR.</a:t>
            </a:r>
          </a:p>
        </p:txBody>
      </p:sp>
    </p:spTree>
    <p:extLst>
      <p:ext uri="{BB962C8B-B14F-4D97-AF65-F5344CB8AC3E}">
        <p14:creationId xmlns:p14="http://schemas.microsoft.com/office/powerpoint/2010/main" val="20124029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6514-6D19-4E39-3ADD-65AAFC36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C5AA857-6689-7EC2-BA0C-335E7FFD3E61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721A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9E55DF-5DFA-7581-CC39-C4C70329A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SUBTEMA DA NOITE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1F4BF5-FF9D-7E54-4DB9-E5A2A2719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832" y="2535798"/>
            <a:ext cx="10728367" cy="3443844"/>
          </a:xfrm>
        </p:spPr>
        <p:txBody>
          <a:bodyPr>
            <a:normAutofit/>
          </a:bodyPr>
          <a:lstStyle/>
          <a:p>
            <a:r>
              <a:rPr lang="pt-BR" sz="9600" b="1" dirty="0">
                <a:solidFill>
                  <a:schemeClr val="bg1"/>
                </a:solidFill>
                <a:latin typeface="Gabriola" panose="04040605051002020D02" pitchFamily="82" charset="0"/>
              </a:rPr>
              <a:t>A VIRTUDE DO PERDÃO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47BC6BB-4423-167A-DEB2-943BA65AE88B}"/>
              </a:ext>
            </a:extLst>
          </p:cNvPr>
          <p:cNvSpPr txBox="1">
            <a:spLocks/>
          </p:cNvSpPr>
          <p:nvPr/>
        </p:nvSpPr>
        <p:spPr>
          <a:xfrm>
            <a:off x="731815" y="5079097"/>
            <a:ext cx="10728367" cy="1349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000" b="1" dirty="0">
                <a:solidFill>
                  <a:schemeClr val="bg1"/>
                </a:solidFill>
                <a:latin typeface="Gabriola" panose="04040605051002020D02" pitchFamily="82" charset="0"/>
              </a:rPr>
              <a:t>SANTO ANTÔNIO CASAMENTEIRO, ROGAI PELAS FAMÍLIAS DO MUNDO INTEIRO!</a:t>
            </a:r>
          </a:p>
        </p:txBody>
      </p:sp>
    </p:spTree>
    <p:extLst>
      <p:ext uri="{BB962C8B-B14F-4D97-AF65-F5344CB8AC3E}">
        <p14:creationId xmlns:p14="http://schemas.microsoft.com/office/powerpoint/2010/main" val="11344261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F092-935B-868A-D829-D0A0DECF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B811D-E8E4-898E-9D92-3B017709D6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6361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13461-175C-7E2F-7728-1C51939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21AF66-494E-1584-5F6F-578A9F97EC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7418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JUBILOSOS VOS SAUDAMOS,</a:t>
            </a:r>
          </a:p>
          <a:p>
            <a:pPr algn="l"/>
            <a:r>
              <a:rPr lang="pt-BR" sz="4800" dirty="0"/>
              <a:t>GRANDE SERVO DO SENHOR,       </a:t>
            </a:r>
          </a:p>
          <a:p>
            <a:pPr algn="l"/>
            <a:r>
              <a:rPr lang="pt-BR" sz="4800" dirty="0"/>
              <a:t>SANTO ANTONIO NESTA VIDA</a:t>
            </a:r>
          </a:p>
          <a:p>
            <a:pPr algn="l"/>
            <a:r>
              <a:rPr lang="pt-BR" sz="4800" dirty="0"/>
              <a:t>SOIS O NOSSO PROTETOR.</a:t>
            </a:r>
          </a:p>
          <a:p>
            <a:pPr algn="l"/>
            <a:r>
              <a:rPr lang="pt-BR" sz="4800" dirty="0"/>
              <a:t> </a:t>
            </a:r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6860720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ENTRE OS SANTOS QUE JÁ REINAM</a:t>
            </a:r>
          </a:p>
          <a:p>
            <a:pPr algn="l"/>
            <a:r>
              <a:rPr lang="pt-BR" sz="6000" dirty="0"/>
              <a:t>GLORIOSOS LÁ NO CÉU,</a:t>
            </a:r>
          </a:p>
          <a:p>
            <a:pPr algn="l"/>
            <a:r>
              <a:rPr lang="pt-BR" sz="6000" dirty="0"/>
              <a:t>SOIS CONSTANTE DESPENSEIRO</a:t>
            </a:r>
          </a:p>
          <a:p>
            <a:pPr algn="l"/>
            <a:r>
              <a:rPr lang="pt-BR" sz="6000" dirty="0"/>
              <a:t>DOS MAIS RICOS DONS DE DEUS. 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SANTO ANTÔNIO, ROGAI POR NÓS</a:t>
            </a:r>
          </a:p>
          <a:p>
            <a:pPr algn="l"/>
            <a:r>
              <a:rPr lang="pt-BR" sz="60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38090823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AO MENINO-DEUS NOS BRAÇOS</a:t>
            </a:r>
          </a:p>
          <a:p>
            <a:pPr algn="l"/>
            <a:r>
              <a:rPr lang="pt-BR" sz="4800" dirty="0"/>
              <a:t>NOSSOS ROGOS TRANSMITI,   </a:t>
            </a:r>
          </a:p>
          <a:p>
            <a:pPr algn="l"/>
            <a:r>
              <a:rPr lang="pt-BR" sz="4800" dirty="0"/>
              <a:t>AH! VALEI-NOS SEMPRE, SEMPRE</a:t>
            </a:r>
          </a:p>
          <a:p>
            <a:pPr algn="l"/>
            <a:r>
              <a:rPr lang="pt-BR" sz="4800" dirty="0"/>
              <a:t>E A JESUS NOS CONDUZIR. </a:t>
            </a:r>
          </a:p>
          <a:p>
            <a:pPr algn="l"/>
            <a:endParaRPr lang="pt-BR" sz="4800" dirty="0"/>
          </a:p>
          <a:p>
            <a:pPr algn="l"/>
            <a:r>
              <a:rPr lang="pt-BR" sz="4800" b="1" dirty="0"/>
              <a:t>SANTO ANTÔNIO, ROGAI POR NÓS</a:t>
            </a:r>
          </a:p>
          <a:p>
            <a:pPr algn="l"/>
            <a:r>
              <a:rPr lang="pt-BR" sz="48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3073403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1850</TotalTime>
  <Words>1329</Words>
  <Application>Microsoft Office PowerPoint</Application>
  <PresentationFormat>Widescreen</PresentationFormat>
  <Paragraphs>229</Paragraphs>
  <Slides>56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56</vt:i4>
      </vt:variant>
    </vt:vector>
  </HeadingPairs>
  <TitlesOfParts>
    <vt:vector size="62" baseType="lpstr">
      <vt:lpstr>Arial</vt:lpstr>
      <vt:lpstr>Baskerville Old Face</vt:lpstr>
      <vt:lpstr>Calibri</vt:lpstr>
      <vt:lpstr>Calibri Light</vt:lpstr>
      <vt:lpstr>Gabriola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APRESENTAÇÃO DAS OFERENDAS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SUBTEMA DA NOITE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42</cp:revision>
  <dcterms:created xsi:type="dcterms:W3CDTF">2023-05-06T17:01:55Z</dcterms:created>
  <dcterms:modified xsi:type="dcterms:W3CDTF">2026-06-11T23:35:06Z</dcterms:modified>
</cp:coreProperties>
</file>