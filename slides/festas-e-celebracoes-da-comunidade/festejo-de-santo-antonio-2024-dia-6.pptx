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26" r:id="rId4"/>
    <p:sldId id="441" r:id="rId5"/>
    <p:sldId id="327" r:id="rId6"/>
    <p:sldId id="258" r:id="rId7"/>
    <p:sldId id="259" r:id="rId8"/>
    <p:sldId id="279" r:id="rId9"/>
    <p:sldId id="260" r:id="rId10"/>
    <p:sldId id="261" r:id="rId11"/>
    <p:sldId id="262" r:id="rId12"/>
    <p:sldId id="263" r:id="rId13"/>
    <p:sldId id="283" r:id="rId14"/>
    <p:sldId id="308" r:id="rId15"/>
    <p:sldId id="264" r:id="rId16"/>
    <p:sldId id="265" r:id="rId17"/>
    <p:sldId id="266" r:id="rId18"/>
    <p:sldId id="267" r:id="rId19"/>
    <p:sldId id="268" r:id="rId20"/>
    <p:sldId id="291" r:id="rId21"/>
    <p:sldId id="293" r:id="rId22"/>
    <p:sldId id="294" r:id="rId23"/>
    <p:sldId id="295" r:id="rId24"/>
    <p:sldId id="271" r:id="rId25"/>
    <p:sldId id="269" r:id="rId26"/>
    <p:sldId id="318" r:id="rId27"/>
    <p:sldId id="442" r:id="rId28"/>
    <p:sldId id="328" r:id="rId29"/>
    <p:sldId id="443" r:id="rId30"/>
    <p:sldId id="319" r:id="rId31"/>
    <p:sldId id="444" r:id="rId32"/>
    <p:sldId id="329" r:id="rId33"/>
    <p:sldId id="445" r:id="rId34"/>
    <p:sldId id="330" r:id="rId35"/>
    <p:sldId id="292" r:id="rId36"/>
    <p:sldId id="272" r:id="rId37"/>
    <p:sldId id="273" r:id="rId38"/>
    <p:sldId id="286" r:id="rId39"/>
    <p:sldId id="275" r:id="rId40"/>
    <p:sldId id="423" r:id="rId41"/>
    <p:sldId id="446" r:id="rId42"/>
    <p:sldId id="424" r:id="rId43"/>
    <p:sldId id="447" r:id="rId44"/>
    <p:sldId id="425" r:id="rId45"/>
    <p:sldId id="448" r:id="rId46"/>
    <p:sldId id="426" r:id="rId47"/>
    <p:sldId id="449" r:id="rId48"/>
    <p:sldId id="427" r:id="rId49"/>
    <p:sldId id="277" r:id="rId50"/>
    <p:sldId id="296" r:id="rId51"/>
    <p:sldId id="324" r:id="rId52"/>
    <p:sldId id="325" r:id="rId53"/>
    <p:sldId id="440" r:id="rId54"/>
    <p:sldId id="322" r:id="rId55"/>
    <p:sldId id="323" r:id="rId56"/>
    <p:sldId id="298" r:id="rId57"/>
    <p:sldId id="299" r:id="rId58"/>
    <p:sldId id="300" r:id="rId59"/>
    <p:sldId id="297" r:id="rId60"/>
    <p:sldId id="278" r:id="rId61"/>
    <p:sldId id="433" r:id="rId62"/>
    <p:sldId id="437" r:id="rId63"/>
    <p:sldId id="434" r:id="rId64"/>
    <p:sldId id="438" r:id="rId65"/>
    <p:sldId id="435" r:id="rId66"/>
    <p:sldId id="439" r:id="rId67"/>
    <p:sldId id="436" r:id="rId6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1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C06381F-E023-4C5A-A5E5-9C7C07951771}"/>
    <pc:docChg chg="custSel addSld delSld modSld sldOrd">
      <pc:chgData name="anaclaracosta116@gmail.com" userId="a793634777582c92" providerId="LiveId" clId="{1C06381F-E023-4C5A-A5E5-9C7C07951771}" dt="2024-06-06T21:52:41.801" v="220" actId="2696"/>
      <pc:docMkLst>
        <pc:docMk/>
      </pc:docMkLst>
      <pc:sldChg chg="modSp mod">
        <pc:chgData name="anaclaracosta116@gmail.com" userId="a793634777582c92" providerId="LiveId" clId="{1C06381F-E023-4C5A-A5E5-9C7C07951771}" dt="2024-06-06T21:45:08.255" v="7" actId="403"/>
        <pc:sldMkLst>
          <pc:docMk/>
          <pc:sldMk cId="2786277918" sldId="269"/>
        </pc:sldMkLst>
        <pc:spChg chg="mod">
          <ac:chgData name="anaclaracosta116@gmail.com" userId="a793634777582c92" providerId="LiveId" clId="{1C06381F-E023-4C5A-A5E5-9C7C07951771}" dt="2024-06-06T21:45:08.255" v="7" actId="403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8:15.182" v="110" actId="20577"/>
        <pc:sldMkLst>
          <pc:docMk/>
          <pc:sldMk cId="1261703118" sldId="272"/>
        </pc:sldMkLst>
        <pc:spChg chg="mod">
          <ac:chgData name="anaclaracosta116@gmail.com" userId="a793634777582c92" providerId="LiveId" clId="{1C06381F-E023-4C5A-A5E5-9C7C07951771}" dt="2024-06-06T21:48:15.182" v="110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8:36.667" v="171" actId="113"/>
        <pc:sldMkLst>
          <pc:docMk/>
          <pc:sldMk cId="1344366557" sldId="273"/>
        </pc:sldMkLst>
        <pc:spChg chg="mod">
          <ac:chgData name="anaclaracosta116@gmail.com" userId="a793634777582c92" providerId="LiveId" clId="{1C06381F-E023-4C5A-A5E5-9C7C07951771}" dt="2024-06-06T21:48:36.667" v="171" actId="113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9:43.432" v="177" actId="27636"/>
        <pc:sldMkLst>
          <pc:docMk/>
          <pc:sldMk cId="1963412704" sldId="275"/>
        </pc:sldMkLst>
        <pc:spChg chg="mod">
          <ac:chgData name="anaclaracosta116@gmail.com" userId="a793634777582c92" providerId="LiveId" clId="{1C06381F-E023-4C5A-A5E5-9C7C07951771}" dt="2024-06-06T21:49:43.432" v="177" actId="27636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5:32.323" v="19"/>
        <pc:sldMkLst>
          <pc:docMk/>
          <pc:sldMk cId="1653911" sldId="318"/>
        </pc:sldMkLst>
        <pc:spChg chg="mod">
          <ac:chgData name="anaclaracosta116@gmail.com" userId="a793634777582c92" providerId="LiveId" clId="{1C06381F-E023-4C5A-A5E5-9C7C07951771}" dt="2024-06-06T21:45:32.323" v="19"/>
          <ac:spMkLst>
            <pc:docMk/>
            <pc:sldMk cId="1653911" sldId="31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6:41.307" v="47" actId="27636"/>
        <pc:sldMkLst>
          <pc:docMk/>
          <pc:sldMk cId="134359757" sldId="319"/>
        </pc:sldMkLst>
        <pc:spChg chg="mod">
          <ac:chgData name="anaclaracosta116@gmail.com" userId="a793634777582c92" providerId="LiveId" clId="{1C06381F-E023-4C5A-A5E5-9C7C07951771}" dt="2024-06-06T21:46:41.307" v="47" actId="27636"/>
          <ac:spMkLst>
            <pc:docMk/>
            <pc:sldMk cId="134359757" sldId="31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6:08.888" v="34" actId="113"/>
        <pc:sldMkLst>
          <pc:docMk/>
          <pc:sldMk cId="1426116115" sldId="328"/>
        </pc:sldMkLst>
        <pc:spChg chg="mod">
          <ac:chgData name="anaclaracosta116@gmail.com" userId="a793634777582c92" providerId="LiveId" clId="{1C06381F-E023-4C5A-A5E5-9C7C07951771}" dt="2024-06-06T21:46:08.888" v="34" actId="113"/>
          <ac:spMkLst>
            <pc:docMk/>
            <pc:sldMk cId="1426116115" sldId="32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7:20.032" v="62"/>
        <pc:sldMkLst>
          <pc:docMk/>
          <pc:sldMk cId="1051377901" sldId="329"/>
        </pc:sldMkLst>
        <pc:spChg chg="mod">
          <ac:chgData name="anaclaracosta116@gmail.com" userId="a793634777582c92" providerId="LiveId" clId="{1C06381F-E023-4C5A-A5E5-9C7C07951771}" dt="2024-06-06T21:47:20.032" v="62"/>
          <ac:spMkLst>
            <pc:docMk/>
            <pc:sldMk cId="1051377901" sldId="32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47:49.887" v="76"/>
        <pc:sldMkLst>
          <pc:docMk/>
          <pc:sldMk cId="772171650" sldId="330"/>
        </pc:sldMkLst>
        <pc:spChg chg="mod">
          <ac:chgData name="anaclaracosta116@gmail.com" userId="a793634777582c92" providerId="LiveId" clId="{1C06381F-E023-4C5A-A5E5-9C7C07951771}" dt="2024-06-06T21:47:49.887" v="76"/>
          <ac:spMkLst>
            <pc:docMk/>
            <pc:sldMk cId="772171650" sldId="33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50:09.712" v="182" actId="113"/>
        <pc:sldMkLst>
          <pc:docMk/>
          <pc:sldMk cId="3572284562" sldId="423"/>
        </pc:sldMkLst>
        <pc:spChg chg="mod">
          <ac:chgData name="anaclaracosta116@gmail.com" userId="a793634777582c92" providerId="LiveId" clId="{1C06381F-E023-4C5A-A5E5-9C7C07951771}" dt="2024-06-06T21:50:09.712" v="182" actId="113"/>
          <ac:spMkLst>
            <pc:docMk/>
            <pc:sldMk cId="3572284562" sldId="42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50:55.165" v="192"/>
        <pc:sldMkLst>
          <pc:docMk/>
          <pc:sldMk cId="2091540066" sldId="424"/>
        </pc:sldMkLst>
        <pc:spChg chg="mod">
          <ac:chgData name="anaclaracosta116@gmail.com" userId="a793634777582c92" providerId="LiveId" clId="{1C06381F-E023-4C5A-A5E5-9C7C07951771}" dt="2024-06-06T21:50:55.165" v="192"/>
          <ac:spMkLst>
            <pc:docMk/>
            <pc:sldMk cId="2091540066" sldId="42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51:22.593" v="199" actId="403"/>
        <pc:sldMkLst>
          <pc:docMk/>
          <pc:sldMk cId="3265102569" sldId="425"/>
        </pc:sldMkLst>
        <pc:spChg chg="mod">
          <ac:chgData name="anaclaracosta116@gmail.com" userId="a793634777582c92" providerId="LiveId" clId="{1C06381F-E023-4C5A-A5E5-9C7C07951771}" dt="2024-06-06T21:51:22.593" v="199" actId="403"/>
          <ac:spMkLst>
            <pc:docMk/>
            <pc:sldMk cId="3265102569" sldId="42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51:50.571" v="207" actId="113"/>
        <pc:sldMkLst>
          <pc:docMk/>
          <pc:sldMk cId="1457938276" sldId="426"/>
        </pc:sldMkLst>
        <pc:spChg chg="mod">
          <ac:chgData name="anaclaracosta116@gmail.com" userId="a793634777582c92" providerId="LiveId" clId="{1C06381F-E023-4C5A-A5E5-9C7C07951771}" dt="2024-06-06T21:51:50.571" v="207" actId="113"/>
          <ac:spMkLst>
            <pc:docMk/>
            <pc:sldMk cId="1457938276" sldId="42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1C06381F-E023-4C5A-A5E5-9C7C07951771}" dt="2024-06-06T21:52:19.287" v="215"/>
        <pc:sldMkLst>
          <pc:docMk/>
          <pc:sldMk cId="1277549265" sldId="427"/>
        </pc:sldMkLst>
        <pc:spChg chg="mod">
          <ac:chgData name="anaclaracosta116@gmail.com" userId="a793634777582c92" providerId="LiveId" clId="{1C06381F-E023-4C5A-A5E5-9C7C07951771}" dt="2024-06-06T21:52:19.287" v="215"/>
          <ac:spMkLst>
            <pc:docMk/>
            <pc:sldMk cId="1277549265" sldId="42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1C06381F-E023-4C5A-A5E5-9C7C07951771}" dt="2024-06-06T21:52:22.228" v="216" actId="2696"/>
        <pc:sldMkLst>
          <pc:docMk/>
          <pc:sldMk cId="2941836618" sldId="428"/>
        </pc:sldMkLst>
      </pc:sldChg>
      <pc:sldChg chg="del">
        <pc:chgData name="anaclaracosta116@gmail.com" userId="a793634777582c92" providerId="LiveId" clId="{1C06381F-E023-4C5A-A5E5-9C7C07951771}" dt="2024-06-06T21:52:33.703" v="217" actId="2696"/>
        <pc:sldMkLst>
          <pc:docMk/>
          <pc:sldMk cId="2933875539" sldId="429"/>
        </pc:sldMkLst>
      </pc:sldChg>
      <pc:sldChg chg="del">
        <pc:chgData name="anaclaracosta116@gmail.com" userId="a793634777582c92" providerId="LiveId" clId="{1C06381F-E023-4C5A-A5E5-9C7C07951771}" dt="2024-06-06T21:52:36.197" v="218" actId="2696"/>
        <pc:sldMkLst>
          <pc:docMk/>
          <pc:sldMk cId="4274944346" sldId="430"/>
        </pc:sldMkLst>
      </pc:sldChg>
      <pc:sldChg chg="del">
        <pc:chgData name="anaclaracosta116@gmail.com" userId="a793634777582c92" providerId="LiveId" clId="{1C06381F-E023-4C5A-A5E5-9C7C07951771}" dt="2024-06-06T21:52:39.565" v="219" actId="2696"/>
        <pc:sldMkLst>
          <pc:docMk/>
          <pc:sldMk cId="3606020258" sldId="431"/>
        </pc:sldMkLst>
      </pc:sldChg>
      <pc:sldChg chg="del">
        <pc:chgData name="anaclaracosta116@gmail.com" userId="a793634777582c92" providerId="LiveId" clId="{1C06381F-E023-4C5A-A5E5-9C7C07951771}" dt="2024-06-06T21:52:41.801" v="220" actId="2696"/>
        <pc:sldMkLst>
          <pc:docMk/>
          <pc:sldMk cId="3988002694" sldId="432"/>
        </pc:sldMkLst>
      </pc:sldChg>
      <pc:sldChg chg="add ord">
        <pc:chgData name="anaclaracosta116@gmail.com" userId="a793634777582c92" providerId="LiveId" clId="{1C06381F-E023-4C5A-A5E5-9C7C07951771}" dt="2024-06-06T21:45:39.897" v="22"/>
        <pc:sldMkLst>
          <pc:docMk/>
          <pc:sldMk cId="1045655093" sldId="442"/>
        </pc:sldMkLst>
      </pc:sldChg>
      <pc:sldChg chg="add ord">
        <pc:chgData name="anaclaracosta116@gmail.com" userId="a793634777582c92" providerId="LiveId" clId="{1C06381F-E023-4C5A-A5E5-9C7C07951771}" dt="2024-06-06T21:46:19.624" v="37"/>
        <pc:sldMkLst>
          <pc:docMk/>
          <pc:sldMk cId="2695294290" sldId="443"/>
        </pc:sldMkLst>
      </pc:sldChg>
      <pc:sldChg chg="add ord">
        <pc:chgData name="anaclaracosta116@gmail.com" userId="a793634777582c92" providerId="LiveId" clId="{1C06381F-E023-4C5A-A5E5-9C7C07951771}" dt="2024-06-06T21:46:56.063" v="50"/>
        <pc:sldMkLst>
          <pc:docMk/>
          <pc:sldMk cId="842320724" sldId="444"/>
        </pc:sldMkLst>
      </pc:sldChg>
      <pc:sldChg chg="add ord">
        <pc:chgData name="anaclaracosta116@gmail.com" userId="a793634777582c92" providerId="LiveId" clId="{1C06381F-E023-4C5A-A5E5-9C7C07951771}" dt="2024-06-06T21:47:25.393" v="65"/>
        <pc:sldMkLst>
          <pc:docMk/>
          <pc:sldMk cId="3371141086" sldId="445"/>
        </pc:sldMkLst>
      </pc:sldChg>
      <pc:sldChg chg="add ord">
        <pc:chgData name="anaclaracosta116@gmail.com" userId="a793634777582c92" providerId="LiveId" clId="{1C06381F-E023-4C5A-A5E5-9C7C07951771}" dt="2024-06-06T21:50:15.151" v="185"/>
        <pc:sldMkLst>
          <pc:docMk/>
          <pc:sldMk cId="1440019987" sldId="446"/>
        </pc:sldMkLst>
      </pc:sldChg>
      <pc:sldChg chg="add ord">
        <pc:chgData name="anaclaracosta116@gmail.com" userId="a793634777582c92" providerId="LiveId" clId="{1C06381F-E023-4C5A-A5E5-9C7C07951771}" dt="2024-06-06T21:51:04.600" v="195"/>
        <pc:sldMkLst>
          <pc:docMk/>
          <pc:sldMk cId="2191089623" sldId="447"/>
        </pc:sldMkLst>
      </pc:sldChg>
      <pc:sldChg chg="add ord">
        <pc:chgData name="anaclaracosta116@gmail.com" userId="a793634777582c92" providerId="LiveId" clId="{1C06381F-E023-4C5A-A5E5-9C7C07951771}" dt="2024-06-06T21:51:31.486" v="202"/>
        <pc:sldMkLst>
          <pc:docMk/>
          <pc:sldMk cId="1050211216" sldId="448"/>
        </pc:sldMkLst>
      </pc:sldChg>
      <pc:sldChg chg="add ord">
        <pc:chgData name="anaclaracosta116@gmail.com" userId="a793634777582c92" providerId="LiveId" clId="{1C06381F-E023-4C5A-A5E5-9C7C07951771}" dt="2024-06-06T21:51:54.826" v="210"/>
        <pc:sldMkLst>
          <pc:docMk/>
          <pc:sldMk cId="1872035232" sldId="44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9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3A939-4592-4A63-17B5-28F2C2C5C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F27DBC3-BCE4-6917-C1E9-DBCA1FD0DA04}"/>
              </a:ext>
            </a:extLst>
          </p:cNvPr>
          <p:cNvSpPr txBox="1"/>
          <p:nvPr/>
        </p:nvSpPr>
        <p:spPr>
          <a:xfrm>
            <a:off x="5417127" y="4904507"/>
            <a:ext cx="6774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dirty="0"/>
              <a:t>NO MEU SENHOR EU ESPEREI</a:t>
            </a:r>
          </a:p>
          <a:p>
            <a:pPr algn="l"/>
            <a:r>
              <a:rPr lang="pt-BR" sz="8000" dirty="0"/>
              <a:t>ELE SE INCLINOU PARA MIM</a:t>
            </a:r>
          </a:p>
          <a:p>
            <a:pPr algn="l"/>
            <a:r>
              <a:rPr lang="pt-BR" sz="8000" dirty="0"/>
              <a:t>E OUVIU O MEU GRITO</a:t>
            </a:r>
          </a:p>
          <a:p>
            <a:pPr algn="l"/>
            <a:r>
              <a:rPr lang="pt-BR" sz="8000" dirty="0"/>
              <a:t>ME LIBERTOU DA MORTE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410495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472" y="471053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72" y="1052946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SENHOR, EIS QUE VENHO</a:t>
            </a:r>
          </a:p>
          <a:p>
            <a:pPr algn="just"/>
            <a:r>
              <a:rPr lang="pt-BR" sz="6800" b="1" dirty="0"/>
              <a:t>EIS-ME AQUI! EIS-ME AQUI!</a:t>
            </a:r>
          </a:p>
          <a:p>
            <a:pPr algn="just"/>
            <a:r>
              <a:rPr lang="pt-BR" sz="6800" b="1" dirty="0"/>
              <a:t>FAÇA-SE EM MIM A TUA VONTADE</a:t>
            </a:r>
            <a:endParaRPr lang="pt-BR" sz="6800" dirty="0"/>
          </a:p>
        </p:txBody>
      </p:sp>
    </p:spTree>
    <p:extLst>
      <p:ext uri="{BB962C8B-B14F-4D97-AF65-F5344CB8AC3E}">
        <p14:creationId xmlns:p14="http://schemas.microsoft.com/office/powerpoint/2010/main" val="220688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OS MEUS PÉS ELE APAROU</a:t>
            </a:r>
          </a:p>
          <a:p>
            <a:pPr algn="just"/>
            <a:r>
              <a:rPr lang="pt-BR" sz="7200" dirty="0"/>
              <a:t>OS MEUS PASSOS FIRMOU</a:t>
            </a:r>
          </a:p>
          <a:p>
            <a:pPr algn="just"/>
            <a:r>
              <a:rPr lang="pt-BR" sz="7200" dirty="0"/>
              <a:t>ELE COLOCOU NA MINHA BOCA</a:t>
            </a:r>
          </a:p>
          <a:p>
            <a:pPr algn="just"/>
            <a:r>
              <a:rPr lang="pt-BR" sz="7200" dirty="0"/>
              <a:t>O CANTO NOVO DE LOUVOR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542199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38164" cy="534785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7600" dirty="0"/>
              <a:t>SENHOR, QUE VIESTES NÃO PARA CONDENAR, MAS PARA PERDOAR, TENDE PIEDADE DE NÓS.</a:t>
            </a:r>
          </a:p>
          <a:p>
            <a:pPr algn="just"/>
            <a:r>
              <a:rPr lang="pt-BR" sz="17600" b="1" dirty="0"/>
              <a:t>SENHOR, TENE PIEDADE DE NÓS</a:t>
            </a:r>
          </a:p>
          <a:p>
            <a:pPr algn="just"/>
            <a:endParaRPr lang="pt-BR" sz="17600" dirty="0"/>
          </a:p>
          <a:p>
            <a:pPr algn="just"/>
            <a:r>
              <a:rPr lang="pt-BR" sz="17600" dirty="0"/>
              <a:t>CRISTO, QUE VOS ALEGRAIS PELO PECADOR ARREPENDIDO, TENDE PIEDADE DE NÓS.</a:t>
            </a:r>
          </a:p>
          <a:p>
            <a:pPr algn="just"/>
            <a:r>
              <a:rPr lang="pt-BR" sz="17600" b="1" dirty="0"/>
              <a:t>CRISTO, TENDE PIEDADE DE NÓS</a:t>
            </a:r>
          </a:p>
          <a:p>
            <a:pPr algn="just"/>
            <a:r>
              <a:rPr lang="pt-BR" sz="9600" dirty="0"/>
              <a:t>,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9600" dirty="0"/>
              <a:t>SENHOR, QUE MUITO PERDOAIS A QUEM MUITO AMA, TENDE PIEDADE DE NÓS.</a:t>
            </a:r>
          </a:p>
          <a:p>
            <a:pPr algn="just"/>
            <a:r>
              <a:rPr lang="pt-BR" sz="96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400" b="1" dirty="0"/>
              <a:t>GLÓRIA A DEUS NAS ALTURAS E PAZ NA TERRA AOS HOMENS POR ELE AMADO!</a:t>
            </a:r>
          </a:p>
          <a:p>
            <a:pPr algn="just"/>
            <a:endParaRPr lang="pt-BR" sz="6400" b="1" dirty="0"/>
          </a:p>
          <a:p>
            <a:pPr algn="just"/>
            <a:r>
              <a:rPr lang="pt-BR" sz="6400" dirty="0"/>
              <a:t>SENHOR DEUS, REI DO CÉUS, DEUS PAI TODO-PODEROSO</a:t>
            </a:r>
          </a:p>
          <a:p>
            <a:pPr algn="just"/>
            <a:endParaRPr lang="pt-BR" sz="6400" dirty="0"/>
          </a:p>
          <a:p>
            <a:pPr algn="just"/>
            <a:r>
              <a:rPr lang="pt-BR" sz="6400" dirty="0"/>
              <a:t>NÓS VOS LOUVAMOS, NÓS VOS BENDIZEMOS</a:t>
            </a:r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5400" dirty="0"/>
              <a:t>NÓS VOS ADORAMOS, NÓS VOS GLORIFICAMOS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NÓS VOS DAMOS GARÇAS POR VOSSA IMENSA GLÓRIA</a:t>
            </a:r>
          </a:p>
          <a:p>
            <a:pPr algn="just"/>
            <a:endParaRPr lang="pt-BR" sz="5400" b="1" dirty="0"/>
          </a:p>
          <a:p>
            <a:pPr algn="just"/>
            <a:r>
              <a:rPr lang="pt-BR" sz="5400" dirty="0"/>
              <a:t>SENHOR JESUS CRISTO, FILHO UNIGÊNITO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b="1" dirty="0"/>
              <a:t>GLÓRIA A DEUS NAS ALTURAS E PAZ NA TERRA AOS HOMENS POR ELE AMADOS.</a:t>
            </a:r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VÓS QUE TIRAIS O PECADO MUNDO, TENDE PIEDADE DE NÓS</a:t>
            </a:r>
          </a:p>
          <a:p>
            <a:pPr algn="l"/>
            <a:endParaRPr lang="pt-BR" sz="6000" b="1" dirty="0"/>
          </a:p>
          <a:p>
            <a:pPr algn="l"/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VÓS QUE TIRAIS O PECADO DO MUNDO, 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SÓ VÓS SOIS O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1674"/>
            <a:ext cx="11236036" cy="569465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SÓ VÓS O ALTÍSSIMO JESUS CRISTO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COM O ESPÍRITO SANTO NA GLÓRIA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b="1" dirty="0"/>
              <a:t>GLÓRIA A DEUS NA ALTURAS E PAZ NA TERRA AOS HOMENS POR ELE AMADOS. AMÉM!</a:t>
            </a:r>
          </a:p>
        </p:txBody>
      </p:sp>
    </p:spTree>
    <p:extLst>
      <p:ext uri="{BB962C8B-B14F-4D97-AF65-F5344CB8AC3E}">
        <p14:creationId xmlns:p14="http://schemas.microsoft.com/office/powerpoint/2010/main" val="1079925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MOSTRAI-ME, Ó SENHOR, VOSSOS CAMINHOS!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JESUS CRISTO SALVADOR DESTRUIU O MAL E A MORTE; FEZ BRILHAR PELO EVANGELHO A LUZ E A VIDA IMPERECÍVEIS.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Senhor!</a:t>
            </a:r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dirty="0"/>
              <a:t>ESCUTAI, Ó SENHOR DEUS, MINHAS PALAVRAS, ATENDEI O MEU GEMIDO! R.</a:t>
            </a:r>
            <a:endParaRPr lang="pt-BR" sz="8000" dirty="0"/>
          </a:p>
        </p:txBody>
      </p:sp>
    </p:spTree>
    <p:extLst>
      <p:ext uri="{BB962C8B-B14F-4D97-AF65-F5344CB8AC3E}">
        <p14:creationId xmlns:p14="http://schemas.microsoft.com/office/powerpoint/2010/main" val="165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Senhor!</a:t>
            </a:r>
          </a:p>
        </p:txBody>
      </p:sp>
    </p:spTree>
    <p:extLst>
      <p:ext uri="{BB962C8B-B14F-4D97-AF65-F5344CB8AC3E}">
        <p14:creationId xmlns:p14="http://schemas.microsoft.com/office/powerpoint/2010/main" val="1045655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É A VÓS QUE EU DIRIJO A MINHA PRECE; DE MANHÃ JÁ ME ESCUTAIS! R.</a:t>
            </a:r>
          </a:p>
        </p:txBody>
      </p:sp>
    </p:spTree>
    <p:extLst>
      <p:ext uri="{BB962C8B-B14F-4D97-AF65-F5344CB8AC3E}">
        <p14:creationId xmlns:p14="http://schemas.microsoft.com/office/powerpoint/2010/main" val="1426116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Senhor!</a:t>
            </a:r>
          </a:p>
        </p:txBody>
      </p:sp>
    </p:spTree>
    <p:extLst>
      <p:ext uri="{BB962C8B-B14F-4D97-AF65-F5344CB8AC3E}">
        <p14:creationId xmlns:p14="http://schemas.microsoft.com/office/powerpoint/2010/main" val="26952942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DESDE CEDO EU ME PREPARO PARA VÓS, NÃO SOIS UM DEUS A QUEM AGRADE A INIQUIDADE.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34359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Senhor!</a:t>
            </a:r>
          </a:p>
        </p:txBody>
      </p:sp>
    </p:spTree>
    <p:extLst>
      <p:ext uri="{BB962C8B-B14F-4D97-AF65-F5344CB8AC3E}">
        <p14:creationId xmlns:p14="http://schemas.microsoft.com/office/powerpoint/2010/main" val="842320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 ME POSSA CONDUZIR VOSSA JUSTIÇA, POR CAUSA DO INIMIGO! R.</a:t>
            </a:r>
          </a:p>
        </p:txBody>
      </p:sp>
    </p:spTree>
    <p:extLst>
      <p:ext uri="{BB962C8B-B14F-4D97-AF65-F5344CB8AC3E}">
        <p14:creationId xmlns:p14="http://schemas.microsoft.com/office/powerpoint/2010/main" val="1051377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800" b="1" dirty="0"/>
              <a:t>Ficai Atento Ao Clamor Da Minha Prece, Ó Meu Rei E Meu Senhor!</a:t>
            </a:r>
          </a:p>
        </p:txBody>
      </p:sp>
    </p:spTree>
    <p:extLst>
      <p:ext uri="{BB962C8B-B14F-4D97-AF65-F5344CB8AC3E}">
        <p14:creationId xmlns:p14="http://schemas.microsoft.com/office/powerpoint/2010/main" val="33711410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À MINHA FRENTE APLAINAI VOSSO CAMINHO, E GUIAI MEU CAMINHAR! R.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772171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sz="7300" dirty="0"/>
              <a:t>SANTO, SANTO, SANTO SENHOR DEUS DO UNIVERSO.</a:t>
            </a:r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PROCLAMAM VOSSA GLÓRIA!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just"/>
            <a:r>
              <a:rPr lang="pt-BR" sz="7300" b="1" dirty="0"/>
              <a:t>HOSANA NAS ALTURAS!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 </a:t>
            </a:r>
          </a:p>
          <a:p>
            <a:pPr algn="just"/>
            <a:r>
              <a:rPr lang="pt-BR" sz="7300" dirty="0"/>
              <a:t>BENDITO O QUE VEM</a:t>
            </a:r>
          </a:p>
          <a:p>
            <a:pPr algn="just"/>
            <a:r>
              <a:rPr lang="pt-BR" sz="7300" dirty="0"/>
              <a:t>EM NOME DO SENHOR</a:t>
            </a:r>
          </a:p>
          <a:p>
            <a:pPr algn="just"/>
            <a:r>
              <a:rPr lang="pt-BR" sz="7300" b="1" dirty="0"/>
              <a:t>HOSANA, HOSANA, HOSANA</a:t>
            </a:r>
          </a:p>
          <a:p>
            <a:pPr algn="l"/>
            <a:r>
              <a:rPr lang="pt-BR" sz="7300" b="1" dirty="0"/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UM CÁLICE FOI LEVANTADO, UM PÃO ENTRE NÓS PARTILHADO.</a:t>
            </a:r>
          </a:p>
          <a:p>
            <a:pPr algn="l"/>
            <a:r>
              <a:rPr lang="pt-BR" sz="6600" b="1" dirty="0"/>
              <a:t>O POVO COMEU E BEBEU E ANUNCIOU: O AMOR VENCEU!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1. Ó PAI, TUA ETERNA PALAVRA ENVIASTE! Ó VERBO, TUA TENDA ENTRE NÓS LEVANTASTE!</a:t>
            </a:r>
          </a:p>
          <a:p>
            <a:pPr algn="l"/>
            <a:r>
              <a:rPr lang="pt-BR" sz="6000" dirty="0"/>
              <a:t>SENHOR, AO MUNDO VIESTE QUAL LUZ, E A TODOS, TU NOS ILUMINAS, JESUS!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572284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UM CÁLICE FOI LEVANTADO, UM PÃO ENTRE NÓS PARTILHADO.</a:t>
            </a:r>
          </a:p>
          <a:p>
            <a:pPr algn="l"/>
            <a:r>
              <a:rPr lang="pt-BR" sz="6600" b="1" dirty="0"/>
              <a:t>O POVO COMEU E BEBEU E ANUNCIOU: O AMOR VENCEU!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400199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Ó POVO, ESCUTA A PALAVRA DO MESTRE! PRA NÓS, JESUS OLHA E SE COMPADECE!</a:t>
            </a:r>
          </a:p>
          <a:p>
            <a:pPr algn="l"/>
            <a:r>
              <a:rPr lang="pt-BR" sz="6000" dirty="0"/>
              <a:t>OVELHAS, DISPERSAS LUTAMOS EM VÃO, SEM RUMO; JESUS, TEM DE NÓS COMPAIXÃO.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0915400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UM CÁLICE FOI LEVANTADO, UM PÃO ENTRE NÓS PARTILHADO.</a:t>
            </a:r>
          </a:p>
          <a:p>
            <a:pPr algn="l"/>
            <a:r>
              <a:rPr lang="pt-BR" sz="6600" b="1" dirty="0"/>
              <a:t>O POVO COMEU E BEBEU E ANUNCIOU: O AMOR VENCEU!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1910896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Ó GENTE, QUE ESTÁS NO DESERTO COM FOME, A NOITE JÁ VEM E DO DIA A LUZ SOME.</a:t>
            </a:r>
          </a:p>
          <a:p>
            <a:pPr algn="l"/>
            <a:r>
              <a:rPr lang="pt-BR" sz="5400" dirty="0"/>
              <a:t>REPARTE A TERRA, O TRABALHO E O PÃO, DOS CÉUS NOS VEM A MULTIPLICAÇÃO.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2651025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UM CÁLICE FOI LEVANTADO, UM PÃO ENTRE NÓS PARTILHADO.</a:t>
            </a:r>
          </a:p>
          <a:p>
            <a:pPr algn="l"/>
            <a:r>
              <a:rPr lang="pt-BR" sz="6600" b="1" dirty="0"/>
              <a:t>O POVO COMEU E BEBEU E ANUNCIOU: O AMOR VENCEU!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050211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Ó CEIA, JESUS PÃO E VINHO TOMOU, E O CÁLICE E O PÃO, IGUALMENTE, ABENÇOOU;</a:t>
            </a:r>
          </a:p>
          <a:p>
            <a:pPr algn="l"/>
            <a:r>
              <a:rPr lang="pt-BR" sz="6000" dirty="0"/>
              <a:t>Ó MESA, O CRISTO SE DÁ EM COMIDA. COMUNGA, E ENTREGA TAMBÉM A TUA VIDA!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4579382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75908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1" dirty="0"/>
              <a:t>UM CÁLICE FOI LEVANTADO, UM PÃO ENTRE NÓS PARTILHADO.</a:t>
            </a:r>
          </a:p>
          <a:p>
            <a:pPr algn="l"/>
            <a:r>
              <a:rPr lang="pt-BR" sz="6600" b="1" dirty="0"/>
              <a:t>O POVO COMEU E BEBEU E ANUNCIOU: O AMOR VENCEU!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872035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91491"/>
            <a:ext cx="10522120" cy="5223164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CRISTÃOS DE TODO RECANTO AJUNTAI-VOS, EM TORNO DA ÚNICA MESA ENCONTRAI-VOS!</a:t>
            </a:r>
          </a:p>
          <a:p>
            <a:pPr algn="l"/>
            <a:r>
              <a:rPr lang="pt-BR" sz="6000" dirty="0"/>
              <a:t>UNIDOS FAZEI O ANÚNCIO MAIS FORTE DA VIDA QUE VENCE PRA SEMPRE A MORTE!</a:t>
            </a:r>
          </a:p>
          <a:p>
            <a:pPr algn="just"/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2775492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sz="7200" dirty="0"/>
              <a:t>ALMA DE CRISTO, SANTIFICAI-ME</a:t>
            </a:r>
          </a:p>
          <a:p>
            <a:pPr algn="just"/>
            <a:r>
              <a:rPr lang="pt-BR" sz="7200" dirty="0"/>
              <a:t>CORPO DE CRISTO, SALVAI-ME</a:t>
            </a:r>
          </a:p>
          <a:p>
            <a:pPr algn="just"/>
            <a:r>
              <a:rPr lang="pt-BR" sz="7200" dirty="0"/>
              <a:t>SANGUE DE CRISTO, INEBRIAI-ME</a:t>
            </a:r>
          </a:p>
          <a:p>
            <a:pPr algn="just"/>
            <a:r>
              <a:rPr lang="pt-BR" sz="7200" dirty="0"/>
              <a:t>ÁGUA DO LADO DE CRISTO, LAVAI-ME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4000" dirty="0"/>
              <a:t>PAIXÃO DE CRISTO, CONFORTAI-ME</a:t>
            </a:r>
          </a:p>
          <a:p>
            <a:pPr algn="l"/>
            <a:r>
              <a:rPr lang="pt-BR" sz="24000" dirty="0"/>
              <a:t>Ó BOM JESUS, OUVI-ME</a:t>
            </a:r>
          </a:p>
          <a:p>
            <a:pPr algn="l"/>
            <a:r>
              <a:rPr lang="pt-BR" sz="24000" dirty="0"/>
              <a:t>DENTRO DE VOSSAS CHAGAS, ESCONDEI-ME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07641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6600" dirty="0"/>
              <a:t>NÃO PERMITAIS QUE EU ME SEPARE DE VÓS</a:t>
            </a:r>
          </a:p>
          <a:p>
            <a:pPr algn="l"/>
            <a:r>
              <a:rPr lang="pt-BR" sz="6600" dirty="0"/>
              <a:t>DO ESPÍRITO MALIGNO DEFENDEI-ME</a:t>
            </a:r>
          </a:p>
          <a:p>
            <a:pPr algn="just"/>
            <a:r>
              <a:rPr lang="pt-BR" sz="6600" dirty="0"/>
              <a:t>NA HORA DA MORTE</a:t>
            </a:r>
          </a:p>
          <a:p>
            <a:pPr algn="just"/>
            <a:r>
              <a:rPr lang="pt-BR" sz="6600" dirty="0"/>
              <a:t>CHAMAI-ME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2295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891" y="443345"/>
            <a:ext cx="2791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891" y="1184132"/>
            <a:ext cx="11374581" cy="5535323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E MANDAI-ME IR PARA VÓS</a:t>
            </a:r>
          </a:p>
          <a:p>
            <a:pPr algn="just"/>
            <a:r>
              <a:rPr lang="pt-BR" sz="6600" dirty="0"/>
              <a:t>PARA QUE COM VOSSOS SANTOS VOS LOUVE</a:t>
            </a:r>
          </a:p>
          <a:p>
            <a:pPr algn="just"/>
            <a:r>
              <a:rPr lang="pt-BR" sz="6600" dirty="0"/>
              <a:t>POR TODOS OS SÉCULOS DOS SÉCULOS, AMÉM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42682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7927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606780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DESPREZANDO AS HONRAS PELA SÃ POBREZA</a:t>
            </a:r>
          </a:p>
          <a:p>
            <a:pPr algn="l"/>
            <a:r>
              <a:rPr lang="pt-BR" sz="6000" dirty="0"/>
              <a:t>A JESUS VOS DESTES COM ARDOR E FIRMEZA</a:t>
            </a:r>
          </a:p>
          <a:p>
            <a:pPr algn="l"/>
            <a:r>
              <a:rPr lang="pt-BR" sz="6000" dirty="0"/>
              <a:t>BEM MERECESTES TER COM AMOR</a:t>
            </a:r>
          </a:p>
          <a:p>
            <a:pPr algn="l"/>
            <a:r>
              <a:rPr lang="pt-BR" sz="6000" dirty="0"/>
              <a:t>EM VOSSOS BRAÇOS O SALVADOR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80908235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2307340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DO BERÇO SOIS GLÓRIA PARA OS LUSITANOS</a:t>
            </a:r>
          </a:p>
          <a:p>
            <a:pPr algn="l"/>
            <a:r>
              <a:rPr lang="pt-BR" sz="5400" dirty="0"/>
              <a:t>E DEPOIS GRANDEZA DOS ITALIANOS</a:t>
            </a:r>
          </a:p>
          <a:p>
            <a:pPr algn="l"/>
            <a:r>
              <a:rPr lang="pt-BR" sz="5400" dirty="0"/>
              <a:t>BEM MERECESTES TER COM AMOR</a:t>
            </a:r>
          </a:p>
          <a:p>
            <a:pPr algn="l"/>
            <a:r>
              <a:rPr lang="pt-BR" sz="5400" dirty="0"/>
              <a:t>EM VOSSOS BRAÇOS O SALVADOR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8859000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11489545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EM SANTAS MISSÕES, POVOS CONVERTEU</a:t>
            </a:r>
          </a:p>
          <a:p>
            <a:pPr algn="l"/>
            <a:r>
              <a:rPr lang="pt-BR" sz="6000" dirty="0"/>
              <a:t>VOSSA LÍNGUA SANTA QUE NÃO PERECEU</a:t>
            </a:r>
          </a:p>
          <a:p>
            <a:pPr algn="l"/>
            <a:r>
              <a:rPr lang="pt-BR" sz="6000" dirty="0"/>
              <a:t>BEM MERECESTES TER COM AMOR</a:t>
            </a:r>
          </a:p>
          <a:p>
            <a:pPr algn="l"/>
            <a:r>
              <a:rPr lang="pt-BR" sz="6000" dirty="0"/>
              <a:t>EM VOSSOS BRAÇOS O SALVADOR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325887702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BEM MERECESTES TER COM AMOR</a:t>
            </a:r>
          </a:p>
          <a:p>
            <a:pPr algn="l"/>
            <a:r>
              <a:rPr lang="pt-BR" sz="4800" b="1" dirty="0"/>
              <a:t>EM VOSSOS BRAÇOS O SALVADOR</a:t>
            </a:r>
          </a:p>
          <a:p>
            <a:pPr algn="l"/>
            <a:r>
              <a:rPr lang="pt-BR" sz="4800" b="1" dirty="0"/>
              <a:t>SALVE, GRANDE ANTÔNIO, SANTO UNIVERSAL</a:t>
            </a:r>
          </a:p>
          <a:p>
            <a:pPr algn="l"/>
            <a:r>
              <a:rPr lang="pt-BR" sz="4800" b="1" dirty="0"/>
              <a:t>QUE AMPARAIS AFLITOS CONTRA TODO MAL</a:t>
            </a:r>
          </a:p>
        </p:txBody>
      </p:sp>
    </p:spTree>
    <p:extLst>
      <p:ext uri="{BB962C8B-B14F-4D97-AF65-F5344CB8AC3E}">
        <p14:creationId xmlns:p14="http://schemas.microsoft.com/office/powerpoint/2010/main" val="39991701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IRMÃO PROTETOR SOIS DOS BRASILEIROS</a:t>
            </a:r>
          </a:p>
          <a:p>
            <a:pPr algn="l"/>
            <a:r>
              <a:rPr lang="pt-BR" sz="5400" dirty="0"/>
              <a:t>QUE MILAGRES CANTAM POR SÉCULOS INTEIROS</a:t>
            </a:r>
          </a:p>
          <a:p>
            <a:pPr algn="l"/>
            <a:r>
              <a:rPr lang="pt-BR" sz="5400" dirty="0"/>
              <a:t>BEM MERECESTES TER COM AMOR</a:t>
            </a:r>
          </a:p>
          <a:p>
            <a:pPr algn="l"/>
            <a:r>
              <a:rPr lang="pt-BR" sz="5400" dirty="0"/>
              <a:t>EM VOSSOS BRAÇOS O SALVADOR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40475886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1510</Words>
  <Application>Microsoft Office PowerPoint</Application>
  <PresentationFormat>Widescreen</PresentationFormat>
  <Paragraphs>256</Paragraphs>
  <Slides>67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1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7</cp:revision>
  <dcterms:created xsi:type="dcterms:W3CDTF">2023-05-06T17:01:55Z</dcterms:created>
  <dcterms:modified xsi:type="dcterms:W3CDTF">2024-06-06T21:52:46Z</dcterms:modified>
</cp:coreProperties>
</file>