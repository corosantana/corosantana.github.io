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  <p:sldId id="263" r:id="rId7"/>
    <p:sldId id="264" r:id="rId8"/>
    <p:sldId id="266" r:id="rId9"/>
    <p:sldId id="267" r:id="rId10"/>
    <p:sldId id="282" r:id="rId11"/>
    <p:sldId id="271" r:id="rId12"/>
    <p:sldId id="268" r:id="rId13"/>
    <p:sldId id="269" r:id="rId14"/>
    <p:sldId id="273" r:id="rId15"/>
    <p:sldId id="277" r:id="rId16"/>
    <p:sldId id="279" r:id="rId17"/>
    <p:sldId id="283" r:id="rId18"/>
    <p:sldId id="278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91" r:id="rId27"/>
    <p:sldId id="292" r:id="rId2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32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6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0BF817-61CA-5CC9-0B8F-A77ED8D869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B2AF42-2724-2C20-F8AE-52DAD0C3C9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8DF789-8D3F-1328-63B9-B19BF1355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E-FB86-410F-8A06-DD2F303CB58E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B3424D-DEF5-B8CC-2C5D-4810B3DC0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6F6C37-0F07-542A-BAF8-33BB311CB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8D8B-4272-4166-AEF2-B16D62FFF0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5323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F30EAC-33B5-44D4-2620-6BC733988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B25500-1852-EB3C-B1F4-8A0F832CC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9606F0-2407-B90A-5C84-210A2858B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E-FB86-410F-8A06-DD2F303CB58E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A792F5-E718-77B3-BE66-B964D6D62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C51228-3E86-1846-F5C7-34942F2FE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8D8B-4272-4166-AEF2-B16D62FFF0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1146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63E6EF-11D2-49A3-9FC3-5D2E763B4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747E731-3E9B-6D64-9FA5-215DBE194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28022F-0217-3FC0-4702-789CFB132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E-FB86-410F-8A06-DD2F303CB58E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075453-CE0F-DED6-3398-C751CFB78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858710-7625-5F0E-9252-BE96EB441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8D8B-4272-4166-AEF2-B16D62FFF0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2151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939C39-4D55-5035-D9AB-C87A4AEDF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DE0147-6354-893B-64CA-741EB51E44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CF8B5BC-E4BC-8CA5-6A21-7028CFBC1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ED993D2-63F0-C523-FD16-5BD9016D5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E-FB86-410F-8A06-DD2F303CB58E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FB9CB9-AA1A-00C6-8596-B69690E9A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6E6FE9-CAC7-8734-DFA8-E3FAE1E0B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8D8B-4272-4166-AEF2-B16D62FFF0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7247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F1853C-C549-771A-5F56-DF01DFD56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7F8544D-9259-98D7-343C-A56F29653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815E763-7651-4BE4-6EAD-0435151813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6C24281-016F-8F44-D1B3-7A6AC28DCF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BD0155F-46CC-A1E8-A0D4-3CDB7F61D8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EE4AFB6-6587-D6C2-769F-FB89CD587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E-FB86-410F-8A06-DD2F303CB58E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83AD4C-2696-1EFC-DD4C-399887A4E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6AD6CA9-D3BA-4F9C-94AF-E253177BB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8D8B-4272-4166-AEF2-B16D62FFF0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6274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77EC22-DDAD-92DF-E157-6ABE4F343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EA8245E-440F-04A7-5DB6-28DA0FE18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E-FB86-410F-8A06-DD2F303CB58E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56F13D4-C41C-5C02-4E45-6BEDC2987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D0D9AE4-FD37-D327-0AE7-425277CCF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8D8B-4272-4166-AEF2-B16D62FFF0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3955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E7C51A3-1A21-5E57-4F33-BEFCD6801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E-FB86-410F-8A06-DD2F303CB58E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116EAD1-8DD4-43CA-8B17-554CBF5CA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1DC0F6-71C0-125A-0B95-DF1C7960B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8D8B-4272-4166-AEF2-B16D62FFF0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3523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8F7512-23A3-AC8D-A122-B78FADC3A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24D2A8-7640-8162-86EC-DC38B7F80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28E244C-BAEC-B6E4-B78F-C65FA9FDC2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174ADAB-063E-2E42-940A-F6AA4F5DB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E-FB86-410F-8A06-DD2F303CB58E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D1369C1-F7C8-1638-193C-7554392A3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E63172F-E9E2-C304-93D5-544060C67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8D8B-4272-4166-AEF2-B16D62FFF0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4545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D1985-33BC-B850-AC32-487E21D05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A3849D1-60DF-25D9-C1EE-909CB526C3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05D590-2EB7-1496-F3C1-C3320C7AD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3E0985-DBE7-7A4C-B741-217775990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E-FB86-410F-8A06-DD2F303CB58E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F3E55C0-FEBC-A8A0-115B-E1CCA213C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6B0EF56-C7B6-569C-6E35-2CD665261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8D8B-4272-4166-AEF2-B16D62FFF0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205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9CAF7B-A60F-15E8-771D-817ABD22F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CEC783B-E7E8-7965-DAAC-0BA5E3B45E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088A3F-EE74-4124-7271-AB4D9C409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E-FB86-410F-8A06-DD2F303CB58E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77DFF7-0B94-46D6-EE5C-F0B279B6C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7D28D1-AF29-5239-142D-D2F4F2184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8D8B-4272-4166-AEF2-B16D62FFF0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2948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E046990-579E-4E61-5E58-FCD11074BB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0A3673D-4745-23AB-CFE4-735D8B05A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832AFD-52CD-5F07-7717-8BFAF84F0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E-FB86-410F-8A06-DD2F303CB58E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1E3302-EC67-13D1-3764-938D80A69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DA3CA1-F105-6212-2793-BA62DA4D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8D8B-4272-4166-AEF2-B16D62FFF0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695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63A2F8F-4728-403F-CE18-21DD8441E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446D427-6045-AE18-1C4A-C3213C101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232070-CF0A-3F4C-0FDD-7508AF8669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2C906E-FB86-410F-8A06-DD2F303CB58E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D2A0A0-C2F5-DE13-E428-F79226FC0E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1B5CA1-3AC8-11DA-3A61-429B1397E8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C8D8B-4272-4166-AEF2-B16D62FFF0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805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 ANIMADA (FUNDO BRANCO)">
            <a:hlinkClick r:id="" action="ppaction://media"/>
            <a:extLst>
              <a:ext uri="{FF2B5EF4-FFF2-40B4-BE49-F238E27FC236}">
                <a16:creationId xmlns:a16="http://schemas.microsoft.com/office/drawing/2014/main" id="{038704DC-FAC1-8D44-22A6-7CC13404ED7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901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8000">
        <p:fade/>
      </p:transition>
    </mc:Choice>
    <mc:Fallback xmlns="">
      <p:transition spd="med" advClick="0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1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B966F88-F7C6-4B79-A880-70515CB3FB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97196" cy="6917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801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569EF3B-5A5D-5352-B9E1-FB3C7C497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1026" name="Picture 2" descr="Nenhuma descrição de foto disponível.">
            <a:extLst>
              <a:ext uri="{FF2B5EF4-FFF2-40B4-BE49-F238E27FC236}">
                <a16:creationId xmlns:a16="http://schemas.microsoft.com/office/drawing/2014/main" id="{406D1E81-03FD-8DD4-D2B2-CDB58895D1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56" b="24234"/>
          <a:stretch/>
        </p:blipFill>
        <p:spPr bwMode="auto">
          <a:xfrm>
            <a:off x="2575592" y="1118327"/>
            <a:ext cx="7040815" cy="4366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CBFB5FE6-5D8D-A161-BD11-EE83F871DCFD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</p:spTree>
    <p:extLst>
      <p:ext uri="{BB962C8B-B14F-4D97-AF65-F5344CB8AC3E}">
        <p14:creationId xmlns:p14="http://schemas.microsoft.com/office/powerpoint/2010/main" val="1604008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5BBAC19-F172-C536-E531-3CDC47B165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7287" y="1148368"/>
            <a:ext cx="4217426" cy="42174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C9FD6B9-9D36-B162-B016-5BAAA4D27276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</p:spTree>
    <p:extLst>
      <p:ext uri="{BB962C8B-B14F-4D97-AF65-F5344CB8AC3E}">
        <p14:creationId xmlns:p14="http://schemas.microsoft.com/office/powerpoint/2010/main" val="145051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4098" name="Picture 2" descr="Colégio Reis Magos - YouTube">
            <a:extLst>
              <a:ext uri="{FF2B5EF4-FFF2-40B4-BE49-F238E27FC236}">
                <a16:creationId xmlns:a16="http://schemas.microsoft.com/office/drawing/2014/main" id="{8FFF1D16-7197-2670-ECD8-728A955FCF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88" b="10181"/>
          <a:stretch/>
        </p:blipFill>
        <p:spPr bwMode="auto">
          <a:xfrm>
            <a:off x="3181211" y="810334"/>
            <a:ext cx="5829577" cy="474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C362BB55-082E-30B4-79FB-42A8CDDDF9DF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</p:spTree>
    <p:extLst>
      <p:ext uri="{BB962C8B-B14F-4D97-AF65-F5344CB8AC3E}">
        <p14:creationId xmlns:p14="http://schemas.microsoft.com/office/powerpoint/2010/main" val="16703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6A13C69-5F04-9686-9566-E79F923FCD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58" b="12015"/>
          <a:stretch/>
        </p:blipFill>
        <p:spPr>
          <a:xfrm>
            <a:off x="2953305" y="810333"/>
            <a:ext cx="6285389" cy="489801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AC011956-10DF-4469-5631-F89FA7DC5CBC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</p:spTree>
    <p:extLst>
      <p:ext uri="{BB962C8B-B14F-4D97-AF65-F5344CB8AC3E}">
        <p14:creationId xmlns:p14="http://schemas.microsoft.com/office/powerpoint/2010/main" val="1910460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A16FF48-50ED-13A4-5DB8-8737E5F7F9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186" y="952993"/>
            <a:ext cx="9353627" cy="4390112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823AFA6E-F654-7A86-575B-35AC82D19380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</p:spTree>
    <p:extLst>
      <p:ext uri="{BB962C8B-B14F-4D97-AF65-F5344CB8AC3E}">
        <p14:creationId xmlns:p14="http://schemas.microsoft.com/office/powerpoint/2010/main" val="809028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D63EF2A-F709-EA94-D978-F3A6B8223175}"/>
              </a:ext>
            </a:extLst>
          </p:cNvPr>
          <p:cNvSpPr txBox="1"/>
          <p:nvPr/>
        </p:nvSpPr>
        <p:spPr>
          <a:xfrm>
            <a:off x="1563949" y="1613118"/>
            <a:ext cx="9064102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500" b="1" dirty="0"/>
              <a:t>OURO DECORAÇÕES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BE44754-D124-56F9-7663-B30F3CB291CA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</p:spTree>
    <p:extLst>
      <p:ext uri="{BB962C8B-B14F-4D97-AF65-F5344CB8AC3E}">
        <p14:creationId xmlns:p14="http://schemas.microsoft.com/office/powerpoint/2010/main" val="3971249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D1C245D0-F3EB-10E9-5FD0-C803E58735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849" y="1381731"/>
            <a:ext cx="10428302" cy="389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E04D910E-AD7E-EC55-2C13-B8CB7F95961C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</p:spTree>
    <p:extLst>
      <p:ext uri="{BB962C8B-B14F-4D97-AF65-F5344CB8AC3E}">
        <p14:creationId xmlns:p14="http://schemas.microsoft.com/office/powerpoint/2010/main" val="2589080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D63EF2A-F709-EA94-D978-F3A6B8223175}"/>
              </a:ext>
            </a:extLst>
          </p:cNvPr>
          <p:cNvSpPr txBox="1"/>
          <p:nvPr/>
        </p:nvSpPr>
        <p:spPr>
          <a:xfrm>
            <a:off x="1563949" y="1504973"/>
            <a:ext cx="9064102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500" b="1" dirty="0"/>
              <a:t>Mercearia do</a:t>
            </a:r>
          </a:p>
          <a:p>
            <a:pPr algn="ctr"/>
            <a:r>
              <a:rPr lang="pt-BR" sz="11500" b="1" dirty="0"/>
              <a:t>Professor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BE44754-D124-56F9-7663-B30F3CB291CA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</p:spTree>
    <p:extLst>
      <p:ext uri="{BB962C8B-B14F-4D97-AF65-F5344CB8AC3E}">
        <p14:creationId xmlns:p14="http://schemas.microsoft.com/office/powerpoint/2010/main" val="3178026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E04D910E-AD7E-EC55-2C13-B8CB7F95961C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DBFBD58-CB31-39D7-ED2C-C17055A135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393"/>
          <a:stretch/>
        </p:blipFill>
        <p:spPr>
          <a:xfrm>
            <a:off x="1465462" y="843375"/>
            <a:ext cx="9261075" cy="486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331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C0A8901B-95B8-E2A5-79FF-0B6F96B779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7" y="872479"/>
            <a:ext cx="4776186" cy="477618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2237FD27-DEBA-59A9-F1A3-A91AEDABF081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</p:spTree>
    <p:extLst>
      <p:ext uri="{BB962C8B-B14F-4D97-AF65-F5344CB8AC3E}">
        <p14:creationId xmlns:p14="http://schemas.microsoft.com/office/powerpoint/2010/main" val="2875203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85B4522-2CCE-A77B-D104-7B3ED2BB7B19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3074" name="Picture 2" descr="Nenhuma descrição de foto disponível.">
            <a:extLst>
              <a:ext uri="{FF2B5EF4-FFF2-40B4-BE49-F238E27FC236}">
                <a16:creationId xmlns:a16="http://schemas.microsoft.com/office/drawing/2014/main" id="{EA97871C-8103-6836-12A1-0DF348EAE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5478" y="696537"/>
            <a:ext cx="5021043" cy="5021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9502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85B4522-2CCE-A77B-D104-7B3ED2BB7B19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247F1FA-9E54-15B1-AF9E-F1C8F1329AA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388" b="32963"/>
          <a:stretch/>
        </p:blipFill>
        <p:spPr>
          <a:xfrm>
            <a:off x="1326853" y="1429911"/>
            <a:ext cx="9538294" cy="3781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630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85B4522-2CCE-A77B-D104-7B3ED2BB7B19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0097B6F-A283-2AC7-EF75-1FBBEC0318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-225558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805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85B4522-2CCE-A77B-D104-7B3ED2BB7B19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EEF2F12-3F38-E9E9-5D99-B83A19C3820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74" b="24630"/>
          <a:stretch/>
        </p:blipFill>
        <p:spPr>
          <a:xfrm>
            <a:off x="2009775" y="810333"/>
            <a:ext cx="8172450" cy="460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61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85B4522-2CCE-A77B-D104-7B3ED2BB7B19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2C849E6F-DC2A-3869-5428-FAB11929D9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92" b="27593"/>
          <a:stretch/>
        </p:blipFill>
        <p:spPr>
          <a:xfrm>
            <a:off x="1917700" y="1347587"/>
            <a:ext cx="8356600" cy="41628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09712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85B4522-2CCE-A77B-D104-7B3ED2BB7B19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71FC6EF-EAF1-3100-DBF4-C1964CD9AFB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22" b="19768"/>
          <a:stretch/>
        </p:blipFill>
        <p:spPr>
          <a:xfrm>
            <a:off x="2743200" y="1093893"/>
            <a:ext cx="6705600" cy="42655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6541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85B4522-2CCE-A77B-D104-7B3ED2BB7B19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205BAC9-FAC9-480A-8858-ED0DAADEC0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817" y="2362183"/>
            <a:ext cx="11164365" cy="2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363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85B4522-2CCE-A77B-D104-7B3ED2BB7B19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8592DDB-24EB-47D4-A5F2-5EC83C7AA5D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76" b="22091"/>
          <a:stretch/>
        </p:blipFill>
        <p:spPr>
          <a:xfrm>
            <a:off x="2862416" y="1416642"/>
            <a:ext cx="6467167" cy="40247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47693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85B4522-2CCE-A77B-D104-7B3ED2BB7B19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F51A03E-F479-4953-B23C-2269AC5301A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64" b="32114"/>
          <a:stretch/>
        </p:blipFill>
        <p:spPr>
          <a:xfrm>
            <a:off x="1055619" y="1917700"/>
            <a:ext cx="10080762" cy="302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380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85B4522-2CCE-A77B-D104-7B3ED2BB7B19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4E592C6F-211D-4C76-B5C6-33F2E04AD83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44" b="22408"/>
          <a:stretch/>
        </p:blipFill>
        <p:spPr>
          <a:xfrm>
            <a:off x="1585370" y="1454150"/>
            <a:ext cx="9021259" cy="394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817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85B4522-2CCE-A77B-D104-7B3ED2BB7B19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6E7382E-A3D9-437C-966D-F3A2D0C9B2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500" y="971354"/>
            <a:ext cx="4699000" cy="4699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889054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85B4522-2CCE-A77B-D104-7B3ED2BB7B19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FE9C7EF-60D4-4766-86A6-0191BB4B6DC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13" b="19444"/>
          <a:stretch/>
        </p:blipFill>
        <p:spPr>
          <a:xfrm>
            <a:off x="1448802" y="1295400"/>
            <a:ext cx="9294395" cy="39243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67305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85B4522-2CCE-A77B-D104-7B3ED2BB7B19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516033D-205D-49A8-BAC3-B5D65DB909B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903"/>
          <a:stretch/>
        </p:blipFill>
        <p:spPr>
          <a:xfrm>
            <a:off x="848706" y="1045890"/>
            <a:ext cx="10317033" cy="4766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694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85B4522-2CCE-A77B-D104-7B3ED2BB7B19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53A09969-7570-4E56-A5C2-6F19C072F5C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53" b="17282"/>
          <a:stretch/>
        </p:blipFill>
        <p:spPr>
          <a:xfrm>
            <a:off x="2439778" y="878890"/>
            <a:ext cx="7312444" cy="471404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02784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BC907-FBFF-54D6-992B-603B23837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0E50A2FB-3010-A0B5-7D8E-C35AD93309AE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9DA38B2-40FC-A011-FA4E-3CE4BC016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D15C1F1-717D-0B0A-F95A-5F27C8B71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948" y="991602"/>
            <a:ext cx="8028103" cy="448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5175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4000">
        <p:fade/>
      </p:transition>
    </mc:Choice>
    <mc:Fallback>
      <p:transition spd="med" advClick="0" advTm="4000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5823</TotalTime>
  <Words>55</Words>
  <Application>Microsoft Office PowerPoint</Application>
  <PresentationFormat>Widescreen</PresentationFormat>
  <Paragraphs>28</Paragraphs>
  <Slides>27</Slides>
  <Notes>0</Notes>
  <HiddenSlides>0</HiddenSlides>
  <MMClips>1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Thiago</dc:creator>
  <cp:lastModifiedBy>Oliveira</cp:lastModifiedBy>
  <cp:revision>26</cp:revision>
  <dcterms:created xsi:type="dcterms:W3CDTF">2024-05-24T01:14:06Z</dcterms:created>
  <dcterms:modified xsi:type="dcterms:W3CDTF">2026-06-02T19:30:03Z</dcterms:modified>
</cp:coreProperties>
</file>