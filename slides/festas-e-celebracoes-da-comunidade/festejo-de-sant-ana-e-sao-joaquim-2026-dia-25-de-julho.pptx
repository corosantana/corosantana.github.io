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39" r:id="rId3"/>
    <p:sldId id="525" r:id="rId4"/>
    <p:sldId id="526" r:id="rId5"/>
    <p:sldId id="258" r:id="rId6"/>
    <p:sldId id="551" r:id="rId7"/>
    <p:sldId id="411" r:id="rId8"/>
    <p:sldId id="412" r:id="rId9"/>
    <p:sldId id="260" r:id="rId10"/>
    <p:sldId id="539" r:id="rId11"/>
    <p:sldId id="540" r:id="rId12"/>
    <p:sldId id="541" r:id="rId13"/>
    <p:sldId id="542" r:id="rId14"/>
    <p:sldId id="432" r:id="rId15"/>
    <p:sldId id="264" r:id="rId16"/>
    <p:sldId id="265" r:id="rId17"/>
    <p:sldId id="266" r:id="rId18"/>
    <p:sldId id="267" r:id="rId19"/>
    <p:sldId id="271" r:id="rId20"/>
    <p:sldId id="269" r:id="rId21"/>
    <p:sldId id="376" r:id="rId22"/>
    <p:sldId id="426" r:id="rId23"/>
    <p:sldId id="391" r:id="rId24"/>
    <p:sldId id="427" r:id="rId25"/>
    <p:sldId id="415" r:id="rId26"/>
    <p:sldId id="428" r:id="rId27"/>
    <p:sldId id="417" r:id="rId28"/>
    <p:sldId id="292" r:id="rId29"/>
    <p:sldId id="275" r:id="rId30"/>
    <p:sldId id="363" r:id="rId31"/>
    <p:sldId id="361" r:id="rId32"/>
    <p:sldId id="459" r:id="rId33"/>
    <p:sldId id="433" r:id="rId34"/>
    <p:sldId id="555" r:id="rId35"/>
    <p:sldId id="434" r:id="rId36"/>
    <p:sldId id="404" r:id="rId37"/>
    <p:sldId id="557" r:id="rId38"/>
    <p:sldId id="437" r:id="rId39"/>
    <p:sldId id="436" r:id="rId40"/>
    <p:sldId id="438" r:id="rId41"/>
    <p:sldId id="429" r:id="rId42"/>
    <p:sldId id="556" r:id="rId43"/>
    <p:sldId id="430" r:id="rId44"/>
    <p:sldId id="431" r:id="rId4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F6499B5-857D-F3A5-A09D-F8B0EECB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46508"/>
            <a:ext cx="12191998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11491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3682218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12º DOMINGO DO TEMPO COMUM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F7D040-7625-7A57-A89C-10B956BFE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1-SÓ VÓS SOIS MINHA FORÇA, Ó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PRESERVAI-ME DE TODO O MAL!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4F2C-C1FE-9FDA-3B54-2C656F51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74761-9D08-3941-80DB-EFE27263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D5F3BE-E854-D6C2-2BAF-B454F6118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2-VÓS SOIS BOM, VÓS SOIS PAI, Ó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DAI-ME LUZ, DAI-ME PAZ, DAI-ME AMOR!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98743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6578C-5B91-6880-D51B-BEB6839A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99E05-B6D7-BF5E-1D41-FE518C810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4CF24C-A6D3-AED6-D284-F6F4FB570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3-E EU QUERO CANTAR-VOS,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VOSSO NOME EU QUERO LOUVAR!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62306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O CAMINHO QUE LEVA AO PAI, TENDE PIEDADE DE NÓS</a:t>
            </a:r>
          </a:p>
          <a:p>
            <a:r>
              <a:rPr lang="pt-BR" sz="6600" b="1" dirty="0"/>
              <a:t>KYRIE ELEISON, KYRIE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274353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CRISTO, QUE SOIS A VERDADE QUE ILUMINA OS POVOS, TENDE PIEDADE DE NÓS</a:t>
            </a:r>
          </a:p>
          <a:p>
            <a:r>
              <a:rPr lang="pt-BR" sz="6600" b="1" dirty="0"/>
              <a:t>CHRISTE ELEISON, CHRISTE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25748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A VIDA QUE RENOVA O MUNDO, TENDE PIEDADE DE NÓS</a:t>
            </a:r>
          </a:p>
          <a:p>
            <a:r>
              <a:rPr lang="pt-BR" sz="6600" b="1" dirty="0"/>
              <a:t>KYRIE ELEISON, KYRIE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888966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6600" dirty="0"/>
              <a:t>GLÓRIA A DEUS NAS ALTURAS E PAZ NA TERRA AOS HOMENS POR ELE AMADOS, POR ELE AMADOS!</a:t>
            </a:r>
          </a:p>
          <a:p>
            <a:pPr algn="just"/>
            <a:endParaRPr lang="pt-BR" sz="7200" dirty="0"/>
          </a:p>
          <a:p>
            <a:pPr algn="just"/>
            <a:r>
              <a:rPr lang="pt-BR" sz="17600" dirty="0"/>
              <a:t>SENHOR DEUS, REI DOS CÉUS, DEUS PAI TODO PODEROSO</a:t>
            </a:r>
            <a:endParaRPr lang="pt-BR" sz="12800" dirty="0"/>
          </a:p>
          <a:p>
            <a:pPr algn="just"/>
            <a:r>
              <a:rPr lang="pt-BR" sz="17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6324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228605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r>
              <a:rPr lang="pt-BR" sz="6400" dirty="0"/>
              <a:t>SENHOR DEUS, CORDEIRO DE DEUS, FILHO DE DEUS PAI</a:t>
            </a:r>
            <a:endParaRPr lang="pt-BR" sz="5400" dirty="0"/>
          </a:p>
          <a:p>
            <a:pPr algn="l"/>
            <a:r>
              <a:rPr lang="pt-BR" sz="6600" dirty="0"/>
              <a:t>VÓS QUE TIRAIS O PECADO DO MUNDO,</a:t>
            </a:r>
          </a:p>
          <a:p>
            <a:pPr algn="l"/>
            <a:r>
              <a:rPr lang="pt-BR" sz="66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1296337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500" dirty="0"/>
              <a:t>VÓS QUE TIRAIS O PECADO DO MUNDO,  ACOLHEI A NOSSA SÚPLICA</a:t>
            </a:r>
            <a:endParaRPr lang="pt-BR" sz="12300" dirty="0"/>
          </a:p>
          <a:p>
            <a:pPr algn="just"/>
            <a:r>
              <a:rPr lang="pt-BR" sz="15000" dirty="0"/>
              <a:t>VÓS QUE ESTAIS À DIREITA DO PAI, TENDE PIEDADE DE NÓS</a:t>
            </a:r>
          </a:p>
          <a:p>
            <a:pPr algn="just"/>
            <a:r>
              <a:rPr lang="pt-BR" sz="150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519322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13500" dirty="0"/>
              <a:t>SÓ VÓS O ALTÍSSIMO, JESUS CRISTO, </a:t>
            </a:r>
          </a:p>
          <a:p>
            <a:pPr algn="just"/>
            <a:r>
              <a:rPr lang="pt-BR" sz="13500" dirty="0"/>
              <a:t>COM O ESPÍRITO SANTO NA GLÓRIA DE DEUS PAI. AMÉM!</a:t>
            </a:r>
          </a:p>
          <a:p>
            <a:pPr algn="just"/>
            <a:endParaRPr lang="pt-BR" sz="135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10000"/>
          </a:bodyPr>
          <a:lstStyle/>
          <a:p>
            <a:r>
              <a:rPr lang="pt-BR" sz="9600" b="1" i="0" dirty="0">
                <a:effectLst/>
              </a:rPr>
              <a:t> </a:t>
            </a:r>
            <a:r>
              <a:rPr lang="pt-BR" sz="4800" b="1" dirty="0"/>
              <a:t>COMO EU AMO, SENHOR, A VOSSA LEI, VOSSA PALAVRA!</a:t>
            </a: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  EU TE LOUVO, Ó PAI SANTO, DEUS DO CÉU, SENHOR DA TERRA: OS MISTÉRIOS DO TEU REINO AOS PEQUENOS, PAI, REVELAS!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50792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LOUVAI, LOUVAI, Ó SERVOS DO SENHOR, LOUVAI, LOUVAI O NOME DO SENHOR!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FF3F-9EF8-A4DD-3764-CE648DAB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D3253-A85A-346F-B2BE-BF8650596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31860C-7D98-D2CF-7032-5A2C96DA8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524989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BENDITO SEJA O NOME DO SENHOR,</a:t>
            </a:r>
          </a:p>
          <a:p>
            <a:pPr algn="l"/>
            <a:r>
              <a:rPr lang="pt-BR" sz="8000" dirty="0"/>
              <a:t>AGORA E POR TODA A ETERNIDADE!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68652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B52D-04BD-F343-8F88-F3C102CC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E51BF-E57D-2935-298A-74F378B8C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64C8D6-A570-7ADA-77B4-8E64B2521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8223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FDDF7-E57B-4ABD-8E64-A145FE05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9A6-E4AB-3019-DB67-34691BCCA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2D9BAA-3642-9E5C-D10A-5966396BE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O SENHOR ESTÁ ACIMA DAS NAÇÕES. </a:t>
            </a:r>
          </a:p>
          <a:p>
            <a:pPr algn="l"/>
            <a:r>
              <a:rPr lang="pt-BR" sz="8000" dirty="0"/>
              <a:t>SUA GLÓRIA VAI ALÉM DOS ALTOS CÉUS.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449555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16D4A-E944-712E-206F-FCD952E7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2EAB9-BA11-9983-DE60-6EEA8FAC0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624AC7-2F92-2DCA-B6B5-B82E6E851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7132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7FD3-BCCB-0F01-AC83-340CCDA3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01FBD-3BD8-0170-3107-4A5B93221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E69C76-26DB-3877-CFAA-CE631BAEC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QUEM PODE COMPARAR-SE AO NOSSO DEUS,</a:t>
            </a:r>
          </a:p>
          <a:p>
            <a:pPr algn="l"/>
            <a:r>
              <a:rPr lang="pt-BR" sz="8000" dirty="0"/>
              <a:t>QUE SE INCLINA PARA OLHAR O CÉU E A TERRA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893117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 A VOSSA GLÓRIA</a:t>
            </a:r>
          </a:p>
          <a:p>
            <a:pPr algn="just"/>
            <a:r>
              <a:rPr lang="pt-BR" sz="6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TU TE ABEIRASTE DA PRAIA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BUSCASTE NEM SÁBIOS NEM RICOS,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SOMENTE QUERES QUE EU TE SIGA!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716030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7085-C430-A1CF-49B5-4279FA720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EA7DB-356D-5C26-23CD-FDF5F00C8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D51346-8A1F-852E-E8DD-8DBAC4BD0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TU SABES BEM QUE EM MEU BARCO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NÃO TENHO NEM OURO NEM ESPADAS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SOMENTE REDES E O MEU TRABALHO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896507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8D913-21EF-F77F-43F2-E4EA9771B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01A1B-2C4A-C8C8-281C-7AEB504D5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176F0D-617C-A577-F494-7D87C851C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TU, MINHAS MÃOS SOLICITAS,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MEU CANSAÇO QUE A OUTROS DESCANSE,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AMOR QUE ALMEJA SEGUIR AMANDO.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376008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3E9E-F3E8-C7BF-30F1-B8BFBA7A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BBD8C-9495-BC4B-B999-5D7151EE3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11813A-E2CF-3AD3-57AA-DD2FF28A2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TU, PESCADOR DE OUTROS LAGOS,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ÂNSIA ETERNA DE ALMAS QUE ESPERAM,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BONDOSO AMIGO QUE ASSIM ME CHAMAS.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81123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DOS ANJOS O TESOURO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HOMENS O DULÇOR.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25B-661D-568E-7839-87BD4D59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97D2F-6F48-F497-7404-FA0947669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ECB86-1DFD-D6ED-F5E0-F23B438A5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VIDA ALENTO E FORÇA,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NA MORTE O DEFENSOR.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84736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2B0D-C831-293C-E891-25210FFA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5E567-80FB-86BC-5E67-D95636C42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21367-2EC6-9D32-4E39-22F3DCFEC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TERRA FIEL AMIGO,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 CÉU, FELIZ PENHOR.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7082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D12C-5AB8-14BD-3AB1-A7B182A7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D8FC-23BF-31B8-E463-4E9B5D778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F9D7F2-5DA1-34DC-1B13-608B3548F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MEU DEUS, EXCELSO E GRANDE,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SÉCULOS, O SENHOR.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85325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OLHEM TEU POVO AQUI REUNIDOS/ AGRADECEMOS A TI AVÓS QUERIDOS NESTE DIA FESTIVO DE ALEGRIA</a:t>
            </a:r>
          </a:p>
          <a:p>
            <a:pPr algn="l"/>
            <a:endParaRPr lang="pt-BR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36195078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VEM</a:t>
            </a:r>
          </a:p>
          <a:p>
            <a:pPr algn="l"/>
            <a:r>
              <a:rPr lang="pt-BR" sz="4800" dirty="0"/>
              <a:t>CAMINHAR COM ESTE POVO SOFRIDO/ TODOS JUNTOS VAMOS ACREDITAR/ EMANUEL DEUS CONOSCO VEM MORAR.</a:t>
            </a:r>
          </a:p>
          <a:p>
            <a:pPr algn="l"/>
            <a:endParaRPr lang="pt-BR" sz="20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7177400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PAIS DE</a:t>
            </a:r>
          </a:p>
          <a:p>
            <a:pPr algn="l"/>
            <a:r>
              <a:rPr lang="pt-BR" sz="4800" dirty="0"/>
              <a:t>AMOR , ESPERANÇA E FÉ / Ó SANT’ANA E TAMBÉM SÃO JOAQUIM ABENÇOAI TODOS NOSSOS LAVRADORES. </a:t>
            </a:r>
          </a:p>
          <a:p>
            <a:pPr algn="l"/>
            <a:endParaRPr lang="pt-BR" sz="28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1357522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8358</TotalTime>
  <Words>1113</Words>
  <Application>Microsoft Office PowerPoint</Application>
  <PresentationFormat>Widescreen</PresentationFormat>
  <Paragraphs>179</Paragraphs>
  <Slides>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1" baseType="lpstr">
      <vt:lpstr>-apple-system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58</cp:revision>
  <dcterms:created xsi:type="dcterms:W3CDTF">2023-05-06T17:01:55Z</dcterms:created>
  <dcterms:modified xsi:type="dcterms:W3CDTF">2026-07-25T19:02:11Z</dcterms:modified>
</cp:coreProperties>
</file>