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2" r:id="rId2"/>
    <p:sldId id="439" r:id="rId3"/>
    <p:sldId id="593" r:id="rId4"/>
    <p:sldId id="601" r:id="rId5"/>
    <p:sldId id="602" r:id="rId6"/>
    <p:sldId id="603" r:id="rId7"/>
    <p:sldId id="604" r:id="rId8"/>
    <p:sldId id="306" r:id="rId9"/>
    <p:sldId id="605" r:id="rId10"/>
    <p:sldId id="592" r:id="rId11"/>
    <p:sldId id="606" r:id="rId12"/>
    <p:sldId id="450" r:id="rId13"/>
    <p:sldId id="265" r:id="rId14"/>
    <p:sldId id="266" r:id="rId15"/>
    <p:sldId id="267" r:id="rId16"/>
    <p:sldId id="268" r:id="rId17"/>
    <p:sldId id="291" r:id="rId18"/>
    <p:sldId id="293" r:id="rId19"/>
    <p:sldId id="294" r:id="rId20"/>
    <p:sldId id="295" r:id="rId21"/>
    <p:sldId id="526" r:id="rId22"/>
    <p:sldId id="425" r:id="rId23"/>
    <p:sldId id="598" r:id="rId24"/>
    <p:sldId id="442" r:id="rId25"/>
    <p:sldId id="347" r:id="rId26"/>
    <p:sldId id="272" r:id="rId27"/>
    <p:sldId id="273" r:id="rId28"/>
    <p:sldId id="286" r:id="rId29"/>
    <p:sldId id="362" r:id="rId30"/>
    <p:sldId id="415" r:id="rId31"/>
    <p:sldId id="416" r:id="rId32"/>
    <p:sldId id="417" r:id="rId33"/>
    <p:sldId id="418" r:id="rId34"/>
    <p:sldId id="302" r:id="rId35"/>
    <p:sldId id="435" r:id="rId36"/>
    <p:sldId id="421" r:id="rId37"/>
    <p:sldId id="454" r:id="rId38"/>
    <p:sldId id="423" r:id="rId39"/>
    <p:sldId id="277" r:id="rId40"/>
    <p:sldId id="440" r:id="rId41"/>
    <p:sldId id="441" r:id="rId42"/>
    <p:sldId id="337" r:id="rId43"/>
    <p:sldId id="489" r:id="rId44"/>
    <p:sldId id="490" r:id="rId45"/>
    <p:sldId id="491" r:id="rId46"/>
    <p:sldId id="607" r:id="rId47"/>
    <p:sldId id="323" r:id="rId48"/>
    <p:sldId id="582" r:id="rId49"/>
    <p:sldId id="583" r:id="rId50"/>
    <p:sldId id="584" r:id="rId51"/>
    <p:sldId id="388" r:id="rId52"/>
    <p:sldId id="600" r:id="rId53"/>
    <p:sldId id="433" r:id="rId54"/>
    <p:sldId id="437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1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D25C2C-1A1E-7354-C4DA-AFE21C85F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89" y="49425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704" y="965308"/>
            <a:ext cx="11516592" cy="5826642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IREI AOS ALTARES DE DEUS</a:t>
            </a:r>
            <a:r>
              <a:rPr lang="pt-BR" sz="8800" b="1" i="0" dirty="0">
                <a:solidFill>
                  <a:srgbClr val="8B2232"/>
                </a:solidFill>
                <a:effectLst/>
                <a:latin typeface="JetBrains Mono"/>
              </a:rPr>
              <a:t> </a:t>
            </a:r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IREI AOS ALTARES DEDEUS</a:t>
            </a:r>
            <a:r>
              <a:rPr lang="pt-BR" sz="8800" b="1" i="0" dirty="0">
                <a:solidFill>
                  <a:srgbClr val="8B2232"/>
                </a:solidFill>
                <a:effectLst/>
                <a:latin typeface="JetBrains Mono"/>
              </a:rPr>
              <a:t> </a:t>
            </a:r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O DEUS DA </a:t>
            </a:r>
          </a:p>
          <a:p>
            <a:pPr algn="l"/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MINHA ALEGRIA (2X)</a:t>
            </a:r>
            <a:endParaRPr lang="pt-BR" sz="1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884F-D6BA-EA2D-267A-EA8198A0B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37556-23DD-3195-5049-C7D075EF5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008" y="46042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91DF0E-FA6A-1C8A-F8C2-D247441E6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008" y="1031358"/>
            <a:ext cx="11516592" cy="5826642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A1A1A"/>
                </a:solidFill>
                <a:effectLst/>
                <a:latin typeface="JetBrains Mono"/>
              </a:rPr>
              <a:t>FAZEI-ME JUSTIÇA, MEU DEUS, DEFENDEI A MINHA CAUSA CONTRAGENTE IMPIEDOSA,</a:t>
            </a:r>
            <a:r>
              <a:rPr lang="pt-BR" sz="6000" dirty="0">
                <a:solidFill>
                  <a:srgbClr val="8B2232"/>
                </a:solidFill>
                <a:latin typeface="JetBrains Mono"/>
              </a:rPr>
              <a:t> </a:t>
            </a:r>
            <a:r>
              <a:rPr lang="pt-BR" sz="6000" b="0" i="0" dirty="0">
                <a:solidFill>
                  <a:srgbClr val="1A1A1A"/>
                </a:solidFill>
                <a:effectLst/>
                <a:latin typeface="JetBrains Mono"/>
              </a:rPr>
              <a:t>LIVRAI-ME DO HOMEM MENTIROSO E </a:t>
            </a:r>
          </a:p>
          <a:p>
            <a:pPr algn="l"/>
            <a:r>
              <a:rPr lang="pt-BR" sz="6000" b="0" i="0" dirty="0">
                <a:solidFill>
                  <a:srgbClr val="1A1A1A"/>
                </a:solidFill>
                <a:effectLst/>
                <a:latin typeface="JetBrains Mono"/>
              </a:rPr>
              <a:t>PERVERSO.</a:t>
            </a:r>
            <a:endParaRPr lang="pt-BR" sz="72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38287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464A-020D-339D-4461-421CB1C5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A2597-6659-E520-BFDA-A0B2AA801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89" y="49425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AFA149-A147-E1F0-7BB5-EE9BB63D5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704" y="965308"/>
            <a:ext cx="11516592" cy="5826642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IREI AOS ALTARES DE DEUS</a:t>
            </a:r>
            <a:r>
              <a:rPr lang="pt-BR" sz="8800" b="1" i="0" dirty="0">
                <a:solidFill>
                  <a:srgbClr val="8B2232"/>
                </a:solidFill>
                <a:effectLst/>
                <a:latin typeface="JetBrains Mono"/>
              </a:rPr>
              <a:t> </a:t>
            </a:r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IREI AOS ALTARES DEDEUS</a:t>
            </a:r>
            <a:r>
              <a:rPr lang="pt-BR" sz="8800" b="1" i="0" dirty="0">
                <a:solidFill>
                  <a:srgbClr val="8B2232"/>
                </a:solidFill>
                <a:effectLst/>
                <a:latin typeface="JetBrains Mono"/>
              </a:rPr>
              <a:t> </a:t>
            </a:r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O DEUS DA </a:t>
            </a:r>
          </a:p>
          <a:p>
            <a:pPr algn="l"/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MINHA ALEGRIA (2X)</a:t>
            </a:r>
            <a:endParaRPr lang="pt-BR" sz="1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14406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EBE2-7D93-572F-062B-353F6FAC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67F42-CA16-09AF-1F69-CAEE19FC4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008" y="46042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7E0735-1D9C-BE54-1AE0-19AA26AED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008" y="1031358"/>
            <a:ext cx="11516592" cy="5826642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A1A1A"/>
                </a:solidFill>
                <a:effectLst/>
                <a:latin typeface="JetBrains Mono"/>
              </a:rPr>
              <a:t>VÓS, Ó DEUS, SOIS MEU REFÚGIO:</a:t>
            </a:r>
            <a:br>
              <a:rPr lang="pt-BR" sz="6000" dirty="0"/>
            </a:br>
            <a:r>
              <a:rPr lang="pt-BR" sz="6000" b="0" i="0" dirty="0">
                <a:solidFill>
                  <a:srgbClr val="1A1A1A"/>
                </a:solidFill>
                <a:effectLst/>
                <a:latin typeface="JetBrains Mono"/>
              </a:rPr>
              <a:t>POR QUE ME ABANDONASTES?</a:t>
            </a:r>
            <a:br>
              <a:rPr lang="pt-BR" sz="6000" dirty="0"/>
            </a:br>
            <a:r>
              <a:rPr lang="pt-BR" sz="6000" b="0" i="0" dirty="0">
                <a:solidFill>
                  <a:srgbClr val="1A1A1A"/>
                </a:solidFill>
                <a:effectLst/>
                <a:latin typeface="JetBrains Mono"/>
              </a:rPr>
              <a:t>POR QUE ANDAR TRISTE, SOB A </a:t>
            </a:r>
          </a:p>
          <a:p>
            <a:pPr algn="l"/>
            <a:r>
              <a:rPr lang="pt-BR" sz="6000" b="0" i="0" dirty="0">
                <a:solidFill>
                  <a:srgbClr val="1A1A1A"/>
                </a:solidFill>
                <a:effectLst/>
                <a:latin typeface="JetBrains Mono"/>
              </a:rPr>
              <a:t>OPRESSÃO DO INIMIGO?</a:t>
            </a:r>
            <a:endParaRPr lang="pt-BR" sz="88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097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D40B1-DEFF-D1BB-EF73-44BD4CC2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B7774-68A0-E3C5-29AD-5E5539D32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89" y="49425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3E2BE7-0EA8-D154-D111-DF8F1ABC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704" y="965308"/>
            <a:ext cx="11516592" cy="5826642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IREI AOS ALTARES DE DEUS</a:t>
            </a:r>
            <a:r>
              <a:rPr lang="pt-BR" sz="8800" b="1" i="0" dirty="0">
                <a:solidFill>
                  <a:srgbClr val="8B2232"/>
                </a:solidFill>
                <a:effectLst/>
                <a:latin typeface="JetBrains Mono"/>
              </a:rPr>
              <a:t> </a:t>
            </a:r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IREI AOS ALTARES DEDEUS</a:t>
            </a:r>
            <a:r>
              <a:rPr lang="pt-BR" sz="8800" b="1" i="0" dirty="0">
                <a:solidFill>
                  <a:srgbClr val="8B2232"/>
                </a:solidFill>
                <a:effectLst/>
                <a:latin typeface="JetBrains Mono"/>
              </a:rPr>
              <a:t> </a:t>
            </a:r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O DEUS DA </a:t>
            </a:r>
          </a:p>
          <a:p>
            <a:pPr algn="l"/>
            <a:r>
              <a:rPr lang="pt-BR" sz="8800" b="1" i="0" dirty="0">
                <a:solidFill>
                  <a:srgbClr val="1A1A1A"/>
                </a:solidFill>
                <a:effectLst/>
                <a:latin typeface="JetBrains Mono"/>
              </a:rPr>
              <a:t>MINHA ALEGRIA (2X)</a:t>
            </a:r>
            <a:endParaRPr lang="pt-BR" sz="1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08091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D1C5-5C4C-FA18-F50F-8A2A5DB7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5495E-FE0A-CC1D-5F80-97572659E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008" y="46042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F4C0E9-FB7E-62B2-AEED-FBAE7004B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008" y="1031358"/>
            <a:ext cx="11516592" cy="5826642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A1A1A"/>
                </a:solidFill>
                <a:effectLst/>
                <a:latin typeface="JetBrains Mono"/>
              </a:rPr>
              <a:t>ENVIAI VOSSA LUZ, VOSSA VERDADE, SEJAM ELAS O MEU GUIA E ME CONDUZAM AO VOSSO MONTE SANTO, À VOSSA CASA.</a:t>
            </a:r>
            <a:endParaRPr lang="pt-BR" sz="88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2202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974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VOS ALEGRAIS PELO PECADOR ARREPENDIDO,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CHRISTE ELEISON!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</a:t>
            </a:r>
            <a:r>
              <a:rPr lang="pt-BR" sz="6000" b="1" i="0" dirty="0">
                <a:effectLst/>
                <a:latin typeface="arial" panose="020B0604020202020204" pitchFamily="34" charset="0"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1016" y="2549880"/>
            <a:ext cx="9689967" cy="1758240"/>
          </a:xfrm>
        </p:spPr>
        <p:txBody>
          <a:bodyPr>
            <a:normAutofit/>
          </a:bodyPr>
          <a:lstStyle/>
          <a:p>
            <a:r>
              <a:rPr lang="pt-BR" sz="5400" b="1" dirty="0"/>
              <a:t>SOBRE NÓS FAZEI BRILHAR O ESPLENDOR DA VOSSA FACE!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VÓS SOIS A LUZ DO MUNDO; BRILHE A TODOS VOSSA LUZ. VENDO ELES VOSSAS OBRAS, DEEM GLÓRIA AO PAI CELESTE.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0D96-E735-08DB-40CA-44A8D6C2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18B097-D184-8986-C872-854C0462B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29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A MESA SANTA QUE PREPARAMOS,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MÃOS QUE SE ELEVAM A TI, Ó SENHOR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 PÃO E O VINHO, FRUTOS DA TERRA,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DURO TRABALHO, CARINHO E AMOR.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FLORES, ESPINHOS, DOR E ALEGRIA,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PAIS, MÃES E FILHOS DIANTE DO ALTAR.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NOSSA OFERTA EM NOVA FESTA,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NOSSA DOR, VEM SENHOR TRANSFORMAR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VIDA NOVA, NOVA FAMÍLIA,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CELEBRAMOS AQUI TEM LUGAR.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TUA BONDADE VEM COM FARTURA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É SÓ SABER REUNIR, PARTILHAR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572523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l"/>
            <a:r>
              <a:rPr lang="pt-BR" sz="7300" dirty="0"/>
              <a:t>O CÉU E A TERRA PROCLAMAM A VOSSA GLÓRIA!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710692" cy="5195454"/>
          </a:xfrm>
        </p:spPr>
        <p:txBody>
          <a:bodyPr>
            <a:normAutofit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 </a:t>
            </a:r>
            <a:endParaRPr lang="pt-BR" sz="7300" b="1" dirty="0"/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NÓS RECONHECEMOS O SENHOR, PARTINDO O PÃO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MISTÉRIO DE AMOR, A NOSSA REFEIÇÃO.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O SENHOR JESUS NO SACRAMENTO NOS DEIXOU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MEMORIAL DA CRUZ: MORTE E RESSURREIÇÃO.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TÃO GRANDE MISTÉRIO ADORAMOS, NESTE ALTAR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NOSSA FÉ SUSTENTE O NOSSO CAMINHAR.</a:t>
            </a:r>
          </a:p>
        </p:txBody>
      </p:sp>
    </p:spTree>
    <p:extLst>
      <p:ext uri="{BB962C8B-B14F-4D97-AF65-F5344CB8AC3E}">
        <p14:creationId xmlns:p14="http://schemas.microsoft.com/office/powerpoint/2010/main" val="3298096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AO POVO DE DEUS, LÁ NO DESERTO, SEM PÃO, SEM LAR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DEUS FEZ CAIR DO CÉU COMIDA SALUTAR.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82027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5. TODOS SE ASSENTARAM, TODOS COMERAM, ATÉ FARTAR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GLÓRIA E LOUVOR A DEUS, QUE VEM NOS SACIAR.</a:t>
            </a:r>
          </a:p>
        </p:txBody>
      </p:sp>
    </p:spTree>
    <p:extLst>
      <p:ext uri="{BB962C8B-B14F-4D97-AF65-F5344CB8AC3E}">
        <p14:creationId xmlns:p14="http://schemas.microsoft.com/office/powerpoint/2010/main" val="3487750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721A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14" y="1581485"/>
            <a:ext cx="10728367" cy="3068122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A VIRTUDE DA </a:t>
            </a:r>
          </a:p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ALEGRIA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47BC6BB-4423-167A-DEB2-943BA65AE88B}"/>
              </a:ext>
            </a:extLst>
          </p:cNvPr>
          <p:cNvSpPr txBox="1">
            <a:spLocks/>
          </p:cNvSpPr>
          <p:nvPr/>
        </p:nvSpPr>
        <p:spPr>
          <a:xfrm>
            <a:off x="731815" y="5079097"/>
            <a:ext cx="10728367" cy="1349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b="1" dirty="0">
                <a:solidFill>
                  <a:schemeClr val="bg1"/>
                </a:solidFill>
                <a:latin typeface="Gabriola" panose="04040605051002020D02" pitchFamily="82" charset="0"/>
              </a:rPr>
              <a:t>SANTO ANTÔNIO CASAMENTEIRO, ROGAI PELAS FAMÍLIAS DO MUNDO INTEIRO!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400" dirty="0"/>
              <a:t>MARIA DE NAZARÉ,</a:t>
            </a:r>
            <a:br>
              <a:rPr lang="pt-BR" sz="11400" dirty="0"/>
            </a:br>
            <a:r>
              <a:rPr lang="pt-BR" sz="11400" dirty="0"/>
              <a:t>MARIA ME CATIVOU</a:t>
            </a:r>
            <a:br>
              <a:rPr lang="pt-BR" sz="11400" dirty="0"/>
            </a:br>
            <a:r>
              <a:rPr lang="pt-BR" sz="11400" dirty="0"/>
              <a:t>FEZ MAIS FORTE A MINHA FÉ</a:t>
            </a:r>
            <a:br>
              <a:rPr lang="pt-BR" sz="11400" dirty="0"/>
            </a:br>
            <a:r>
              <a:rPr lang="pt-BR" sz="11400" dirty="0"/>
              <a:t>E POR FILHO ME ADOTOU</a:t>
            </a:r>
          </a:p>
          <a:p>
            <a:pPr algn="l"/>
            <a:r>
              <a:rPr lang="pt-BR" sz="11400" dirty="0"/>
              <a:t>AS VEZES EU PARO E FICO A PENSAR</a:t>
            </a:r>
            <a:br>
              <a:rPr lang="pt-BR" sz="11400" dirty="0"/>
            </a:br>
            <a:r>
              <a:rPr lang="pt-BR" sz="11400" dirty="0"/>
              <a:t>E SEM PERCEBER, ME VEJO A REZAR</a:t>
            </a:r>
            <a:br>
              <a:rPr lang="pt-BR" sz="11400" dirty="0"/>
            </a:br>
            <a:r>
              <a:rPr lang="pt-BR" sz="11400" dirty="0"/>
              <a:t>E MEU CORAÇÃO SE PÕE A CANTAR</a:t>
            </a:r>
            <a:br>
              <a:rPr lang="pt-BR" sz="11400" dirty="0"/>
            </a:br>
            <a:r>
              <a:rPr lang="pt-BR" sz="11400" dirty="0"/>
              <a:t>PRA VIRGEM DE NAZARÉ</a:t>
            </a:r>
          </a:p>
          <a:p>
            <a:pPr algn="l"/>
            <a:br>
              <a:rPr lang="pt-BR" sz="8800" dirty="0"/>
            </a:b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C43B-36B5-F012-C0E7-C4B8ECBD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E2379-F0EA-5C03-C3C5-6F37B10E9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907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E9CD40-B50C-665D-DBD6-B425160EA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3600" dirty="0"/>
          </a:p>
          <a:p>
            <a:pPr algn="l"/>
            <a:br>
              <a:rPr lang="pt-BR" sz="8800" dirty="0"/>
            </a:br>
            <a:endParaRPr lang="pt-BR" sz="60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E3CD77-5AD0-64F8-40E5-12DD71CEBA9C}"/>
              </a:ext>
            </a:extLst>
          </p:cNvPr>
          <p:cNvSpPr txBox="1"/>
          <p:nvPr/>
        </p:nvSpPr>
        <p:spPr>
          <a:xfrm>
            <a:off x="533400" y="520133"/>
            <a:ext cx="1091045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0" i="0" dirty="0">
                <a:effectLst/>
              </a:rPr>
              <a:t>MENINA QUE DEUS AMOU E ESCOLHEU</a:t>
            </a:r>
            <a:br>
              <a:rPr lang="pt-BR" sz="4800" dirty="0"/>
            </a:br>
            <a:r>
              <a:rPr lang="pt-BR" sz="4800" b="0" i="0" dirty="0">
                <a:effectLst/>
              </a:rPr>
              <a:t>PRA MÃE DE JESUS, O FILHO DE DEUS</a:t>
            </a:r>
            <a:br>
              <a:rPr lang="pt-BR" sz="4800" dirty="0"/>
            </a:br>
            <a:r>
              <a:rPr lang="pt-BR" sz="4800" b="0" i="0" dirty="0">
                <a:effectLst/>
              </a:rPr>
              <a:t>MARIA QUE O POVO INTEIRO ELEGEU</a:t>
            </a:r>
            <a:br>
              <a:rPr lang="pt-BR" sz="4800" dirty="0"/>
            </a:br>
            <a:r>
              <a:rPr lang="pt-BR" sz="4800" b="0" i="0" dirty="0">
                <a:effectLst/>
              </a:rPr>
              <a:t>SENHORA E MÃE DO CÉU</a:t>
            </a:r>
            <a:endParaRPr lang="pt-BR" sz="4800" dirty="0"/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AVE MARIA </a:t>
            </a:r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MÃE DE JESUS</a:t>
            </a:r>
          </a:p>
        </p:txBody>
      </p:sp>
    </p:spTree>
    <p:extLst>
      <p:ext uri="{BB962C8B-B14F-4D97-AF65-F5344CB8AC3E}">
        <p14:creationId xmlns:p14="http://schemas.microsoft.com/office/powerpoint/2010/main" val="16401703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D8B3-2FF8-55C8-94AD-26AB7D80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8505C-F3CE-DBAB-25DB-F4AC261EF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DFA793-3DD0-DCF6-8EDB-56089F5A7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MARIA QUE EU QUERO BEM,</a:t>
            </a:r>
            <a:br>
              <a:rPr lang="pt-BR" sz="28700" dirty="0"/>
            </a:br>
            <a:r>
              <a:rPr lang="pt-BR" sz="4800" dirty="0"/>
              <a:t>MARIA DO PURO AMOR</a:t>
            </a:r>
            <a:br>
              <a:rPr lang="pt-BR" sz="28700" dirty="0"/>
            </a:br>
            <a:r>
              <a:rPr lang="pt-BR" sz="4800" dirty="0"/>
              <a:t>IGUAL A VOCÊ, NINGUÉM</a:t>
            </a:r>
            <a:br>
              <a:rPr lang="pt-BR" sz="28700" dirty="0"/>
            </a:br>
            <a:r>
              <a:rPr lang="pt-BR" sz="4800" dirty="0"/>
              <a:t>MÃE PURA DO MEU SENHOR</a:t>
            </a:r>
            <a:br>
              <a:rPr lang="pt-BR" sz="28700" dirty="0"/>
            </a:br>
            <a:r>
              <a:rPr lang="pt-BR" sz="4800" dirty="0"/>
              <a:t>EM CADA MULHER QUE A TERRA CRIOU</a:t>
            </a:r>
            <a:br>
              <a:rPr lang="pt-BR" sz="28700" dirty="0"/>
            </a:br>
            <a:r>
              <a:rPr lang="pt-BR" sz="4800" dirty="0"/>
              <a:t>UM TRAÇO DE DEUS MARIA DEIXOU</a:t>
            </a:r>
            <a:br>
              <a:rPr lang="pt-BR" sz="28700" dirty="0"/>
            </a:br>
            <a:r>
              <a:rPr lang="pt-BR" sz="4800" dirty="0"/>
              <a:t>UM SONHO DE MÃE MARIA PLANTOU</a:t>
            </a:r>
            <a:br>
              <a:rPr lang="pt-BR" sz="28700" dirty="0"/>
            </a:br>
            <a:r>
              <a:rPr lang="pt-BR" sz="4800" dirty="0"/>
              <a:t>PRO MUNDO ENCONTRAR A PAZ</a:t>
            </a:r>
            <a:br>
              <a:rPr lang="pt-BR" sz="8800" dirty="0"/>
            </a:b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7919409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61F2C-E697-3695-1479-3132FBD29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3BC3A-2ABA-27CB-142A-5C7E41214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907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E22DCB-4CC2-C9B6-3C94-65D63201A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3600" dirty="0"/>
          </a:p>
          <a:p>
            <a:pPr algn="l"/>
            <a:br>
              <a:rPr lang="pt-BR" sz="8800" dirty="0"/>
            </a:br>
            <a:endParaRPr lang="pt-BR" sz="60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20C606-CF36-7736-2F17-3B3C362074F7}"/>
              </a:ext>
            </a:extLst>
          </p:cNvPr>
          <p:cNvSpPr txBox="1"/>
          <p:nvPr/>
        </p:nvSpPr>
        <p:spPr>
          <a:xfrm>
            <a:off x="533400" y="302655"/>
            <a:ext cx="10910455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dirty="0"/>
              <a:t>MARIA QUE FEZ O CRISTO FALAR</a:t>
            </a:r>
            <a:br>
              <a:rPr lang="pt-BR" sz="11500" dirty="0"/>
            </a:br>
            <a:r>
              <a:rPr lang="pt-BR" sz="4800" dirty="0"/>
              <a:t>MARIA QUE FEZ JESUS CAMINHAR</a:t>
            </a:r>
            <a:br>
              <a:rPr lang="pt-BR" sz="11500" dirty="0"/>
            </a:br>
            <a:r>
              <a:rPr lang="pt-BR" sz="4800" dirty="0"/>
              <a:t>MARIA QUE SÓ VIVEU PRA SEU DEUS</a:t>
            </a:r>
            <a:br>
              <a:rPr lang="pt-BR" sz="11500" dirty="0"/>
            </a:br>
            <a:r>
              <a:rPr lang="pt-BR" sz="4800" dirty="0"/>
              <a:t>MARIA DO POVO MEU</a:t>
            </a:r>
            <a:endParaRPr lang="pt-BR" sz="11500" dirty="0"/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AVE MARIA </a:t>
            </a:r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MÃE DE JESUS</a:t>
            </a:r>
          </a:p>
        </p:txBody>
      </p:sp>
    </p:spTree>
    <p:extLst>
      <p:ext uri="{BB962C8B-B14F-4D97-AF65-F5344CB8AC3E}">
        <p14:creationId xmlns:p14="http://schemas.microsoft.com/office/powerpoint/2010/main" val="11772281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90FC7-8B04-AE62-2A1D-505D81FB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6D72455-0079-AC4F-A898-2E97D8BE2F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60945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6860720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1710</TotalTime>
  <Words>1322</Words>
  <Application>Microsoft Office PowerPoint</Application>
  <PresentationFormat>Widescreen</PresentationFormat>
  <Paragraphs>237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4" baseType="lpstr">
      <vt:lpstr>-apple-system</vt:lpstr>
      <vt:lpstr>Arial</vt:lpstr>
      <vt:lpstr>Arial</vt:lpstr>
      <vt:lpstr>Baskerville Old Face</vt:lpstr>
      <vt:lpstr>Calibri</vt:lpstr>
      <vt:lpstr>Calibri Light</vt:lpstr>
      <vt:lpstr>Gabriola</vt:lpstr>
      <vt:lpstr>JetBrains Mono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SUBTEMA DA NOITE</vt:lpstr>
      <vt:lpstr>Apresentação do PowerPoint</vt:lpstr>
      <vt:lpstr>FINAL</vt:lpstr>
      <vt:lpstr>FINAL</vt:lpstr>
      <vt:lpstr>FINAL</vt:lpstr>
      <vt:lpstr>FINAL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37</cp:revision>
  <dcterms:created xsi:type="dcterms:W3CDTF">2023-05-06T17:01:55Z</dcterms:created>
  <dcterms:modified xsi:type="dcterms:W3CDTF">2026-06-09T21:15:49Z</dcterms:modified>
</cp:coreProperties>
</file>