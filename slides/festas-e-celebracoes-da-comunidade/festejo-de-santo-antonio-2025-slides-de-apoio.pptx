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88" r:id="rId5"/>
    <p:sldId id="287" r:id="rId6"/>
    <p:sldId id="262" r:id="rId7"/>
    <p:sldId id="265" r:id="rId8"/>
    <p:sldId id="289" r:id="rId9"/>
    <p:sldId id="285" r:id="rId10"/>
    <p:sldId id="290" r:id="rId11"/>
    <p:sldId id="292" r:id="rId12"/>
    <p:sldId id="291" r:id="rId13"/>
    <p:sldId id="286" r:id="rId14"/>
    <p:sldId id="263" r:id="rId15"/>
    <p:sldId id="264" r:id="rId16"/>
    <p:sldId id="266" r:id="rId17"/>
    <p:sldId id="280" r:id="rId18"/>
    <p:sldId id="267" r:id="rId19"/>
    <p:sldId id="282" r:id="rId20"/>
    <p:sldId id="270" r:id="rId21"/>
    <p:sldId id="281" r:id="rId22"/>
    <p:sldId id="271" r:id="rId23"/>
    <p:sldId id="269" r:id="rId24"/>
    <p:sldId id="279" r:id="rId25"/>
    <p:sldId id="284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BF817-61CA-5CC9-0B8F-A77ED8D86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B2AF42-2724-2C20-F8AE-52DAD0C3C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8DF789-8D3F-1328-63B9-B19BF135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B3424D-DEF5-B8CC-2C5D-4810B3DC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6F6C37-0F07-542A-BAF8-33BB311C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32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30EAC-33B5-44D4-2620-6BC73398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B25500-1852-EB3C-B1F4-8A0F832CC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606F0-2407-B90A-5C84-210A2858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A792F5-E718-77B3-BE66-B964D6D6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C51228-3E86-1846-F5C7-34942F2F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14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3E6EF-11D2-49A3-9FC3-5D2E763B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47E731-3E9B-6D64-9FA5-215DBE194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28022F-0217-3FC0-4702-789CFB13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075453-CE0F-DED6-3398-C751CFB7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858710-7625-5F0E-9252-BE96EB44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15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39C39-4D55-5035-D9AB-C87A4AED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DE0147-6354-893B-64CA-741EB51E4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8B5BC-E4BC-8CA5-6A21-7028CFBC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D993D2-63F0-C523-FD16-5BD9016D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FB9CB9-AA1A-00C6-8596-B69690E9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E6FE9-CAC7-8734-DFA8-E3FAE1E0B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2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1853C-C549-771A-5F56-DF01DFD5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F8544D-9259-98D7-343C-A56F29653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15E763-7651-4BE4-6EAD-043515181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C24281-016F-8F44-D1B3-7A6AC28DC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BD0155F-46CC-A1E8-A0D4-3CDB7F61D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E4AFB6-6587-D6C2-769F-FB89CD58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83AD4C-2696-1EFC-DD4C-399887A4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AD6CA9-D3BA-4F9C-94AF-E253177B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7EC22-DDAD-92DF-E157-6ABE4F34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A8245E-440F-04A7-5DB6-28DA0FE1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6F13D4-C41C-5C02-4E45-6BEDC298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0D9AE4-FD37-D327-0AE7-425277CC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95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7C51A3-1A21-5E57-4F33-BEFCD680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16EAD1-8DD4-43CA-8B17-554CBF5C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1DC0F6-71C0-125A-0B95-DF1C7960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52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F7512-23A3-AC8D-A122-B78FADC3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24D2A8-7640-8162-86EC-DC38B7F8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8E244C-BAEC-B6E4-B78F-C65FA9FDC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74ADAB-063E-2E42-940A-F6AA4F5D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1369C1-F7C8-1638-193C-7554392A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63172F-E9E2-C304-93D5-544060C6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4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D1985-33BC-B850-AC32-487E21D0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3849D1-60DF-25D9-C1EE-909CB526C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05D590-2EB7-1496-F3C1-C3320C7AD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3E0985-DBE7-7A4C-B741-21777599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3E55C0-FEBC-A8A0-115B-E1CCA213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B0EF56-C7B6-569C-6E35-2CD66526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20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CAF7B-A60F-15E8-771D-817ABD22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EC783B-E7E8-7965-DAAC-0BA5E3B45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088A3F-EE74-4124-7271-AB4D9C409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77DFF7-0B94-46D6-EE5C-F0B279B6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7D28D1-AF29-5239-142D-D2F4F218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94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046990-579E-4E61-5E58-FCD11074B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A3673D-4745-23AB-CFE4-735D8B05A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832AFD-52CD-5F07-7717-8BFAF84F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1E3302-EC67-13D1-3764-938D80A6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DA3CA1-F105-6212-2793-BA62DA4D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9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3A2F8F-4728-403F-CE18-21DD8441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46D427-6045-AE18-1C4A-C3213C101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232070-CF0A-3F4C-0FDD-7508AF866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C906E-FB86-410F-8A06-DD2F303CB58E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D2A0A0-C2F5-DE13-E428-F79226FC0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1B5CA1-3AC8-11DA-3A61-429B1397E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0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ANIMADA (FUNDO BRANCO)">
            <a:hlinkClick r:id="" action="ppaction://media"/>
            <a:extLst>
              <a:ext uri="{FF2B5EF4-FFF2-40B4-BE49-F238E27FC236}">
                <a16:creationId xmlns:a16="http://schemas.microsoft.com/office/drawing/2014/main" id="{038704DC-FAC1-8D44-22A6-7CC13404ED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0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04D1A0-2C8F-F5EE-59D9-89E0C3B2B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0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BBAC19-F172-C536-E531-3CDC47B16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287" y="1148368"/>
            <a:ext cx="4217426" cy="4217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C9FD6B9-9D36-B162-B016-5BAAA4D27276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4505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105C-F364-8C22-06F2-3E95658F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A894C5A-2B84-04E2-486E-26DEED08B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32B4587-92C3-7F37-5EE9-F112FDEC6E87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9BAC946-BBD2-0654-BED7-2858C72AD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231" y="993631"/>
            <a:ext cx="4651537" cy="465444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0503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86820-78E5-3CD1-A19D-54251B07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D8795A8-45FD-4EBE-C160-2A7F7BF6B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D70B5E2-67A8-0A04-CCEF-6CCCC1CB0D0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0B74EB-D8A7-74D9-DC29-C10F62885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9" y="1091649"/>
            <a:ext cx="10804785" cy="40317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1736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4098" name="Picture 2" descr="Colégio Reis Magos - YouTube">
            <a:extLst>
              <a:ext uri="{FF2B5EF4-FFF2-40B4-BE49-F238E27FC236}">
                <a16:creationId xmlns:a16="http://schemas.microsoft.com/office/drawing/2014/main" id="{8FFF1D16-7197-2670-ECD8-728A955FC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8" b="10181"/>
          <a:stretch/>
        </p:blipFill>
        <p:spPr bwMode="auto">
          <a:xfrm>
            <a:off x="3181211" y="810334"/>
            <a:ext cx="5829577" cy="47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362BB55-082E-30B4-79FB-42A8CDDDF9DF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670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EF93ECC-1AEE-4391-EEA8-B4E7C08FD3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537" y="778451"/>
            <a:ext cx="5052925" cy="5052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D4E1D116-E56F-BB74-F2D0-7091A3CE967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228975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A66F6-8451-DAC0-65A4-A09B74AC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A094A59-C25A-4DA0-7899-8C12CC00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05F137C-A035-6A98-19CD-83AF41B34C8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EE328C-8712-88BB-E837-4D6F5565F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44" b="25466"/>
          <a:stretch>
            <a:fillRect/>
          </a:stretch>
        </p:blipFill>
        <p:spPr>
          <a:xfrm>
            <a:off x="3583117" y="810333"/>
            <a:ext cx="5025765" cy="497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9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C0932-308C-F769-E689-FE9BC718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8DD444A-D14C-2AF8-5143-1C5C627D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3759A0E-6745-4854-4B35-6E3010CC306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1026" name="Picture 2" descr="Distribuidora Medeiros abre seleção para 04 funções em municípios do  Maranhão e Piauí | Themos Vagas | Empregos e EstágiosThemos Vagas |  Empregos e Estágios">
            <a:extLst>
              <a:ext uri="{FF2B5EF4-FFF2-40B4-BE49-F238E27FC236}">
                <a16:creationId xmlns:a16="http://schemas.microsoft.com/office/drawing/2014/main" id="{46E71139-73E9-5CE2-8282-1AA313EBC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611" y="1253154"/>
            <a:ext cx="8288936" cy="43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29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0ED9-1315-02F2-F453-FDF1472A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5303D96-F79D-7F4F-7671-E13623AE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6DF47DD-2B01-7C89-947D-68C0517161C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EA8DDC-8E72-226E-E66B-C134C8920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3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13B35-37A9-6C1B-3676-9CA5567D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8CE18F6-D868-339A-0B46-A3CCA1475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1047E87-32BA-0CD2-7CD8-DD48DD1B0AD6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A481DF-C812-0C67-9241-068A3E098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55" y="1158866"/>
            <a:ext cx="9120890" cy="432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0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B4BB-26D9-A935-A02F-9F81B69A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899B80D-851C-9264-3866-0E134C27D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4D2E82F-CA77-0B68-6A3C-9438A370A3AD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3" name="Picture 2" descr="Friobom">
            <a:extLst>
              <a:ext uri="{FF2B5EF4-FFF2-40B4-BE49-F238E27FC236}">
                <a16:creationId xmlns:a16="http://schemas.microsoft.com/office/drawing/2014/main" id="{8BC0AE9F-D465-8F64-3659-06B39293B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127" y="2367974"/>
            <a:ext cx="8695745" cy="187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76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A6CB-A5EF-EB7A-F1AA-26AF23C4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E266E57-5533-6832-8769-D9EDD3FBC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5716495-BBF5-76C2-E38F-39B691F73176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A228DA-824C-5D48-F12B-87521181E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010" y="1019864"/>
            <a:ext cx="4601980" cy="46019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0629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6A13C69-5F04-9686-9566-E79F923FCD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58" b="12015"/>
          <a:stretch/>
        </p:blipFill>
        <p:spPr>
          <a:xfrm>
            <a:off x="2953305" y="810333"/>
            <a:ext cx="6285389" cy="489801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C011956-10DF-4469-5631-F89FA7DC5CB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91046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A16FF48-50ED-13A4-5DB8-8737E5F7F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186" y="952993"/>
            <a:ext cx="9353627" cy="439011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23AFA6E-F654-7A86-575B-35AC82D19380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80902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563949" y="1613118"/>
            <a:ext cx="906410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/>
              <a:t>OURO DECORAÇÕES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E44754-D124-56F9-7663-B30F3CB291CA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97124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288742" y="2321004"/>
            <a:ext cx="96145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b="1" dirty="0"/>
              <a:t>KARLA LEÃO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26469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1C245D0-F3EB-10E9-5FD0-C803E5873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49" y="1381731"/>
            <a:ext cx="10428302" cy="389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04D910E-AD7E-EC55-2C13-B8CB7F95961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258908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563949" y="1504973"/>
            <a:ext cx="906410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/>
              <a:t>Mercearia do</a:t>
            </a:r>
          </a:p>
          <a:p>
            <a:pPr algn="ctr"/>
            <a:r>
              <a:rPr lang="pt-BR" sz="11500" b="1" dirty="0"/>
              <a:t>Professor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E44754-D124-56F9-7663-B30F3CB291CA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17802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670350" y="2767280"/>
            <a:ext cx="10242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/>
              <a:t>ANTÔNIO MIRANDA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44554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AA2589-BC57-3379-D8F3-CF30E5B466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86" b="23333"/>
          <a:stretch/>
        </p:blipFill>
        <p:spPr>
          <a:xfrm>
            <a:off x="1488329" y="1339850"/>
            <a:ext cx="8989171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1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04D910E-AD7E-EC55-2C13-B8CB7F95961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DBFBD58-CB31-39D7-ED2C-C17055A135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93"/>
          <a:stretch/>
        </p:blipFill>
        <p:spPr>
          <a:xfrm>
            <a:off x="1465462" y="843375"/>
            <a:ext cx="9261075" cy="48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3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074" name="Picture 2" descr="Nenhuma descrição de foto disponível.">
            <a:extLst>
              <a:ext uri="{FF2B5EF4-FFF2-40B4-BE49-F238E27FC236}">
                <a16:creationId xmlns:a16="http://schemas.microsoft.com/office/drawing/2014/main" id="{EA97871C-8103-6836-12A1-0DF348EAE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478" y="696537"/>
            <a:ext cx="5021043" cy="502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950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EEF2F12-3F38-E9E9-5D99-B83A19C382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4" b="24630"/>
          <a:stretch/>
        </p:blipFill>
        <p:spPr>
          <a:xfrm>
            <a:off x="2009775" y="810333"/>
            <a:ext cx="8172450" cy="460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8C426B3-DD8F-F2D5-A232-7C06A1FB6F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64" b="34404"/>
          <a:stretch/>
        </p:blipFill>
        <p:spPr>
          <a:xfrm>
            <a:off x="1788651" y="1397000"/>
            <a:ext cx="8614697" cy="378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2836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7417</TotalTime>
  <Words>55</Words>
  <Application>Microsoft Office PowerPoint</Application>
  <PresentationFormat>Widescreen</PresentationFormat>
  <Paragraphs>28</Paragraphs>
  <Slides>25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</dc:creator>
  <cp:lastModifiedBy>anaclaracosta116@gmail.com</cp:lastModifiedBy>
  <cp:revision>29</cp:revision>
  <dcterms:created xsi:type="dcterms:W3CDTF">2024-05-24T01:14:06Z</dcterms:created>
  <dcterms:modified xsi:type="dcterms:W3CDTF">2025-06-11T23:54:28Z</dcterms:modified>
</cp:coreProperties>
</file>