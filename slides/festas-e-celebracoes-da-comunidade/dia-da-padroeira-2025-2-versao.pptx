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94" r:id="rId4"/>
    <p:sldId id="449" r:id="rId5"/>
    <p:sldId id="470" r:id="rId6"/>
    <p:sldId id="258" r:id="rId7"/>
    <p:sldId id="259" r:id="rId8"/>
    <p:sldId id="459" r:id="rId9"/>
    <p:sldId id="260" r:id="rId10"/>
    <p:sldId id="261" r:id="rId11"/>
    <p:sldId id="338" r:id="rId12"/>
    <p:sldId id="339" r:id="rId13"/>
    <p:sldId id="340" r:id="rId14"/>
    <p:sldId id="377" r:id="rId15"/>
    <p:sldId id="264" r:id="rId16"/>
    <p:sldId id="265" r:id="rId17"/>
    <p:sldId id="266" r:id="rId18"/>
    <p:sldId id="267" r:id="rId19"/>
    <p:sldId id="271" r:id="rId20"/>
    <p:sldId id="269" r:id="rId21"/>
    <p:sldId id="466" r:id="rId22"/>
    <p:sldId id="467" r:id="rId23"/>
    <p:sldId id="468" r:id="rId24"/>
    <p:sldId id="469" r:id="rId25"/>
    <p:sldId id="465" r:id="rId26"/>
    <p:sldId id="413" r:id="rId27"/>
    <p:sldId id="409" r:id="rId28"/>
    <p:sldId id="482" r:id="rId29"/>
    <p:sldId id="410" r:id="rId30"/>
    <p:sldId id="484" r:id="rId31"/>
    <p:sldId id="483" r:id="rId32"/>
    <p:sldId id="411" r:id="rId33"/>
    <p:sldId id="292" r:id="rId34"/>
    <p:sldId id="275" r:id="rId35"/>
    <p:sldId id="363" r:id="rId36"/>
    <p:sldId id="361" r:id="rId37"/>
    <p:sldId id="434" r:id="rId38"/>
    <p:sldId id="453" r:id="rId39"/>
    <p:sldId id="358" r:id="rId40"/>
    <p:sldId id="472" r:id="rId41"/>
    <p:sldId id="436" r:id="rId42"/>
    <p:sldId id="473" r:id="rId43"/>
    <p:sldId id="438" r:id="rId44"/>
    <p:sldId id="474" r:id="rId45"/>
    <p:sldId id="456" r:id="rId46"/>
    <p:sldId id="475" r:id="rId47"/>
    <p:sldId id="277" r:id="rId48"/>
    <p:sldId id="477" r:id="rId49"/>
    <p:sldId id="479" r:id="rId50"/>
    <p:sldId id="480" r:id="rId51"/>
    <p:sldId id="481" r:id="rId52"/>
    <p:sldId id="476" r:id="rId53"/>
    <p:sldId id="461" r:id="rId54"/>
    <p:sldId id="462" r:id="rId55"/>
    <p:sldId id="463" r:id="rId56"/>
    <p:sldId id="478" r:id="rId5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6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C47A5E4-4E4F-80E2-26E3-A086B66DD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2"/>
            <a:ext cx="12192000" cy="685323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3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B182B215-E139-8F21-0A91-E39127AF70B7}"/>
              </a:ext>
            </a:extLst>
          </p:cNvPr>
          <p:cNvSpPr txBox="1">
            <a:spLocks/>
          </p:cNvSpPr>
          <p:nvPr/>
        </p:nvSpPr>
        <p:spPr>
          <a:xfrm>
            <a:off x="260840" y="4290646"/>
            <a:ext cx="11670319" cy="256735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SANTA TERESINHA DO MENINO JESUS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TERESINHA, Ó TERESINHA, RECEBEI AS NOSSAS FLORES, ACEITAI COM ELAS O HINO, PELA VOZ DOS PECADORES. TERESINHA, Ó TERESINHA, PELO AMOR DO BOM JESUS, IMPETRAI NOSSO PERDÃO AO SENHOR QUE ESTÁ NA CRUZ. IMPETRAI NOSSO PERDÃO AO SENHOR QUE ESTÁ NA CRUZ. 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038" y="2574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045" y="933563"/>
            <a:ext cx="11459910" cy="5749636"/>
          </a:xfrm>
        </p:spPr>
        <p:txBody>
          <a:bodyPr>
            <a:normAutofit fontScale="92500" lnSpcReduction="10000"/>
          </a:bodyPr>
          <a:lstStyle/>
          <a:p>
            <a:pPr algn="l" defTabSz="984250"/>
            <a:r>
              <a:rPr lang="pt-BR" sz="6000" dirty="0"/>
              <a:t>TERESINHA, Ó TERESINHA, TERESINHA DE JESUS, VINDE DAR AS VOSSAS GRAÇAS, NOS BANHAR COM VOSSA LUZ. TERESINHA, Ó TERESINHA, CASTA FLOR CELESTIAL, AJUDAI A MOCIDADE PARA OBTER VIDA IMORTAL. AJUDAI A MOCIDADE PARA OBTER VIDA IMORTAL. </a:t>
            </a:r>
            <a:endParaRPr lang="pt-BR" sz="11500" dirty="0"/>
          </a:p>
        </p:txBody>
      </p:sp>
    </p:spTree>
    <p:extLst>
      <p:ext uri="{BB962C8B-B14F-4D97-AF65-F5344CB8AC3E}">
        <p14:creationId xmlns:p14="http://schemas.microsoft.com/office/powerpoint/2010/main" val="10393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TERESINHA, Ó TERESINHA, DE LISIEUX MIMOSA FLOR, PROTEGEI OS NOSSOS LARES, AMPARAI-NOS COM AMOR. TERESINHA, Ó TERESINHA, ESTENDEI AS MÃOS BONDOSAS A LANÇAR EM NOSSA TERRA PERFUMADAS, LINDAS ROSAS. A LANÇAR EM NOSSA TERRA PERFUMADAS, LINDAS ROSAS. 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1052147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TERESINHA, Ó TERESINHA, TRANSFORMAI AS NOSSAS DORES, PELAS GRAÇAS E MILAGRES EM FORMOSAS, GRATAS FLORES. TERESINHA, Ó TERESINHA, HOJE, SEMPRE, O ANO INTEIRO, LEMBRARÃO VOSSOS FAVORES COM AMOR OS BRASILEIROS. LEMBRARÃO VOSSOS FAVORES COM AMOR OS BRASILEIROS.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507920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93188" cy="5846619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7200" dirty="0"/>
              <a:t>CONFESSO A DEUS, TODO-PODEROSO E A VÓS, IRMÃOS E IRMÃS, QUE PEQUEI MUITAS VEZES POR PENSAMENTOS, PALAVRAS, ATOS E OMISSÕES, POR MINHA CULPA, MINHA CULPA, MINHA TÃO GRANDE CULPA.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93188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À VIRGEM MARIA, AOS ANJOS E SANTOS, E A VÓS, IRMÃOS E IRMÃS, 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084523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1"/>
            <a:ext cx="11326092" cy="5680363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</a:rPr>
              <a:t>GLÓRIA A DEUS NAS ALTURAS (2X) E PAZ NA TERRA AOS HOMENS POR ELE AMADOS</a:t>
            </a:r>
          </a:p>
          <a:p>
            <a:pPr algn="just"/>
            <a:r>
              <a:rPr lang="pt-BR" sz="6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0"/>
            <a:ext cx="11436928" cy="62206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SENHOR JESUS CRISTO, FILHO UNIGÊNITO</a:t>
            </a:r>
          </a:p>
          <a:p>
            <a:pPr algn="l"/>
            <a:r>
              <a:rPr lang="pt-BR" sz="6600" dirty="0"/>
              <a:t>SENHOR DEUS, CORDEIRO DE DEUS, FILHO DE DEUS PAI</a:t>
            </a:r>
          </a:p>
          <a:p>
            <a:pPr algn="l"/>
            <a:r>
              <a:rPr lang="pt-BR" sz="6600" dirty="0"/>
              <a:t>VÓS QUE TIRAIS O PECADO DO MUNDO</a:t>
            </a:r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TENDE PIEDADE DE NÓS</a:t>
            </a:r>
            <a:endParaRPr lang="pt-BR" sz="7200" dirty="0"/>
          </a:p>
          <a:p>
            <a:pPr algn="just"/>
            <a:r>
              <a:rPr lang="pt-BR" sz="6000" dirty="0"/>
              <a:t>VÓS QUE TIRAIS O PECADO DO MUNDO, </a:t>
            </a:r>
          </a:p>
          <a:p>
            <a:pPr algn="just"/>
            <a:r>
              <a:rPr lang="pt-BR" sz="6000" dirty="0"/>
              <a:t>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85000" lnSpcReduction="20000"/>
          </a:bodyPr>
          <a:lstStyle/>
          <a:p>
            <a:r>
              <a:rPr lang="pt-BR" sz="6000" b="1" i="0" dirty="0">
                <a:solidFill>
                  <a:srgbClr val="131313"/>
                </a:solidFill>
                <a:effectLst/>
              </a:rPr>
              <a:t>QUE SE PRENDA A MINHA LÍNGUA AO CÉU DA BOCA, SE DE TI, JERUSALÉM, EU ME ESQUECER!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 EU TUDO CONSIDERO COMO PERDA E COMO LIXO, A FIM DE EU GANHAR CRISTO E SER ACHADO NELE!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1. SANTA TERESINHA, </a:t>
            </a:r>
            <a:r>
              <a:rPr lang="pt-BR" sz="6600" b="1" dirty="0"/>
              <a:t>ROGAI POR NÓS. </a:t>
            </a:r>
            <a:r>
              <a:rPr lang="pt-BR" sz="6600" dirty="0"/>
              <a:t>NOSSA PADROEIRA, ROGAI, </a:t>
            </a:r>
            <a:r>
              <a:rPr lang="pt-BR" sz="6600" b="1" dirty="0"/>
              <a:t>ROGAI POR NÓS! </a:t>
            </a:r>
            <a:r>
              <a:rPr lang="pt-BR" sz="6600" dirty="0"/>
              <a:t>FIEL AO EVANGELHO,</a:t>
            </a:r>
            <a:r>
              <a:rPr lang="pt-BR" sz="6600" b="1" dirty="0"/>
              <a:t> ROGAI POR NÓS. </a:t>
            </a:r>
            <a:r>
              <a:rPr lang="pt-BR" sz="6600" dirty="0"/>
              <a:t>SANTA DAS MISSÕES, ROGAI, </a:t>
            </a:r>
            <a:r>
              <a:rPr lang="pt-BR" sz="6600" b="1" dirty="0"/>
              <a:t>ROGAI POR NÓS</a:t>
            </a:r>
            <a:r>
              <a:rPr lang="pt-BR" sz="6000" b="1" dirty="0"/>
              <a:t>.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092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091" y="997530"/>
            <a:ext cx="11409217" cy="5860470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2. PIEDOSA CARMELITA, </a:t>
            </a:r>
            <a:r>
              <a:rPr lang="pt-BR" sz="6600" b="1" dirty="0"/>
              <a:t>ROGAI POR NÓS</a:t>
            </a:r>
            <a:r>
              <a:rPr lang="pt-BR" sz="6600" dirty="0"/>
              <a:t>. EXEMPLO PARA OS JOVENS, </a:t>
            </a:r>
            <a:r>
              <a:rPr lang="pt-BR" sz="6600" b="1" dirty="0"/>
              <a:t>ROGAI, ROGAI POR NÓS</a:t>
            </a:r>
            <a:r>
              <a:rPr lang="pt-BR" sz="6600" dirty="0"/>
              <a:t>! SOFREDORA DA IGREJA, </a:t>
            </a:r>
            <a:r>
              <a:rPr lang="pt-BR" sz="6600" b="1" dirty="0"/>
              <a:t>ROGAI POR NÓS</a:t>
            </a:r>
            <a:r>
              <a:rPr lang="pt-BR" sz="6600" dirty="0"/>
              <a:t>. TERESINHA DE JESUS, </a:t>
            </a:r>
            <a:r>
              <a:rPr lang="pt-BR" sz="6600" b="1" dirty="0"/>
              <a:t>ROGAI, ROGAI POR NÓS.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485748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36074"/>
            <a:ext cx="11090563" cy="5721926"/>
          </a:xfrm>
        </p:spPr>
        <p:txBody>
          <a:bodyPr>
            <a:normAutofit fontScale="92500"/>
          </a:bodyPr>
          <a:lstStyle/>
          <a:p>
            <a:pPr algn="l">
              <a:tabLst>
                <a:tab pos="442913" algn="l"/>
              </a:tabLst>
            </a:pPr>
            <a:r>
              <a:rPr lang="pt-BR" sz="7200" dirty="0"/>
              <a:t>3. ESTRELA DA IGREJA, </a:t>
            </a:r>
            <a:r>
              <a:rPr lang="pt-BR" sz="7200" b="1" dirty="0"/>
              <a:t>ROGAI POR NÓS</a:t>
            </a:r>
            <a:r>
              <a:rPr lang="pt-BR" sz="7200" dirty="0"/>
              <a:t>. CHUVA DE ROSAS, </a:t>
            </a:r>
            <a:r>
              <a:rPr lang="pt-BR" sz="7200" b="1" dirty="0"/>
              <a:t>ROGAI, ROGAI POR NÓS! </a:t>
            </a:r>
            <a:r>
              <a:rPr lang="pt-BR" sz="7200" dirty="0"/>
              <a:t>CASTELO DE PAZ, </a:t>
            </a:r>
            <a:r>
              <a:rPr lang="pt-BR" sz="7200" b="1" dirty="0"/>
              <a:t>ROGAI POR NÓS</a:t>
            </a:r>
            <a:r>
              <a:rPr lang="pt-BR" sz="7200" dirty="0"/>
              <a:t>. CAMINHO PARA DEUS, </a:t>
            </a:r>
            <a:r>
              <a:rPr lang="pt-BR" sz="7200" b="1" dirty="0"/>
              <a:t>ROGAI, ROGAI POR NÓS. 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409364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dirty="0"/>
              <a:t>4. OLHAR CARINHOSO, </a:t>
            </a:r>
            <a:r>
              <a:rPr lang="pt-BR" sz="7200" b="1" dirty="0"/>
              <a:t>ROGAI POR NÓS.</a:t>
            </a:r>
            <a:r>
              <a:rPr lang="pt-BR" sz="7200" dirty="0"/>
              <a:t> MENSAGEIRA DO AMOR, </a:t>
            </a:r>
            <a:r>
              <a:rPr lang="pt-BR" sz="7200" b="1" dirty="0"/>
              <a:t>ROGAI, ROGAI POR NÓS! </a:t>
            </a:r>
            <a:r>
              <a:rPr lang="pt-BR" sz="7200" dirty="0"/>
              <a:t>ESPERANÇA DAS ALMAS PERDIDAS, </a:t>
            </a:r>
            <a:r>
              <a:rPr lang="pt-BR" sz="7200" b="1" dirty="0"/>
              <a:t>ROGAI POR NÓS. </a:t>
            </a:r>
            <a:r>
              <a:rPr lang="pt-BR" sz="7200" dirty="0"/>
              <a:t>ROSA QUE NOS FALA DE DEUS, </a:t>
            </a:r>
            <a:r>
              <a:rPr lang="pt-BR" sz="7200" b="1" dirty="0"/>
              <a:t>ROGAI, ROGAI POR NÓS.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11648509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dirty="0"/>
              <a:t>5. SANTA HUMILDE, </a:t>
            </a:r>
            <a:r>
              <a:rPr lang="pt-BR" sz="6600" b="1" dirty="0"/>
              <a:t>ROGAI POR NÓS. </a:t>
            </a:r>
            <a:r>
              <a:rPr lang="pt-BR" sz="6600" dirty="0"/>
              <a:t>ESPOSA DE JESUS, </a:t>
            </a:r>
            <a:r>
              <a:rPr lang="pt-BR" sz="6600" b="1" dirty="0"/>
              <a:t>ROGAI, ROGAI POR NÓS! </a:t>
            </a:r>
            <a:r>
              <a:rPr lang="pt-BR" sz="6600" dirty="0"/>
              <a:t>SORRISO DO PAI CELESTE, </a:t>
            </a:r>
            <a:r>
              <a:rPr lang="pt-BR" sz="6600" b="1" dirty="0"/>
              <a:t>ROGAI POR NÓS. </a:t>
            </a:r>
            <a:r>
              <a:rPr lang="pt-BR" sz="6600" dirty="0"/>
              <a:t>TERESINHA DO MENINO JESUS, </a:t>
            </a:r>
            <a:r>
              <a:rPr lang="pt-BR" sz="6600" b="1" dirty="0"/>
              <a:t>ROGAI, ROGAI POR NÓS. </a:t>
            </a:r>
            <a:r>
              <a:rPr lang="pt-BR" sz="6600" dirty="0"/>
              <a:t>TERESINHA DO MENINO JESUS, </a:t>
            </a:r>
            <a:r>
              <a:rPr lang="pt-BR" sz="6600" b="1" dirty="0"/>
              <a:t>ROGAI, ROGAI POR NÓS.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148362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320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3498925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1. SENHOR, QUEM MORARÁ EM VOSSA CASA</a:t>
            </a:r>
          </a:p>
          <a:p>
            <a:pPr algn="l"/>
            <a:r>
              <a:rPr lang="pt-BR" sz="8800" dirty="0"/>
              <a:t>E EM VOSSO MONTE SANTO HABITARÁ?</a:t>
            </a:r>
          </a:p>
          <a:p>
            <a:pPr algn="l"/>
            <a:r>
              <a:rPr lang="pt-BR" sz="8800" dirty="0"/>
              <a:t>É AQUELE QUE CAMINHA SEM PECADO</a:t>
            </a:r>
          </a:p>
          <a:p>
            <a:pPr algn="l"/>
            <a:r>
              <a:rPr lang="pt-BR" sz="8800" dirty="0"/>
              <a:t>E PRATICA A JUSTIÇA FIELMENTE;</a:t>
            </a:r>
          </a:p>
        </p:txBody>
      </p:sp>
    </p:spTree>
    <p:extLst>
      <p:ext uri="{BB962C8B-B14F-4D97-AF65-F5344CB8AC3E}">
        <p14:creationId xmlns:p14="http://schemas.microsoft.com/office/powerpoint/2010/main" val="3673732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1789967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2. SENHOR, QUEM MORARÁ EM VOSSA CASA</a:t>
            </a:r>
          </a:p>
          <a:p>
            <a:pPr algn="l"/>
            <a:r>
              <a:rPr lang="pt-BR" sz="8800" dirty="0"/>
              <a:t>E EM VOSSO MONTE SANTO HABITARÁ?</a:t>
            </a:r>
          </a:p>
          <a:p>
            <a:pPr algn="l"/>
            <a:r>
              <a:rPr lang="pt-BR" sz="8800" dirty="0"/>
              <a:t>QUE PENSA A VERDADE DO SEU ÍNTIMO</a:t>
            </a:r>
          </a:p>
          <a:p>
            <a:pPr algn="l"/>
            <a:r>
              <a:rPr lang="pt-BR" sz="8800" dirty="0"/>
              <a:t>E NÃO SOLTA EM CALÚNIAS SUA LÍNGUA</a:t>
            </a:r>
          </a:p>
        </p:txBody>
      </p:sp>
    </p:spTree>
    <p:extLst>
      <p:ext uri="{BB962C8B-B14F-4D97-AF65-F5344CB8AC3E}">
        <p14:creationId xmlns:p14="http://schemas.microsoft.com/office/powerpoint/2010/main" val="4526408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80366-0FFD-AC20-FB39-66C8F838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91D07-FFBF-1270-5157-AD587E3B3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850890-8722-3587-6E6B-CC4959BF9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3. SENHOR, QUEM MORARÁ EM VOSSA CASA</a:t>
            </a:r>
          </a:p>
          <a:p>
            <a:pPr algn="l"/>
            <a:r>
              <a:rPr lang="pt-BR" sz="8800" dirty="0"/>
              <a:t>E EM VOSSO MONTE SANTO HABITARÁ?</a:t>
            </a:r>
          </a:p>
          <a:p>
            <a:pPr algn="l"/>
            <a:r>
              <a:rPr lang="pt-BR" sz="8800" dirty="0"/>
              <a:t>QUE EM NADA PREJUDICA O SEU IRMÃO,</a:t>
            </a:r>
          </a:p>
          <a:p>
            <a:pPr algn="l"/>
            <a:r>
              <a:rPr lang="pt-BR" sz="8800" dirty="0"/>
              <a:t>NEM COBRE DE INSULTOS SEU VIZINHO;</a:t>
            </a:r>
          </a:p>
        </p:txBody>
      </p:sp>
    </p:spTree>
    <p:extLst>
      <p:ext uri="{BB962C8B-B14F-4D97-AF65-F5344CB8AC3E}">
        <p14:creationId xmlns:p14="http://schemas.microsoft.com/office/powerpoint/2010/main" val="1091334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17955323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4. SENHOR, QUEM MORARÁ EM VOSSA CASA</a:t>
            </a:r>
          </a:p>
          <a:p>
            <a:pPr algn="l"/>
            <a:r>
              <a:rPr lang="pt-BR" sz="8800" dirty="0"/>
              <a:t>E EM VOSSO MONTE SANTO HABITARÁ?</a:t>
            </a:r>
          </a:p>
          <a:p>
            <a:pPr algn="l"/>
            <a:r>
              <a:rPr lang="pt-BR" sz="8800" dirty="0"/>
              <a:t>QUE NÃO DÁ VALOR ALGUM AO HOMEM ÍMPIO,</a:t>
            </a:r>
          </a:p>
          <a:p>
            <a:pPr algn="l"/>
            <a:r>
              <a:rPr lang="pt-BR" sz="8800" dirty="0"/>
              <a:t>MAS HONRA OS QUE RESPEITAM O SENHOR.</a:t>
            </a:r>
          </a:p>
        </p:txBody>
      </p:sp>
    </p:spTree>
    <p:extLst>
      <p:ext uri="{BB962C8B-B14F-4D97-AF65-F5344CB8AC3E}">
        <p14:creationId xmlns:p14="http://schemas.microsoft.com/office/powerpoint/2010/main" val="38709983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7100" b="1" dirty="0"/>
              <a:t>SANTO, SANTO, SANTO</a:t>
            </a:r>
          </a:p>
          <a:p>
            <a:pPr algn="just"/>
            <a:r>
              <a:rPr lang="pt-BR" sz="7100" dirty="0"/>
              <a:t>SENHOR DEUS DO UNIVERSO</a:t>
            </a:r>
          </a:p>
          <a:p>
            <a:pPr algn="just"/>
            <a:r>
              <a:rPr lang="pt-BR" sz="7100" dirty="0"/>
              <a:t>O CÉU E A TERRA PROCLAMAM</a:t>
            </a:r>
          </a:p>
          <a:p>
            <a:pPr algn="just"/>
            <a:r>
              <a:rPr lang="pt-BR" sz="7100" dirty="0"/>
              <a:t>PROCLAMAM A VOSSA GLÓRIA</a:t>
            </a:r>
          </a:p>
          <a:p>
            <a:pPr algn="just"/>
            <a:r>
              <a:rPr lang="pt-BR" sz="71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</a:t>
            </a:r>
          </a:p>
          <a:p>
            <a:pPr algn="just"/>
            <a:r>
              <a:rPr lang="pt-BR" sz="7200" b="1" dirty="0"/>
              <a:t>HOSANA NAS ALTURAS (2X)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VEJAM, EU ANDEI PELAS VILAS,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APONTEI AS SAÍDAS COMO O PAI ME PEDIU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PORTAS, EU CHEGUEI PARA ABRI-LAS,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CUREI AS FERIDAS COMO NUNCA SE VIU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4901160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ONDE FORMOS TAMBÉM NÓS QUE BRILHE A TUA LUZ!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FALA, SENHOR, NA NOSSA VOZ, EM NOSSA VIDA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NOSSO CAMINHO ENTÃO CONDUZ. QUEREMOS SER ASSIM!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O PÃO DA VIDA NOS REVIGORE NO NOSSO "SIM"!</a:t>
            </a:r>
            <a:endParaRPr lang="pt-BR" sz="23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6186343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VEJAM, FIZ DE NOVO A LEITURA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DAS RAÍZES DA VIDA QUE MEU PAI VÊ MELHOR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LUZES, ASCENDI COM BRANDURA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A OVELHA PERDIDA NÃO MEDI MEU SUOR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ONDE FORMOS TAMBÉM NÓS QUE BRILHE A TUA LUZ!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FALA, SENHOR, NA NOSSA VOZ, EM NOSSA VIDA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NOSSO CAMINHO ENTÃO CONDUZ. QUEREMOS SER ASSIM!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O PÃO DA VIDA NOS REVIGORE NO NOSSO "SIM"!</a:t>
            </a:r>
            <a:endParaRPr lang="pt-BR" sz="23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432650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VEJAM, PROCUREI BEM AQUELES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NINGUÉM PROCURAVA E FALEI DO MEU PAI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POBRES, A ESPERANÇA QUE É DELES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NÃO QUIS VER ESCRAVA DE UM PODER QUE RETRAI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2253785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ONDE FORMOS TAMBÉM NÓS QUE BRILHE A TUA LUZ!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FALA, SENHOR, NA NOSSA VOZ, EM NOSSA VIDA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NOSSO CAMINHO ENTÃO CONDUZ. QUEREMOS SER ASSIM!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O PÃO DA VIDA NOS REVIGORE NO NOSSO "SIM"!</a:t>
            </a:r>
            <a:endParaRPr lang="pt-BR" sz="23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0091682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161569" cy="5729287"/>
          </a:xfrm>
        </p:spPr>
        <p:txBody>
          <a:bodyPr>
            <a:normAutofit fontScale="92500" lnSpcReduction="20000"/>
          </a:bodyPr>
          <a:lstStyle/>
          <a:p>
            <a:pPr algn="l">
              <a:tabLst>
                <a:tab pos="442913" algn="l"/>
              </a:tabLst>
            </a:pPr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VEJAM, FUI ALÉM DAS FRONTEIRAS,</a:t>
            </a:r>
          </a:p>
          <a:p>
            <a:pPr algn="l">
              <a:tabLst>
                <a:tab pos="442913" algn="l"/>
              </a:tabLst>
            </a:pPr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ESPALHEI A BOA-NOVA: TODOS FILHOS DE DEUS!</a:t>
            </a:r>
          </a:p>
          <a:p>
            <a:pPr algn="l">
              <a:tabLst>
                <a:tab pos="442913" algn="l"/>
              </a:tabLst>
            </a:pPr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VIDA, NÃO SE DEIXE NAS BEIRAS</a:t>
            </a:r>
          </a:p>
          <a:p>
            <a:pPr algn="l">
              <a:tabLst>
                <a:tab pos="442913" algn="l"/>
              </a:tabLst>
            </a:pPr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QUISER MAIOR PROVA: VENHA SER UM DOS MEUS!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0868297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ONDE FORMOS TAMBÉM NÓS QUE BRILHE A TUA LUZ!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FALA, SENHOR, NA NOSSA VOZ, EM NOSSA VIDA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NOSSO CAMINHO ENTÃO CONDUZ. QUEREMOS SER ASSIM!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O PÃO DA VIDA NOS REVIGORE NO NOSSO "SIM"!</a:t>
            </a:r>
            <a:endParaRPr lang="pt-BR" sz="23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0586586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VEJAM, DO MEU PAI A VONTADE</a:t>
            </a:r>
          </a:p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CUMPRI PASSO A PASSO FOI PARA ISSO QUE EU VIM</a:t>
            </a:r>
          </a:p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DORES, ENFRENTEI A MALDADE,</a:t>
            </a:r>
          </a:p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MESMO FRENTE AO FRACASSO EU MANTIVE O MEU "SIM"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830910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133" y="603147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133" y="1074202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ONDE FORMOS TAMBÉM NÓS QUE BRILHE A TUA LUZ!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FALA, SENHOR, NA NOSSA VOZ, EM NOSSA VIDA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NOSSO CAMINHO ENTÃO CONDUZ. QUEREMOS SER ASSIM!</a:t>
            </a:r>
          </a:p>
          <a:p>
            <a:pPr algn="l"/>
            <a:r>
              <a:rPr lang="pt-BR" sz="7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O PÃO DA VIDA NOS REVIGORE NO NOSSO "SIM"!</a:t>
            </a:r>
            <a:endParaRPr lang="pt-BR" sz="23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458325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DEUS DE AMOR, NÓS TE ADORAMOS NESTE SACRAMENTO</a:t>
            </a:r>
          </a:p>
          <a:p>
            <a:pPr algn="l"/>
            <a:r>
              <a:rPr lang="pt-BR" sz="6000" dirty="0"/>
              <a:t>CORPO E SANGUE QUE FIZESTE NOSSO ALIMENTO</a:t>
            </a:r>
          </a:p>
          <a:p>
            <a:pPr algn="l"/>
            <a:r>
              <a:rPr lang="pt-BR" sz="6000" dirty="0"/>
              <a:t>ÉS O DEUS ESCONDIDO, VIVO E VENCEDOR</a:t>
            </a:r>
          </a:p>
          <a:p>
            <a:pPr algn="l"/>
            <a:r>
              <a:rPr lang="pt-BR" sz="6000" dirty="0"/>
              <a:t>A TEUS PÉS DEPOSITAMOS TODO NOSSO AMOR.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6599034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MEUS PECADOS REDIMISTE SOB A TUA CRUZ</a:t>
            </a:r>
          </a:p>
          <a:p>
            <a:pPr algn="l"/>
            <a:r>
              <a:rPr lang="pt-BR" sz="6000" dirty="0"/>
              <a:t>COM TEU CORPO E COM TEU SANGUE, Ó SENHOR JESUS!</a:t>
            </a:r>
          </a:p>
          <a:p>
            <a:pPr algn="l"/>
            <a:r>
              <a:rPr lang="pt-BR" sz="6000" dirty="0"/>
              <a:t>SOBRE OS NOSSOS ALTARES, VÍTIMA SEM PAR</a:t>
            </a:r>
          </a:p>
          <a:p>
            <a:pPr algn="l"/>
            <a:r>
              <a:rPr lang="pt-BR" sz="6000" dirty="0"/>
              <a:t>TEU DIVINO SACRIFÍCIO QUERES RENOVAR!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6739626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NO CALVÁRIO SE ESCONDIA TUA DIVINDADE</a:t>
            </a:r>
          </a:p>
          <a:p>
            <a:pPr algn="l"/>
            <a:r>
              <a:rPr lang="pt-BR" sz="6000" dirty="0"/>
              <a:t>MAS AQUI TAMBÉM SE ESCONDE TUA HUMANIDADE</a:t>
            </a:r>
          </a:p>
          <a:p>
            <a:pPr algn="l"/>
            <a:r>
              <a:rPr lang="pt-BR" sz="6000" dirty="0"/>
              <a:t>CREIO EM AMBAS E PEÇO, COMO O BOM LADRÃO</a:t>
            </a:r>
          </a:p>
          <a:p>
            <a:pPr algn="l"/>
            <a:r>
              <a:rPr lang="pt-BR" sz="6000" dirty="0"/>
              <a:t>NO TEU REINO, ETERNAMENTE, TUA SALVAÇÃO!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7564113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CREIO EM TI RESSUSCITADO, MAIS QUE SÃO TOMÉ</a:t>
            </a:r>
          </a:p>
          <a:p>
            <a:pPr algn="l"/>
            <a:r>
              <a:rPr lang="pt-BR" sz="6000" dirty="0"/>
              <a:t>MAS AUMENTA NA MINH'ALMA O PODER DA FÉ</a:t>
            </a:r>
          </a:p>
          <a:p>
            <a:pPr algn="l"/>
            <a:r>
              <a:rPr lang="pt-BR" sz="6000" dirty="0"/>
              <a:t>GUARDA A MINHA ESPERANÇA, CRESCE O MEU AMOR</a:t>
            </a:r>
          </a:p>
          <a:p>
            <a:pPr algn="l"/>
            <a:r>
              <a:rPr lang="pt-BR" sz="6000" dirty="0"/>
              <a:t>CREIO EM TI RESSUSCITADO, MEU DEUS E SENHOR!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24030974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4025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TERESINHA, Ó TERESINHA, RECEBEI AS NOSSAS FLORES, ACEITAI COM ELAS O HINO, PELA VOZ DOS PECADORES. TERESINHA, Ó TERESINHA, PELO AMOR DO BOM JESUS, IMPETRAI NOSSO PERDÃO AO SENHOR QUE ESTÁ NA CRUZ. IMPETRAI NOSSO PERDÃO AO SENHOR QUE ESTÁ NA CRUZ. 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0079145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038" y="2574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045" y="933563"/>
            <a:ext cx="11459910" cy="5749636"/>
          </a:xfrm>
        </p:spPr>
        <p:txBody>
          <a:bodyPr>
            <a:normAutofit fontScale="92500" lnSpcReduction="10000"/>
          </a:bodyPr>
          <a:lstStyle/>
          <a:p>
            <a:pPr algn="l" defTabSz="984250"/>
            <a:r>
              <a:rPr lang="pt-BR" sz="6000" dirty="0"/>
              <a:t>TERESINHA, Ó TERESINHA, TERESINHA DE JESUS, VINDE DAR AS VOSSAS GRAÇAS, NOS BANHAR COM VOSSA LUZ. TERESINHA, Ó TERESINHA, CASTA FLOR CELESTIAL, AJUDAI A MOCIDADE PARA OBTER VIDA IMORTAL. AJUDAI A MOCIDADE PARA OBTER VIDA IMORTAL. </a:t>
            </a:r>
            <a:endParaRPr lang="pt-BR" sz="11500" dirty="0"/>
          </a:p>
        </p:txBody>
      </p:sp>
    </p:spTree>
    <p:extLst>
      <p:ext uri="{BB962C8B-B14F-4D97-AF65-F5344CB8AC3E}">
        <p14:creationId xmlns:p14="http://schemas.microsoft.com/office/powerpoint/2010/main" val="25290775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TERESINHA, Ó TERESINHA, DE LISIEUX MIMOSA FLOR, PROTEGEI OS NOSSOS LARES, AMPARAI-NOS COM AMOR. TERESINHA, Ó TERESINHA, ESTENDEI AS MÃOS BONDOSAS A LANÇAR EM NOSSA TERRA PERFUMADAS, LINDAS ROSAS. A LANÇAR EM NOSSA TERRA PERFUMADAS, LINDAS ROSAS. 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20162798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TERESINHA, Ó TERESINHA, TRANSFORMAI AS NOSSAS DORES, PELAS GRAÇAS E MILAGRES EM FORMOSAS, GRATAS FLORES. TERESINHA, Ó TERESINHA, HOJE, SEMPRE, O ANO INTEIRO, LEMBRARÃO VOSSOS FAVORES COM AMOR OS BRASILEIROS. LEMBRARÃO VOSSOS FAVORES COM AMOR OS BRASILEIROS.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1956774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10043</TotalTime>
  <Words>1697</Words>
  <Application>Microsoft Office PowerPoint</Application>
  <PresentationFormat>Widescreen</PresentationFormat>
  <Paragraphs>177</Paragraphs>
  <Slides>56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56</vt:i4>
      </vt:variant>
    </vt:vector>
  </HeadingPairs>
  <TitlesOfParts>
    <vt:vector size="61" baseType="lpstr">
      <vt:lpstr>Arial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LADAINHA</vt:lpstr>
      <vt:lpstr>Apresentação do PowerPoint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56</cp:revision>
  <dcterms:created xsi:type="dcterms:W3CDTF">2023-05-06T17:01:55Z</dcterms:created>
  <dcterms:modified xsi:type="dcterms:W3CDTF">2025-10-01T19:06:20Z</dcterms:modified>
</cp:coreProperties>
</file>