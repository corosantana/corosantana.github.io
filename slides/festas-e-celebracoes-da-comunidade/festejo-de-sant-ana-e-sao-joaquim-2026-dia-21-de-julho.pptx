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4" r:id="rId2"/>
    <p:sldId id="432" r:id="rId3"/>
    <p:sldId id="433" r:id="rId4"/>
    <p:sldId id="450" r:id="rId5"/>
    <p:sldId id="451" r:id="rId6"/>
    <p:sldId id="452" r:id="rId7"/>
    <p:sldId id="453" r:id="rId8"/>
    <p:sldId id="454" r:id="rId9"/>
    <p:sldId id="258" r:id="rId10"/>
    <p:sldId id="259" r:id="rId11"/>
    <p:sldId id="455" r:id="rId12"/>
    <p:sldId id="456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429" r:id="rId24"/>
    <p:sldId id="413" r:id="rId25"/>
    <p:sldId id="458" r:id="rId26"/>
    <p:sldId id="459" r:id="rId27"/>
    <p:sldId id="292" r:id="rId28"/>
    <p:sldId id="275" r:id="rId29"/>
    <p:sldId id="363" r:id="rId30"/>
    <p:sldId id="361" r:id="rId31"/>
    <p:sldId id="362" r:id="rId32"/>
    <p:sldId id="460" r:id="rId33"/>
    <p:sldId id="461" r:id="rId34"/>
    <p:sldId id="462" r:id="rId35"/>
    <p:sldId id="463" r:id="rId36"/>
    <p:sldId id="464" r:id="rId37"/>
    <p:sldId id="465" r:id="rId38"/>
    <p:sldId id="466" r:id="rId39"/>
    <p:sldId id="467" r:id="rId40"/>
    <p:sldId id="271" r:id="rId41"/>
    <p:sldId id="469" r:id="rId42"/>
    <p:sldId id="470" r:id="rId43"/>
    <p:sldId id="468" r:id="rId44"/>
    <p:sldId id="273" r:id="rId45"/>
    <p:sldId id="309" r:id="rId46"/>
    <p:sldId id="310" r:id="rId47"/>
    <p:sldId id="311" r:id="rId48"/>
    <p:sldId id="312" r:id="rId49"/>
    <p:sldId id="471" r:id="rId50"/>
    <p:sldId id="269" r:id="rId51"/>
    <p:sldId id="414" r:id="rId52"/>
    <p:sldId id="415" r:id="rId53"/>
    <p:sldId id="416" r:id="rId54"/>
    <p:sldId id="417" r:id="rId55"/>
    <p:sldId id="418" r:id="rId56"/>
    <p:sldId id="419" r:id="rId57"/>
    <p:sldId id="404" r:id="rId58"/>
    <p:sldId id="337" r:id="rId59"/>
    <p:sldId id="430" r:id="rId60"/>
    <p:sldId id="431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>
        <p:scale>
          <a:sx n="75" d="100"/>
          <a:sy n="75" d="100"/>
        </p:scale>
        <p:origin x="19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21/07/2024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8EA910D-4FFC-BDED-F7E8-C564D6DD0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FF73AC1-5E9E-A3DF-5EDE-478D6BFDF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021" y="1004158"/>
            <a:ext cx="6358723" cy="51435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254D2A1-62B4-3C41-133F-C16FB86CAB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52" y="1255715"/>
            <a:ext cx="3851737" cy="489194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89AAC62-5FFD-9FEC-DF07-AF0ECB2DE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413" y="1881521"/>
            <a:ext cx="1646287" cy="217544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4AB38CD-F303-0D9E-EE3D-88D542BFDF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223" y="4099794"/>
            <a:ext cx="2276318" cy="6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4256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SENHOR É O PASTOR QUE ME CONDUZ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POR CAMINHOS NUNCA VISTOS ME ENVIOU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SOU CHAMADO A SER FERMENTO, SAL E LUZ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5931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435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137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9057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400" y="1005815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PONHO A MINHA CONFIANÇA NO SENHOR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DA ESPERANÇA SOU CHAMADO A SER SINAL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SEU OUVIDO SE INCLINOU AO MEU CLAMOR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62655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21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 EIS-ME AQUI,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PRA FAZER TUA VONTADE, PRA VIVER DO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</a:rPr>
              <a:t>EIS-ME AQUI,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3033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SENHOR, QUE SOIS O CAMINHO QUE LEVA AO PAI </a:t>
            </a:r>
          </a:p>
          <a:p>
            <a:pPr algn="l"/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TENDE PIEDADE DE NÓS, SENHOR TENDE PIEDADE DE NÓS. </a:t>
            </a:r>
            <a:br>
              <a:rPr lang="pt-BR" sz="60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CRISTO, QUE SOIS A VERDADE QUE ILUMINA OS POVOS</a:t>
            </a:r>
            <a:br>
              <a:rPr lang="pt-BR" sz="6000" dirty="0"/>
            </a:br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TENDE PIEDADE DE NÓS, </a:t>
            </a:r>
            <a:r>
              <a:rPr lang="pt-BR" sz="6000" b="1" dirty="0">
                <a:solidFill>
                  <a:srgbClr val="131313"/>
                </a:solidFill>
              </a:rPr>
              <a:t>CRISTO, </a:t>
            </a:r>
            <a:r>
              <a:rPr lang="pt-BR" sz="6000" b="1" i="0" dirty="0">
                <a:solidFill>
                  <a:srgbClr val="131313"/>
                </a:solidFill>
                <a:effectLst/>
              </a:rPr>
              <a:t>TENDE PIEDADE DE NÓS. </a:t>
            </a:r>
            <a:br>
              <a:rPr lang="pt-BR" sz="60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14460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SENHOR, QUE SOIS A VIDA QUE RENOVA O MUNDO</a:t>
            </a:r>
          </a:p>
          <a:p>
            <a:pPr algn="l"/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TENDE PIEDADE DE NÓS, SENHOR TENDE PIEDADE DE NÓS. </a:t>
            </a:r>
            <a:br>
              <a:rPr lang="pt-BR" sz="60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01154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GLÓRIA A DEUS NAS ALTURAS, GLÓRIA A DEUS NAS ALTURAS, GLÓRIA A DEUS NAS ALTURAS E PAZ NA TERRA AOS HOMENS POR ELE AMADOS</a:t>
            </a:r>
          </a:p>
          <a:p>
            <a:pPr algn="just"/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VÓS QUE TIRAIS O PECADO DO MUNDO,</a:t>
            </a:r>
          </a:p>
          <a:p>
            <a:pPr algn="l"/>
            <a:r>
              <a:rPr lang="pt-BR" sz="12600" dirty="0"/>
              <a:t>TENDE PIEDADE DE NÓS</a:t>
            </a:r>
          </a:p>
          <a:p>
            <a:pPr algn="l"/>
            <a:endParaRPr lang="pt-BR" sz="12600" dirty="0"/>
          </a:p>
          <a:p>
            <a:pPr algn="l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just"/>
            <a:r>
              <a:rPr lang="pt-BR" sz="4400" dirty="0"/>
              <a:t>SÓ VÓS SOIS O SANTO, SÓ VÓS O SENHOR,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SÓ VÓS O ALTÍSSIMO, JESUS CRISTO,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COM O ESPÍRITO SANTO NA GLÓRIA DE DEUS PAI.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453818"/>
            <a:ext cx="10151919" cy="2168515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O SENHOR É O PASTOR QUE ME CONDUZ: FELICIDADE E TODO BEM HÃO DE SEGUIR-ME!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140395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MINHAS OVELHAS ESCUTAM MINHA VOZ, MINHA VOZ ESTÃO ELAS A ESCUTAR. EU CONHEÇO, ENTÃO, MINHAS OVELHAS, QUE ME SEGUEM COMIGO A CAMINHAR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372" y="322116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56" y="909571"/>
            <a:ext cx="11406643" cy="5615921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A MESA SANTA QUE PREPARAMOS,</a:t>
            </a:r>
          </a:p>
          <a:p>
            <a:pPr algn="l"/>
            <a:r>
              <a:rPr lang="pt-BR" sz="5400" dirty="0"/>
              <a:t>MÃOS QUE SE ELEVAM A TI, Ó SENHOR</a:t>
            </a:r>
          </a:p>
          <a:p>
            <a:pPr algn="l"/>
            <a:r>
              <a:rPr lang="pt-BR" sz="5400" dirty="0"/>
              <a:t>O PÃO E O VINHO, FRUTOS DA TERRA,</a:t>
            </a:r>
          </a:p>
          <a:p>
            <a:pPr algn="l">
              <a:lnSpc>
                <a:spcPct val="100000"/>
              </a:lnSpc>
            </a:pPr>
            <a:r>
              <a:rPr lang="pt-BR" sz="5400" dirty="0"/>
              <a:t>DURO TRABALHO, CARINHO E AMOR.</a:t>
            </a:r>
          </a:p>
          <a:p>
            <a:pPr algn="l">
              <a:lnSpc>
                <a:spcPct val="100000"/>
              </a:lnSpc>
            </a:pPr>
            <a:r>
              <a:rPr lang="pt-BR" sz="5400" b="1" dirty="0"/>
              <a:t>Ô, Ô, Ô, RECEBE SENHOR</a:t>
            </a:r>
          </a:p>
          <a:p>
            <a:pPr algn="l"/>
            <a:r>
              <a:rPr lang="pt-BR" sz="5400" b="1" dirty="0"/>
              <a:t>Ô, Ô RECEBE SENHOR (BIS)</a:t>
            </a:r>
          </a:p>
          <a:p>
            <a:pPr algn="l"/>
            <a:endParaRPr lang="pt-BR" sz="5400" b="1" dirty="0"/>
          </a:p>
          <a:p>
            <a:pPr algn="l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372" y="250325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456" y="756226"/>
            <a:ext cx="11406643" cy="5615921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FLORES, ESPINHOS, DOR E ALEGRIA,</a:t>
            </a:r>
          </a:p>
          <a:p>
            <a:pPr algn="l"/>
            <a:r>
              <a:rPr lang="pt-BR" sz="5400" dirty="0"/>
              <a:t>PAIS, MÃES E FILHOS DIANTE DO ALTAR.</a:t>
            </a:r>
          </a:p>
          <a:p>
            <a:pPr algn="l"/>
            <a:r>
              <a:rPr lang="pt-BR" sz="5400" dirty="0"/>
              <a:t>A NOSSA OFERTA EM NOVA FESTA,</a:t>
            </a:r>
          </a:p>
          <a:p>
            <a:pPr algn="l"/>
            <a:r>
              <a:rPr lang="pt-BR" sz="5400" dirty="0"/>
              <a:t>A NOSSA DOR, VEM SENHOR TRANSFORMAR</a:t>
            </a:r>
          </a:p>
          <a:p>
            <a:pPr algn="l"/>
            <a:r>
              <a:rPr lang="pt-BR" sz="5400" b="1" dirty="0"/>
              <a:t>Ô, Ô, Ô, RECEBE SENHOR</a:t>
            </a:r>
          </a:p>
          <a:p>
            <a:pPr algn="l"/>
            <a:r>
              <a:rPr lang="pt-BR" sz="5400" b="1" dirty="0"/>
              <a:t>Ô, Ô RECEBE SENHOR (BIS)</a:t>
            </a:r>
          </a:p>
          <a:p>
            <a:pPr algn="l"/>
            <a:endParaRPr lang="pt-BR" sz="5400" b="1" dirty="0"/>
          </a:p>
          <a:p>
            <a:pPr algn="l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858066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372" y="250325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372" y="991754"/>
            <a:ext cx="11406643" cy="5615921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A VIDA NOVA, NOVA FAMÍLIA,</a:t>
            </a:r>
          </a:p>
          <a:p>
            <a:pPr algn="l"/>
            <a:r>
              <a:rPr lang="pt-BR" sz="5400" dirty="0"/>
              <a:t>QUE CELEBRAMOS AQUI TEM LUGAR.</a:t>
            </a:r>
          </a:p>
          <a:p>
            <a:pPr algn="l"/>
            <a:r>
              <a:rPr lang="pt-BR" sz="5400" dirty="0"/>
              <a:t>TUA BONDADE VEM COM FARTURA</a:t>
            </a:r>
          </a:p>
          <a:p>
            <a:pPr algn="l"/>
            <a:r>
              <a:rPr lang="pt-BR" sz="5400" dirty="0"/>
              <a:t>É SÓ SABER REUNIR, PARTILHAR</a:t>
            </a:r>
          </a:p>
          <a:p>
            <a:pPr algn="l"/>
            <a:r>
              <a:rPr lang="pt-BR" sz="5400" b="1" dirty="0"/>
              <a:t>Ô, Ô, Ô, RECEBE SENHOR</a:t>
            </a:r>
          </a:p>
          <a:p>
            <a:pPr algn="l"/>
            <a:r>
              <a:rPr lang="pt-BR" sz="5400" b="1" dirty="0"/>
              <a:t>Ô, Ô RECEBE SENHOR (BIS)</a:t>
            </a:r>
          </a:p>
          <a:p>
            <a:pPr algn="l"/>
            <a:endParaRPr lang="pt-BR" sz="5400" b="1" dirty="0"/>
          </a:p>
          <a:p>
            <a:pPr algn="l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80669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ALTURAS! HOSANA!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ALTURAS! HOSANA!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</a:rPr>
              <a:t>ADORAI O SENHOR NO ESPLENDOR DA SANTIDADE.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CANTAI AO SENHOR DEUS UM CANTO NOVO, *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CANTAI AO SENHOR DEUS, Ó TERRA INTEIRA!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67252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</a:rPr>
              <a:t>ADORAI O SENHOR NO ESPLENDOR DA SANTIDADE.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660009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CANTAI E BENDIZEI SEU SANTO NOME! *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DIA APÓS DIA ANUNCIAI SUA SALVAÇÃO.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5420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</a:rPr>
              <a:t>ADORAI O SENHOR NO ESPLENDOR DA SANTIDADE.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97324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MANIFESTAI A SUA GLÓRIA ENTRE AS NAÇÕES, *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E ENTRE OS POVOS DO UNIVERSO SEUS PRODÍGIOS!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9958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</a:rPr>
              <a:t>ADORAI O SENHOR NO ESPLENDOR DA SANTIDADE.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56638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Ó NAÇÕES, DAI AO SENHOR PODER E GLÓRIA, *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DAI-LHE A GLÓRIA QUE É DEVIDA AO SEU NOME!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87022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5" y="4660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2A2A2A"/>
                </a:solidFill>
                <a:effectLst/>
              </a:rPr>
              <a:t>Sl 95(96)</a:t>
            </a:r>
          </a:p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</a:rPr>
              <a:t>ADORAI O SENHOR NO ESPLENDOR DA SANTIDADE.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57528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4" y="466052"/>
            <a:ext cx="26289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GLÓRIA A JESUS NA HÓSTIA SANTA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QUE SE CONSAGRA SOBRE O ALTAR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E AOS NOSSOS OLHOS SE LEVANTA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PARA O BRASIL ABENÇOAR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12323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034" y="466052"/>
            <a:ext cx="26289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035" y="10917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1800" b="0" i="0" dirty="0">
              <a:solidFill>
                <a:srgbClr val="2A2A2A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QUE O SANTO SACRAMENTO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QUE É O PRÓPRIO CRISTO JESUS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SEJA ADORADO E SEJA AMADO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NESTA TERRA DE SANTA CRUZ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SEJA ADORADO E SEJA AMADO</a:t>
            </a:r>
          </a:p>
          <a:p>
            <a:pPr algn="l"/>
            <a:r>
              <a:rPr lang="pt-BR" sz="8000" i="0" dirty="0">
                <a:solidFill>
                  <a:srgbClr val="2A2A2A"/>
                </a:solidFill>
                <a:effectLst/>
              </a:rPr>
              <a:t>NESTA TERRA DE SANTA CRUZ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71131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110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02E9B4E-308D-6FA5-2B30-7C20D4F12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B2EA5D-7776-149B-C494-E1C045B54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50" y="335409"/>
            <a:ext cx="5135649" cy="65225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DBCB5E-57A7-80FF-0E97-881814FAD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3"/>
            <a:ext cx="3905250" cy="688024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20FACA5-43C5-2BAF-2376-407485F9BA1A}"/>
              </a:ext>
            </a:extLst>
          </p:cNvPr>
          <p:cNvSpPr txBox="1"/>
          <p:nvPr/>
        </p:nvSpPr>
        <p:spPr>
          <a:xfrm>
            <a:off x="1390650" y="779238"/>
            <a:ext cx="1352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rgbClr val="C00000"/>
                </a:solidFill>
              </a:rPr>
              <a:t>5º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188711-FB8B-839D-A42F-E179FA7D3BD0}"/>
              </a:ext>
            </a:extLst>
          </p:cNvPr>
          <p:cNvSpPr txBox="1"/>
          <p:nvPr/>
        </p:nvSpPr>
        <p:spPr>
          <a:xfrm>
            <a:off x="1523093" y="1891347"/>
            <a:ext cx="1352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C00000"/>
                </a:solidFill>
              </a:rPr>
              <a:t>dia</a:t>
            </a:r>
          </a:p>
        </p:txBody>
      </p:sp>
    </p:spTree>
    <p:extLst>
      <p:ext uri="{BB962C8B-B14F-4D97-AF65-F5344CB8AC3E}">
        <p14:creationId xmlns:p14="http://schemas.microsoft.com/office/powerpoint/2010/main" val="2199750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14350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3046" y="2996433"/>
            <a:ext cx="4308246" cy="65225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0938F34-BCB2-196C-4A4B-2527A526D345}"/>
              </a:ext>
            </a:extLst>
          </p:cNvPr>
          <p:cNvSpPr txBox="1"/>
          <p:nvPr/>
        </p:nvSpPr>
        <p:spPr>
          <a:xfrm>
            <a:off x="3572760" y="688157"/>
            <a:ext cx="8540684" cy="620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1" dirty="0"/>
              <a:t>Meditemos e roguemos a intercessão de São Joaquim e Sant’ Ana pelos mais necessitados (</a:t>
            </a:r>
            <a:r>
              <a:rPr lang="pt-BR" sz="2800" b="1" i="1" dirty="0">
                <a:solidFill>
                  <a:srgbClr val="FF0000"/>
                </a:solidFill>
              </a:rPr>
              <a:t>pobres, órfãos, moradores de rua, e dependentes químicos</a:t>
            </a:r>
            <a:r>
              <a:rPr lang="pt-BR" sz="2800" b="1" i="1" dirty="0"/>
              <a:t>)</a:t>
            </a:r>
          </a:p>
          <a:p>
            <a:r>
              <a:rPr lang="pt-BR" sz="2800" dirty="0"/>
              <a:t>Senhora Sant’ Ana, foste chamada por Deus a colaborar na salvação do mundo. Seguindo os caminhos da Providência Divina, recebestes São Joaquim por esposo. Deste vosso matrimônio vivido em santidade, nasceu Maria Santíssima, que seria a mãe de Jesus Cristo. Formando vós, família tão Santa, confiantes nós pedimos por nossa família pelos idosos, pelos avós, bisavós e Trisavós. Alcançai a todos as graças de Deus. Alcançai a mim também, se for para salvação de minha alma a graça que suplico a Deus pela intercessão de São Joaquim e Sant’ Ana.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D47AB2-F849-4102-A58E-5D5D2F41B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60" y="164894"/>
            <a:ext cx="7392813" cy="48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17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42631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340" y="2223435"/>
            <a:ext cx="4308246" cy="652259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9A7F376-EF16-49F9-B7BE-559E8464D19A}"/>
              </a:ext>
            </a:extLst>
          </p:cNvPr>
          <p:cNvSpPr txBox="1"/>
          <p:nvPr/>
        </p:nvSpPr>
        <p:spPr>
          <a:xfrm>
            <a:off x="4843611" y="2164243"/>
            <a:ext cx="7022970" cy="12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7200" dirty="0">
                <a:solidFill>
                  <a:srgbClr val="FF0000"/>
                </a:solidFill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Peça a graça...</a:t>
            </a:r>
            <a:endParaRPr lang="pt-BR" sz="7200" dirty="0">
              <a:effectLst/>
              <a:latin typeface="Berlin Sans FB Demi" panose="020E08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938E4-FB86-4C68-B31C-EEC495F67A2F}"/>
              </a:ext>
            </a:extLst>
          </p:cNvPr>
          <p:cNvSpPr txBox="1"/>
          <p:nvPr/>
        </p:nvSpPr>
        <p:spPr>
          <a:xfrm>
            <a:off x="860981" y="1246117"/>
            <a:ext cx="257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ORAÇÃO:</a:t>
            </a:r>
          </a:p>
        </p:txBody>
      </p:sp>
    </p:spTree>
    <p:extLst>
      <p:ext uri="{BB962C8B-B14F-4D97-AF65-F5344CB8AC3E}">
        <p14:creationId xmlns:p14="http://schemas.microsoft.com/office/powerpoint/2010/main" val="3045465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14350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9350" y="2503118"/>
            <a:ext cx="5135649" cy="65225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0938F34-BCB2-196C-4A4B-2527A526D345}"/>
              </a:ext>
            </a:extLst>
          </p:cNvPr>
          <p:cNvSpPr txBox="1"/>
          <p:nvPr/>
        </p:nvSpPr>
        <p:spPr>
          <a:xfrm>
            <a:off x="4138368" y="131976"/>
            <a:ext cx="788218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00" dirty="0"/>
              <a:t>Que as famílias vivam na santidade do matrimônio e formem seus filhos Segundo o Evangelho. Que os filhos e netos cresçam em sabedoria graça e santidade, e encontrem a vocação a que Deus os chamou. E a todos nós, alcançai-nos a alegria de viver fielmente na Igreja de Cristo, guiados pelo Espírito Santo, para que um dia, após as alegrias e Sofrimentos desta vida, merecemos também nós chegar ao céu, onde vos possamos encontrar, para junto sermos eternamente felizes. </a:t>
            </a:r>
            <a:r>
              <a:rPr lang="pt-BR" sz="3400" b="1" dirty="0">
                <a:solidFill>
                  <a:srgbClr val="FF0000"/>
                </a:solidFill>
              </a:rPr>
              <a:t>Amém.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8221A0-1BA8-59FE-99B7-BB88A43BD231}"/>
              </a:ext>
            </a:extLst>
          </p:cNvPr>
          <p:cNvSpPr txBox="1"/>
          <p:nvPr/>
        </p:nvSpPr>
        <p:spPr>
          <a:xfrm>
            <a:off x="685800" y="571500"/>
            <a:ext cx="25717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ORAÇÃO:</a:t>
            </a:r>
          </a:p>
          <a:p>
            <a:pPr algn="ctr"/>
            <a:r>
              <a:rPr lang="pt-BR" sz="4400" dirty="0">
                <a:solidFill>
                  <a:schemeClr val="bg1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582655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A733C57-AA0D-39C4-D129-0922F3A4C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50" y="335409"/>
            <a:ext cx="5135649" cy="65225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D44B33A-6146-AA0D-FA92-9EFB42E53D48}"/>
              </a:ext>
            </a:extLst>
          </p:cNvPr>
          <p:cNvSpPr txBox="1"/>
          <p:nvPr/>
        </p:nvSpPr>
        <p:spPr>
          <a:xfrm>
            <a:off x="6147453" y="753555"/>
            <a:ext cx="552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PAI NOSSO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Ave Maria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Glória ao Pai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09BBF70-BFA8-4C86-8521-77AA1255CE3C}"/>
              </a:ext>
            </a:extLst>
          </p:cNvPr>
          <p:cNvSpPr txBox="1"/>
          <p:nvPr/>
        </p:nvSpPr>
        <p:spPr>
          <a:xfrm>
            <a:off x="5643513" y="3429000"/>
            <a:ext cx="6094428" cy="25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800" dirty="0">
                <a:solidFill>
                  <a:srgbClr val="7030A0"/>
                </a:solidFill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Sant’Ana e São Joaquim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800" dirty="0">
                <a:solidFill>
                  <a:srgbClr val="FF0000"/>
                </a:solidFill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</a:p>
        </p:txBody>
      </p:sp>
    </p:spTree>
    <p:extLst>
      <p:ext uri="{BB962C8B-B14F-4D97-AF65-F5344CB8AC3E}">
        <p14:creationId xmlns:p14="http://schemas.microsoft.com/office/powerpoint/2010/main" val="413595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1116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38" y="2207748"/>
            <a:ext cx="11007436" cy="244250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SENHOR, TENDE PIEDADE DE NÓS! (BIS)</a:t>
            </a:r>
          </a:p>
          <a:p>
            <a:pPr algn="l"/>
            <a:r>
              <a:rPr lang="pt-BR" sz="4800" b="1" dirty="0"/>
              <a:t>Ó CRISTO, TENDE PIEDADE DE NÓS! (BIS)</a:t>
            </a:r>
          </a:p>
          <a:p>
            <a:pPr algn="l"/>
            <a:r>
              <a:rPr lang="pt-BR" sz="4800" b="1" dirty="0"/>
              <a:t>SENHOR TENDE PIEDADE DE NÓS! (BIS)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Ó VÓS, PAIS DA IMACULADA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VÓS, AVÓS DE JESUS CRISTO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 PAIS DE AMOR E CARIDADE,</a:t>
            </a:r>
            <a:r>
              <a:rPr lang="pt-BR" sz="8800" b="1" dirty="0"/>
              <a:t> 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820558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ÁRVORE FECUNDADA,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HOMEM DE FÉ,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DESCENDENTE DE REIS,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SACERDOTE DO TEMPLO,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6253696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DE CELESTE ORVALHO,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 DE ESPLENDENTE ALVURA,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VASO CHEIO DE GRAÇA,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MODELO DE PACIÊNCIA,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275092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NOSSOS AVÓS,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OS NOSSOS ENFERMOS,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TODAS NOSSAS FAMÍLIAS,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88298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CONSOLO DAS ESPOSAS,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MÃE DAS VIÚVAS,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MESTRA DAS VIRGENS,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PORTO DOS NAVEGANTES,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60297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CRISTO, OUVI-NOS! CRISTO, OUVI-NOS!</a:t>
            </a:r>
          </a:p>
          <a:p>
            <a:pPr algn="l"/>
            <a:r>
              <a:rPr lang="pt-BR" sz="8800" b="1" dirty="0"/>
              <a:t>CRISTO, ATENDEI-NOS! CRISTO, ATENDEI-NOS!</a:t>
            </a:r>
          </a:p>
        </p:txBody>
      </p:sp>
    </p:spTree>
    <p:extLst>
      <p:ext uri="{BB962C8B-B14F-4D97-AF65-F5344CB8AC3E}">
        <p14:creationId xmlns:p14="http://schemas.microsoft.com/office/powerpoint/2010/main" val="3742900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8391</TotalTime>
  <Words>1589</Words>
  <Application>Microsoft Office PowerPoint</Application>
  <PresentationFormat>Widescreen</PresentationFormat>
  <Paragraphs>235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6" baseType="lpstr">
      <vt:lpstr>Arial</vt:lpstr>
      <vt:lpstr>Berlin Sans FB Demi</vt:lpstr>
      <vt:lpstr>Calibri</vt:lpstr>
      <vt:lpstr>Calibri Light</vt:lpstr>
      <vt:lpstr>Cooper Black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56</cp:revision>
  <dcterms:created xsi:type="dcterms:W3CDTF">2023-05-06T17:01:55Z</dcterms:created>
  <dcterms:modified xsi:type="dcterms:W3CDTF">2024-07-21T17:52:42Z</dcterms:modified>
</cp:coreProperties>
</file>