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49" r:id="rId5"/>
    <p:sldId id="470" r:id="rId6"/>
    <p:sldId id="258" r:id="rId7"/>
    <p:sldId id="259" r:id="rId8"/>
    <p:sldId id="459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466" r:id="rId22"/>
    <p:sldId id="467" r:id="rId23"/>
    <p:sldId id="468" r:id="rId24"/>
    <p:sldId id="469" r:id="rId25"/>
    <p:sldId id="465" r:id="rId26"/>
    <p:sldId id="413" r:id="rId27"/>
    <p:sldId id="409" r:id="rId28"/>
    <p:sldId id="482" r:id="rId29"/>
    <p:sldId id="410" r:id="rId30"/>
    <p:sldId id="484" r:id="rId31"/>
    <p:sldId id="483" r:id="rId32"/>
    <p:sldId id="411" r:id="rId33"/>
    <p:sldId id="292" r:id="rId34"/>
    <p:sldId id="275" r:id="rId35"/>
    <p:sldId id="363" r:id="rId36"/>
    <p:sldId id="361" r:id="rId37"/>
    <p:sldId id="434" r:id="rId38"/>
    <p:sldId id="453" r:id="rId39"/>
    <p:sldId id="358" r:id="rId40"/>
    <p:sldId id="472" r:id="rId41"/>
    <p:sldId id="277" r:id="rId42"/>
    <p:sldId id="477" r:id="rId43"/>
    <p:sldId id="479" r:id="rId44"/>
    <p:sldId id="480" r:id="rId45"/>
    <p:sldId id="485" r:id="rId46"/>
    <p:sldId id="476" r:id="rId47"/>
    <p:sldId id="461" r:id="rId48"/>
    <p:sldId id="462" r:id="rId49"/>
    <p:sldId id="463" r:id="rId50"/>
    <p:sldId id="478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6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C47A5E4-4E4F-80E2-26E3-A086B66D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12192000" cy="685323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182B215-E139-8F21-0A91-E39127AF70B7}"/>
              </a:ext>
            </a:extLst>
          </p:cNvPr>
          <p:cNvSpPr txBox="1">
            <a:spLocks/>
          </p:cNvSpPr>
          <p:nvPr/>
        </p:nvSpPr>
        <p:spPr>
          <a:xfrm>
            <a:off x="260840" y="4290646"/>
            <a:ext cx="11670319" cy="25673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SANTA TERESINHA DO MENINO JESUS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105214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TERESINHA, Ó TERESINHA, TRANSFORMAI AS NOSSAS DORES, PELAS GRAÇAS E MILAGRES EM FORMOSAS, GRATAS FLORES. TERESINHA, Ó TERESINHA, HOJE, SEMPRE, O ANO INTEIRO, LEMBRARÃO VOSSOS FAVORES COM AMOR OS BRASILEIROS. LEMBRARÃO VOSSOS FAVORES COM AMOR OS BRASILEIROS.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50792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200" dirty="0"/>
              <a:t>CONFESSO A DEUS, TODO-PODEROSO E A VÓS, IRMÃOS E IRMÃS, QUE PEQUEI MUITAS VEZES POR PENSAMENTOS, PALAVRAS, ATOS E OMISSÕES, POR MINHA CULPA, MINHA CULPA, MINHA TÃO GRANDE CULPA.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 AOS ANJOS E SANTOS,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8452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1"/>
            <a:ext cx="11326092" cy="5680363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</a:rPr>
              <a:t>GLÓRIA A DEUS NAS ALTURA</a:t>
            </a:r>
            <a:r>
              <a:rPr lang="pt-BR" sz="7200" b="1" dirty="0">
                <a:solidFill>
                  <a:srgbClr val="000000"/>
                </a:solidFill>
              </a:rPr>
              <a:t>S! GLÓRIA A DEUS NAS ALTURAS!</a:t>
            </a:r>
            <a:r>
              <a:rPr lang="pt-BR" sz="7200" b="1" i="0" dirty="0">
                <a:solidFill>
                  <a:srgbClr val="000000"/>
                </a:solidFill>
                <a:effectLst/>
              </a:rPr>
              <a:t> E PAZ NA TERRA AOS HOMENS POR ELE AMADOS</a:t>
            </a:r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pPr fontAlgn="base"/>
            <a:r>
              <a:rPr lang="pt-PT" sz="4800" b="1" dirty="0"/>
              <a:t>SEI QUE A BONDADE DO SENHOR EU HEI DE VER, NA TERRA DOS VIVENTES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CONVERTEI-VOS E CREDE NO EVANGELHO, POIS O REINO DE DEUS ESTÁ CHEGANDO</a:t>
            </a:r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SANTA TERESINHA, </a:t>
            </a:r>
            <a:r>
              <a:rPr lang="pt-BR" sz="6600" b="1" dirty="0"/>
              <a:t>ROGAI POR NÓS. </a:t>
            </a:r>
            <a:r>
              <a:rPr lang="pt-BR" sz="6600" dirty="0"/>
              <a:t>NOSSA PADROEIRA, ROGAI, </a:t>
            </a:r>
            <a:r>
              <a:rPr lang="pt-BR" sz="6600" b="1" dirty="0"/>
              <a:t>ROGAI POR NÓS! </a:t>
            </a:r>
            <a:r>
              <a:rPr lang="pt-BR" sz="6600" dirty="0"/>
              <a:t>FIEL AO EVANGELHO,</a:t>
            </a:r>
            <a:r>
              <a:rPr lang="pt-BR" sz="6600" b="1" dirty="0"/>
              <a:t> ROGAI POR NÓS. </a:t>
            </a:r>
            <a:r>
              <a:rPr lang="pt-BR" sz="6600" dirty="0"/>
              <a:t>SANTA DAS MISSÕES, ROGAI, </a:t>
            </a:r>
            <a:r>
              <a:rPr lang="pt-BR" sz="6600" b="1" dirty="0"/>
              <a:t>ROGAI POR NÓS</a:t>
            </a:r>
            <a:r>
              <a:rPr lang="pt-BR" sz="6000" b="1" dirty="0"/>
              <a:t>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092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91" y="997530"/>
            <a:ext cx="11409217" cy="586047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PIEDOSA CARMELITA, </a:t>
            </a:r>
            <a:r>
              <a:rPr lang="pt-BR" sz="6600" b="1" dirty="0"/>
              <a:t>ROGAI POR NÓS</a:t>
            </a:r>
            <a:r>
              <a:rPr lang="pt-BR" sz="6600" dirty="0"/>
              <a:t>. EXEMPLO PARA OS JOVENS, </a:t>
            </a:r>
            <a:r>
              <a:rPr lang="pt-BR" sz="6600" b="1" dirty="0"/>
              <a:t>ROGAI, ROGAI POR NÓS</a:t>
            </a:r>
            <a:r>
              <a:rPr lang="pt-BR" sz="6600" dirty="0"/>
              <a:t>! SOFREDORA DA IGREJA, </a:t>
            </a:r>
            <a:r>
              <a:rPr lang="pt-BR" sz="6600" b="1" dirty="0"/>
              <a:t>ROGAI POR NÓS</a:t>
            </a:r>
            <a:r>
              <a:rPr lang="pt-BR" sz="6600" dirty="0"/>
              <a:t>. TERESINHA DE JESUS, </a:t>
            </a:r>
            <a:r>
              <a:rPr lang="pt-BR" sz="6600" b="1" dirty="0"/>
              <a:t>ROGAI, ROGAI POR NÓS.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48574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36074"/>
            <a:ext cx="11090563" cy="5721926"/>
          </a:xfrm>
        </p:spPr>
        <p:txBody>
          <a:bodyPr>
            <a:normAutofit fontScale="92500"/>
          </a:bodyPr>
          <a:lstStyle/>
          <a:p>
            <a:pPr algn="l">
              <a:tabLst>
                <a:tab pos="442913" algn="l"/>
              </a:tabLst>
            </a:pPr>
            <a:r>
              <a:rPr lang="pt-BR" sz="7200" dirty="0"/>
              <a:t>3. ESTRELA DA IGREJA, </a:t>
            </a:r>
            <a:r>
              <a:rPr lang="pt-BR" sz="7200" b="1" dirty="0"/>
              <a:t>ROGAI POR NÓS</a:t>
            </a:r>
            <a:r>
              <a:rPr lang="pt-BR" sz="7200" dirty="0"/>
              <a:t>. CHUVA DE ROSAS, </a:t>
            </a:r>
            <a:r>
              <a:rPr lang="pt-BR" sz="7200" b="1" dirty="0"/>
              <a:t>ROGAI, ROGAI POR NÓS! </a:t>
            </a:r>
            <a:r>
              <a:rPr lang="pt-BR" sz="7200" dirty="0"/>
              <a:t>CASTELO DE PAZ, </a:t>
            </a:r>
            <a:r>
              <a:rPr lang="pt-BR" sz="7200" b="1" dirty="0"/>
              <a:t>ROGAI POR NÓS</a:t>
            </a:r>
            <a:r>
              <a:rPr lang="pt-BR" sz="7200" dirty="0"/>
              <a:t>. CAMINHO PARA DEUS, </a:t>
            </a:r>
            <a:r>
              <a:rPr lang="pt-BR" sz="7200" b="1" dirty="0"/>
              <a:t>ROGAI, ROGAI POR NÓS. 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409364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4. OLHAR CARINHOSO, </a:t>
            </a:r>
            <a:r>
              <a:rPr lang="pt-BR" sz="7200" b="1" dirty="0"/>
              <a:t>ROGAI POR NÓS.</a:t>
            </a:r>
            <a:r>
              <a:rPr lang="pt-BR" sz="7200" dirty="0"/>
              <a:t> MENSAGEIRA DO AMOR, </a:t>
            </a:r>
            <a:r>
              <a:rPr lang="pt-BR" sz="7200" b="1" dirty="0"/>
              <a:t>ROGAI, ROGAI POR NÓS! </a:t>
            </a:r>
            <a:r>
              <a:rPr lang="pt-BR" sz="7200" dirty="0"/>
              <a:t>ESPERANÇA DAS ALMAS PERDIDAS, </a:t>
            </a:r>
            <a:r>
              <a:rPr lang="pt-BR" sz="7200" b="1" dirty="0"/>
              <a:t>ROGAI POR NÓS. </a:t>
            </a:r>
            <a:r>
              <a:rPr lang="pt-BR" sz="7200" dirty="0"/>
              <a:t>ROSA QUE NOS FALA DE DEUS, </a:t>
            </a:r>
            <a:r>
              <a:rPr lang="pt-BR" sz="7200" b="1" dirty="0"/>
              <a:t>ROGAI, ROGAI POR NÓS.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164850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5. SANTA HUMILDE, </a:t>
            </a:r>
            <a:r>
              <a:rPr lang="pt-BR" sz="6600" b="1" dirty="0"/>
              <a:t>ROGAI POR NÓS. </a:t>
            </a:r>
            <a:r>
              <a:rPr lang="pt-BR" sz="6600" dirty="0"/>
              <a:t>ESPOSA DE JESUS, </a:t>
            </a:r>
            <a:r>
              <a:rPr lang="pt-BR" sz="6600" b="1" dirty="0"/>
              <a:t>ROGAI, ROGAI POR NÓS! </a:t>
            </a:r>
            <a:r>
              <a:rPr lang="pt-BR" sz="6600" dirty="0"/>
              <a:t>SORRISO DO PAI CELESTE, </a:t>
            </a:r>
            <a:r>
              <a:rPr lang="pt-BR" sz="6600" b="1" dirty="0"/>
              <a:t>ROGAI POR NÓS. </a:t>
            </a:r>
            <a:r>
              <a:rPr lang="pt-BR" sz="6600" dirty="0"/>
              <a:t>TERESINHA DO MENINO JESUS, </a:t>
            </a:r>
            <a:r>
              <a:rPr lang="pt-BR" sz="6600" b="1" dirty="0"/>
              <a:t>ROGAI, ROGAI POR NÓS. </a:t>
            </a:r>
            <a:r>
              <a:rPr lang="pt-BR" sz="6600" dirty="0"/>
              <a:t>TERESINHA DO MENINO JESUS, </a:t>
            </a:r>
            <a:r>
              <a:rPr lang="pt-BR" sz="6600" b="1" dirty="0"/>
              <a:t>ROGAI, ROGAI POR NÓS.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4836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20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É AQUELE QUE CAMINHA SEM PECADO</a:t>
            </a:r>
          </a:p>
          <a:p>
            <a:pPr algn="l"/>
            <a:r>
              <a:rPr lang="pt-BR" sz="8800" dirty="0"/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89967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2.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PENSA A VERDADE DO SEU ÍNTIMO</a:t>
            </a:r>
          </a:p>
          <a:p>
            <a:pPr algn="l"/>
            <a:r>
              <a:rPr lang="pt-BR" sz="8800" dirty="0"/>
              <a:t>E NÃO SOLTA EM CALÚNIAS SUA LÍNGUA</a:t>
            </a:r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0366-0FFD-AC20-FB39-66C8F838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91D07-FFBF-1270-5157-AD587E3B3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0890-8722-3587-6E6B-CC4959BF9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EM NADA PREJUDICA O SEU IRMÃO,</a:t>
            </a:r>
          </a:p>
          <a:p>
            <a:pPr algn="l"/>
            <a:r>
              <a:rPr lang="pt-BR" sz="8800" dirty="0"/>
              <a:t>NEM COBRE DE INSULTOS SEU VIZINHO;</a:t>
            </a:r>
          </a:p>
        </p:txBody>
      </p:sp>
    </p:spTree>
    <p:extLst>
      <p:ext uri="{BB962C8B-B14F-4D97-AF65-F5344CB8AC3E}">
        <p14:creationId xmlns:p14="http://schemas.microsoft.com/office/powerpoint/2010/main" val="1091334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5532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4.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NÃO DÁ VALOR ALGUM AO HOMEM ÍMPIO,</a:t>
            </a:r>
          </a:p>
          <a:p>
            <a:pPr algn="l"/>
            <a:r>
              <a:rPr lang="pt-BR" sz="8800" dirty="0"/>
              <a:t>MAS HONRA OS QUE RESPEITAM O SENHOR.</a:t>
            </a:r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7100" b="1" dirty="0"/>
              <a:t>SANTO, SANTO, SANTO</a:t>
            </a:r>
          </a:p>
          <a:p>
            <a:pPr algn="just"/>
            <a:r>
              <a:rPr lang="pt-BR" sz="7100" dirty="0"/>
              <a:t>SENHOR DEUS DO UNIVERSO</a:t>
            </a:r>
          </a:p>
          <a:p>
            <a:pPr algn="just"/>
            <a:r>
              <a:rPr lang="pt-BR" sz="7100" b="1" dirty="0"/>
              <a:t>SANTO, SANTO, SANTO</a:t>
            </a:r>
          </a:p>
          <a:p>
            <a:pPr algn="just"/>
            <a:r>
              <a:rPr lang="pt-BR" sz="7100" dirty="0"/>
              <a:t>SENHOR DEUS DO UNIVERSO</a:t>
            </a:r>
          </a:p>
          <a:p>
            <a:pPr algn="just"/>
            <a:endParaRPr lang="pt-BR" sz="7100" dirty="0"/>
          </a:p>
          <a:p>
            <a:pPr algn="just"/>
            <a:r>
              <a:rPr lang="pt-BR" sz="7100" dirty="0"/>
              <a:t>O CÉU E A TERRA PROCLAMAM</a:t>
            </a:r>
          </a:p>
          <a:p>
            <a:pPr algn="just"/>
            <a:r>
              <a:rPr lang="pt-BR" sz="7100" dirty="0"/>
              <a:t>A VOSSA GLÓRIA</a:t>
            </a:r>
          </a:p>
          <a:p>
            <a:pPr algn="just"/>
            <a:r>
              <a:rPr lang="pt-BR" sz="7100" b="1" dirty="0"/>
              <a:t>HOSANA! HOSANA NAS ALTURAS! HOSANA!</a:t>
            </a:r>
          </a:p>
          <a:p>
            <a:pPr algn="just"/>
            <a:r>
              <a:rPr lang="pt-BR" sz="7100" b="1" dirty="0"/>
              <a:t>HOSANA!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r>
              <a:rPr lang="pt-BR" sz="7200" b="1" dirty="0"/>
              <a:t>HOSANA! HOSANA NAS ALTURAS! HOSANA!</a:t>
            </a:r>
          </a:p>
          <a:p>
            <a:pPr algn="just"/>
            <a:r>
              <a:rPr lang="pt-BR" sz="7200" b="1" dirty="0"/>
              <a:t>HOSANA!</a:t>
            </a:r>
            <a:endParaRPr lang="pt-BR" sz="6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VEM, E EU MOSTRAREI QUE O MEU CAMINHO TE LEVA AO PAI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GUIAREI OS PASSOS TEUS E JUNTO A TI HEI DE SEGUIR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SIM, EU IREI E SABEREI COMO CHEGAR AO FIM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DE ONDE VIM, AONDE VOU, POR ONDE IRÁS, IREI TAMBÉM</a:t>
            </a:r>
          </a:p>
        </p:txBody>
      </p:sp>
    </p:spTree>
    <p:extLst>
      <p:ext uri="{BB962C8B-B14F-4D97-AF65-F5344CB8AC3E}">
        <p14:creationId xmlns:p14="http://schemas.microsoft.com/office/powerpoint/2010/main" val="3490116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VEM, EU TE DIREI O QUE AINDA ESTÁS A PROCURAR</a:t>
            </a:r>
            <a:br>
              <a:rPr lang="pt-BR" sz="4800" dirty="0"/>
            </a:br>
            <a:r>
              <a:rPr lang="pt-BR" sz="4800" dirty="0"/>
              <a:t>A VERDADE É COMO O SOL E INVADIRÁ TEU CORAÇÃO</a:t>
            </a:r>
            <a:br>
              <a:rPr lang="pt-BR" sz="4800" dirty="0"/>
            </a:br>
            <a:r>
              <a:rPr lang="pt-BR" sz="4800" dirty="0"/>
              <a:t>SIM, EU IREI E APRENDEREI MINHA RAZÃO DE SER</a:t>
            </a:r>
            <a:br>
              <a:rPr lang="pt-BR" sz="4800" dirty="0"/>
            </a:br>
            <a:r>
              <a:rPr lang="pt-BR" sz="4800" dirty="0"/>
              <a:t>EU CREIO EM TI QUE CRÊS EM MIM E A TUA LUZ VEREI A LUZ</a:t>
            </a:r>
          </a:p>
        </p:txBody>
      </p:sp>
    </p:spTree>
    <p:extLst>
      <p:ext uri="{BB962C8B-B14F-4D97-AF65-F5344CB8AC3E}">
        <p14:creationId xmlns:p14="http://schemas.microsoft.com/office/powerpoint/2010/main" val="161863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VEM, E EU TE FAREI DA MINHA VIDA PARTICIPAR</a:t>
            </a:r>
            <a:br>
              <a:rPr lang="pt-BR" sz="4800" dirty="0"/>
            </a:br>
            <a:r>
              <a:rPr lang="pt-BR" sz="4800" dirty="0"/>
              <a:t>VIVERÁS EM MIM AQUI, VIVER EM MIM É O BEM MAIOR</a:t>
            </a:r>
            <a:br>
              <a:rPr lang="pt-BR" sz="4800" dirty="0"/>
            </a:br>
            <a:r>
              <a:rPr lang="pt-BR" sz="4800" dirty="0"/>
              <a:t>SIM, EU IREI E VIVEREI A VIDA INTEIRA ASSIM</a:t>
            </a:r>
            <a:br>
              <a:rPr lang="pt-BR" sz="4800" dirty="0"/>
            </a:br>
            <a:r>
              <a:rPr lang="pt-BR" sz="4800" dirty="0"/>
              <a:t>ETERNIDADE É NA VERDADE, O AMOR VIVENDO SEMPRE EM NÓS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VEM, QUE A TERRA ESPERA QUEM POSSA E QUEIRA REALIZAR</a:t>
            </a:r>
            <a:br>
              <a:rPr lang="pt-BR" sz="4800" dirty="0"/>
            </a:br>
            <a:r>
              <a:rPr lang="pt-BR" sz="4800" dirty="0"/>
              <a:t>COM AMOR, A CONSTRUÇÃO DE UM MUNDO NOVO MUITO MELHOR!</a:t>
            </a:r>
            <a:br>
              <a:rPr lang="pt-BR" sz="4800" dirty="0"/>
            </a:br>
            <a:r>
              <a:rPr lang="pt-BR" sz="4800" dirty="0"/>
              <a:t>SIM, EU IREI E LEVAREI TEU NOME AOS MEUS IRMÃOS</a:t>
            </a:r>
            <a:br>
              <a:rPr lang="pt-BR" sz="4800" dirty="0"/>
            </a:br>
            <a:r>
              <a:rPr lang="pt-BR" sz="4800" dirty="0"/>
              <a:t>IREMOS NÓS E O TEU AMOR VAI CONSTRUIR ENFIM A PAZ!</a:t>
            </a:r>
          </a:p>
        </p:txBody>
      </p:sp>
    </p:spTree>
    <p:extLst>
      <p:ext uri="{BB962C8B-B14F-4D97-AF65-F5344CB8AC3E}">
        <p14:creationId xmlns:p14="http://schemas.microsoft.com/office/powerpoint/2010/main" val="4243265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VIVO A ALEGRIA DE SER MISSIONÁRIO</a:t>
            </a:r>
          </a:p>
          <a:p>
            <a:pPr algn="l"/>
            <a:r>
              <a:rPr lang="pt-BR" sz="6000" dirty="0"/>
              <a:t>RECEBI DE JESUS ESTA LINDA MISSÃO</a:t>
            </a:r>
          </a:p>
          <a:p>
            <a:pPr algn="l"/>
            <a:r>
              <a:rPr lang="pt-BR" sz="6000" dirty="0"/>
              <a:t>MAS A AMÉRICA É GRANDE E HÁ POUCO OPERÁRIO</a:t>
            </a:r>
          </a:p>
          <a:p>
            <a:pPr algn="l"/>
            <a:r>
              <a:rPr lang="pt-BR" sz="6000" dirty="0"/>
              <a:t>VOU FAZER ROMARIA, FAZER MUTIRÃO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858429"/>
            <a:ext cx="11670319" cy="5957454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ENTÃO, JESUS É MISSÃO, A IGREJA É MISSÃO</a:t>
            </a:r>
            <a:br>
              <a:rPr lang="pt-BR" sz="5400" dirty="0"/>
            </a:br>
            <a:r>
              <a:rPr lang="pt-BR" sz="5400" dirty="0"/>
              <a:t>ENTÃO, A VIDA É MISSÃO, O AMOR É MISSÃO</a:t>
            </a:r>
            <a:br>
              <a:rPr lang="pt-BR" sz="5400" dirty="0"/>
            </a:br>
            <a:r>
              <a:rPr lang="pt-BR" sz="5400" dirty="0"/>
              <a:t>ENTÃO, JESUS É MISSÃO, A IGREJA É MISSÃO</a:t>
            </a:r>
            <a:br>
              <a:rPr lang="pt-BR" sz="5400" dirty="0"/>
            </a:br>
            <a:r>
              <a:rPr lang="pt-BR" sz="5400" dirty="0"/>
              <a:t>ENTÃO, NÓS SOMOS MISSÃO, MISSÃO LOCAL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VIVO A ALEGRIA DE SER MISSIONÁRIO</a:t>
            </a:r>
          </a:p>
          <a:p>
            <a:pPr algn="l"/>
            <a:r>
              <a:rPr lang="pt-BR" sz="6000" dirty="0"/>
              <a:t>NESTE MUNDO MARCADO POR TANTAS FERIDAS</a:t>
            </a:r>
          </a:p>
          <a:p>
            <a:pPr algn="l"/>
            <a:r>
              <a:rPr lang="pt-BR" sz="6000" dirty="0"/>
              <a:t>HÁ UM POVO QUE VIVE UM DURO CALVÁRIO</a:t>
            </a:r>
          </a:p>
          <a:p>
            <a:pPr algn="l"/>
            <a:r>
              <a:rPr lang="pt-BR" sz="6000" dirty="0"/>
              <a:t>VOU LEVAR NO MEU BARCO A PALAVRA DA VIDA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8C18-4477-E480-AE56-A85F0B29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2E86D-ACA0-9A07-598E-E0E9850B6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416E67-E8A3-F9EF-F0BB-67786B49E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858429"/>
            <a:ext cx="11670319" cy="5957454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ENTÃO, JESUS É MISSÃO, A IGREJA É MISSÃO</a:t>
            </a:r>
            <a:br>
              <a:rPr lang="pt-BR" sz="5400" dirty="0"/>
            </a:br>
            <a:r>
              <a:rPr lang="pt-BR" sz="5400" dirty="0"/>
              <a:t>ENTÃO, A VIDA É MISSÃO, O AMOR É MISSÃO</a:t>
            </a:r>
            <a:br>
              <a:rPr lang="pt-BR" sz="5400" dirty="0"/>
            </a:br>
            <a:r>
              <a:rPr lang="pt-BR" sz="5400" dirty="0"/>
              <a:t>ENTÃO, JESUS É MISSÃO, A IGREJA É MISSÃO</a:t>
            </a:r>
            <a:br>
              <a:rPr lang="pt-BR" sz="5400" dirty="0"/>
            </a:br>
            <a:r>
              <a:rPr lang="pt-BR" sz="5400" dirty="0"/>
              <a:t>ENTÃO, NÓS SOMOS MISSÃO, MISSÃO LOCAL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657612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4025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0079145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2529077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016279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TERESINHA, Ó TERESINHA, TRANSFORMAI AS NOSSAS DORES, PELAS GRAÇAS E MILAGRES EM FORMOSAS, GRATAS FLORES. TERESINHA, Ó TERESINHA, HOJE, SEMPRE, O ANO INTEIRO, LEMBRARÃO VOSSOS FAVORES COM AMOR OS BRASILEIROS. LEMBRARÃO VOSSOS FAVORES COM AMOR OS BRASILEIROS.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195677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10048</TotalTime>
  <Words>1523</Words>
  <Application>Microsoft Office PowerPoint</Application>
  <PresentationFormat>Widescreen</PresentationFormat>
  <Paragraphs>135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LADAINHA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58</cp:revision>
  <dcterms:created xsi:type="dcterms:W3CDTF">2023-05-06T17:01:55Z</dcterms:created>
  <dcterms:modified xsi:type="dcterms:W3CDTF">2026-10-01T17:44:36Z</dcterms:modified>
</cp:coreProperties>
</file>