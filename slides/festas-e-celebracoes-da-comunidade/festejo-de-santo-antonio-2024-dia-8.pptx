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256" r:id="rId3"/>
    <p:sldId id="326" r:id="rId4"/>
    <p:sldId id="451" r:id="rId5"/>
    <p:sldId id="450" r:id="rId6"/>
    <p:sldId id="452" r:id="rId7"/>
    <p:sldId id="441" r:id="rId8"/>
    <p:sldId id="453" r:id="rId9"/>
    <p:sldId id="327" r:id="rId10"/>
    <p:sldId id="454" r:id="rId11"/>
    <p:sldId id="258" r:id="rId12"/>
    <p:sldId id="259" r:id="rId13"/>
    <p:sldId id="279" r:id="rId14"/>
    <p:sldId id="260" r:id="rId15"/>
    <p:sldId id="261" r:id="rId16"/>
    <p:sldId id="262" r:id="rId17"/>
    <p:sldId id="263" r:id="rId18"/>
    <p:sldId id="283" r:id="rId19"/>
    <p:sldId id="308" r:id="rId20"/>
    <p:sldId id="264" r:id="rId21"/>
    <p:sldId id="265" r:id="rId22"/>
    <p:sldId id="266" r:id="rId23"/>
    <p:sldId id="267" r:id="rId24"/>
    <p:sldId id="268" r:id="rId25"/>
    <p:sldId id="291" r:id="rId26"/>
    <p:sldId id="293" r:id="rId27"/>
    <p:sldId id="294" r:id="rId28"/>
    <p:sldId id="295" r:id="rId29"/>
    <p:sldId id="271" r:id="rId30"/>
    <p:sldId id="269" r:id="rId31"/>
    <p:sldId id="455" r:id="rId32"/>
    <p:sldId id="456" r:id="rId33"/>
    <p:sldId id="457" r:id="rId34"/>
    <p:sldId id="292" r:id="rId35"/>
    <p:sldId id="272" r:id="rId36"/>
    <p:sldId id="273" r:id="rId37"/>
    <p:sldId id="286" r:id="rId38"/>
    <p:sldId id="275" r:id="rId39"/>
    <p:sldId id="423" r:id="rId40"/>
    <p:sldId id="458" r:id="rId41"/>
    <p:sldId id="446" r:id="rId42"/>
    <p:sldId id="424" r:id="rId43"/>
    <p:sldId id="425" r:id="rId44"/>
    <p:sldId id="448" r:id="rId45"/>
    <p:sldId id="459" r:id="rId46"/>
    <p:sldId id="277" r:id="rId47"/>
    <p:sldId id="296" r:id="rId48"/>
    <p:sldId id="324" r:id="rId49"/>
    <p:sldId id="325" r:id="rId50"/>
    <p:sldId id="460" r:id="rId51"/>
    <p:sldId id="322" r:id="rId52"/>
    <p:sldId id="323" r:id="rId53"/>
    <p:sldId id="298" r:id="rId54"/>
    <p:sldId id="299" r:id="rId55"/>
    <p:sldId id="300" r:id="rId56"/>
    <p:sldId id="297" r:id="rId57"/>
    <p:sldId id="278" r:id="rId58"/>
    <p:sldId id="433" r:id="rId59"/>
    <p:sldId id="437" r:id="rId6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B4DF8B35-3187-46A3-8384-AA750921A43B}"/>
    <pc:docChg chg="custSel addSld delSld modSld sldOrd">
      <pc:chgData name="anaclaracosta116@gmail.com" userId="a793634777582c92" providerId="LiveId" clId="{B4DF8B35-3187-46A3-8384-AA750921A43B}" dt="2024-06-08T21:40:57.867" v="563" actId="20577"/>
      <pc:docMkLst>
        <pc:docMk/>
      </pc:docMkLst>
      <pc:sldChg chg="modSp mod">
        <pc:chgData name="anaclaracosta116@gmail.com" userId="a793634777582c92" providerId="LiveId" clId="{B4DF8B35-3187-46A3-8384-AA750921A43B}" dt="2024-06-08T17:02:15.437" v="116" actId="14100"/>
        <pc:sldMkLst>
          <pc:docMk/>
          <pc:sldMk cId="2490480151" sldId="259"/>
        </pc:sldMkLst>
        <pc:spChg chg="mod">
          <ac:chgData name="anaclaracosta116@gmail.com" userId="a793634777582c92" providerId="LiveId" clId="{B4DF8B35-3187-46A3-8384-AA750921A43B}" dt="2024-06-08T17:02:15.437" v="116" actId="14100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17:15:11.594" v="370" actId="113"/>
        <pc:sldMkLst>
          <pc:docMk/>
          <pc:sldMk cId="337661645" sldId="261"/>
        </pc:sldMkLst>
        <pc:spChg chg="mod">
          <ac:chgData name="anaclaracosta116@gmail.com" userId="a793634777582c92" providerId="LiveId" clId="{B4DF8B35-3187-46A3-8384-AA750921A43B}" dt="2024-06-08T17:15:11.594" v="370" actId="11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17:15:42.414" v="386" actId="27636"/>
        <pc:sldMkLst>
          <pc:docMk/>
          <pc:sldMk cId="3868190215" sldId="262"/>
        </pc:sldMkLst>
        <pc:spChg chg="mod">
          <ac:chgData name="anaclaracosta116@gmail.com" userId="a793634777582c92" providerId="LiveId" clId="{B4DF8B35-3187-46A3-8384-AA750921A43B}" dt="2024-06-08T17:15:42.414" v="386" actId="27636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17:15:39.195" v="384" actId="27636"/>
        <pc:sldMkLst>
          <pc:docMk/>
          <pc:sldMk cId="1799863211" sldId="263"/>
        </pc:sldMkLst>
        <pc:spChg chg="mod">
          <ac:chgData name="anaclaracosta116@gmail.com" userId="a793634777582c92" providerId="LiveId" clId="{B4DF8B35-3187-46A3-8384-AA750921A43B}" dt="2024-06-08T17:15:39.195" v="384" actId="27636"/>
          <ac:spMkLst>
            <pc:docMk/>
            <pc:sldMk cId="1799863211" sldId="2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17:18:46.291" v="416"/>
        <pc:sldMkLst>
          <pc:docMk/>
          <pc:sldMk cId="3388034860" sldId="265"/>
        </pc:sldMkLst>
        <pc:spChg chg="mod">
          <ac:chgData name="anaclaracosta116@gmail.com" userId="a793634777582c92" providerId="LiveId" clId="{B4DF8B35-3187-46A3-8384-AA750921A43B}" dt="2024-06-08T17:18:46.291" v="41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17:19:28.083" v="419"/>
        <pc:sldMkLst>
          <pc:docMk/>
          <pc:sldMk cId="2671817442" sldId="267"/>
        </pc:sldMkLst>
        <pc:spChg chg="mod">
          <ac:chgData name="anaclaracosta116@gmail.com" userId="a793634777582c92" providerId="LiveId" clId="{B4DF8B35-3187-46A3-8384-AA750921A43B}" dt="2024-06-08T17:19:28.083" v="419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17:21:53.816" v="436" actId="113"/>
        <pc:sldMkLst>
          <pc:docMk/>
          <pc:sldMk cId="2786277918" sldId="269"/>
        </pc:sldMkLst>
        <pc:spChg chg="mod">
          <ac:chgData name="anaclaracosta116@gmail.com" userId="a793634777582c92" providerId="LiveId" clId="{B4DF8B35-3187-46A3-8384-AA750921A43B}" dt="2024-06-08T17:21:53.816" v="436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17:30:49.737" v="482" actId="113"/>
        <pc:sldMkLst>
          <pc:docMk/>
          <pc:sldMk cId="1963412704" sldId="275"/>
        </pc:sldMkLst>
        <pc:spChg chg="mod">
          <ac:chgData name="anaclaracosta116@gmail.com" userId="a793634777582c92" providerId="LiveId" clId="{B4DF8B35-3187-46A3-8384-AA750921A43B}" dt="2024-06-08T17:30:49.737" v="482" actId="113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17:40:43.003" v="520" actId="27636"/>
        <pc:sldMkLst>
          <pc:docMk/>
          <pc:sldMk cId="2451993942" sldId="278"/>
        </pc:sldMkLst>
        <pc:spChg chg="mod">
          <ac:chgData name="anaclaracosta116@gmail.com" userId="a793634777582c92" providerId="LiveId" clId="{B4DF8B35-3187-46A3-8384-AA750921A43B}" dt="2024-06-08T17:40:43.003" v="520" actId="27636"/>
          <ac:spMkLst>
            <pc:docMk/>
            <pc:sldMk cId="2451993942" sldId="27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21:40:57.867" v="563" actId="20577"/>
        <pc:sldMkLst>
          <pc:docMk/>
          <pc:sldMk cId="4082794164" sldId="279"/>
        </pc:sldMkLst>
        <pc:spChg chg="mod">
          <ac:chgData name="anaclaracosta116@gmail.com" userId="a793634777582c92" providerId="LiveId" clId="{B4DF8B35-3187-46A3-8384-AA750921A43B}" dt="2024-06-08T21:40:57.867" v="563" actId="20577"/>
          <ac:spMkLst>
            <pc:docMk/>
            <pc:sldMk cId="4082794164" sldId="27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17:16:10.934" v="395" actId="20577"/>
        <pc:sldMkLst>
          <pc:docMk/>
          <pc:sldMk cId="2109729473" sldId="283"/>
        </pc:sldMkLst>
        <pc:spChg chg="mod">
          <ac:chgData name="anaclaracosta116@gmail.com" userId="a793634777582c92" providerId="LiveId" clId="{B4DF8B35-3187-46A3-8384-AA750921A43B}" dt="2024-06-08T17:16:10.934" v="395" actId="20577"/>
          <ac:spMkLst>
            <pc:docMk/>
            <pc:sldMk cId="2109729473" sldId="28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18:29:37.175" v="538" actId="120"/>
        <pc:sldMkLst>
          <pc:docMk/>
          <pc:sldMk cId="80886998" sldId="296"/>
        </pc:sldMkLst>
        <pc:spChg chg="mod">
          <ac:chgData name="anaclaracosta116@gmail.com" userId="a793634777582c92" providerId="LiveId" clId="{B4DF8B35-3187-46A3-8384-AA750921A43B}" dt="2024-06-08T18:29:37.175" v="538" actId="120"/>
          <ac:spMkLst>
            <pc:docMk/>
            <pc:sldMk cId="80886998" sldId="296"/>
            <ac:spMk id="3" creationId="{FC8F7E34-DB8C-1CEE-BAF4-E537563F9CD2}"/>
          </ac:spMkLst>
        </pc:spChg>
      </pc:sldChg>
      <pc:sldChg chg="delSp mod">
        <pc:chgData name="anaclaracosta116@gmail.com" userId="a793634777582c92" providerId="LiveId" clId="{B4DF8B35-3187-46A3-8384-AA750921A43B}" dt="2024-06-08T18:30:20.554" v="544" actId="21"/>
        <pc:sldMkLst>
          <pc:docMk/>
          <pc:sldMk cId="1473594096" sldId="303"/>
        </pc:sldMkLst>
        <pc:spChg chg="del">
          <ac:chgData name="anaclaracosta116@gmail.com" userId="a793634777582c92" providerId="LiveId" clId="{B4DF8B35-3187-46A3-8384-AA750921A43B}" dt="2024-06-08T18:30:20.554" v="544" actId="21"/>
          <ac:spMkLst>
            <pc:docMk/>
            <pc:sldMk cId="1473594096" sldId="303"/>
            <ac:spMk id="6" creationId="{2F27DBC3-BCE4-6917-C1E9-DBCA1FD0DA04}"/>
          </ac:spMkLst>
        </pc:spChg>
      </pc:sldChg>
      <pc:sldChg chg="modSp mod">
        <pc:chgData name="anaclaracosta116@gmail.com" userId="a793634777582c92" providerId="LiveId" clId="{B4DF8B35-3187-46A3-8384-AA750921A43B}" dt="2024-06-08T17:16:44.910" v="414" actId="20577"/>
        <pc:sldMkLst>
          <pc:docMk/>
          <pc:sldMk cId="1079925768" sldId="308"/>
        </pc:sldMkLst>
        <pc:spChg chg="mod">
          <ac:chgData name="anaclaracosta116@gmail.com" userId="a793634777582c92" providerId="LiveId" clId="{B4DF8B35-3187-46A3-8384-AA750921A43B}" dt="2024-06-08T17:16:44.910" v="414" actId="20577"/>
          <ac:spMkLst>
            <pc:docMk/>
            <pc:sldMk cId="1079925768" sldId="30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4DF8B35-3187-46A3-8384-AA750921A43B}" dt="2024-06-08T17:21:58.719" v="437" actId="2696"/>
        <pc:sldMkLst>
          <pc:docMk/>
          <pc:sldMk cId="1653911" sldId="318"/>
        </pc:sldMkLst>
      </pc:sldChg>
      <pc:sldChg chg="del">
        <pc:chgData name="anaclaracosta116@gmail.com" userId="a793634777582c92" providerId="LiveId" clId="{B4DF8B35-3187-46A3-8384-AA750921A43B}" dt="2024-06-08T17:23:11.717" v="441" actId="2696"/>
        <pc:sldMkLst>
          <pc:docMk/>
          <pc:sldMk cId="134359757" sldId="319"/>
        </pc:sldMkLst>
      </pc:sldChg>
      <pc:sldChg chg="modSp mod">
        <pc:chgData name="anaclaracosta116@gmail.com" userId="a793634777582c92" providerId="LiveId" clId="{B4DF8B35-3187-46A3-8384-AA750921A43B}" dt="2024-06-08T18:29:44.175" v="539" actId="113"/>
        <pc:sldMkLst>
          <pc:docMk/>
          <pc:sldMk cId="1540764129" sldId="324"/>
        </pc:sldMkLst>
        <pc:spChg chg="mod">
          <ac:chgData name="anaclaracosta116@gmail.com" userId="a793634777582c92" providerId="LiveId" clId="{B4DF8B35-3187-46A3-8384-AA750921A43B}" dt="2024-06-08T18:29:44.175" v="539" actId="113"/>
          <ac:spMkLst>
            <pc:docMk/>
            <pc:sldMk cId="1540764129" sldId="32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18:29:31.820" v="537" actId="120"/>
        <pc:sldMkLst>
          <pc:docMk/>
          <pc:sldMk cId="4247229575" sldId="325"/>
        </pc:sldMkLst>
        <pc:spChg chg="mod">
          <ac:chgData name="anaclaracosta116@gmail.com" userId="a793634777582c92" providerId="LiveId" clId="{B4DF8B35-3187-46A3-8384-AA750921A43B}" dt="2024-06-08T18:29:31.820" v="537" actId="120"/>
          <ac:spMkLst>
            <pc:docMk/>
            <pc:sldMk cId="4247229575" sldId="32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4DF8B35-3187-46A3-8384-AA750921A43B}" dt="2024-06-08T17:23:05.661" v="439" actId="2696"/>
        <pc:sldMkLst>
          <pc:docMk/>
          <pc:sldMk cId="1426116115" sldId="328"/>
        </pc:sldMkLst>
      </pc:sldChg>
      <pc:sldChg chg="del">
        <pc:chgData name="anaclaracosta116@gmail.com" userId="a793634777582c92" providerId="LiveId" clId="{B4DF8B35-3187-46A3-8384-AA750921A43B}" dt="2024-06-08T17:23:31.476" v="443" actId="2696"/>
        <pc:sldMkLst>
          <pc:docMk/>
          <pc:sldMk cId="1051377901" sldId="329"/>
        </pc:sldMkLst>
      </pc:sldChg>
      <pc:sldChg chg="del">
        <pc:chgData name="anaclaracosta116@gmail.com" userId="a793634777582c92" providerId="LiveId" clId="{B4DF8B35-3187-46A3-8384-AA750921A43B}" dt="2024-06-08T17:23:45.365" v="445" actId="2696"/>
        <pc:sldMkLst>
          <pc:docMk/>
          <pc:sldMk cId="772171650" sldId="330"/>
        </pc:sldMkLst>
      </pc:sldChg>
      <pc:sldChg chg="modSp mod">
        <pc:chgData name="anaclaracosta116@gmail.com" userId="a793634777582c92" providerId="LiveId" clId="{B4DF8B35-3187-46A3-8384-AA750921A43B}" dt="2024-06-08T17:31:17.663" v="485" actId="113"/>
        <pc:sldMkLst>
          <pc:docMk/>
          <pc:sldMk cId="3572284562" sldId="423"/>
        </pc:sldMkLst>
        <pc:spChg chg="mod">
          <ac:chgData name="anaclaracosta116@gmail.com" userId="a793634777582c92" providerId="LiveId" clId="{B4DF8B35-3187-46A3-8384-AA750921A43B}" dt="2024-06-08T17:31:17.663" v="485" actId="113"/>
          <ac:spMkLst>
            <pc:docMk/>
            <pc:sldMk cId="3572284562" sldId="42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17:33:51.709" v="499" actId="27636"/>
        <pc:sldMkLst>
          <pc:docMk/>
          <pc:sldMk cId="2091540066" sldId="424"/>
        </pc:sldMkLst>
        <pc:spChg chg="mod">
          <ac:chgData name="anaclaracosta116@gmail.com" userId="a793634777582c92" providerId="LiveId" clId="{B4DF8B35-3187-46A3-8384-AA750921A43B}" dt="2024-06-08T17:33:51.709" v="499" actId="27636"/>
          <ac:spMkLst>
            <pc:docMk/>
            <pc:sldMk cId="2091540066" sldId="424"/>
            <ac:spMk id="3" creationId="{FC8F7E34-DB8C-1CEE-BAF4-E537563F9CD2}"/>
          </ac:spMkLst>
        </pc:spChg>
      </pc:sldChg>
      <pc:sldChg chg="modSp mod ord">
        <pc:chgData name="anaclaracosta116@gmail.com" userId="a793634777582c92" providerId="LiveId" clId="{B4DF8B35-3187-46A3-8384-AA750921A43B}" dt="2024-06-08T17:37:02.557" v="511"/>
        <pc:sldMkLst>
          <pc:docMk/>
          <pc:sldMk cId="3265102569" sldId="425"/>
        </pc:sldMkLst>
        <pc:spChg chg="mod">
          <ac:chgData name="anaclaracosta116@gmail.com" userId="a793634777582c92" providerId="LiveId" clId="{B4DF8B35-3187-46A3-8384-AA750921A43B}" dt="2024-06-08T17:34:18.878" v="504" actId="113"/>
          <ac:spMkLst>
            <pc:docMk/>
            <pc:sldMk cId="3265102569" sldId="42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4DF8B35-3187-46A3-8384-AA750921A43B}" dt="2024-06-08T17:38:23.536" v="513" actId="2696"/>
        <pc:sldMkLst>
          <pc:docMk/>
          <pc:sldMk cId="1457938276" sldId="426"/>
        </pc:sldMkLst>
      </pc:sldChg>
      <pc:sldChg chg="del">
        <pc:chgData name="anaclaracosta116@gmail.com" userId="a793634777582c92" providerId="LiveId" clId="{B4DF8B35-3187-46A3-8384-AA750921A43B}" dt="2024-06-08T17:38:35.441" v="518" actId="2696"/>
        <pc:sldMkLst>
          <pc:docMk/>
          <pc:sldMk cId="1277549265" sldId="427"/>
        </pc:sldMkLst>
      </pc:sldChg>
      <pc:sldChg chg="modSp mod">
        <pc:chgData name="anaclaracosta116@gmail.com" userId="a793634777582c92" providerId="LiveId" clId="{B4DF8B35-3187-46A3-8384-AA750921A43B}" dt="2024-06-08T17:41:15.276" v="522" actId="27636"/>
        <pc:sldMkLst>
          <pc:docMk/>
          <pc:sldMk cId="3809082352" sldId="433"/>
        </pc:sldMkLst>
        <pc:spChg chg="mod">
          <ac:chgData name="anaclaracosta116@gmail.com" userId="a793634777582c92" providerId="LiveId" clId="{B4DF8B35-3187-46A3-8384-AA750921A43B}" dt="2024-06-08T17:41:15.276" v="522" actId="27636"/>
          <ac:spMkLst>
            <pc:docMk/>
            <pc:sldMk cId="3809082352" sldId="43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4DF8B35-3187-46A3-8384-AA750921A43B}" dt="2024-06-08T17:41:51.273" v="525" actId="2696"/>
        <pc:sldMkLst>
          <pc:docMk/>
          <pc:sldMk cId="885900021" sldId="434"/>
        </pc:sldMkLst>
      </pc:sldChg>
      <pc:sldChg chg="del">
        <pc:chgData name="anaclaracosta116@gmail.com" userId="a793634777582c92" providerId="LiveId" clId="{B4DF8B35-3187-46A3-8384-AA750921A43B}" dt="2024-06-08T17:42:01.108" v="527" actId="2696"/>
        <pc:sldMkLst>
          <pc:docMk/>
          <pc:sldMk cId="3258877029" sldId="435"/>
        </pc:sldMkLst>
      </pc:sldChg>
      <pc:sldChg chg="del">
        <pc:chgData name="anaclaracosta116@gmail.com" userId="a793634777582c92" providerId="LiveId" clId="{B4DF8B35-3187-46A3-8384-AA750921A43B}" dt="2024-06-08T17:42:07.179" v="529" actId="2696"/>
        <pc:sldMkLst>
          <pc:docMk/>
          <pc:sldMk cId="4047588610" sldId="436"/>
        </pc:sldMkLst>
      </pc:sldChg>
      <pc:sldChg chg="modSp mod">
        <pc:chgData name="anaclaracosta116@gmail.com" userId="a793634777582c92" providerId="LiveId" clId="{B4DF8B35-3187-46A3-8384-AA750921A43B}" dt="2024-06-08T17:41:45.862" v="524" actId="27636"/>
        <pc:sldMkLst>
          <pc:docMk/>
          <pc:sldMk cId="2307340374" sldId="437"/>
        </pc:sldMkLst>
        <pc:spChg chg="mod">
          <ac:chgData name="anaclaracosta116@gmail.com" userId="a793634777582c92" providerId="LiveId" clId="{B4DF8B35-3187-46A3-8384-AA750921A43B}" dt="2024-06-08T17:41:45.862" v="524" actId="27636"/>
          <ac:spMkLst>
            <pc:docMk/>
            <pc:sldMk cId="2307340374" sldId="43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4DF8B35-3187-46A3-8384-AA750921A43B}" dt="2024-06-08T17:41:56.555" v="526" actId="2696"/>
        <pc:sldMkLst>
          <pc:docMk/>
          <pc:sldMk cId="1148954563" sldId="438"/>
        </pc:sldMkLst>
      </pc:sldChg>
      <pc:sldChg chg="del">
        <pc:chgData name="anaclaracosta116@gmail.com" userId="a793634777582c92" providerId="LiveId" clId="{B4DF8B35-3187-46A3-8384-AA750921A43B}" dt="2024-06-08T17:42:04.269" v="528" actId="2696"/>
        <pc:sldMkLst>
          <pc:docMk/>
          <pc:sldMk cId="3999170119" sldId="439"/>
        </pc:sldMkLst>
      </pc:sldChg>
      <pc:sldChg chg="del">
        <pc:chgData name="anaclaracosta116@gmail.com" userId="a793634777582c92" providerId="LiveId" clId="{B4DF8B35-3187-46A3-8384-AA750921A43B}" dt="2024-06-08T18:29:49.373" v="540" actId="2696"/>
        <pc:sldMkLst>
          <pc:docMk/>
          <pc:sldMk cId="1542682826" sldId="440"/>
        </pc:sldMkLst>
      </pc:sldChg>
      <pc:sldChg chg="del">
        <pc:chgData name="anaclaracosta116@gmail.com" userId="a793634777582c92" providerId="LiveId" clId="{B4DF8B35-3187-46A3-8384-AA750921A43B}" dt="2024-06-08T17:22:01.116" v="438" actId="2696"/>
        <pc:sldMkLst>
          <pc:docMk/>
          <pc:sldMk cId="1045655093" sldId="442"/>
        </pc:sldMkLst>
      </pc:sldChg>
      <pc:sldChg chg="del">
        <pc:chgData name="anaclaracosta116@gmail.com" userId="a793634777582c92" providerId="LiveId" clId="{B4DF8B35-3187-46A3-8384-AA750921A43B}" dt="2024-06-08T17:23:08.602" v="440" actId="2696"/>
        <pc:sldMkLst>
          <pc:docMk/>
          <pc:sldMk cId="2695294290" sldId="443"/>
        </pc:sldMkLst>
      </pc:sldChg>
      <pc:sldChg chg="del">
        <pc:chgData name="anaclaracosta116@gmail.com" userId="a793634777582c92" providerId="LiveId" clId="{B4DF8B35-3187-46A3-8384-AA750921A43B}" dt="2024-06-08T17:23:20.079" v="442" actId="2696"/>
        <pc:sldMkLst>
          <pc:docMk/>
          <pc:sldMk cId="842320724" sldId="444"/>
        </pc:sldMkLst>
      </pc:sldChg>
      <pc:sldChg chg="del">
        <pc:chgData name="anaclaracosta116@gmail.com" userId="a793634777582c92" providerId="LiveId" clId="{B4DF8B35-3187-46A3-8384-AA750921A43B}" dt="2024-06-08T17:23:35.158" v="444" actId="2696"/>
        <pc:sldMkLst>
          <pc:docMk/>
          <pc:sldMk cId="3371141086" sldId="445"/>
        </pc:sldMkLst>
      </pc:sldChg>
      <pc:sldChg chg="modSp mod">
        <pc:chgData name="anaclaracosta116@gmail.com" userId="a793634777582c92" providerId="LiveId" clId="{B4DF8B35-3187-46A3-8384-AA750921A43B}" dt="2024-06-08T17:32:28.285" v="492" actId="27636"/>
        <pc:sldMkLst>
          <pc:docMk/>
          <pc:sldMk cId="1440019987" sldId="446"/>
        </pc:sldMkLst>
        <pc:spChg chg="mod">
          <ac:chgData name="anaclaracosta116@gmail.com" userId="a793634777582c92" providerId="LiveId" clId="{B4DF8B35-3187-46A3-8384-AA750921A43B}" dt="2024-06-08T17:32:28.285" v="492" actId="27636"/>
          <ac:spMkLst>
            <pc:docMk/>
            <pc:sldMk cId="1440019987" sldId="446"/>
            <ac:spMk id="3" creationId="{FC8F7E34-DB8C-1CEE-BAF4-E537563F9CD2}"/>
          </ac:spMkLst>
        </pc:spChg>
      </pc:sldChg>
      <pc:sldChg chg="modSp del mod">
        <pc:chgData name="anaclaracosta116@gmail.com" userId="a793634777582c92" providerId="LiveId" clId="{B4DF8B35-3187-46A3-8384-AA750921A43B}" dt="2024-06-08T17:34:24.235" v="505" actId="2696"/>
        <pc:sldMkLst>
          <pc:docMk/>
          <pc:sldMk cId="2191089623" sldId="447"/>
        </pc:sldMkLst>
        <pc:spChg chg="mod">
          <ac:chgData name="anaclaracosta116@gmail.com" userId="a793634777582c92" providerId="LiveId" clId="{B4DF8B35-3187-46A3-8384-AA750921A43B}" dt="2024-06-08T17:33:28.696" v="497" actId="27636"/>
          <ac:spMkLst>
            <pc:docMk/>
            <pc:sldMk cId="2191089623" sldId="44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4DF8B35-3187-46A3-8384-AA750921A43B}" dt="2024-06-08T17:37:19.464" v="512" actId="113"/>
        <pc:sldMkLst>
          <pc:docMk/>
          <pc:sldMk cId="1050211216" sldId="448"/>
        </pc:sldMkLst>
        <pc:spChg chg="mod">
          <ac:chgData name="anaclaracosta116@gmail.com" userId="a793634777582c92" providerId="LiveId" clId="{B4DF8B35-3187-46A3-8384-AA750921A43B}" dt="2024-06-08T17:37:19.464" v="512" actId="113"/>
          <ac:spMkLst>
            <pc:docMk/>
            <pc:sldMk cId="1050211216" sldId="44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4DF8B35-3187-46A3-8384-AA750921A43B}" dt="2024-06-08T17:38:26.539" v="514" actId="2696"/>
        <pc:sldMkLst>
          <pc:docMk/>
          <pc:sldMk cId="1872035232" sldId="449"/>
        </pc:sldMkLst>
      </pc:sldChg>
      <pc:sldChg chg="modSp add mod">
        <pc:chgData name="anaclaracosta116@gmail.com" userId="a793634777582c92" providerId="LiveId" clId="{B4DF8B35-3187-46A3-8384-AA750921A43B}" dt="2024-06-08T17:25:07.521" v="457" actId="20577"/>
        <pc:sldMkLst>
          <pc:docMk/>
          <pc:sldMk cId="3727316056" sldId="455"/>
        </pc:sldMkLst>
        <pc:spChg chg="mod">
          <ac:chgData name="anaclaracosta116@gmail.com" userId="a793634777582c92" providerId="LiveId" clId="{B4DF8B35-3187-46A3-8384-AA750921A43B}" dt="2024-06-08T17:25:07.521" v="457" actId="20577"/>
          <ac:spMkLst>
            <pc:docMk/>
            <pc:sldMk cId="3727316056" sldId="45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4DF8B35-3187-46A3-8384-AA750921A43B}" dt="2024-06-08T17:25:40.600" v="466"/>
        <pc:sldMkLst>
          <pc:docMk/>
          <pc:sldMk cId="3054214047" sldId="456"/>
        </pc:sldMkLst>
        <pc:spChg chg="mod">
          <ac:chgData name="anaclaracosta116@gmail.com" userId="a793634777582c92" providerId="LiveId" clId="{B4DF8B35-3187-46A3-8384-AA750921A43B}" dt="2024-06-08T17:25:40.600" v="466"/>
          <ac:spMkLst>
            <pc:docMk/>
            <pc:sldMk cId="3054214047" sldId="456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4DF8B35-3187-46A3-8384-AA750921A43B}" dt="2024-06-08T17:26:59.291" v="479" actId="27636"/>
        <pc:sldMkLst>
          <pc:docMk/>
          <pc:sldMk cId="4222301615" sldId="457"/>
        </pc:sldMkLst>
        <pc:spChg chg="mod">
          <ac:chgData name="anaclaracosta116@gmail.com" userId="a793634777582c92" providerId="LiveId" clId="{B4DF8B35-3187-46A3-8384-AA750921A43B}" dt="2024-06-08T17:26:59.291" v="479" actId="27636"/>
          <ac:spMkLst>
            <pc:docMk/>
            <pc:sldMk cId="4222301615" sldId="457"/>
            <ac:spMk id="3" creationId="{FC8F7E34-DB8C-1CEE-BAF4-E537563F9CD2}"/>
          </ac:spMkLst>
        </pc:spChg>
      </pc:sldChg>
      <pc:sldChg chg="modSp add mod ord">
        <pc:chgData name="anaclaracosta116@gmail.com" userId="a793634777582c92" providerId="LiveId" clId="{B4DF8B35-3187-46A3-8384-AA750921A43B}" dt="2024-06-08T17:32:04.100" v="490" actId="27636"/>
        <pc:sldMkLst>
          <pc:docMk/>
          <pc:sldMk cId="1616045994" sldId="458"/>
        </pc:sldMkLst>
        <pc:spChg chg="mod">
          <ac:chgData name="anaclaracosta116@gmail.com" userId="a793634777582c92" providerId="LiveId" clId="{B4DF8B35-3187-46A3-8384-AA750921A43B}" dt="2024-06-08T17:32:04.100" v="490" actId="27636"/>
          <ac:spMkLst>
            <pc:docMk/>
            <pc:sldMk cId="1616045994" sldId="458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B4DF8B35-3187-46A3-8384-AA750921A43B}" dt="2024-06-08T17:38:31.325" v="517"/>
        <pc:sldMkLst>
          <pc:docMk/>
          <pc:sldMk cId="869914676" sldId="459"/>
        </pc:sldMkLst>
      </pc:sldChg>
      <pc:sldChg chg="add ord">
        <pc:chgData name="anaclaracosta116@gmail.com" userId="a793634777582c92" providerId="LiveId" clId="{B4DF8B35-3187-46A3-8384-AA750921A43B}" dt="2024-06-08T18:29:53.603" v="543"/>
        <pc:sldMkLst>
          <pc:docMk/>
          <pc:sldMk cId="1013116270" sldId="4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08/06/2024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DE8454F-7BCB-F03F-BBC5-83D4CEB9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9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E25773-42FD-B98F-F247-E337474EBD83}"/>
              </a:ext>
            </a:extLst>
          </p:cNvPr>
          <p:cNvSpPr txBox="1"/>
          <p:nvPr/>
        </p:nvSpPr>
        <p:spPr>
          <a:xfrm>
            <a:off x="2249714" y="3742005"/>
            <a:ext cx="96210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FESTEJO DE SANTO ANTÔNIO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F3A939-4592-4A63-17B5-28F2C2C5C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59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800" b="1" dirty="0"/>
              <a:t>DE ALEGRIA VIBREI NO SENHOR,</a:t>
            </a:r>
          </a:p>
          <a:p>
            <a:pPr algn="just"/>
            <a:r>
              <a:rPr lang="pt-BR" sz="6800" b="1" dirty="0"/>
              <a:t>POIS VESTIU-ME COM SUA JUSTIÇA,</a:t>
            </a:r>
          </a:p>
          <a:p>
            <a:pPr algn="just"/>
            <a:r>
              <a:rPr lang="pt-BR" sz="6800" b="1" dirty="0"/>
              <a:t>ADORNOU-ME COM JÓIAS BONITAS,</a:t>
            </a:r>
          </a:p>
          <a:p>
            <a:pPr algn="just"/>
            <a:r>
              <a:rPr lang="pt-BR" sz="6800" b="1" dirty="0"/>
              <a:t>COMO ESPOSA DO REI ME ELEVOU.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000" dirty="0"/>
              <a:t>1. TRANSBORDA O MEU CORAÇÃO</a:t>
            </a:r>
          </a:p>
          <a:p>
            <a:pPr algn="l"/>
            <a:r>
              <a:rPr lang="pt-BR" sz="8000" dirty="0"/>
              <a:t>EM BELOS VERSOS AO REI,</a:t>
            </a:r>
          </a:p>
          <a:p>
            <a:pPr algn="l"/>
            <a:r>
              <a:rPr lang="pt-BR" sz="8000" dirty="0"/>
              <a:t>UM POEMA, UMA CANÇÃO</a:t>
            </a:r>
          </a:p>
          <a:p>
            <a:pPr algn="l"/>
            <a:r>
              <a:rPr lang="pt-BR" sz="8000" dirty="0"/>
              <a:t>COM A LÍNGUA ESCREVEREI.</a:t>
            </a:r>
          </a:p>
          <a:p>
            <a:pPr algn="l"/>
            <a:r>
              <a:rPr lang="pt-BR" sz="8000" dirty="0"/>
              <a:t>DE TODOS ÉS O MAIS BELO,</a:t>
            </a:r>
          </a:p>
          <a:p>
            <a:pPr algn="l"/>
            <a:r>
              <a:rPr lang="pt-BR" sz="8000" dirty="0"/>
              <a:t>A GRAÇA DESABROCHOU</a:t>
            </a:r>
          </a:p>
          <a:p>
            <a:pPr algn="l"/>
            <a:r>
              <a:rPr lang="pt-BR" sz="8000" dirty="0"/>
              <a:t>EM TEU SEMBLANTE, EM TEUS LÁBIOS</a:t>
            </a:r>
          </a:p>
          <a:p>
            <a:pPr algn="l"/>
            <a:r>
              <a:rPr lang="pt-BR" sz="8000" dirty="0"/>
              <a:t>PRA SEMPRE DEUS TE ABENÇOOU.</a:t>
            </a:r>
          </a:p>
        </p:txBody>
      </p:sp>
    </p:spTree>
    <p:extLst>
      <p:ext uri="{BB962C8B-B14F-4D97-AF65-F5344CB8AC3E}">
        <p14:creationId xmlns:p14="http://schemas.microsoft.com/office/powerpoint/2010/main" val="3410495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800" b="1" dirty="0"/>
              <a:t>DE ALEGRIA VIBREI NO SENHOR,</a:t>
            </a:r>
          </a:p>
          <a:p>
            <a:pPr algn="just"/>
            <a:r>
              <a:rPr lang="pt-BR" sz="6800" b="1" dirty="0"/>
              <a:t>POIS VESTIU-ME COM SUA JUSTIÇA,</a:t>
            </a:r>
          </a:p>
          <a:p>
            <a:pPr algn="just"/>
            <a:r>
              <a:rPr lang="pt-BR" sz="6800" b="1" dirty="0"/>
              <a:t>ADORNOU-ME COM JÓIAS BONITAS,</a:t>
            </a:r>
          </a:p>
          <a:p>
            <a:pPr algn="just"/>
            <a:r>
              <a:rPr lang="pt-BR" sz="6800" b="1" dirty="0"/>
              <a:t>COMO ESPOSA DO REI ME ELEVOU.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3865781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800" dirty="0"/>
              <a:t>2. VALENTE, FORTE, HERÓI.</a:t>
            </a:r>
          </a:p>
          <a:p>
            <a:pPr algn="just"/>
            <a:r>
              <a:rPr lang="pt-BR" sz="6800" dirty="0"/>
              <a:t>PELA VERDADE A LUTAR,</a:t>
            </a:r>
          </a:p>
          <a:p>
            <a:pPr algn="just"/>
            <a:r>
              <a:rPr lang="pt-BR" sz="6800" dirty="0"/>
              <a:t>A JUSTIÇA A DEFENDER,</a:t>
            </a:r>
          </a:p>
          <a:p>
            <a:pPr algn="just"/>
            <a:r>
              <a:rPr lang="pt-BR" sz="6800" dirty="0"/>
              <a:t>VITORIOSO TU SERÁS.</a:t>
            </a:r>
          </a:p>
          <a:p>
            <a:pPr algn="just"/>
            <a:r>
              <a:rPr lang="pt-BR" sz="6800" dirty="0"/>
              <a:t>LUTAS COM ARMA E PODER,</a:t>
            </a:r>
          </a:p>
          <a:p>
            <a:pPr algn="just"/>
            <a:r>
              <a:rPr lang="pt-BR" sz="6800" dirty="0"/>
              <a:t>O INIMIGO A CORRER,</a:t>
            </a:r>
          </a:p>
          <a:p>
            <a:pPr algn="just"/>
            <a:r>
              <a:rPr lang="pt-BR" sz="6800" dirty="0"/>
              <a:t>ETERNO É O TEU TRONO,</a:t>
            </a:r>
          </a:p>
          <a:p>
            <a:pPr algn="just"/>
            <a:r>
              <a:rPr lang="pt-BR" sz="6800" dirty="0"/>
              <a:t>Ó DEUS, É RETIDÃO PARA VALER!</a:t>
            </a:r>
          </a:p>
        </p:txBody>
      </p:sp>
    </p:spTree>
    <p:extLst>
      <p:ext uri="{BB962C8B-B14F-4D97-AF65-F5344CB8AC3E}">
        <p14:creationId xmlns:p14="http://schemas.microsoft.com/office/powerpoint/2010/main" val="316714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800" b="1" dirty="0"/>
              <a:t>DE ALEGRIA VIBREI NO SENHOR,</a:t>
            </a:r>
          </a:p>
          <a:p>
            <a:pPr algn="just"/>
            <a:r>
              <a:rPr lang="pt-BR" sz="6800" b="1" dirty="0"/>
              <a:t>POIS VESTIU-ME COM SUA JUSTIÇA,</a:t>
            </a:r>
          </a:p>
          <a:p>
            <a:pPr algn="just"/>
            <a:r>
              <a:rPr lang="pt-BR" sz="6800" b="1" dirty="0"/>
              <a:t>ADORNOU-ME COM JÓIAS BONITAS,</a:t>
            </a:r>
          </a:p>
          <a:p>
            <a:pPr algn="just"/>
            <a:r>
              <a:rPr lang="pt-BR" sz="6800" b="1" dirty="0"/>
              <a:t>COMO ESPOSA DO REI ME ELEVOU.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712092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800" dirty="0"/>
              <a:t>3. Ó REI, AMAS A JUSTIÇA,</a:t>
            </a:r>
          </a:p>
          <a:p>
            <a:pPr algn="just"/>
            <a:r>
              <a:rPr lang="pt-BR" sz="6800" dirty="0"/>
              <a:t>ODEIAS SEMPRE A MALDADE;</a:t>
            </a:r>
          </a:p>
          <a:p>
            <a:pPr algn="just"/>
            <a:r>
              <a:rPr lang="pt-BR" sz="6800" dirty="0"/>
              <a:t>COM O ÓLEO DA ALEGRIA</a:t>
            </a:r>
          </a:p>
          <a:p>
            <a:pPr algn="just"/>
            <a:r>
              <a:rPr lang="pt-BR" sz="6800" dirty="0"/>
              <a:t>UNGIU-TE O DEUS DA VERDADE.</a:t>
            </a:r>
          </a:p>
          <a:p>
            <a:pPr algn="just"/>
            <a:r>
              <a:rPr lang="pt-BR" sz="6800" dirty="0"/>
              <a:t>OS MAIS SUAVES PERFUMES,</a:t>
            </a:r>
          </a:p>
          <a:p>
            <a:pPr algn="just"/>
            <a:r>
              <a:rPr lang="pt-BR" sz="6800" dirty="0"/>
              <a:t>AS TUAS VESTES EXALAM;</a:t>
            </a:r>
          </a:p>
          <a:p>
            <a:pPr algn="just"/>
            <a:r>
              <a:rPr lang="pt-BR" sz="6800" dirty="0"/>
              <a:t>NO TEU PALÁCIO LUXUOSO</a:t>
            </a:r>
          </a:p>
          <a:p>
            <a:pPr algn="just"/>
            <a:r>
              <a:rPr lang="pt-BR" sz="6800" dirty="0"/>
              <a:t>BELOS ACORDES TE EMBALAM.</a:t>
            </a:r>
          </a:p>
        </p:txBody>
      </p:sp>
    </p:spTree>
    <p:extLst>
      <p:ext uri="{BB962C8B-B14F-4D97-AF65-F5344CB8AC3E}">
        <p14:creationId xmlns:p14="http://schemas.microsoft.com/office/powerpoint/2010/main" val="2206880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800" b="1" dirty="0"/>
              <a:t>DE ALEGRIA VIBREI NO SENHOR,</a:t>
            </a:r>
          </a:p>
          <a:p>
            <a:pPr algn="just"/>
            <a:r>
              <a:rPr lang="pt-BR" sz="6800" b="1" dirty="0"/>
              <a:t>POIS VESTIU-ME COM SUA JUSTIÇA,</a:t>
            </a:r>
          </a:p>
          <a:p>
            <a:pPr algn="just"/>
            <a:r>
              <a:rPr lang="pt-BR" sz="6800" b="1" dirty="0"/>
              <a:t>ADORNOU-ME COM JÓIAS BONITAS,</a:t>
            </a:r>
          </a:p>
          <a:p>
            <a:pPr algn="just"/>
            <a:r>
              <a:rPr lang="pt-BR" sz="6800" b="1" dirty="0"/>
              <a:t>COMO ESPOSA DO REI ME ELEVOU.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3298417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7200" dirty="0"/>
              <a:t>4. PRINCESAS SÃO TUAS DAMAS,</a:t>
            </a:r>
          </a:p>
          <a:p>
            <a:pPr algn="just"/>
            <a:r>
              <a:rPr lang="pt-BR" sz="7200" dirty="0"/>
              <a:t>A MÃE-RAINHA LÁ ESTÁ,</a:t>
            </a:r>
          </a:p>
          <a:p>
            <a:pPr algn="just"/>
            <a:r>
              <a:rPr lang="pt-BR" sz="7200" dirty="0"/>
              <a:t>TODA DE OURO ADORNADA,</a:t>
            </a:r>
          </a:p>
          <a:p>
            <a:pPr algn="just"/>
            <a:r>
              <a:rPr lang="pt-BR" sz="7200" dirty="0"/>
              <a:t>À SUA DIREITA A POUSAR.</a:t>
            </a:r>
          </a:p>
          <a:p>
            <a:pPr algn="just"/>
            <a:r>
              <a:rPr lang="pt-BR" sz="7200" dirty="0"/>
              <a:t>ESCUTA, Ó FILHA, ATENÇÃO!</a:t>
            </a:r>
          </a:p>
          <a:p>
            <a:pPr algn="just"/>
            <a:r>
              <a:rPr lang="pt-BR" sz="7200" dirty="0"/>
              <a:t>O REI DE TI SE ENCANTOU,</a:t>
            </a:r>
          </a:p>
          <a:p>
            <a:pPr algn="just"/>
            <a:r>
              <a:rPr lang="pt-BR" sz="7200" dirty="0"/>
              <a:t>ESQUECE OS TEUS, A TUA CASA,</a:t>
            </a:r>
          </a:p>
          <a:p>
            <a:pPr algn="just"/>
            <a:r>
              <a:rPr lang="pt-BR" sz="7200" dirty="0"/>
              <a:t>ADORA O REI, O TEU SENHOR!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542199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800" b="1" dirty="0"/>
              <a:t>DE ALEGRIA VIBREI NO SENHOR,</a:t>
            </a:r>
          </a:p>
          <a:p>
            <a:pPr algn="just"/>
            <a:r>
              <a:rPr lang="pt-BR" sz="6800" b="1" dirty="0"/>
              <a:t>POIS VESTIU-ME COM SUA JUSTIÇA,</a:t>
            </a:r>
          </a:p>
          <a:p>
            <a:pPr algn="just"/>
            <a:r>
              <a:rPr lang="pt-BR" sz="6800" b="1" dirty="0"/>
              <a:t>ADORNOU-ME COM JÓIAS BONITAS,</a:t>
            </a:r>
          </a:p>
          <a:p>
            <a:pPr algn="just"/>
            <a:r>
              <a:rPr lang="pt-BR" sz="6800" b="1" dirty="0"/>
              <a:t>COMO ESPOSA DO REI ME ELEVOU.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339965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049000" cy="5638799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7600" dirty="0"/>
              <a:t>CONFESSO A DEUS TODOS PODEROSO E A VÓS, IRMÃOS E IRMÃS, QUE PEQUEI MUITAS VEZES POR PENSAMENTOS E PALAVRAS, ATOS E OMISSÕES.</a:t>
            </a:r>
          </a:p>
          <a:p>
            <a:pPr algn="just"/>
            <a:r>
              <a:rPr lang="pt-BR" sz="17600" dirty="0"/>
              <a:t>POR MINHA CULPA, MINHA CULPA, MINHA TÃO GRANDE CULPA.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E PEÇO À VIRGEM MARIA, AOS ANJOS E SANTOS,</a:t>
            </a:r>
          </a:p>
          <a:p>
            <a:pPr algn="just"/>
            <a:r>
              <a:rPr lang="pt-BR" sz="9600" dirty="0"/>
              <a:t>E A VÓS, IRMÃOS E IRMÃS, QUE ROGUEIS POR MIM A DEUS NOSSO SENHOR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799618" cy="538941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400" b="1" dirty="0"/>
              <a:t>GLÓRIA, GLÓRIA, GLÓRIA A DEUS!</a:t>
            </a:r>
          </a:p>
          <a:p>
            <a:pPr algn="just"/>
            <a:r>
              <a:rPr lang="pt-BR" sz="6400" b="1" dirty="0"/>
              <a:t>GLÓRIA A DEUS NAS ALTURAS! (2X)</a:t>
            </a:r>
          </a:p>
          <a:p>
            <a:pPr algn="just"/>
            <a:endParaRPr lang="pt-BR" sz="6400" b="1" dirty="0"/>
          </a:p>
          <a:p>
            <a:pPr algn="just"/>
            <a:r>
              <a:rPr lang="pt-BR" sz="6400" dirty="0"/>
              <a:t>E PAZ NA TERRA AOS HOMENS POR ELE AMADOS</a:t>
            </a:r>
          </a:p>
          <a:p>
            <a:pPr algn="just"/>
            <a:endParaRPr lang="pt-BR" sz="6400" b="1" dirty="0"/>
          </a:p>
          <a:p>
            <a:pPr algn="just"/>
            <a:r>
              <a:rPr lang="pt-BR" sz="6400" dirty="0"/>
              <a:t>SENHOR DEUS, REI DO CÉUS, DEUS PAI TODO-PODEROSO</a:t>
            </a:r>
          </a:p>
          <a:p>
            <a:pPr algn="just"/>
            <a:endParaRPr lang="pt-BR" sz="64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5400" dirty="0"/>
              <a:t>NÓS VOS LOUVAMOS, NÓS VOS BENDIZEMOS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dirty="0"/>
              <a:t>NÓS VOS ADORAMOS, NÓS VOS GLORIFICAMOS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dirty="0"/>
              <a:t>NÓS VOS DAMOS GARÇAS POR VOSSA IMENSA GLÓRIA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GLÓRIA, GLÓRIA, GLÓRIA A DEUS!</a:t>
            </a:r>
          </a:p>
          <a:p>
            <a:pPr algn="just"/>
            <a:r>
              <a:rPr lang="pt-BR" sz="5400" b="1" dirty="0"/>
              <a:t>GLÓRIA A DEUS NAS ALTURAS! (2X)</a:t>
            </a:r>
          </a:p>
          <a:p>
            <a:pPr algn="just"/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57200"/>
            <a:ext cx="11236036" cy="613756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SENHOR JESUS CRISTO, FILHO UNIGÊNITO</a:t>
            </a:r>
          </a:p>
          <a:p>
            <a:pPr algn="l"/>
            <a:endParaRPr lang="pt-BR" sz="6000" dirty="0"/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SENHOR DEUS, CORDEIRO DE DEUS, FILHO DE DEUS PAI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VÓS QUE TIRAIS O PECADO MUNDO, TENDE PIEDADE DE NÓS</a:t>
            </a:r>
          </a:p>
          <a:p>
            <a:pPr algn="l"/>
            <a:endParaRPr lang="pt-BR" sz="60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720436"/>
            <a:ext cx="11236036" cy="569465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VÓS QUE TIRAIS O PECADO DO MUNDO, ACOLHEI A NOSSA SÚPLICA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ESTAIS À DIREITA DO PAI, TENDE PIEDADE DE NÓS</a:t>
            </a:r>
          </a:p>
          <a:p>
            <a:pPr algn="l"/>
            <a:endParaRPr lang="pt-BR" sz="6000" dirty="0"/>
          </a:p>
          <a:p>
            <a:pPr algn="just"/>
            <a:r>
              <a:rPr lang="pt-BR" sz="6000" b="1" dirty="0"/>
              <a:t>GLÓRIA, GLÓRIA, GLÓRIA A DEUS!</a:t>
            </a:r>
          </a:p>
          <a:p>
            <a:pPr algn="just"/>
            <a:r>
              <a:rPr lang="pt-BR" sz="6000" b="1" dirty="0"/>
              <a:t>GLÓRIA A DEUS NAS ALTURAS! (2X)</a:t>
            </a:r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1674"/>
            <a:ext cx="11236036" cy="569465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dirty="0"/>
              <a:t>SÓ VÓS SOIS O SANTO, SÓ VÓS O SENHOR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SÓ VÓS O ALTÍSSIMO JESUS CRISTO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COM O ESPÍRITO SANTO NA GLÓRIA DE DEUS PAI</a:t>
            </a:r>
          </a:p>
          <a:p>
            <a:pPr algn="l"/>
            <a:endParaRPr lang="pt-BR" sz="6000" dirty="0"/>
          </a:p>
          <a:p>
            <a:pPr algn="just"/>
            <a:r>
              <a:rPr lang="pt-BR" sz="6000" b="1" dirty="0"/>
              <a:t>GLÓRIA, GLÓRIA, GLÓRIA A DEUS!</a:t>
            </a:r>
          </a:p>
          <a:p>
            <a:pPr algn="just"/>
            <a:r>
              <a:rPr lang="pt-BR" sz="6000" b="1" dirty="0"/>
              <a:t>GLÓRIA A DEUS NAS ALTURAS! (2X) AMÉM!</a:t>
            </a:r>
          </a:p>
          <a:p>
            <a:pPr algn="just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079925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663" y="2524991"/>
            <a:ext cx="9746673" cy="1808018"/>
          </a:xfrm>
        </p:spPr>
        <p:txBody>
          <a:bodyPr>
            <a:normAutofit/>
          </a:bodyPr>
          <a:lstStyle/>
          <a:p>
            <a:r>
              <a:rPr lang="pt-BR" sz="5400" b="1" dirty="0"/>
              <a:t>MEU CORAÇÃO SE REGOZIJA NO SENHOR.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85456"/>
            <a:ext cx="10349345" cy="5223162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BENDITA É A VIRGEM MARIA, QUE GUARDAVA A PALAVRA DE DEUS, MEDITANDO-A NO SEU CORAÇÃO. 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1017133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4143859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3724422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13479363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400" b="1" dirty="0"/>
              <a:t>AVE MARIA, CHEIA DE GRAÇA, O SENHOR ESTÁ CONTIGO.</a:t>
            </a:r>
          </a:p>
          <a:p>
            <a:pPr algn="l"/>
            <a:r>
              <a:rPr lang="pt-BR" sz="5400" b="1" dirty="0"/>
              <a:t>BENDITA ÉS TU ENTRE AS MULHERES, ALELUIA!</a:t>
            </a:r>
          </a:p>
          <a:p>
            <a:pPr algn="l"/>
            <a:endParaRPr lang="pt-BR" sz="5400" b="1" dirty="0"/>
          </a:p>
          <a:p>
            <a:pPr algn="l"/>
            <a:r>
              <a:rPr lang="pt-BR" sz="5400" dirty="0"/>
              <a:t>FAVORECESTES, Ó SENHOR, A VOSSA TERRA, </a:t>
            </a:r>
          </a:p>
          <a:p>
            <a:pPr algn="l"/>
            <a:r>
              <a:rPr lang="pt-BR" sz="5400" dirty="0"/>
              <a:t>LIBERTASTES OS CATIVOS DE JACÓ. R.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400" b="1" dirty="0"/>
              <a:t>AVE MARIA, CHEIA DE GRAÇA, O SENHOR ESTÁ CONTIGO.</a:t>
            </a:r>
          </a:p>
          <a:p>
            <a:pPr algn="l"/>
            <a:r>
              <a:rPr lang="pt-BR" sz="5400" b="1" dirty="0"/>
              <a:t>BENDITA ÉS TU ENTRE AS MULHERES, ALELUIA!</a:t>
            </a:r>
          </a:p>
          <a:p>
            <a:pPr algn="l"/>
            <a:endParaRPr lang="pt-BR" sz="5400" b="1" dirty="0"/>
          </a:p>
          <a:p>
            <a:pPr algn="l"/>
            <a:r>
              <a:rPr lang="pt-BR" sz="5400" dirty="0"/>
              <a:t>A VERDADE E O AMOR SE ENCONTRARÃO, </a:t>
            </a:r>
          </a:p>
          <a:p>
            <a:pPr algn="l"/>
            <a:r>
              <a:rPr lang="pt-BR" sz="5400" dirty="0"/>
              <a:t>A JUSTIÇA E A PAZ SE ABRAÇARÃO; R.</a:t>
            </a:r>
          </a:p>
        </p:txBody>
      </p:sp>
    </p:spTree>
    <p:extLst>
      <p:ext uri="{BB962C8B-B14F-4D97-AF65-F5344CB8AC3E}">
        <p14:creationId xmlns:p14="http://schemas.microsoft.com/office/powerpoint/2010/main" val="37273160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b="1" dirty="0"/>
              <a:t>AVE MARIA, CHEIA DE GRAÇA, O SENHOR ESTÁ CONTIGO.</a:t>
            </a:r>
          </a:p>
          <a:p>
            <a:pPr algn="l"/>
            <a:r>
              <a:rPr lang="pt-BR" sz="5400" b="1" dirty="0"/>
              <a:t>BENDITA ÉS TU ENTRE AS MULHERES, ALELUIA!</a:t>
            </a:r>
          </a:p>
          <a:p>
            <a:pPr algn="l"/>
            <a:endParaRPr lang="pt-BR" sz="5400" b="1" dirty="0"/>
          </a:p>
          <a:p>
            <a:pPr algn="l"/>
            <a:r>
              <a:rPr lang="pt-BR" sz="5400" dirty="0"/>
              <a:t>DA TERRA BROTARÁ A FIDELIDADE, </a:t>
            </a:r>
          </a:p>
          <a:p>
            <a:pPr algn="l"/>
            <a:r>
              <a:rPr lang="pt-BR" sz="5400" dirty="0"/>
              <a:t>E A JUSTIÇA OLHARÁ DOS ALTOS CÉUS. R.</a:t>
            </a:r>
          </a:p>
        </p:txBody>
      </p:sp>
    </p:spTree>
    <p:extLst>
      <p:ext uri="{BB962C8B-B14F-4D97-AF65-F5344CB8AC3E}">
        <p14:creationId xmlns:p14="http://schemas.microsoft.com/office/powerpoint/2010/main" val="30542140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5400" b="1" dirty="0"/>
              <a:t>AVE MARIA, CHEIA DE GRAÇA, O SENHOR ESTÁ CONTIGO.</a:t>
            </a:r>
          </a:p>
          <a:p>
            <a:pPr algn="l"/>
            <a:r>
              <a:rPr lang="pt-BR" sz="5400" b="1" dirty="0"/>
              <a:t>BENDITA ÉS TU ENTRE AS MULHERES, ALELUIA!</a:t>
            </a:r>
          </a:p>
          <a:p>
            <a:pPr algn="l"/>
            <a:endParaRPr lang="pt-BR" sz="5400" b="1" dirty="0"/>
          </a:p>
          <a:p>
            <a:pPr algn="l"/>
            <a:r>
              <a:rPr lang="pt-BR" sz="5400" dirty="0"/>
              <a:t>O SENHOR NOS DARÁ TUDO O QUE É BOM,</a:t>
            </a:r>
          </a:p>
          <a:p>
            <a:pPr algn="l"/>
            <a:r>
              <a:rPr lang="pt-BR" sz="5400" dirty="0"/>
              <a:t>E A NOSSA TERRA NOS DARÁ SUAS COLHEITAS; </a:t>
            </a:r>
          </a:p>
        </p:txBody>
      </p:sp>
    </p:spTree>
    <p:extLst>
      <p:ext uri="{BB962C8B-B14F-4D97-AF65-F5344CB8AC3E}">
        <p14:creationId xmlns:p14="http://schemas.microsoft.com/office/powerpoint/2010/main" val="4222301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300" dirty="0"/>
              <a:t>SANTO, SANTO, SANTO SENHOR DEUS DO UNIVERSO.</a:t>
            </a:r>
          </a:p>
          <a:p>
            <a:pPr algn="just"/>
            <a:r>
              <a:rPr lang="pt-BR" sz="7300" dirty="0"/>
              <a:t>O CÉU E TERRA PROCLAMAM</a:t>
            </a:r>
          </a:p>
          <a:p>
            <a:pPr algn="just"/>
            <a:r>
              <a:rPr lang="pt-BR" sz="7300" dirty="0"/>
              <a:t>PROCLAMAM VOSSA GLÓRIA!</a:t>
            </a:r>
          </a:p>
          <a:p>
            <a:pPr algn="just"/>
            <a:r>
              <a:rPr lang="pt-BR" sz="7300" b="1" dirty="0"/>
              <a:t>HOSANA, HOSANA, HOSANA</a:t>
            </a:r>
          </a:p>
          <a:p>
            <a:pPr algn="just"/>
            <a:r>
              <a:rPr lang="pt-BR" sz="7300" b="1" dirty="0"/>
              <a:t>HOSANA NAS ALTURAS!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436" y="678873"/>
            <a:ext cx="10834255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SENHOR! </a:t>
            </a:r>
          </a:p>
          <a:p>
            <a:pPr algn="just"/>
            <a:r>
              <a:rPr lang="pt-BR" sz="7300" dirty="0"/>
              <a:t>BENDITO O QUE VEM</a:t>
            </a:r>
          </a:p>
          <a:p>
            <a:pPr algn="just"/>
            <a:r>
              <a:rPr lang="pt-BR" sz="7300" dirty="0"/>
              <a:t>EM NOME DO SENHOR</a:t>
            </a:r>
          </a:p>
          <a:p>
            <a:pPr algn="just"/>
            <a:r>
              <a:rPr lang="pt-BR" sz="7300" b="1" dirty="0"/>
              <a:t>HOSANA, HOSANA, HOSANA</a:t>
            </a:r>
          </a:p>
          <a:p>
            <a:pPr algn="l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1. POVO DE DEUS, FOI ASSIM:</a:t>
            </a:r>
          </a:p>
          <a:p>
            <a:pPr algn="l"/>
            <a:r>
              <a:rPr lang="pt-BR" sz="6600" dirty="0"/>
              <a:t>DEUS CUMPRIU A PALAVRA QUE DIZ:</a:t>
            </a:r>
          </a:p>
          <a:p>
            <a:pPr algn="l"/>
            <a:r>
              <a:rPr lang="pt-BR" sz="6600" dirty="0"/>
              <a:t>UMA VIRGEM IRÁ CONCEBER,</a:t>
            </a:r>
          </a:p>
          <a:p>
            <a:pPr algn="l"/>
            <a:r>
              <a:rPr lang="pt-BR" sz="6600" dirty="0"/>
              <a:t>E A VISITA DE DEUS ME FEZ MÃE!</a:t>
            </a:r>
          </a:p>
          <a:p>
            <a:pPr algn="l"/>
            <a:r>
              <a:rPr lang="pt-BR" sz="6600" dirty="0"/>
              <a:t>MÃE DO SENHOR, NOSSA MÃE,</a:t>
            </a:r>
          </a:p>
          <a:p>
            <a:pPr algn="l"/>
            <a:r>
              <a:rPr lang="pt-BR" sz="6600" dirty="0"/>
              <a:t>NÓS QUEREMOS CONTIGO APRENDER</a:t>
            </a:r>
          </a:p>
          <a:p>
            <a:pPr algn="l"/>
            <a:r>
              <a:rPr lang="pt-BR" sz="6600" dirty="0"/>
              <a:t>A HUMILDADE, A CONFIANÇA TOTAL,</a:t>
            </a:r>
          </a:p>
          <a:p>
            <a:pPr algn="l"/>
            <a:r>
              <a:rPr lang="pt-BR" sz="6600" dirty="0"/>
              <a:t>E ESCUTAR O TEU FILHO QUE DIZ:</a:t>
            </a:r>
            <a:endParaRPr lang="pt-BR" sz="8000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dirty="0"/>
              <a:t>SENTA COMIGO À MINHA MESA,</a:t>
            </a:r>
          </a:p>
          <a:p>
            <a:pPr algn="l"/>
            <a:r>
              <a:rPr lang="pt-BR" sz="6000" b="1" dirty="0"/>
              <a:t>NUTRE A ESPERANÇA, REÚNE OS IRMÃOS!</a:t>
            </a:r>
          </a:p>
          <a:p>
            <a:pPr algn="l"/>
            <a:r>
              <a:rPr lang="pt-BR" sz="6000" b="1" dirty="0"/>
              <a:t>PLANTA MEU REINO, TRANSFORMA A TERRA,</a:t>
            </a:r>
          </a:p>
          <a:p>
            <a:pPr algn="l"/>
            <a:r>
              <a:rPr lang="pt-BR" sz="6000" b="1" dirty="0"/>
              <a:t>MAIS QUE CORAGEM, TENS MINHA MÃO!</a:t>
            </a:r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5722845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6600" dirty="0"/>
              <a:t>2. POVO DE DEUS FOI ASSIM:</a:t>
            </a:r>
          </a:p>
          <a:p>
            <a:pPr algn="l"/>
            <a:r>
              <a:rPr lang="pt-BR" sz="6600" dirty="0"/>
              <a:t>NEM MONTANHA OU DISTÂNCIA QUALQUER</a:t>
            </a:r>
          </a:p>
          <a:p>
            <a:pPr algn="l"/>
            <a:r>
              <a:rPr lang="pt-BR" sz="6600" dirty="0"/>
              <a:t>ME IMPEDIU DE SERVIR E SORRIR.</a:t>
            </a:r>
          </a:p>
          <a:p>
            <a:pPr algn="l"/>
            <a:r>
              <a:rPr lang="pt-BR" sz="6600" dirty="0"/>
              <a:t>VISITEI COM MEU DEUS. FUI IRMÃ!</a:t>
            </a:r>
          </a:p>
          <a:p>
            <a:pPr algn="l"/>
            <a:r>
              <a:rPr lang="pt-BR" sz="6600" dirty="0"/>
              <a:t>MÃE DO SENHOR, NOSSA MÃE,</a:t>
            </a:r>
          </a:p>
          <a:p>
            <a:pPr algn="l"/>
            <a:r>
              <a:rPr lang="pt-BR" sz="6600" dirty="0"/>
              <a:t>NÓS QUEREMOS CONTIGO APRENDER</a:t>
            </a:r>
          </a:p>
          <a:p>
            <a:pPr algn="l"/>
            <a:r>
              <a:rPr lang="pt-BR" sz="6600" dirty="0"/>
              <a:t>DESAPEGO, BONDADE, TEU SIM,</a:t>
            </a:r>
          </a:p>
          <a:p>
            <a:pPr algn="l"/>
            <a:r>
              <a:rPr lang="pt-BR" sz="6600" dirty="0"/>
              <a:t>E ACOLHER O TEU FILHO QUE DIZ: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6160459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dirty="0"/>
              <a:t>SENTA COMIGO À MINHA MESA,</a:t>
            </a:r>
          </a:p>
          <a:p>
            <a:pPr algn="l"/>
            <a:r>
              <a:rPr lang="pt-BR" sz="6600" b="1" dirty="0"/>
              <a:t>NUTRE A ESPERANÇA, REÚNE OS IRMÃOS!</a:t>
            </a:r>
          </a:p>
          <a:p>
            <a:pPr algn="l"/>
            <a:r>
              <a:rPr lang="pt-BR" sz="6600" b="1" dirty="0"/>
              <a:t>PLANTA MEU REINO, TRANSFORMA A TERRA,</a:t>
            </a:r>
          </a:p>
          <a:p>
            <a:pPr algn="l"/>
            <a:r>
              <a:rPr lang="pt-BR" sz="6600" b="1" dirty="0"/>
              <a:t>MAIS QUE CORAGEM, TENS MINHA MÃO!</a:t>
            </a:r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4400199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dirty="0"/>
              <a:t>3. POVO DE DEUS, FOI ASSIM:</a:t>
            </a:r>
          </a:p>
          <a:p>
            <a:pPr algn="l"/>
            <a:r>
              <a:rPr lang="pt-BR" sz="6000" dirty="0"/>
              <a:t>MEU MENINO CRESCEU E ENTENDEU,</a:t>
            </a:r>
          </a:p>
          <a:p>
            <a:pPr algn="l"/>
            <a:r>
              <a:rPr lang="pt-BR" sz="6000" dirty="0"/>
              <a:t>QUE A VONTADE DO PAI CONTA MAIS,</a:t>
            </a:r>
          </a:p>
          <a:p>
            <a:pPr algn="l"/>
            <a:r>
              <a:rPr lang="pt-BR" sz="6000" dirty="0"/>
              <a:t>E A VISITA FOI DEUS QUEM NOS FEZ.</a:t>
            </a:r>
          </a:p>
          <a:p>
            <a:pPr algn="l"/>
            <a:r>
              <a:rPr lang="pt-BR" sz="6000" dirty="0"/>
              <a:t>MÃE DO SENHOR, NOSSA MÃE,</a:t>
            </a:r>
          </a:p>
          <a:p>
            <a:pPr algn="l"/>
            <a:r>
              <a:rPr lang="pt-BR" sz="6000" dirty="0"/>
              <a:t>NÓS QUEREMOS CONTIGO APRENDER</a:t>
            </a:r>
          </a:p>
          <a:p>
            <a:pPr algn="l"/>
            <a:r>
              <a:rPr lang="pt-BR" sz="6000" dirty="0"/>
              <a:t>A JUSTIÇA, A VONTADE DO PAI,</a:t>
            </a:r>
          </a:p>
          <a:p>
            <a:pPr algn="l"/>
            <a:r>
              <a:rPr lang="pt-BR" sz="6000" dirty="0"/>
              <a:t>E ENTENDER O TEU FILHO QUE DIZ: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0915400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b="1" dirty="0"/>
              <a:t>SENTA COMIGO À MINHA MESA,</a:t>
            </a:r>
          </a:p>
          <a:p>
            <a:pPr algn="l"/>
            <a:r>
              <a:rPr lang="pt-BR" sz="5400" b="1" dirty="0"/>
              <a:t>NUTRE A ESPERANÇA, REÚNE OS IRMÃOS!</a:t>
            </a:r>
          </a:p>
          <a:p>
            <a:pPr algn="l"/>
            <a:r>
              <a:rPr lang="pt-BR" sz="5400" b="1" dirty="0"/>
              <a:t>PLANTA MEU REINO, TRANSFORMA A TERRA,</a:t>
            </a:r>
          </a:p>
          <a:p>
            <a:pPr algn="l"/>
            <a:r>
              <a:rPr lang="pt-BR" sz="5400" b="1" dirty="0"/>
              <a:t>MAIS QUE CORAGEM, TENS MINHA MÃO!</a:t>
            </a:r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2651025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4. POVO DE DEUS, FOI ASSIM:</a:t>
            </a:r>
          </a:p>
          <a:p>
            <a:pPr algn="l"/>
            <a:r>
              <a:rPr lang="pt-BR" sz="6600" dirty="0"/>
              <a:t>DA VERDADE JAMAIS SE AFASTOU.</a:t>
            </a:r>
          </a:p>
          <a:p>
            <a:pPr algn="l"/>
            <a:r>
              <a:rPr lang="pt-BR" sz="6600" dirty="0"/>
              <a:t>VEIO A MORTE E FICOU NOSSO PÃO.</a:t>
            </a:r>
          </a:p>
          <a:p>
            <a:pPr algn="l"/>
            <a:r>
              <a:rPr lang="pt-BR" sz="6600" dirty="0"/>
              <a:t>VISITOU-NOS E ESPERA POR NÓS.</a:t>
            </a:r>
          </a:p>
          <a:p>
            <a:pPr algn="l"/>
            <a:r>
              <a:rPr lang="pt-BR" sz="6600" dirty="0"/>
              <a:t>MÃE DO SENHOR, NOSSA MÃE,</a:t>
            </a:r>
          </a:p>
          <a:p>
            <a:pPr algn="l"/>
            <a:r>
              <a:rPr lang="pt-BR" sz="6600" dirty="0"/>
              <a:t>NÓS QUEREMOS CONTIGO APRENDER</a:t>
            </a:r>
          </a:p>
          <a:p>
            <a:pPr algn="l"/>
            <a:r>
              <a:rPr lang="pt-BR" sz="6600" dirty="0"/>
              <a:t>A VERDADE, A FIRMEZA, O PERDÃO,</a:t>
            </a:r>
          </a:p>
          <a:p>
            <a:pPr algn="l"/>
            <a:r>
              <a:rPr lang="pt-BR" sz="6600" dirty="0"/>
              <a:t>E SEGUIR O TEU FILHO QUE DIZ:</a:t>
            </a:r>
            <a:endParaRPr lang="pt-BR" sz="8000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0502112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b="1" dirty="0"/>
              <a:t>SENTA COMIGO À MINHA MESA,</a:t>
            </a:r>
          </a:p>
          <a:p>
            <a:pPr algn="l"/>
            <a:r>
              <a:rPr lang="pt-BR" sz="5400" b="1" dirty="0"/>
              <a:t>NUTRE A ESPERANÇA, REÚNE OS IRMÃOS!</a:t>
            </a:r>
          </a:p>
          <a:p>
            <a:pPr algn="l"/>
            <a:r>
              <a:rPr lang="pt-BR" sz="5400" b="1" dirty="0"/>
              <a:t>PLANTA MEU REINO, TRANSFORMA A TERRA,</a:t>
            </a:r>
          </a:p>
          <a:p>
            <a:pPr algn="l"/>
            <a:r>
              <a:rPr lang="pt-BR" sz="5400" b="1" dirty="0"/>
              <a:t>MAIS QUE CORAGEM, TENS MINHA MÃO!</a:t>
            </a:r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8699146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dirty="0"/>
              <a:t>GLÓRIA A JESUS NA HÓSTIA SANTA,</a:t>
            </a:r>
          </a:p>
          <a:p>
            <a:pPr algn="l"/>
            <a:r>
              <a:rPr lang="pt-BR" sz="7200" dirty="0"/>
              <a:t>QUE SE CONSAGRA SOBRE O ALTAR;</a:t>
            </a:r>
          </a:p>
          <a:p>
            <a:pPr algn="l"/>
            <a:r>
              <a:rPr lang="pt-BR" sz="7200" dirty="0"/>
              <a:t>E AOS NOSSOS OLHOS SE LEVANTA</a:t>
            </a:r>
          </a:p>
          <a:p>
            <a:pPr algn="l"/>
            <a:r>
              <a:rPr lang="pt-BR" sz="7200" dirty="0"/>
              <a:t>PARA O BRASIL ABENÇOAR.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808869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QUE O SANTO SACRAMENTO,</a:t>
            </a:r>
          </a:p>
          <a:p>
            <a:pPr algn="l"/>
            <a:r>
              <a:rPr lang="pt-BR" sz="24000" b="1" dirty="0"/>
              <a:t>QUE É O PRÓPRIO CRISTO JESUS,</a:t>
            </a:r>
          </a:p>
          <a:p>
            <a:pPr algn="l"/>
            <a:r>
              <a:rPr lang="pt-BR" sz="24000" b="1" dirty="0"/>
              <a:t>SEJA ADORADO E SEJA AMADO,</a:t>
            </a:r>
          </a:p>
          <a:p>
            <a:pPr algn="l"/>
            <a:r>
              <a:rPr lang="pt-BR" sz="24000" b="1" dirty="0"/>
              <a:t>NESTA TERRA DE SANTA CRUZ.</a:t>
            </a:r>
          </a:p>
          <a:p>
            <a:pPr algn="l"/>
            <a:r>
              <a:rPr lang="pt-BR" sz="24000" b="1" dirty="0"/>
              <a:t>SEJA ADORADO E SEJA AMADO,</a:t>
            </a:r>
          </a:p>
          <a:p>
            <a:pPr algn="l"/>
            <a:r>
              <a:rPr lang="pt-BR" sz="24000" b="1" dirty="0"/>
              <a:t>NESTA TERRA DE SANTA CRUZ.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407641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dirty="0"/>
              <a:t>GLÓRIA A JESUS, DEUS ESCONDIDO,</a:t>
            </a:r>
          </a:p>
          <a:p>
            <a:pPr algn="l"/>
            <a:r>
              <a:rPr lang="pt-BR" sz="6600" dirty="0"/>
              <a:t>QUE VINDO A NÓS NA COMUNHÃO,</a:t>
            </a:r>
          </a:p>
          <a:p>
            <a:pPr algn="just"/>
            <a:r>
              <a:rPr lang="pt-BR" sz="6600" dirty="0"/>
              <a:t>PURIFICADO, ENRIQUECIDO,</a:t>
            </a:r>
          </a:p>
          <a:p>
            <a:pPr algn="l"/>
            <a:r>
              <a:rPr lang="pt-BR" sz="6600" dirty="0"/>
              <a:t>DEIXA-NOS SEMPRE O CORAÇÃO.</a:t>
            </a:r>
          </a:p>
        </p:txBody>
      </p:sp>
    </p:spTree>
    <p:extLst>
      <p:ext uri="{BB962C8B-B14F-4D97-AF65-F5344CB8AC3E}">
        <p14:creationId xmlns:p14="http://schemas.microsoft.com/office/powerpoint/2010/main" val="42472295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QUE O SANTO SACRAMENTO,</a:t>
            </a:r>
          </a:p>
          <a:p>
            <a:pPr algn="l"/>
            <a:r>
              <a:rPr lang="pt-BR" sz="24000" b="1" dirty="0"/>
              <a:t>QUE É O PRÓPRIO CRISTO JESUS,</a:t>
            </a:r>
          </a:p>
          <a:p>
            <a:pPr algn="l"/>
            <a:r>
              <a:rPr lang="pt-BR" sz="24000" b="1" dirty="0"/>
              <a:t>SEJA ADORADO E SEJA AMADO,</a:t>
            </a:r>
          </a:p>
          <a:p>
            <a:pPr algn="l"/>
            <a:r>
              <a:rPr lang="pt-BR" sz="24000" b="1" dirty="0"/>
              <a:t>NESTA TERRA DE SANTA CRUZ.</a:t>
            </a:r>
          </a:p>
          <a:p>
            <a:pPr algn="l"/>
            <a:r>
              <a:rPr lang="pt-BR" sz="24000" b="1" dirty="0"/>
              <a:t>SEJA ADORADO E SEJA AMADO,</a:t>
            </a:r>
          </a:p>
          <a:p>
            <a:pPr algn="l"/>
            <a:r>
              <a:rPr lang="pt-BR" sz="24000" b="1" dirty="0"/>
              <a:t>NESTA TERRA DE SANTA CRUZ.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131162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7927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0444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JUBILOSOS VOS SAUDAMOS,</a:t>
            </a:r>
          </a:p>
          <a:p>
            <a:pPr algn="l"/>
            <a:r>
              <a:rPr lang="pt-BR" sz="4800" dirty="0"/>
              <a:t>GRANDE SERVO DO SENHOR,       </a:t>
            </a:r>
          </a:p>
          <a:p>
            <a:pPr algn="l"/>
            <a:r>
              <a:rPr lang="pt-BR" sz="4800" dirty="0"/>
              <a:t>SANTO ANTONIO NESTA VIDA</a:t>
            </a:r>
          </a:p>
          <a:p>
            <a:pPr algn="l"/>
            <a:r>
              <a:rPr lang="pt-BR" sz="4800" dirty="0"/>
              <a:t>SOIS O NOSSO PROTETOR.</a:t>
            </a:r>
          </a:p>
          <a:p>
            <a:pPr algn="l"/>
            <a:r>
              <a:rPr lang="pt-BR" sz="4800" dirty="0"/>
              <a:t> </a:t>
            </a:r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ENTRE OS SANTOS QUE JÁ REINAM</a:t>
            </a:r>
          </a:p>
          <a:p>
            <a:pPr algn="l"/>
            <a:r>
              <a:rPr lang="pt-BR" sz="6000" dirty="0"/>
              <a:t>GLORIOSOS LÁ NO CÉU,</a:t>
            </a:r>
          </a:p>
          <a:p>
            <a:pPr algn="l"/>
            <a:r>
              <a:rPr lang="pt-BR" sz="6000" dirty="0"/>
              <a:t>SOIS CONSTANTE DESPENSEIRO</a:t>
            </a:r>
          </a:p>
          <a:p>
            <a:pPr algn="l"/>
            <a:r>
              <a:rPr lang="pt-BR" sz="6000" dirty="0"/>
              <a:t>DOS MAIS RICOS DONS DE DEUS. 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SANTO ANTÔNIO, ROGAI POR NÓS</a:t>
            </a:r>
          </a:p>
          <a:p>
            <a:pPr algn="l"/>
            <a:r>
              <a:rPr lang="pt-BR" sz="60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38090823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AO MENINO-DEUS NOS BRAÇOS</a:t>
            </a:r>
          </a:p>
          <a:p>
            <a:pPr algn="l"/>
            <a:r>
              <a:rPr lang="pt-BR" sz="4800" dirty="0"/>
              <a:t>NOSSOS ROGOS TRANSMITI,   </a:t>
            </a:r>
          </a:p>
          <a:p>
            <a:pPr algn="l"/>
            <a:r>
              <a:rPr lang="pt-BR" sz="4800" dirty="0"/>
              <a:t>AH! VALEI-NOS SEMPRE, SEMPRE</a:t>
            </a:r>
          </a:p>
          <a:p>
            <a:pPr algn="l"/>
            <a:r>
              <a:rPr lang="pt-BR" sz="4800" dirty="0"/>
              <a:t>E A JESUS NOS CONDUZIR. </a:t>
            </a:r>
          </a:p>
          <a:p>
            <a:pPr algn="l"/>
            <a:endParaRPr lang="pt-BR" sz="4800" dirty="0"/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1749</Words>
  <Application>Microsoft Office PowerPoint</Application>
  <PresentationFormat>Widescreen</PresentationFormat>
  <Paragraphs>322</Paragraphs>
  <Slides>59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59</vt:i4>
      </vt:variant>
    </vt:vector>
  </HeadingPairs>
  <TitlesOfParts>
    <vt:vector size="63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8</cp:revision>
  <dcterms:created xsi:type="dcterms:W3CDTF">2023-05-06T17:01:55Z</dcterms:created>
  <dcterms:modified xsi:type="dcterms:W3CDTF">2024-06-08T23:45:55Z</dcterms:modified>
</cp:coreProperties>
</file>