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26" r:id="rId4"/>
    <p:sldId id="441" r:id="rId5"/>
    <p:sldId id="327" r:id="rId6"/>
    <p:sldId id="258" r:id="rId7"/>
    <p:sldId id="259" r:id="rId8"/>
    <p:sldId id="279" r:id="rId9"/>
    <p:sldId id="260" r:id="rId10"/>
    <p:sldId id="261" r:id="rId11"/>
    <p:sldId id="262" r:id="rId12"/>
    <p:sldId id="263" r:id="rId13"/>
    <p:sldId id="283" r:id="rId14"/>
    <p:sldId id="308" r:id="rId15"/>
    <p:sldId id="264" r:id="rId16"/>
    <p:sldId id="265" r:id="rId17"/>
    <p:sldId id="266" r:id="rId18"/>
    <p:sldId id="267" r:id="rId19"/>
    <p:sldId id="268" r:id="rId20"/>
    <p:sldId id="291" r:id="rId21"/>
    <p:sldId id="293" r:id="rId22"/>
    <p:sldId id="294" r:id="rId23"/>
    <p:sldId id="295" r:id="rId24"/>
    <p:sldId id="271" r:id="rId25"/>
    <p:sldId id="269" r:id="rId26"/>
    <p:sldId id="318" r:id="rId27"/>
    <p:sldId id="328" r:id="rId28"/>
    <p:sldId id="319" r:id="rId29"/>
    <p:sldId id="329" r:id="rId30"/>
    <p:sldId id="330" r:id="rId31"/>
    <p:sldId id="292" r:id="rId32"/>
    <p:sldId id="272" r:id="rId33"/>
    <p:sldId id="273" r:id="rId34"/>
    <p:sldId id="286" r:id="rId35"/>
    <p:sldId id="275" r:id="rId36"/>
    <p:sldId id="423" r:id="rId37"/>
    <p:sldId id="424" r:id="rId38"/>
    <p:sldId id="425" r:id="rId39"/>
    <p:sldId id="426" r:id="rId40"/>
    <p:sldId id="427" r:id="rId41"/>
    <p:sldId id="428" r:id="rId42"/>
    <p:sldId id="429" r:id="rId43"/>
    <p:sldId id="430" r:id="rId44"/>
    <p:sldId id="431" r:id="rId45"/>
    <p:sldId id="432" r:id="rId46"/>
    <p:sldId id="277" r:id="rId47"/>
    <p:sldId id="296" r:id="rId48"/>
    <p:sldId id="324" r:id="rId49"/>
    <p:sldId id="325" r:id="rId50"/>
    <p:sldId id="440" r:id="rId51"/>
    <p:sldId id="322" r:id="rId52"/>
    <p:sldId id="323" r:id="rId53"/>
    <p:sldId id="298" r:id="rId54"/>
    <p:sldId id="299" r:id="rId55"/>
    <p:sldId id="300" r:id="rId56"/>
    <p:sldId id="297" r:id="rId57"/>
    <p:sldId id="278" r:id="rId58"/>
    <p:sldId id="433" r:id="rId59"/>
    <p:sldId id="437" r:id="rId60"/>
    <p:sldId id="434" r:id="rId61"/>
    <p:sldId id="438" r:id="rId62"/>
    <p:sldId id="435" r:id="rId63"/>
    <p:sldId id="439" r:id="rId64"/>
    <p:sldId id="436" r:id="rId6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69" d="100"/>
          <a:sy n="69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5DFCB220-3CA7-4D7F-A216-546FBB266CCD}"/>
    <pc:docChg chg="undo redo custSel addSld delSld modSld sldOrd">
      <pc:chgData name="anaclaracosta116@gmail.com" userId="a793634777582c92" providerId="LiveId" clId="{5DFCB220-3CA7-4D7F-A216-546FBB266CCD}" dt="2024-06-06T21:38:46.921" v="738" actId="20577"/>
      <pc:docMkLst>
        <pc:docMk/>
      </pc:docMkLst>
      <pc:sldChg chg="modSp mod">
        <pc:chgData name="anaclaracosta116@gmail.com" userId="a793634777582c92" providerId="LiveId" clId="{5DFCB220-3CA7-4D7F-A216-546FBB266CCD}" dt="2024-06-06T21:35:45.621" v="570" actId="1076"/>
        <pc:sldMkLst>
          <pc:docMk/>
          <pc:sldMk cId="630913396" sldId="256"/>
        </pc:sldMkLst>
        <pc:spChg chg="mod">
          <ac:chgData name="anaclaracosta116@gmail.com" userId="a793634777582c92" providerId="LiveId" clId="{5DFCB220-3CA7-4D7F-A216-546FBB266CCD}" dt="2024-06-06T21:35:45.621" v="570" actId="1076"/>
          <ac:spMkLst>
            <pc:docMk/>
            <pc:sldMk cId="630913396" sldId="256"/>
            <ac:spMk id="2" creationId="{F0E406B4-85AC-B67B-F9E2-21AAF8067483}"/>
          </ac:spMkLst>
        </pc:spChg>
        <pc:spChg chg="mod">
          <ac:chgData name="anaclaracosta116@gmail.com" userId="a793634777582c92" providerId="LiveId" clId="{5DFCB220-3CA7-4D7F-A216-546FBB266CCD}" dt="2024-06-06T21:35:42.705" v="569" actId="1076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29:52.210" v="157" actId="20577"/>
        <pc:sldMkLst>
          <pc:docMk/>
          <pc:sldMk cId="2490480151" sldId="259"/>
        </pc:sldMkLst>
        <pc:spChg chg="mod">
          <ac:chgData name="anaclaracosta116@gmail.com" userId="a793634777582c92" providerId="LiveId" clId="{5DFCB220-3CA7-4D7F-A216-546FBB266CCD}" dt="2024-06-04T21:29:52.210" v="157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6T21:37:55.914" v="626" actId="20577"/>
        <pc:sldMkLst>
          <pc:docMk/>
          <pc:sldMk cId="3388034860" sldId="265"/>
        </pc:sldMkLst>
        <pc:spChg chg="mod">
          <ac:chgData name="anaclaracosta116@gmail.com" userId="a793634777582c92" providerId="LiveId" clId="{5DFCB220-3CA7-4D7F-A216-546FBB266CCD}" dt="2024-06-06T21:37:55.914" v="62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6T21:38:46.921" v="738" actId="20577"/>
        <pc:sldMkLst>
          <pc:docMk/>
          <pc:sldMk cId="2671817442" sldId="267"/>
        </pc:sldMkLst>
        <pc:spChg chg="mod">
          <ac:chgData name="anaclaracosta116@gmail.com" userId="a793634777582c92" providerId="LiveId" clId="{5DFCB220-3CA7-4D7F-A216-546FBB266CCD}" dt="2024-06-06T21:38:46.921" v="73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37:47.559" v="418" actId="27636"/>
        <pc:sldMkLst>
          <pc:docMk/>
          <pc:sldMk cId="2786277918" sldId="269"/>
        </pc:sldMkLst>
        <pc:spChg chg="mod">
          <ac:chgData name="anaclaracosta116@gmail.com" userId="a793634777582c92" providerId="LiveId" clId="{5DFCB220-3CA7-4D7F-A216-546FBB266CCD}" dt="2024-06-04T21:37:47.559" v="418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40:23.358" v="442" actId="20577"/>
        <pc:sldMkLst>
          <pc:docMk/>
          <pc:sldMk cId="1344366557" sldId="273"/>
        </pc:sldMkLst>
        <pc:spChg chg="mod">
          <ac:chgData name="anaclaracosta116@gmail.com" userId="a793634777582c92" providerId="LiveId" clId="{5DFCB220-3CA7-4D7F-A216-546FBB266CCD}" dt="2024-06-04T21:40:23.358" v="442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5DFCB220-3CA7-4D7F-A216-546FBB266CCD}" dt="2024-06-04T21:51:23.290" v="475"/>
        <pc:sldMkLst>
          <pc:docMk/>
          <pc:sldMk cId="1963412704" sldId="275"/>
        </pc:sldMkLst>
        <pc:spChg chg="mod">
          <ac:chgData name="anaclaracosta116@gmail.com" userId="a793634777582c92" providerId="LiveId" clId="{5DFCB220-3CA7-4D7F-A216-546FBB266CCD}" dt="2024-06-04T21:45:07.724" v="445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58:08.329" v="509" actId="113"/>
        <pc:sldMkLst>
          <pc:docMk/>
          <pc:sldMk cId="2451993942" sldId="278"/>
        </pc:sldMkLst>
        <pc:spChg chg="mod">
          <ac:chgData name="anaclaracosta116@gmail.com" userId="a793634777582c92" providerId="LiveId" clId="{5DFCB220-3CA7-4D7F-A216-546FBB266CCD}" dt="2024-06-04T21:58:08.329" v="509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31:02.735" v="224" actId="20577"/>
        <pc:sldMkLst>
          <pc:docMk/>
          <pc:sldMk cId="4082794164" sldId="279"/>
        </pc:sldMkLst>
        <pc:spChg chg="mod">
          <ac:chgData name="anaclaracosta116@gmail.com" userId="a793634777582c92" providerId="LiveId" clId="{5DFCB220-3CA7-4D7F-A216-546FBB266CCD}" dt="2024-06-04T21:31:02.735" v="224" actId="20577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2:00:03.802" v="543" actId="27636"/>
        <pc:sldMkLst>
          <pc:docMk/>
          <pc:sldMk cId="80886998" sldId="296"/>
        </pc:sldMkLst>
        <pc:spChg chg="mod">
          <ac:chgData name="anaclaracosta116@gmail.com" userId="a793634777582c92" providerId="LiveId" clId="{5DFCB220-3CA7-4D7F-A216-546FBB266CCD}" dt="2024-06-04T22:00:03.802" v="543" actId="27636"/>
          <ac:spMkLst>
            <pc:docMk/>
            <pc:sldMk cId="80886998" sldId="29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5DFCB220-3CA7-4D7F-A216-546FBB266CCD}" dt="2024-06-04T21:54:17.302" v="481" actId="47"/>
        <pc:sldMkLst>
          <pc:docMk/>
          <pc:sldMk cId="3358713053" sldId="301"/>
        </pc:sldMkLst>
      </pc:sldChg>
      <pc:sldChg chg="del">
        <pc:chgData name="anaclaracosta116@gmail.com" userId="a793634777582c92" providerId="LiveId" clId="{5DFCB220-3CA7-4D7F-A216-546FBB266CCD}" dt="2024-06-04T21:54:20.877" v="482" actId="47"/>
        <pc:sldMkLst>
          <pc:docMk/>
          <pc:sldMk cId="1107508878" sldId="302"/>
        </pc:sldMkLst>
      </pc:sldChg>
      <pc:sldChg chg="del">
        <pc:chgData name="anaclaracosta116@gmail.com" userId="a793634777582c92" providerId="LiveId" clId="{5DFCB220-3CA7-4D7F-A216-546FBB266CCD}" dt="2024-06-04T21:22:52.282" v="0" actId="2696"/>
        <pc:sldMkLst>
          <pc:docMk/>
          <pc:sldMk cId="2173960972" sldId="304"/>
        </pc:sldMkLst>
      </pc:sldChg>
      <pc:sldChg chg="del">
        <pc:chgData name="anaclaracosta116@gmail.com" userId="a793634777582c92" providerId="LiveId" clId="{5DFCB220-3CA7-4D7F-A216-546FBB266CCD}" dt="2024-06-04T21:22:56.732" v="2" actId="2696"/>
        <pc:sldMkLst>
          <pc:docMk/>
          <pc:sldMk cId="547003766" sldId="305"/>
        </pc:sldMkLst>
      </pc:sldChg>
      <pc:sldChg chg="modSp del mod">
        <pc:chgData name="anaclaracosta116@gmail.com" userId="a793634777582c92" providerId="LiveId" clId="{5DFCB220-3CA7-4D7F-A216-546FBB266CCD}" dt="2024-06-04T21:51:20.329" v="474" actId="47"/>
        <pc:sldMkLst>
          <pc:docMk/>
          <pc:sldMk cId="1945237241" sldId="311"/>
        </pc:sldMkLst>
        <pc:spChg chg="mod">
          <ac:chgData name="anaclaracosta116@gmail.com" userId="a793634777582c92" providerId="LiveId" clId="{5DFCB220-3CA7-4D7F-A216-546FBB266CCD}" dt="2024-06-04T21:45:34.397" v="448" actId="113"/>
          <ac:spMkLst>
            <pc:docMk/>
            <pc:sldMk cId="1945237241" sldId="311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5DFCB220-3CA7-4D7F-A216-546FBB266CCD}" dt="2024-06-04T21:51:20.329" v="474" actId="47"/>
        <pc:sldMkLst>
          <pc:docMk/>
          <pc:sldMk cId="3494704949" sldId="312"/>
        </pc:sldMkLst>
        <pc:spChg chg="mod">
          <ac:chgData name="anaclaracosta116@gmail.com" userId="a793634777582c92" providerId="LiveId" clId="{5DFCB220-3CA7-4D7F-A216-546FBB266CCD}" dt="2024-06-04T21:47:05.712" v="455" actId="113"/>
          <ac:spMkLst>
            <pc:docMk/>
            <pc:sldMk cId="3494704949" sldId="312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5DFCB220-3CA7-4D7F-A216-546FBB266CCD}" dt="2024-06-04T21:51:20.329" v="474" actId="47"/>
        <pc:sldMkLst>
          <pc:docMk/>
          <pc:sldMk cId="3634504376" sldId="313"/>
        </pc:sldMkLst>
        <pc:spChg chg="mod">
          <ac:chgData name="anaclaracosta116@gmail.com" userId="a793634777582c92" providerId="LiveId" clId="{5DFCB220-3CA7-4D7F-A216-546FBB266CCD}" dt="2024-06-04T21:48:16.615" v="464" actId="113"/>
          <ac:spMkLst>
            <pc:docMk/>
            <pc:sldMk cId="3634504376" sldId="31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5DFCB220-3CA7-4D7F-A216-546FBB266CCD}" dt="2024-06-04T21:22:54.551" v="1" actId="2696"/>
        <pc:sldMkLst>
          <pc:docMk/>
          <pc:sldMk cId="3733810657" sldId="315"/>
        </pc:sldMkLst>
      </pc:sldChg>
      <pc:sldChg chg="del">
        <pc:chgData name="anaclaracosta116@gmail.com" userId="a793634777582c92" providerId="LiveId" clId="{5DFCB220-3CA7-4D7F-A216-546FBB266CCD}" dt="2024-06-04T21:22:59.185" v="3" actId="2696"/>
        <pc:sldMkLst>
          <pc:docMk/>
          <pc:sldMk cId="991552999" sldId="316"/>
        </pc:sldMkLst>
      </pc:sldChg>
      <pc:sldChg chg="del">
        <pc:chgData name="anaclaracosta116@gmail.com" userId="a793634777582c92" providerId="LiveId" clId="{5DFCB220-3CA7-4D7F-A216-546FBB266CCD}" dt="2024-06-04T21:23:01.603" v="4" actId="2696"/>
        <pc:sldMkLst>
          <pc:docMk/>
          <pc:sldMk cId="689692534" sldId="317"/>
        </pc:sldMkLst>
      </pc:sldChg>
      <pc:sldChg chg="modSp mod">
        <pc:chgData name="anaclaracosta116@gmail.com" userId="a793634777582c92" providerId="LiveId" clId="{5DFCB220-3CA7-4D7F-A216-546FBB266CCD}" dt="2024-06-04T21:38:59.034" v="421" actId="113"/>
        <pc:sldMkLst>
          <pc:docMk/>
          <pc:sldMk cId="1653911" sldId="318"/>
        </pc:sldMkLst>
        <pc:spChg chg="mod">
          <ac:chgData name="anaclaracosta116@gmail.com" userId="a793634777582c92" providerId="LiveId" clId="{5DFCB220-3CA7-4D7F-A216-546FBB266CCD}" dt="2024-06-04T21:38:59.034" v="421" actId="113"/>
          <ac:spMkLst>
            <pc:docMk/>
            <pc:sldMk cId="1653911" sldId="31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1:39:32.226" v="427" actId="113"/>
        <pc:sldMkLst>
          <pc:docMk/>
          <pc:sldMk cId="134359757" sldId="319"/>
        </pc:sldMkLst>
        <pc:spChg chg="mod">
          <ac:chgData name="anaclaracosta116@gmail.com" userId="a793634777582c92" providerId="LiveId" clId="{5DFCB220-3CA7-4D7F-A216-546FBB266CCD}" dt="2024-06-04T21:39:32.226" v="427" actId="113"/>
          <ac:spMkLst>
            <pc:docMk/>
            <pc:sldMk cId="134359757" sldId="319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5DFCB220-3CA7-4D7F-A216-546FBB266CCD}" dt="2024-06-04T21:51:20.329" v="474" actId="47"/>
        <pc:sldMkLst>
          <pc:docMk/>
          <pc:sldMk cId="294814745" sldId="320"/>
        </pc:sldMkLst>
        <pc:spChg chg="mod">
          <ac:chgData name="anaclaracosta116@gmail.com" userId="a793634777582c92" providerId="LiveId" clId="{5DFCB220-3CA7-4D7F-A216-546FBB266CCD}" dt="2024-06-04T21:46:03.502" v="451" actId="113"/>
          <ac:spMkLst>
            <pc:docMk/>
            <pc:sldMk cId="294814745" sldId="320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5DFCB220-3CA7-4D7F-A216-546FBB266CCD}" dt="2024-06-04T21:51:20.329" v="474" actId="47"/>
        <pc:sldMkLst>
          <pc:docMk/>
          <pc:sldMk cId="3977550118" sldId="321"/>
        </pc:sldMkLst>
        <pc:spChg chg="mod">
          <ac:chgData name="anaclaracosta116@gmail.com" userId="a793634777582c92" providerId="LiveId" clId="{5DFCB220-3CA7-4D7F-A216-546FBB266CCD}" dt="2024-06-04T21:47:40.920" v="460" actId="113"/>
          <ac:spMkLst>
            <pc:docMk/>
            <pc:sldMk cId="3977550118" sldId="32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2:00:37.637" v="549" actId="120"/>
        <pc:sldMkLst>
          <pc:docMk/>
          <pc:sldMk cId="1540764129" sldId="324"/>
        </pc:sldMkLst>
        <pc:spChg chg="mod">
          <ac:chgData name="anaclaracosta116@gmail.com" userId="a793634777582c92" providerId="LiveId" clId="{5DFCB220-3CA7-4D7F-A216-546FBB266CCD}" dt="2024-06-04T22:00:37.637" v="549" actId="120"/>
          <ac:spMkLst>
            <pc:docMk/>
            <pc:sldMk cId="1540764129" sldId="32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FCB220-3CA7-4D7F-A216-546FBB266CCD}" dt="2024-06-04T22:01:23.758" v="556" actId="120"/>
        <pc:sldMkLst>
          <pc:docMk/>
          <pc:sldMk cId="4247229575" sldId="325"/>
        </pc:sldMkLst>
        <pc:spChg chg="mod">
          <ac:chgData name="anaclaracosta116@gmail.com" userId="a793634777582c92" providerId="LiveId" clId="{5DFCB220-3CA7-4D7F-A216-546FBB266CCD}" dt="2024-06-04T22:01:23.758" v="556" actId="120"/>
          <ac:spMkLst>
            <pc:docMk/>
            <pc:sldMk cId="4247229575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FCB220-3CA7-4D7F-A216-546FBB266CCD}" dt="2024-06-06T21:36:21.981" v="579" actId="120"/>
        <pc:sldMkLst>
          <pc:docMk/>
          <pc:sldMk cId="3410495183" sldId="326"/>
        </pc:sldMkLst>
        <pc:spChg chg="mod">
          <ac:chgData name="anaclaracosta116@gmail.com" userId="a793634777582c92" providerId="LiveId" clId="{5DFCB220-3CA7-4D7F-A216-546FBB266CCD}" dt="2024-06-06T21:36:21.981" v="579" actId="120"/>
          <ac:spMkLst>
            <pc:docMk/>
            <pc:sldMk cId="3410495183" sldId="32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FCB220-3CA7-4D7F-A216-546FBB266CCD}" dt="2024-06-06T21:36:48.239" v="585" actId="113"/>
        <pc:sldMkLst>
          <pc:docMk/>
          <pc:sldMk cId="2542199702" sldId="327"/>
        </pc:sldMkLst>
        <pc:spChg chg="mod">
          <ac:chgData name="anaclaracosta116@gmail.com" userId="a793634777582c92" providerId="LiveId" clId="{5DFCB220-3CA7-4D7F-A216-546FBB266CCD}" dt="2024-06-06T21:36:48.239" v="585" actId="113"/>
          <ac:spMkLst>
            <pc:docMk/>
            <pc:sldMk cId="2542199702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5DFCB220-3CA7-4D7F-A216-546FBB266CCD}" dt="2024-06-04T21:39:07.235" v="424"/>
        <pc:sldMkLst>
          <pc:docMk/>
          <pc:sldMk cId="1426116115" sldId="328"/>
        </pc:sldMkLst>
      </pc:sldChg>
      <pc:sldChg chg="add ord">
        <pc:chgData name="anaclaracosta116@gmail.com" userId="a793634777582c92" providerId="LiveId" clId="{5DFCB220-3CA7-4D7F-A216-546FBB266CCD}" dt="2024-06-04T21:39:36.709" v="430"/>
        <pc:sldMkLst>
          <pc:docMk/>
          <pc:sldMk cId="1051377901" sldId="329"/>
        </pc:sldMkLst>
      </pc:sldChg>
      <pc:sldChg chg="modSp add mod ord">
        <pc:chgData name="anaclaracosta116@gmail.com" userId="a793634777582c92" providerId="LiveId" clId="{5DFCB220-3CA7-4D7F-A216-546FBB266CCD}" dt="2024-06-04T21:39:58.411" v="434"/>
        <pc:sldMkLst>
          <pc:docMk/>
          <pc:sldMk cId="772171650" sldId="330"/>
        </pc:sldMkLst>
        <pc:spChg chg="mod">
          <ac:chgData name="anaclaracosta116@gmail.com" userId="a793634777582c92" providerId="LiveId" clId="{5DFCB220-3CA7-4D7F-A216-546FBB266CCD}" dt="2024-06-04T21:39:58.411" v="434"/>
          <ac:spMkLst>
            <pc:docMk/>
            <pc:sldMk cId="772171650" sldId="330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5DFCB220-3CA7-4D7F-A216-546FBB266CCD}" dt="2024-06-04T21:51:20.329" v="474" actId="47"/>
        <pc:sldMkLst>
          <pc:docMk/>
          <pc:sldMk cId="1184616845" sldId="331"/>
        </pc:sldMkLst>
        <pc:spChg chg="mod">
          <ac:chgData name="anaclaracosta116@gmail.com" userId="a793634777582c92" providerId="LiveId" clId="{5DFCB220-3CA7-4D7F-A216-546FBB266CCD}" dt="2024-06-04T21:48:44.199" v="467" actId="113"/>
          <ac:spMkLst>
            <pc:docMk/>
            <pc:sldMk cId="1184616845" sldId="331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5DFCB220-3CA7-4D7F-A216-546FBB266CCD}" dt="2024-06-04T21:51:20.329" v="474" actId="47"/>
        <pc:sldMkLst>
          <pc:docMk/>
          <pc:sldMk cId="2339329913" sldId="332"/>
        </pc:sldMkLst>
        <pc:spChg chg="mod">
          <ac:chgData name="anaclaracosta116@gmail.com" userId="a793634777582c92" providerId="LiveId" clId="{5DFCB220-3CA7-4D7F-A216-546FBB266CCD}" dt="2024-06-04T21:49:39.270" v="470" actId="113"/>
          <ac:spMkLst>
            <pc:docMk/>
            <pc:sldMk cId="2339329913" sldId="33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5DFCB220-3CA7-4D7F-A216-546FBB266CCD}" dt="2024-06-04T21:51:20.329" v="474" actId="47"/>
        <pc:sldMkLst>
          <pc:docMk/>
          <pc:sldMk cId="806196665" sldId="333"/>
        </pc:sldMkLst>
        <pc:spChg chg="mod">
          <ac:chgData name="anaclaracosta116@gmail.com" userId="a793634777582c92" providerId="LiveId" clId="{5DFCB220-3CA7-4D7F-A216-546FBB266CCD}" dt="2024-06-04T21:50:19.942" v="473" actId="113"/>
          <ac:spMkLst>
            <pc:docMk/>
            <pc:sldMk cId="806196665" sldId="333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3572284562" sldId="423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2091540066" sldId="424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3265102569" sldId="425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1457938276" sldId="426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1277549265" sldId="427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2941836618" sldId="428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2933875539" sldId="429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4274944346" sldId="430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3606020258" sldId="431"/>
        </pc:sldMkLst>
      </pc:sldChg>
      <pc:sldChg chg="add">
        <pc:chgData name="anaclaracosta116@gmail.com" userId="a793634777582c92" providerId="LiveId" clId="{5DFCB220-3CA7-4D7F-A216-546FBB266CCD}" dt="2024-06-04T21:51:23.290" v="475"/>
        <pc:sldMkLst>
          <pc:docMk/>
          <pc:sldMk cId="3988002694" sldId="432"/>
        </pc:sldMkLst>
      </pc:sldChg>
      <pc:sldChg chg="modSp add mod">
        <pc:chgData name="anaclaracosta116@gmail.com" userId="a793634777582c92" providerId="LiveId" clId="{5DFCB220-3CA7-4D7F-A216-546FBB266CCD}" dt="2024-06-04T21:58:16.052" v="515" actId="27636"/>
        <pc:sldMkLst>
          <pc:docMk/>
          <pc:sldMk cId="3809082352" sldId="433"/>
        </pc:sldMkLst>
        <pc:spChg chg="mod">
          <ac:chgData name="anaclaracosta116@gmail.com" userId="a793634777582c92" providerId="LiveId" clId="{5DFCB220-3CA7-4D7F-A216-546FBB266CCD}" dt="2024-06-04T21:58:16.052" v="515" actId="27636"/>
          <ac:spMkLst>
            <pc:docMk/>
            <pc:sldMk cId="3809082352" sldId="43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FCB220-3CA7-4D7F-A216-546FBB266CCD}" dt="2024-06-04T21:58:31.143" v="521"/>
        <pc:sldMkLst>
          <pc:docMk/>
          <pc:sldMk cId="885900021" sldId="434"/>
        </pc:sldMkLst>
        <pc:spChg chg="mod">
          <ac:chgData name="anaclaracosta116@gmail.com" userId="a793634777582c92" providerId="LiveId" clId="{5DFCB220-3CA7-4D7F-A216-546FBB266CCD}" dt="2024-06-04T21:58:31.143" v="521"/>
          <ac:spMkLst>
            <pc:docMk/>
            <pc:sldMk cId="885900021" sldId="43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FCB220-3CA7-4D7F-A216-546FBB266CCD}" dt="2024-06-04T21:58:56.821" v="530" actId="27636"/>
        <pc:sldMkLst>
          <pc:docMk/>
          <pc:sldMk cId="3258877029" sldId="435"/>
        </pc:sldMkLst>
        <pc:spChg chg="mod">
          <ac:chgData name="anaclaracosta116@gmail.com" userId="a793634777582c92" providerId="LiveId" clId="{5DFCB220-3CA7-4D7F-A216-546FBB266CCD}" dt="2024-06-04T21:58:56.821" v="530" actId="27636"/>
          <ac:spMkLst>
            <pc:docMk/>
            <pc:sldMk cId="3258877029" sldId="43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FCB220-3CA7-4D7F-A216-546FBB266CCD}" dt="2024-06-04T21:59:14.368" v="536" actId="403"/>
        <pc:sldMkLst>
          <pc:docMk/>
          <pc:sldMk cId="4047588610" sldId="436"/>
        </pc:sldMkLst>
        <pc:spChg chg="mod">
          <ac:chgData name="anaclaracosta116@gmail.com" userId="a793634777582c92" providerId="LiveId" clId="{5DFCB220-3CA7-4D7F-A216-546FBB266CCD}" dt="2024-06-04T21:59:14.368" v="536" actId="403"/>
          <ac:spMkLst>
            <pc:docMk/>
            <pc:sldMk cId="4047588610" sldId="43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5DFCB220-3CA7-4D7F-A216-546FBB266CCD}" dt="2024-06-04T21:58:22.242" v="518"/>
        <pc:sldMkLst>
          <pc:docMk/>
          <pc:sldMk cId="2307340374" sldId="437"/>
        </pc:sldMkLst>
      </pc:sldChg>
      <pc:sldChg chg="add ord">
        <pc:chgData name="anaclaracosta116@gmail.com" userId="a793634777582c92" providerId="LiveId" clId="{5DFCB220-3CA7-4D7F-A216-546FBB266CCD}" dt="2024-06-04T21:58:36.075" v="524"/>
        <pc:sldMkLst>
          <pc:docMk/>
          <pc:sldMk cId="1148954563" sldId="438"/>
        </pc:sldMkLst>
      </pc:sldChg>
      <pc:sldChg chg="add ord">
        <pc:chgData name="anaclaracosta116@gmail.com" userId="a793634777582c92" providerId="LiveId" clId="{5DFCB220-3CA7-4D7F-A216-546FBB266CCD}" dt="2024-06-04T21:59:02.610" v="533"/>
        <pc:sldMkLst>
          <pc:docMk/>
          <pc:sldMk cId="3999170119" sldId="439"/>
        </pc:sldMkLst>
      </pc:sldChg>
      <pc:sldChg chg="modSp add mod">
        <pc:chgData name="anaclaracosta116@gmail.com" userId="a793634777582c92" providerId="LiveId" clId="{5DFCB220-3CA7-4D7F-A216-546FBB266CCD}" dt="2024-06-04T22:02:04.904" v="560"/>
        <pc:sldMkLst>
          <pc:docMk/>
          <pc:sldMk cId="1542682826" sldId="440"/>
        </pc:sldMkLst>
        <pc:spChg chg="mod">
          <ac:chgData name="anaclaracosta116@gmail.com" userId="a793634777582c92" providerId="LiveId" clId="{5DFCB220-3CA7-4D7F-A216-546FBB266CCD}" dt="2024-06-04T22:02:04.904" v="560"/>
          <ac:spMkLst>
            <pc:docMk/>
            <pc:sldMk cId="1542682826" sldId="44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5DFCB220-3CA7-4D7F-A216-546FBB266CCD}" dt="2024-06-06T21:36:53.686" v="588"/>
        <pc:sldMkLst>
          <pc:docMk/>
          <pc:sldMk cId="2206880006" sldId="44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3A939-4592-4A63-17B5-28F2C2C5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F27DBC3-BCE4-6917-C1E9-DBCA1FD0DA04}"/>
              </a:ext>
            </a:extLst>
          </p:cNvPr>
          <p:cNvSpPr txBox="1"/>
          <p:nvPr/>
        </p:nvSpPr>
        <p:spPr>
          <a:xfrm>
            <a:off x="5417127" y="4904507"/>
            <a:ext cx="6774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NO MEU SENHOR EU ESPEREI</a:t>
            </a:r>
          </a:p>
          <a:p>
            <a:pPr algn="l"/>
            <a:r>
              <a:rPr lang="pt-BR" sz="8000" dirty="0"/>
              <a:t>ELE SE INCLINOU PARA MIM</a:t>
            </a:r>
          </a:p>
          <a:p>
            <a:pPr algn="l"/>
            <a:r>
              <a:rPr lang="pt-BR" sz="8000" dirty="0"/>
              <a:t>E OUVIU O MEU GRITO</a:t>
            </a:r>
          </a:p>
          <a:p>
            <a:pPr algn="l"/>
            <a:r>
              <a:rPr lang="pt-BR" sz="8000" dirty="0"/>
              <a:t>ME LIBERTOU DA MORTE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OS MEUS PÉS ELE APAROU</a:t>
            </a:r>
          </a:p>
          <a:p>
            <a:pPr algn="just"/>
            <a:r>
              <a:rPr lang="pt-BR" sz="7200" dirty="0"/>
              <a:t>OS MEUS PASSOS FIRMOU</a:t>
            </a:r>
          </a:p>
          <a:p>
            <a:pPr algn="just"/>
            <a:r>
              <a:rPr lang="pt-BR" sz="7200" dirty="0"/>
              <a:t>ELE COLOCOU NA MINHA BOCA</a:t>
            </a:r>
          </a:p>
          <a:p>
            <a:pPr algn="just"/>
            <a:r>
              <a:rPr lang="pt-BR" sz="7200" dirty="0"/>
              <a:t>O CANTO NOVO DE LOUVOR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38164" cy="534785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7600" dirty="0"/>
              <a:t>SENHOR, QUE VIESTES NÃO PARA CONDENAR, MAS PARA PERDOAR, TENDE PIEDADE DE NÓS.</a:t>
            </a:r>
          </a:p>
          <a:p>
            <a:pPr algn="just"/>
            <a:r>
              <a:rPr lang="pt-BR" sz="17600" b="1" dirty="0"/>
              <a:t>SENHOR, TENE PIEDADE DE NÓS</a:t>
            </a:r>
          </a:p>
          <a:p>
            <a:pPr algn="just"/>
            <a:endParaRPr lang="pt-BR" sz="17600" dirty="0"/>
          </a:p>
          <a:p>
            <a:pPr algn="just"/>
            <a:r>
              <a:rPr lang="pt-BR" sz="17600" dirty="0"/>
              <a:t>CRISTO, QUE VOS ALEGRAIS PELO PECADOR ARREPENDIDO, TENDE PIEDADE DE NÓS.</a:t>
            </a:r>
          </a:p>
          <a:p>
            <a:pPr algn="just"/>
            <a:r>
              <a:rPr lang="pt-BR" sz="17600" b="1" dirty="0"/>
              <a:t>CRISTO, TENDE PIEDADE DE NÓS</a:t>
            </a:r>
          </a:p>
          <a:p>
            <a:pPr algn="just"/>
            <a:r>
              <a:rPr lang="pt-BR" sz="9600" dirty="0"/>
              <a:t>,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SENHOR, QUE MUITO PERDOAIS A QUEM MUITO AMA, TENDE PIEDADE DE NÓS.</a:t>
            </a:r>
          </a:p>
          <a:p>
            <a:pPr algn="just"/>
            <a:r>
              <a:rPr lang="pt-BR" sz="9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400" b="1" dirty="0"/>
              <a:t>GLÓRIA A DEUS NAS ALTURAS E PAZ NA TERRA AOS HOMENS POR ELE AMADO!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SENHOR DEUS, REI DO CÉUS, DEUS PAI TODO-PODEROSO</a:t>
            </a:r>
          </a:p>
          <a:p>
            <a:pPr algn="just"/>
            <a:endParaRPr lang="pt-BR" sz="6400" dirty="0"/>
          </a:p>
          <a:p>
            <a:pPr algn="just"/>
            <a:r>
              <a:rPr lang="pt-BR" sz="6400" dirty="0"/>
              <a:t>NÓS VOS LOUVAMOS, NÓS VOS BENDIZEMOS</a:t>
            </a:r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5400" dirty="0"/>
              <a:t>NÓS VOS ADORAMOS, NÓS VOS GLORIFICAMOS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DAMOS GARÇAS POR VOSSA IMENSA GLÓRIA</a:t>
            </a:r>
          </a:p>
          <a:p>
            <a:pPr algn="just"/>
            <a:endParaRPr lang="pt-BR" sz="5400" b="1" dirty="0"/>
          </a:p>
          <a:p>
            <a:pPr algn="just"/>
            <a:r>
              <a:rPr lang="pt-BR" sz="5400" dirty="0"/>
              <a:t>SENHOR JESUS CRISTO, FILHO UNIGÊNITO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b="1" dirty="0"/>
              <a:t>GLÓRIA A DEUS NAS ALTURAS E PAZ NA TERRA AOS HOMENS POR ELE AMADOS.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VÓS QUE TIRAIS O PECADO MUNDO, TENDE PIEDADE DE NÓS</a:t>
            </a:r>
          </a:p>
          <a:p>
            <a:pPr algn="l"/>
            <a:endParaRPr lang="pt-BR" sz="60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VÓS QUE TIRAIS O PECADO DO MUNDO, 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SÓ VÓS SOIS O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1674"/>
            <a:ext cx="11236036" cy="569465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SÓ VÓS O ALTÍSSIMO JESUS CRISTO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COM O ESPÍRITO SANTO NA GLÓRIA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GLÓRIA A DEUS NA ALTURAS E PAZ NA TERRA AOS HOMENS POR ELE AMADOS. AMÉM!</a:t>
            </a:r>
          </a:p>
        </p:txBody>
      </p:sp>
    </p:spTree>
    <p:extLst>
      <p:ext uri="{BB962C8B-B14F-4D97-AF65-F5344CB8AC3E}">
        <p14:creationId xmlns:p14="http://schemas.microsoft.com/office/powerpoint/2010/main" val="107992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MOSTRAI-ME, Ó SENHOR, VOSSOS CAMINHOS!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/>
              <a:t>JESUS CRISTO SALVADOR DESTRUIU O MAL E A MORTE; FEZ BRILHAR PELO EVANGELHO A LUZ E A VIDA IMPERECÍVEIS.</a:t>
            </a:r>
            <a:endParaRPr lang="pt-BR" sz="4400" dirty="0"/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BOM É LOUVAR O SENHOR, NOSSO DEUS</a:t>
            </a:r>
          </a:p>
          <a:p>
            <a:pPr algn="l"/>
            <a:r>
              <a:rPr lang="pt-BR" sz="6600" b="1" dirty="0"/>
              <a:t>CANTAR SALMOS AO NOME DO ALTÍSSIMO,</a:t>
            </a:r>
          </a:p>
          <a:p>
            <a:pPr algn="l"/>
            <a:r>
              <a:rPr lang="pt-BR" sz="6600" b="1" dirty="0"/>
              <a:t>COM ALEGRIA ACLAMAR SEU AMOR,</a:t>
            </a:r>
          </a:p>
          <a:p>
            <a:pPr algn="l"/>
            <a:r>
              <a:rPr lang="pt-BR" sz="6600" b="1" dirty="0"/>
              <a:t>SUA GLÓRIA, BONDADE E PODER.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1. COMO TUAS OBRAS ME ALEGRAM, SENHOR,</a:t>
            </a:r>
          </a:p>
          <a:p>
            <a:pPr algn="l"/>
            <a:r>
              <a:rPr lang="pt-BR" sz="6600" dirty="0"/>
              <a:t>OS TEUS PRODÍGIOS SUSCITAM LOUVOR.</a:t>
            </a:r>
          </a:p>
          <a:p>
            <a:pPr algn="l"/>
            <a:r>
              <a:rPr lang="pt-BR" sz="6600" dirty="0"/>
              <a:t>TUA PRESENÇA EU CONTEMPLO NO CÉU,</a:t>
            </a:r>
          </a:p>
          <a:p>
            <a:pPr algn="l"/>
            <a:r>
              <a:rPr lang="pt-BR" sz="6600" dirty="0"/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65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BOM É LOUVAR O SENHOR, NOSSO DEUS</a:t>
            </a:r>
          </a:p>
          <a:p>
            <a:pPr algn="l"/>
            <a:r>
              <a:rPr lang="pt-BR" sz="6600" b="1" dirty="0"/>
              <a:t>CANTAR SALMOS AO NOME DO ALTÍSSIMO,</a:t>
            </a:r>
          </a:p>
          <a:p>
            <a:pPr algn="l"/>
            <a:r>
              <a:rPr lang="pt-BR" sz="6600" b="1" dirty="0"/>
              <a:t>COM ALEGRIA ACLAMAR SEU AMOR,</a:t>
            </a:r>
          </a:p>
          <a:p>
            <a:pPr algn="l"/>
            <a:r>
              <a:rPr lang="pt-BR" sz="6600" b="1" dirty="0"/>
              <a:t>SUA GLÓRIA, BONDADE E PODER.</a:t>
            </a:r>
          </a:p>
        </p:txBody>
      </p:sp>
    </p:spTree>
    <p:extLst>
      <p:ext uri="{BB962C8B-B14F-4D97-AF65-F5344CB8AC3E}">
        <p14:creationId xmlns:p14="http://schemas.microsoft.com/office/powerpoint/2010/main" val="1426116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dirty="0"/>
              <a:t>2. TU ENGRANDECES O HOMEM MORTAL</a:t>
            </a:r>
          </a:p>
          <a:p>
            <a:pPr algn="l"/>
            <a:r>
              <a:rPr lang="pt-BR" sz="6600" dirty="0"/>
              <a:t>DA NATUREZA ELE É REI E SENHOR.</a:t>
            </a:r>
          </a:p>
          <a:p>
            <a:pPr algn="l"/>
            <a:r>
              <a:rPr lang="pt-BR" sz="6600" dirty="0"/>
              <a:t>DE HONRA O COROASTE, DE GLÓRIA E PODER,</a:t>
            </a:r>
          </a:p>
          <a:p>
            <a:pPr algn="l"/>
            <a:r>
              <a:rPr lang="pt-BR" sz="6600" dirty="0"/>
              <a:t>POUCO MENOS QUE AOS ANJOS DO CÉU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34359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BOM É LOUVAR O SENHOR, NOSSO DEUS</a:t>
            </a:r>
          </a:p>
          <a:p>
            <a:pPr algn="l"/>
            <a:r>
              <a:rPr lang="pt-BR" sz="6600" b="1" dirty="0"/>
              <a:t>CANTAR SALMOS AO NOME DO ALTÍSSIMO,</a:t>
            </a:r>
          </a:p>
          <a:p>
            <a:pPr algn="l"/>
            <a:r>
              <a:rPr lang="pt-BR" sz="6600" b="1" dirty="0"/>
              <a:t>COM ALEGRIA ACLAMAR SEU AMOR,</a:t>
            </a:r>
          </a:p>
          <a:p>
            <a:pPr algn="l"/>
            <a:r>
              <a:rPr lang="pt-BR" sz="6600" b="1" dirty="0"/>
              <a:t>SUA GLÓRIA, BONDADE E PODER.</a:t>
            </a:r>
          </a:p>
        </p:txBody>
      </p:sp>
    </p:spTree>
    <p:extLst>
      <p:ext uri="{BB962C8B-B14F-4D97-AF65-F5344CB8AC3E}">
        <p14:creationId xmlns:p14="http://schemas.microsoft.com/office/powerpoint/2010/main" val="1051377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dirty="0"/>
              <a:t>3. NARRAM OS CÉUS O QUE FEZ TUA MÃO,</a:t>
            </a:r>
          </a:p>
          <a:p>
            <a:pPr algn="l"/>
            <a:r>
              <a:rPr lang="pt-BR" sz="6600" dirty="0"/>
              <a:t>TODO UNIVERSO TEU NOME BENDIZ.</a:t>
            </a:r>
          </a:p>
          <a:p>
            <a:pPr algn="l"/>
            <a:r>
              <a:rPr lang="pt-BR" sz="6600" dirty="0"/>
              <a:t>A CRIAÇÃO É UM CANTO DE AMOR,</a:t>
            </a:r>
          </a:p>
          <a:p>
            <a:pPr algn="l"/>
            <a:r>
              <a:rPr lang="pt-BR" sz="6600" dirty="0"/>
              <a:t>E ESSE CANTO É TAMBEM MEU LOUVOR.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772171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 SENHOR DEUS DO UNIVERSO.</a:t>
            </a:r>
          </a:p>
          <a:p>
            <a:pPr algn="just"/>
            <a:r>
              <a:rPr lang="pt-BR" sz="7300" dirty="0"/>
              <a:t>O CÉU E TERRA PROCLAMAM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 </a:t>
            </a:r>
            <a:endParaRPr lang="pt-BR" sz="7300" b="1" dirty="0"/>
          </a:p>
          <a:p>
            <a:pPr algn="l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NÃO TE IRRITES COM AS OBRAS DOS MALVADOS, NEM INVEJES AS PESSOAS DESONESTAS.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CONFIA NO SENHOR E FAZE O BEM, E SOBRE A TERRA HABITARÁS EM SEGURANÇA.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COLOCA NO SENHOR TUA ALEGRIA, E ELE DARÁ O QUE PEDIR TEU CORAÇÃO.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DEIXA AOS CUIDADOS DO SENHOR O TEU DESTINO; CONFIA NELE, E COM CERTEZA ELE AGIRÁ.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FARÁ BRILHAR TUA INOCÊNCIA COMO A LUZ, E O TEU DIREITO, COMO O SOL DO MEIO-DIA.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57938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OS POUCOS BENS DO HOMEM JUSTO VALEM MAIS DO QUE A FORTUNA FABULOSA DOS INÍQUOS.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2775492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O SENHOR CUIDA DA VIDA DOS HONESTOS, E SUA HERANÇA PERMANECE ETERNAMENTE.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941836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É O SENHOR QUEM FIRMA OS PASSOS DOS MORTAIS E DIRIGE O CAMINHAR DOS QUE LHE AGRADAM.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933875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MESMO SE CAEM, NÃO IRÃO FICAR PROSTRADOS, POIS É O SENHOR QUEM OS SUSTENTA PELA MÃO.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749443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NUNCA VI UM HOMEM JUSTO ABANDONADO, NEM SEUS FILHOS MENDIGANDO O PRÓPRIO PÃO.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6060202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EU VOS CHAMO, Ó SENHOR, PORQUE ME OUVIS. INCLINAI O VOSSO OUVIDO E ESCUTAI-ME!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A SALVAÇÃO DOS PIEDOSOS VEM DE DEUS; ELE OS PROTEGE NOS MOMENTOS DE AFLIÇÃO.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988002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200" dirty="0"/>
              <a:t>ALMA DE CRISTO, SANTIFICAI-ME</a:t>
            </a:r>
          </a:p>
          <a:p>
            <a:pPr algn="just"/>
            <a:r>
              <a:rPr lang="pt-BR" sz="7200" dirty="0"/>
              <a:t>CORPO DE CRISTO, SALVAI-ME</a:t>
            </a:r>
          </a:p>
          <a:p>
            <a:pPr algn="just"/>
            <a:r>
              <a:rPr lang="pt-BR" sz="7200" dirty="0"/>
              <a:t>SANGUE DE CRISTO, INEBRIAI-ME</a:t>
            </a:r>
          </a:p>
          <a:p>
            <a:pPr algn="just"/>
            <a:r>
              <a:rPr lang="pt-BR" sz="7200" dirty="0"/>
              <a:t>ÁGUA DO LADO DE CRISTO, LAVAI-ME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4000" dirty="0"/>
              <a:t>PAIXÃO DE CRISTO, CONFORTAI-ME</a:t>
            </a:r>
          </a:p>
          <a:p>
            <a:pPr algn="l"/>
            <a:r>
              <a:rPr lang="pt-BR" sz="24000" dirty="0"/>
              <a:t>Ó BOM JESUS, OUVI-ME</a:t>
            </a:r>
          </a:p>
          <a:p>
            <a:pPr algn="l"/>
            <a:r>
              <a:rPr lang="pt-BR" sz="24000" dirty="0"/>
              <a:t>DENTRO DE VOSSAS CHAGAS, ESCONDEI-ME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0764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dirty="0"/>
              <a:t>NÃO PERMITAIS QUE EU ME SEPARE DE VÓS</a:t>
            </a:r>
          </a:p>
          <a:p>
            <a:pPr algn="l"/>
            <a:r>
              <a:rPr lang="pt-BR" sz="6600" dirty="0"/>
              <a:t>DO ESPÍRITO MALIGNO DEFENDEI-ME</a:t>
            </a:r>
          </a:p>
          <a:p>
            <a:pPr algn="just"/>
            <a:r>
              <a:rPr lang="pt-BR" sz="6600" dirty="0"/>
              <a:t>NA HORA DA MORTE</a:t>
            </a:r>
          </a:p>
          <a:p>
            <a:pPr algn="just"/>
            <a:r>
              <a:rPr lang="pt-BR" sz="6600" dirty="0"/>
              <a:t>CHAMAI-ME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2295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 MANDAI-ME IR PARA VÓS</a:t>
            </a:r>
          </a:p>
          <a:p>
            <a:pPr algn="just"/>
            <a:r>
              <a:rPr lang="pt-BR" sz="6600" dirty="0"/>
              <a:t>PARA QUE COM VOSSOS SANTOS VOS LOUVE</a:t>
            </a:r>
          </a:p>
          <a:p>
            <a:pPr algn="just"/>
            <a:r>
              <a:rPr lang="pt-BR" sz="6600" dirty="0"/>
              <a:t>POR TODOS OS SÉCULOS DOS SÉCULOS, AMÉM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26828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927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DESPREZANDO AS HONRAS PELA SÃ POBREZA</a:t>
            </a:r>
          </a:p>
          <a:p>
            <a:pPr algn="l"/>
            <a:r>
              <a:rPr lang="pt-BR" sz="6000" dirty="0"/>
              <a:t>A JESUS VOS DESTES COM ARDOR E FIRMEZA</a:t>
            </a:r>
          </a:p>
          <a:p>
            <a:pPr algn="l"/>
            <a:r>
              <a:rPr lang="pt-BR" sz="6000" dirty="0"/>
              <a:t>BEM MERECESTES TER COM AMOR</a:t>
            </a:r>
          </a:p>
          <a:p>
            <a:pPr algn="l"/>
            <a:r>
              <a:rPr lang="pt-BR" sz="6000" dirty="0"/>
              <a:t>EM VOSSOS BRAÇOS O SALVADOR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DO BERÇO SOIS GLÓRIA PARA OS LUSITANOS</a:t>
            </a:r>
          </a:p>
          <a:p>
            <a:pPr algn="l"/>
            <a:r>
              <a:rPr lang="pt-BR" sz="5400" dirty="0"/>
              <a:t>E DEPOIS GRANDEZA DOS ITALIANOS</a:t>
            </a:r>
          </a:p>
          <a:p>
            <a:pPr algn="l"/>
            <a:r>
              <a:rPr lang="pt-BR" sz="5400" dirty="0"/>
              <a:t>BEM MERECESTES TER COM AMOR</a:t>
            </a:r>
          </a:p>
          <a:p>
            <a:pPr algn="l"/>
            <a:r>
              <a:rPr lang="pt-BR" sz="5400" dirty="0"/>
              <a:t>EM VOSSOS BRAÇOS O SALVADOR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8859000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11489545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EM SANTAS MISSÕES, POVOS CONVERTEU</a:t>
            </a:r>
          </a:p>
          <a:p>
            <a:pPr algn="l"/>
            <a:r>
              <a:rPr lang="pt-BR" sz="6000" dirty="0"/>
              <a:t>VOSSA LÍNGUA SANTA QUE NÃO PERECEU</a:t>
            </a:r>
          </a:p>
          <a:p>
            <a:pPr algn="l"/>
            <a:r>
              <a:rPr lang="pt-BR" sz="6000" dirty="0"/>
              <a:t>BEM MERECESTES TER COM AMOR</a:t>
            </a:r>
          </a:p>
          <a:p>
            <a:pPr algn="l"/>
            <a:r>
              <a:rPr lang="pt-BR" sz="6000" dirty="0"/>
              <a:t>EM VOSSOS BRAÇOS O SALVADOR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2588770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39991701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IRMÃO PROTETOR SOIS DOS BRASILEIROS</a:t>
            </a:r>
          </a:p>
          <a:p>
            <a:pPr algn="l"/>
            <a:r>
              <a:rPr lang="pt-BR" sz="5400" dirty="0"/>
              <a:t>QUE MILAGRES CANTAM POR SÉCULOS INTEIROS</a:t>
            </a:r>
          </a:p>
          <a:p>
            <a:pPr algn="l"/>
            <a:r>
              <a:rPr lang="pt-BR" sz="5400" dirty="0"/>
              <a:t>BEM MERECESTES TER COM AMOR</a:t>
            </a:r>
          </a:p>
          <a:p>
            <a:pPr algn="l"/>
            <a:r>
              <a:rPr lang="pt-BR" sz="5400" dirty="0"/>
              <a:t>EM VOSSOS BRAÇOS O SALVADOR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4047588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1589</Words>
  <Application>Microsoft Office PowerPoint</Application>
  <PresentationFormat>Widescreen</PresentationFormat>
  <Paragraphs>276</Paragraphs>
  <Slides>64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64</vt:i4>
      </vt:variant>
    </vt:vector>
  </HeadingPairs>
  <TitlesOfParts>
    <vt:vector size="68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</cp:revision>
  <dcterms:created xsi:type="dcterms:W3CDTF">2023-05-06T17:01:55Z</dcterms:created>
  <dcterms:modified xsi:type="dcterms:W3CDTF">2024-06-06T21:38:47Z</dcterms:modified>
</cp:coreProperties>
</file>