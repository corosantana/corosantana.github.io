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2" r:id="rId2"/>
    <p:sldId id="605" r:id="rId3"/>
    <p:sldId id="471" r:id="rId4"/>
    <p:sldId id="472" r:id="rId5"/>
    <p:sldId id="473" r:id="rId6"/>
    <p:sldId id="474" r:id="rId7"/>
    <p:sldId id="306" r:id="rId8"/>
    <p:sldId id="259" r:id="rId9"/>
    <p:sldId id="279" r:id="rId10"/>
    <p:sldId id="476" r:id="rId11"/>
    <p:sldId id="475" r:id="rId12"/>
    <p:sldId id="260" r:id="rId13"/>
    <p:sldId id="606" r:id="rId14"/>
    <p:sldId id="527" r:id="rId15"/>
    <p:sldId id="528" r:id="rId16"/>
    <p:sldId id="529" r:id="rId17"/>
    <p:sldId id="617" r:id="rId18"/>
    <p:sldId id="264" r:id="rId19"/>
    <p:sldId id="607" r:id="rId20"/>
    <p:sldId id="608" r:id="rId21"/>
    <p:sldId id="609" r:id="rId22"/>
    <p:sldId id="268" r:id="rId23"/>
    <p:sldId id="291" r:id="rId24"/>
    <p:sldId id="293" r:id="rId25"/>
    <p:sldId id="294" r:id="rId26"/>
    <p:sldId id="295" r:id="rId27"/>
    <p:sldId id="526" r:id="rId28"/>
    <p:sldId id="269" r:id="rId29"/>
    <p:sldId id="412" r:id="rId30"/>
    <p:sldId id="425" r:id="rId31"/>
    <p:sldId id="423" r:id="rId32"/>
    <p:sldId id="434" r:id="rId33"/>
    <p:sldId id="424" r:id="rId34"/>
    <p:sldId id="426" r:id="rId35"/>
    <p:sldId id="347" r:id="rId36"/>
    <p:sldId id="272" r:id="rId37"/>
    <p:sldId id="273" r:id="rId38"/>
    <p:sldId id="286" r:id="rId39"/>
    <p:sldId id="491" r:id="rId40"/>
    <p:sldId id="451" r:id="rId41"/>
    <p:sldId id="452" r:id="rId42"/>
    <p:sldId id="453" r:id="rId43"/>
    <p:sldId id="302" r:id="rId44"/>
    <p:sldId id="581" r:id="rId45"/>
    <p:sldId id="442" r:id="rId46"/>
    <p:sldId id="615" r:id="rId47"/>
    <p:sldId id="613" r:id="rId48"/>
    <p:sldId id="614" r:id="rId49"/>
    <p:sldId id="612" r:id="rId50"/>
    <p:sldId id="610" r:id="rId51"/>
    <p:sldId id="440" r:id="rId52"/>
    <p:sldId id="611" r:id="rId53"/>
    <p:sldId id="441" r:id="rId54"/>
    <p:sldId id="323" r:id="rId55"/>
    <p:sldId id="582" r:id="rId56"/>
    <p:sldId id="583" r:id="rId57"/>
    <p:sldId id="584" r:id="rId58"/>
    <p:sldId id="388" r:id="rId59"/>
    <p:sldId id="616" r:id="rId60"/>
    <p:sldId id="433" r:id="rId61"/>
    <p:sldId id="437" r:id="rId6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9AAA51B1-E4E5-4C75-A1CB-451E64B2E5E6}"/>
    <pc:docChg chg="custSel addSld delSld modSld sldOrd">
      <pc:chgData name="anaclaracosta116@gmail.com" userId="a793634777582c92" providerId="LiveId" clId="{9AAA51B1-E4E5-4C75-A1CB-451E64B2E5E6}" dt="2025-06-13T21:19:05.706" v="110" actId="47"/>
      <pc:docMkLst>
        <pc:docMk/>
      </pc:docMkLst>
      <pc:sldChg chg="del">
        <pc:chgData name="anaclaracosta116@gmail.com" userId="a793634777582c92" providerId="LiveId" clId="{9AAA51B1-E4E5-4C75-A1CB-451E64B2E5E6}" dt="2025-06-13T20:24:56.921" v="0" actId="47"/>
        <pc:sldMkLst>
          <pc:docMk/>
          <pc:sldMk cId="630913396" sldId="256"/>
        </pc:sldMkLst>
      </pc:sldChg>
      <pc:sldChg chg="add">
        <pc:chgData name="anaclaracosta116@gmail.com" userId="a793634777582c92" providerId="LiveId" clId="{9AAA51B1-E4E5-4C75-A1CB-451E64B2E5E6}" dt="2025-06-13T20:25:39.433" v="4"/>
        <pc:sldMkLst>
          <pc:docMk/>
          <pc:sldMk cId="2490480151" sldId="259"/>
        </pc:sldMkLst>
      </pc:sldChg>
      <pc:sldChg chg="add">
        <pc:chgData name="anaclaracosta116@gmail.com" userId="a793634777582c92" providerId="LiveId" clId="{9AAA51B1-E4E5-4C75-A1CB-451E64B2E5E6}" dt="2025-06-13T20:25:39.433" v="4"/>
        <pc:sldMkLst>
          <pc:docMk/>
          <pc:sldMk cId="3723452890" sldId="260"/>
        </pc:sldMkLst>
      </pc:sldChg>
      <pc:sldChg chg="del">
        <pc:chgData name="anaclaracosta116@gmail.com" userId="a793634777582c92" providerId="LiveId" clId="{9AAA51B1-E4E5-4C75-A1CB-451E64B2E5E6}" dt="2025-06-13T20:28:29.648" v="10" actId="47"/>
        <pc:sldMkLst>
          <pc:docMk/>
          <pc:sldMk cId="337661645" sldId="261"/>
        </pc:sldMkLst>
      </pc:sldChg>
      <pc:sldChg chg="del">
        <pc:chgData name="anaclaracosta116@gmail.com" userId="a793634777582c92" providerId="LiveId" clId="{9AAA51B1-E4E5-4C75-A1CB-451E64B2E5E6}" dt="2025-06-13T20:28:30.131" v="11" actId="47"/>
        <pc:sldMkLst>
          <pc:docMk/>
          <pc:sldMk cId="3868190215" sldId="262"/>
        </pc:sldMkLst>
      </pc:sldChg>
      <pc:sldChg chg="del">
        <pc:chgData name="anaclaracosta116@gmail.com" userId="a793634777582c92" providerId="LiveId" clId="{9AAA51B1-E4E5-4C75-A1CB-451E64B2E5E6}" dt="2025-06-13T20:28:30.661" v="12" actId="47"/>
        <pc:sldMkLst>
          <pc:docMk/>
          <pc:sldMk cId="1799863211" sldId="263"/>
        </pc:sldMkLst>
      </pc:sldChg>
      <pc:sldChg chg="del">
        <pc:chgData name="anaclaracosta116@gmail.com" userId="a793634777582c92" providerId="LiveId" clId="{9AAA51B1-E4E5-4C75-A1CB-451E64B2E5E6}" dt="2025-06-13T20:28:58.950" v="14" actId="47"/>
        <pc:sldMkLst>
          <pc:docMk/>
          <pc:sldMk cId="3388034860" sldId="265"/>
        </pc:sldMkLst>
      </pc:sldChg>
      <pc:sldChg chg="del">
        <pc:chgData name="anaclaracosta116@gmail.com" userId="a793634777582c92" providerId="LiveId" clId="{9AAA51B1-E4E5-4C75-A1CB-451E64B2E5E6}" dt="2025-06-13T20:28:59.389" v="15" actId="47"/>
        <pc:sldMkLst>
          <pc:docMk/>
          <pc:sldMk cId="2267849453" sldId="266"/>
        </pc:sldMkLst>
      </pc:sldChg>
      <pc:sldChg chg="del">
        <pc:chgData name="anaclaracosta116@gmail.com" userId="a793634777582c92" providerId="LiveId" clId="{9AAA51B1-E4E5-4C75-A1CB-451E64B2E5E6}" dt="2025-06-13T20:29:00.070" v="16" actId="47"/>
        <pc:sldMkLst>
          <pc:docMk/>
          <pc:sldMk cId="2671817442" sldId="267"/>
        </pc:sldMkLst>
      </pc:sldChg>
      <pc:sldChg chg="add">
        <pc:chgData name="anaclaracosta116@gmail.com" userId="a793634777582c92" providerId="LiveId" clId="{9AAA51B1-E4E5-4C75-A1CB-451E64B2E5E6}" dt="2025-06-13T20:30:24.274" v="17"/>
        <pc:sldMkLst>
          <pc:docMk/>
          <pc:sldMk cId="2786277918" sldId="269"/>
        </pc:sldMkLst>
      </pc:sldChg>
      <pc:sldChg chg="del">
        <pc:chgData name="anaclaracosta116@gmail.com" userId="a793634777582c92" providerId="LiveId" clId="{9AAA51B1-E4E5-4C75-A1CB-451E64B2E5E6}" dt="2025-06-13T20:33:16.995" v="22" actId="47"/>
        <pc:sldMkLst>
          <pc:docMk/>
          <pc:sldMk cId="1963412704" sldId="275"/>
        </pc:sldMkLst>
      </pc:sldChg>
      <pc:sldChg chg="del">
        <pc:chgData name="anaclaracosta116@gmail.com" userId="a793634777582c92" providerId="LiveId" clId="{9AAA51B1-E4E5-4C75-A1CB-451E64B2E5E6}" dt="2025-06-13T20:38:28.702" v="104" actId="47"/>
        <pc:sldMkLst>
          <pc:docMk/>
          <pc:sldMk cId="2451993942" sldId="278"/>
        </pc:sldMkLst>
      </pc:sldChg>
      <pc:sldChg chg="add">
        <pc:chgData name="anaclaracosta116@gmail.com" userId="a793634777582c92" providerId="LiveId" clId="{9AAA51B1-E4E5-4C75-A1CB-451E64B2E5E6}" dt="2025-06-13T20:25:39.433" v="4"/>
        <pc:sldMkLst>
          <pc:docMk/>
          <pc:sldMk cId="4082794164" sldId="279"/>
        </pc:sldMkLst>
      </pc:sldChg>
      <pc:sldChg chg="del">
        <pc:chgData name="anaclaracosta116@gmail.com" userId="a793634777582c92" providerId="LiveId" clId="{9AAA51B1-E4E5-4C75-A1CB-451E64B2E5E6}" dt="2025-06-13T20:24:57.437" v="1" actId="47"/>
        <pc:sldMkLst>
          <pc:docMk/>
          <pc:sldMk cId="1070008241" sldId="288"/>
        </pc:sldMkLst>
      </pc:sldChg>
      <pc:sldChg chg="del">
        <pc:chgData name="anaclaracosta116@gmail.com" userId="a793634777582c92" providerId="LiveId" clId="{9AAA51B1-E4E5-4C75-A1CB-451E64B2E5E6}" dt="2025-06-13T20:33:17.400" v="23" actId="47"/>
        <pc:sldMkLst>
          <pc:docMk/>
          <pc:sldMk cId="3551607229" sldId="296"/>
        </pc:sldMkLst>
      </pc:sldChg>
      <pc:sldChg chg="del">
        <pc:chgData name="anaclaracosta116@gmail.com" userId="a793634777582c92" providerId="LiveId" clId="{9AAA51B1-E4E5-4C75-A1CB-451E64B2E5E6}" dt="2025-06-13T20:30:30.147" v="18" actId="47"/>
        <pc:sldMkLst>
          <pc:docMk/>
          <pc:sldMk cId="136794735" sldId="348"/>
        </pc:sldMkLst>
      </pc:sldChg>
      <pc:sldChg chg="del">
        <pc:chgData name="anaclaracosta116@gmail.com" userId="a793634777582c92" providerId="LiveId" clId="{9AAA51B1-E4E5-4C75-A1CB-451E64B2E5E6}" dt="2025-06-13T20:25:42.718" v="5" actId="47"/>
        <pc:sldMkLst>
          <pc:docMk/>
          <pc:sldMk cId="37651693" sldId="410"/>
        </pc:sldMkLst>
      </pc:sldChg>
      <pc:sldChg chg="del">
        <pc:chgData name="anaclaracosta116@gmail.com" userId="a793634777582c92" providerId="LiveId" clId="{9AAA51B1-E4E5-4C75-A1CB-451E64B2E5E6}" dt="2025-06-13T20:25:43.090" v="6" actId="47"/>
        <pc:sldMkLst>
          <pc:docMk/>
          <pc:sldMk cId="825748060" sldId="411"/>
        </pc:sldMkLst>
      </pc:sldChg>
      <pc:sldChg chg="add">
        <pc:chgData name="anaclaracosta116@gmail.com" userId="a793634777582c92" providerId="LiveId" clId="{9AAA51B1-E4E5-4C75-A1CB-451E64B2E5E6}" dt="2025-06-13T20:30:24.274" v="17"/>
        <pc:sldMkLst>
          <pc:docMk/>
          <pc:sldMk cId="572362796" sldId="412"/>
        </pc:sldMkLst>
      </pc:sldChg>
      <pc:sldChg chg="del">
        <pc:chgData name="anaclaracosta116@gmail.com" userId="a793634777582c92" providerId="LiveId" clId="{9AAA51B1-E4E5-4C75-A1CB-451E64B2E5E6}" dt="2025-06-13T20:25:43.746" v="7" actId="47"/>
        <pc:sldMkLst>
          <pc:docMk/>
          <pc:sldMk cId="2888966074" sldId="412"/>
        </pc:sldMkLst>
      </pc:sldChg>
      <pc:sldChg chg="del">
        <pc:chgData name="anaclaracosta116@gmail.com" userId="a793634777582c92" providerId="LiveId" clId="{9AAA51B1-E4E5-4C75-A1CB-451E64B2E5E6}" dt="2025-06-13T21:19:05.060" v="109" actId="47"/>
        <pc:sldMkLst>
          <pc:docMk/>
          <pc:sldMk cId="3000991878" sldId="421"/>
        </pc:sldMkLst>
      </pc:sldChg>
      <pc:sldChg chg="add">
        <pc:chgData name="anaclaracosta116@gmail.com" userId="a793634777582c92" providerId="LiveId" clId="{9AAA51B1-E4E5-4C75-A1CB-451E64B2E5E6}" dt="2025-06-13T20:30:24.274" v="17"/>
        <pc:sldMkLst>
          <pc:docMk/>
          <pc:sldMk cId="411870148" sldId="423"/>
        </pc:sldMkLst>
      </pc:sldChg>
      <pc:sldChg chg="add">
        <pc:chgData name="anaclaracosta116@gmail.com" userId="a793634777582c92" providerId="LiveId" clId="{9AAA51B1-E4E5-4C75-A1CB-451E64B2E5E6}" dt="2025-06-13T20:30:24.274" v="17"/>
        <pc:sldMkLst>
          <pc:docMk/>
          <pc:sldMk cId="3397306447" sldId="424"/>
        </pc:sldMkLst>
      </pc:sldChg>
      <pc:sldChg chg="add">
        <pc:chgData name="anaclaracosta116@gmail.com" userId="a793634777582c92" providerId="LiveId" clId="{9AAA51B1-E4E5-4C75-A1CB-451E64B2E5E6}" dt="2025-06-13T20:30:24.274" v="17"/>
        <pc:sldMkLst>
          <pc:docMk/>
          <pc:sldMk cId="3980373218" sldId="425"/>
        </pc:sldMkLst>
      </pc:sldChg>
      <pc:sldChg chg="add">
        <pc:chgData name="anaclaracosta116@gmail.com" userId="a793634777582c92" providerId="LiveId" clId="{9AAA51B1-E4E5-4C75-A1CB-451E64B2E5E6}" dt="2025-06-13T20:30:24.274" v="17"/>
        <pc:sldMkLst>
          <pc:docMk/>
          <pc:sldMk cId="1401418091" sldId="426"/>
        </pc:sldMkLst>
      </pc:sldChg>
      <pc:sldChg chg="add">
        <pc:chgData name="anaclaracosta116@gmail.com" userId="a793634777582c92" providerId="LiveId" clId="{9AAA51B1-E4E5-4C75-A1CB-451E64B2E5E6}" dt="2025-06-13T20:38:26.820" v="103"/>
        <pc:sldMkLst>
          <pc:docMk/>
          <pc:sldMk cId="3809082352" sldId="433"/>
        </pc:sldMkLst>
      </pc:sldChg>
      <pc:sldChg chg="add">
        <pc:chgData name="anaclaracosta116@gmail.com" userId="a793634777582c92" providerId="LiveId" clId="{9AAA51B1-E4E5-4C75-A1CB-451E64B2E5E6}" dt="2025-06-13T20:30:24.274" v="17"/>
        <pc:sldMkLst>
          <pc:docMk/>
          <pc:sldMk cId="384700136" sldId="434"/>
        </pc:sldMkLst>
      </pc:sldChg>
      <pc:sldChg chg="del">
        <pc:chgData name="anaclaracosta116@gmail.com" userId="a793634777582c92" providerId="LiveId" clId="{9AAA51B1-E4E5-4C75-A1CB-451E64B2E5E6}" dt="2025-06-13T21:19:04.570" v="108" actId="47"/>
        <pc:sldMkLst>
          <pc:docMk/>
          <pc:sldMk cId="3260503420" sldId="435"/>
        </pc:sldMkLst>
      </pc:sldChg>
      <pc:sldChg chg="add">
        <pc:chgData name="anaclaracosta116@gmail.com" userId="a793634777582c92" providerId="LiveId" clId="{9AAA51B1-E4E5-4C75-A1CB-451E64B2E5E6}" dt="2025-06-13T20:38:26.820" v="103"/>
        <pc:sldMkLst>
          <pc:docMk/>
          <pc:sldMk cId="2307340374" sldId="437"/>
        </pc:sldMkLst>
      </pc:sldChg>
      <pc:sldChg chg="modSp mod">
        <pc:chgData name="anaclaracosta116@gmail.com" userId="a793634777582c92" providerId="LiveId" clId="{9AAA51B1-E4E5-4C75-A1CB-451E64B2E5E6}" dt="2025-06-13T20:34:42.297" v="78" actId="1076"/>
        <pc:sldMkLst>
          <pc:docMk/>
          <pc:sldMk cId="1134426133" sldId="440"/>
        </pc:sldMkLst>
        <pc:spChg chg="mod">
          <ac:chgData name="anaclaracosta116@gmail.com" userId="a793634777582c92" providerId="LiveId" clId="{9AAA51B1-E4E5-4C75-A1CB-451E64B2E5E6}" dt="2025-06-13T20:34:42.297" v="78" actId="1076"/>
          <ac:spMkLst>
            <pc:docMk/>
            <pc:sldMk cId="1134426133" sldId="440"/>
            <ac:spMk id="3" creationId="{571F4BF5-FF9D-7E54-4DB9-E5A2A2719048}"/>
          </ac:spMkLst>
        </pc:spChg>
        <pc:spChg chg="mod">
          <ac:chgData name="anaclaracosta116@gmail.com" userId="a793634777582c92" providerId="LiveId" clId="{9AAA51B1-E4E5-4C75-A1CB-451E64B2E5E6}" dt="2025-06-13T20:34:35.632" v="77" actId="1076"/>
          <ac:spMkLst>
            <pc:docMk/>
            <pc:sldMk cId="1134426133" sldId="440"/>
            <ac:spMk id="4" creationId="{5C5AA857-6689-7EC2-BA0C-335E7FFD3E61}"/>
          </ac:spMkLst>
        </pc:spChg>
      </pc:sldChg>
      <pc:sldChg chg="modSp mod ord">
        <pc:chgData name="anaclaracosta116@gmail.com" userId="a793634777582c92" providerId="LiveId" clId="{9AAA51B1-E4E5-4C75-A1CB-451E64B2E5E6}" dt="2025-06-13T20:36:58.369" v="93" actId="27636"/>
        <pc:sldMkLst>
          <pc:docMk/>
          <pc:sldMk cId="1372784908" sldId="442"/>
        </pc:sldMkLst>
        <pc:spChg chg="mod">
          <ac:chgData name="anaclaracosta116@gmail.com" userId="a793634777582c92" providerId="LiveId" clId="{9AAA51B1-E4E5-4C75-A1CB-451E64B2E5E6}" dt="2025-06-13T20:36:58.369" v="93" actId="27636"/>
          <ac:spMkLst>
            <pc:docMk/>
            <pc:sldMk cId="1372784908" sldId="442"/>
            <ac:spMk id="3" creationId="{FECC3216-BD40-48B1-CF50-6737F0121270}"/>
          </ac:spMkLst>
        </pc:spChg>
      </pc:sldChg>
      <pc:sldChg chg="del">
        <pc:chgData name="anaclaracosta116@gmail.com" userId="a793634777582c92" providerId="LiveId" clId="{9AAA51B1-E4E5-4C75-A1CB-451E64B2E5E6}" dt="2025-06-13T20:25:44.337" v="8" actId="47"/>
        <pc:sldMkLst>
          <pc:docMk/>
          <pc:sldMk cId="242837538" sldId="450"/>
        </pc:sldMkLst>
      </pc:sldChg>
      <pc:sldChg chg="modSp add mod">
        <pc:chgData name="anaclaracosta116@gmail.com" userId="a793634777582c92" providerId="LiveId" clId="{9AAA51B1-E4E5-4C75-A1CB-451E64B2E5E6}" dt="2025-06-13T20:33:33.380" v="39" actId="20577"/>
        <pc:sldMkLst>
          <pc:docMk/>
          <pc:sldMk cId="2167612142" sldId="451"/>
        </pc:sldMkLst>
        <pc:spChg chg="mod">
          <ac:chgData name="anaclaracosta116@gmail.com" userId="a793634777582c92" providerId="LiveId" clId="{9AAA51B1-E4E5-4C75-A1CB-451E64B2E5E6}" dt="2025-06-13T20:33:33.380" v="39" actId="20577"/>
          <ac:spMkLst>
            <pc:docMk/>
            <pc:sldMk cId="2167612142" sldId="451"/>
            <ac:spMk id="2" creationId="{C43BFB45-E157-5BB2-AC04-67101BC9AFB9}"/>
          </ac:spMkLst>
        </pc:spChg>
      </pc:sldChg>
      <pc:sldChg chg="modSp add mod">
        <pc:chgData name="anaclaracosta116@gmail.com" userId="a793634777582c92" providerId="LiveId" clId="{9AAA51B1-E4E5-4C75-A1CB-451E64B2E5E6}" dt="2025-06-13T20:33:41.891" v="47" actId="20577"/>
        <pc:sldMkLst>
          <pc:docMk/>
          <pc:sldMk cId="2606871849" sldId="452"/>
        </pc:sldMkLst>
        <pc:spChg chg="mod">
          <ac:chgData name="anaclaracosta116@gmail.com" userId="a793634777582c92" providerId="LiveId" clId="{9AAA51B1-E4E5-4C75-A1CB-451E64B2E5E6}" dt="2025-06-13T20:33:41.891" v="47" actId="20577"/>
          <ac:spMkLst>
            <pc:docMk/>
            <pc:sldMk cId="2606871849" sldId="452"/>
            <ac:spMk id="2" creationId="{A9AF0B26-1038-06D5-AAC1-4A1652291869}"/>
          </ac:spMkLst>
        </pc:spChg>
      </pc:sldChg>
      <pc:sldChg chg="modSp add mod">
        <pc:chgData name="anaclaracosta116@gmail.com" userId="a793634777582c92" providerId="LiveId" clId="{9AAA51B1-E4E5-4C75-A1CB-451E64B2E5E6}" dt="2025-06-13T20:33:49.517" v="55" actId="20577"/>
        <pc:sldMkLst>
          <pc:docMk/>
          <pc:sldMk cId="3313260349" sldId="453"/>
        </pc:sldMkLst>
        <pc:spChg chg="mod">
          <ac:chgData name="anaclaracosta116@gmail.com" userId="a793634777582c92" providerId="LiveId" clId="{9AAA51B1-E4E5-4C75-A1CB-451E64B2E5E6}" dt="2025-06-13T20:33:49.517" v="55" actId="20577"/>
          <ac:spMkLst>
            <pc:docMk/>
            <pc:sldMk cId="3313260349" sldId="453"/>
            <ac:spMk id="2" creationId="{30D19B18-88FF-E97F-3443-18AFC7E02CE4}"/>
          </ac:spMkLst>
        </pc:spChg>
      </pc:sldChg>
      <pc:sldChg chg="add">
        <pc:chgData name="anaclaracosta116@gmail.com" userId="a793634777582c92" providerId="LiveId" clId="{9AAA51B1-E4E5-4C75-A1CB-451E64B2E5E6}" dt="2025-06-13T20:25:39.433" v="4"/>
        <pc:sldMkLst>
          <pc:docMk/>
          <pc:sldMk cId="4151661929" sldId="475"/>
        </pc:sldMkLst>
      </pc:sldChg>
      <pc:sldChg chg="add">
        <pc:chgData name="anaclaracosta116@gmail.com" userId="a793634777582c92" providerId="LiveId" clId="{9AAA51B1-E4E5-4C75-A1CB-451E64B2E5E6}" dt="2025-06-13T20:25:39.433" v="4"/>
        <pc:sldMkLst>
          <pc:docMk/>
          <pc:sldMk cId="777467455" sldId="476"/>
        </pc:sldMkLst>
      </pc:sldChg>
      <pc:sldChg chg="modSp add mod">
        <pc:chgData name="anaclaracosta116@gmail.com" userId="a793634777582c92" providerId="LiveId" clId="{9AAA51B1-E4E5-4C75-A1CB-451E64B2E5E6}" dt="2025-06-13T20:33:26.434" v="31" actId="20577"/>
        <pc:sldMkLst>
          <pc:docMk/>
          <pc:sldMk cId="1133143342" sldId="491"/>
        </pc:sldMkLst>
        <pc:spChg chg="mod">
          <ac:chgData name="anaclaracosta116@gmail.com" userId="a793634777582c92" providerId="LiveId" clId="{9AAA51B1-E4E5-4C75-A1CB-451E64B2E5E6}" dt="2025-06-13T20:33:26.434" v="31" actId="20577"/>
          <ac:spMkLst>
            <pc:docMk/>
            <pc:sldMk cId="1133143342" sldId="491"/>
            <ac:spMk id="2" creationId="{F0E406B4-85AC-B67B-F9E2-21AAF8067483}"/>
          </ac:spMkLst>
        </pc:spChg>
      </pc:sldChg>
      <pc:sldChg chg="add">
        <pc:chgData name="anaclaracosta116@gmail.com" userId="a793634777582c92" providerId="LiveId" clId="{9AAA51B1-E4E5-4C75-A1CB-451E64B2E5E6}" dt="2025-06-13T20:28:27.600" v="9"/>
        <pc:sldMkLst>
          <pc:docMk/>
          <pc:sldMk cId="1665388230" sldId="527"/>
        </pc:sldMkLst>
      </pc:sldChg>
      <pc:sldChg chg="add">
        <pc:chgData name="anaclaracosta116@gmail.com" userId="a793634777582c92" providerId="LiveId" clId="{9AAA51B1-E4E5-4C75-A1CB-451E64B2E5E6}" dt="2025-06-13T20:28:27.600" v="9"/>
        <pc:sldMkLst>
          <pc:docMk/>
          <pc:sldMk cId="1666814227" sldId="528"/>
        </pc:sldMkLst>
      </pc:sldChg>
      <pc:sldChg chg="add">
        <pc:chgData name="anaclaracosta116@gmail.com" userId="a793634777582c92" providerId="LiveId" clId="{9AAA51B1-E4E5-4C75-A1CB-451E64B2E5E6}" dt="2025-06-13T20:28:27.600" v="9"/>
        <pc:sldMkLst>
          <pc:docMk/>
          <pc:sldMk cId="3996876908" sldId="529"/>
        </pc:sldMkLst>
      </pc:sldChg>
      <pc:sldChg chg="ord">
        <pc:chgData name="anaclaracosta116@gmail.com" userId="a793634777582c92" providerId="LiveId" clId="{9AAA51B1-E4E5-4C75-A1CB-451E64B2E5E6}" dt="2025-06-13T20:37:57.478" v="102"/>
        <pc:sldMkLst>
          <pc:docMk/>
          <pc:sldMk cId="1030829826" sldId="581"/>
        </pc:sldMkLst>
      </pc:sldChg>
      <pc:sldChg chg="del">
        <pc:chgData name="anaclaracosta116@gmail.com" userId="a793634777582c92" providerId="LiveId" clId="{9AAA51B1-E4E5-4C75-A1CB-451E64B2E5E6}" dt="2025-06-13T21:19:05.706" v="110" actId="47"/>
        <pc:sldMkLst>
          <pc:docMk/>
          <pc:sldMk cId="4266682707" sldId="597"/>
        </pc:sldMkLst>
      </pc:sldChg>
      <pc:sldChg chg="del">
        <pc:chgData name="anaclaracosta116@gmail.com" userId="a793634777582c92" providerId="LiveId" clId="{9AAA51B1-E4E5-4C75-A1CB-451E64B2E5E6}" dt="2025-06-13T20:24:57.929" v="2" actId="47"/>
        <pc:sldMkLst>
          <pc:docMk/>
          <pc:sldMk cId="3823452597" sldId="598"/>
        </pc:sldMkLst>
      </pc:sldChg>
      <pc:sldChg chg="del">
        <pc:chgData name="anaclaracosta116@gmail.com" userId="a793634777582c92" providerId="LiveId" clId="{9AAA51B1-E4E5-4C75-A1CB-451E64B2E5E6}" dt="2025-06-13T20:24:58.420" v="3" actId="47"/>
        <pc:sldMkLst>
          <pc:docMk/>
          <pc:sldMk cId="1392845409" sldId="599"/>
        </pc:sldMkLst>
      </pc:sldChg>
      <pc:sldChg chg="del">
        <pc:chgData name="anaclaracosta116@gmail.com" userId="a793634777582c92" providerId="LiveId" clId="{9AAA51B1-E4E5-4C75-A1CB-451E64B2E5E6}" dt="2025-06-13T20:30:30.682" v="19" actId="47"/>
        <pc:sldMkLst>
          <pc:docMk/>
          <pc:sldMk cId="1128097155" sldId="600"/>
        </pc:sldMkLst>
      </pc:sldChg>
      <pc:sldChg chg="del">
        <pc:chgData name="anaclaracosta116@gmail.com" userId="a793634777582c92" providerId="LiveId" clId="{9AAA51B1-E4E5-4C75-A1CB-451E64B2E5E6}" dt="2025-06-13T20:30:31.391" v="20" actId="47"/>
        <pc:sldMkLst>
          <pc:docMk/>
          <pc:sldMk cId="1446897372" sldId="601"/>
        </pc:sldMkLst>
      </pc:sldChg>
      <pc:sldChg chg="del">
        <pc:chgData name="anaclaracosta116@gmail.com" userId="a793634777582c92" providerId="LiveId" clId="{9AAA51B1-E4E5-4C75-A1CB-451E64B2E5E6}" dt="2025-06-13T20:38:29.065" v="105" actId="47"/>
        <pc:sldMkLst>
          <pc:docMk/>
          <pc:sldMk cId="1128375404" sldId="602"/>
        </pc:sldMkLst>
      </pc:sldChg>
      <pc:sldChg chg="del">
        <pc:chgData name="anaclaracosta116@gmail.com" userId="a793634777582c92" providerId="LiveId" clId="{9AAA51B1-E4E5-4C75-A1CB-451E64B2E5E6}" dt="2025-06-13T20:38:29.470" v="106" actId="47"/>
        <pc:sldMkLst>
          <pc:docMk/>
          <pc:sldMk cId="1547508857" sldId="603"/>
        </pc:sldMkLst>
      </pc:sldChg>
      <pc:sldChg chg="del">
        <pc:chgData name="anaclaracosta116@gmail.com" userId="a793634777582c92" providerId="LiveId" clId="{9AAA51B1-E4E5-4C75-A1CB-451E64B2E5E6}" dt="2025-06-13T20:38:30.309" v="107" actId="47"/>
        <pc:sldMkLst>
          <pc:docMk/>
          <pc:sldMk cId="3248501743" sldId="604"/>
        </pc:sldMkLst>
      </pc:sldChg>
      <pc:sldChg chg="add">
        <pc:chgData name="anaclaracosta116@gmail.com" userId="a793634777582c92" providerId="LiveId" clId="{9AAA51B1-E4E5-4C75-A1CB-451E64B2E5E6}" dt="2025-06-13T20:28:27.600" v="9"/>
        <pc:sldMkLst>
          <pc:docMk/>
          <pc:sldMk cId="2943480431" sldId="606"/>
        </pc:sldMkLst>
      </pc:sldChg>
      <pc:sldChg chg="add">
        <pc:chgData name="anaclaracosta116@gmail.com" userId="a793634777582c92" providerId="LiveId" clId="{9AAA51B1-E4E5-4C75-A1CB-451E64B2E5E6}" dt="2025-06-13T20:28:56.680" v="13"/>
        <pc:sldMkLst>
          <pc:docMk/>
          <pc:sldMk cId="2975584294" sldId="607"/>
        </pc:sldMkLst>
      </pc:sldChg>
      <pc:sldChg chg="add">
        <pc:chgData name="anaclaracosta116@gmail.com" userId="a793634777582c92" providerId="LiveId" clId="{9AAA51B1-E4E5-4C75-A1CB-451E64B2E5E6}" dt="2025-06-13T20:28:56.680" v="13"/>
        <pc:sldMkLst>
          <pc:docMk/>
          <pc:sldMk cId="2143687456" sldId="608"/>
        </pc:sldMkLst>
      </pc:sldChg>
      <pc:sldChg chg="add">
        <pc:chgData name="anaclaracosta116@gmail.com" userId="a793634777582c92" providerId="LiveId" clId="{9AAA51B1-E4E5-4C75-A1CB-451E64B2E5E6}" dt="2025-06-13T20:28:56.680" v="13"/>
        <pc:sldMkLst>
          <pc:docMk/>
          <pc:sldMk cId="3749358405" sldId="609"/>
        </pc:sldMkLst>
      </pc:sldChg>
      <pc:sldChg chg="add">
        <pc:chgData name="anaclaracosta116@gmail.com" userId="a793634777582c92" providerId="LiveId" clId="{9AAA51B1-E4E5-4C75-A1CB-451E64B2E5E6}" dt="2025-06-13T20:34:56.581" v="83" actId="2890"/>
        <pc:sldMkLst>
          <pc:docMk/>
          <pc:sldMk cId="3772173542" sldId="610"/>
        </pc:sldMkLst>
      </pc:sldChg>
      <pc:sldChg chg="add ord">
        <pc:chgData name="anaclaracosta116@gmail.com" userId="a793634777582c92" providerId="LiveId" clId="{9AAA51B1-E4E5-4C75-A1CB-451E64B2E5E6}" dt="2025-06-13T20:35:05.663" v="86"/>
        <pc:sldMkLst>
          <pc:docMk/>
          <pc:sldMk cId="1503240907" sldId="611"/>
        </pc:sldMkLst>
      </pc:sldChg>
      <pc:sldChg chg="add">
        <pc:chgData name="anaclaracosta116@gmail.com" userId="a793634777582c92" providerId="LiveId" clId="{9AAA51B1-E4E5-4C75-A1CB-451E64B2E5E6}" dt="2025-06-13T20:36:46.727" v="89" actId="2890"/>
        <pc:sldMkLst>
          <pc:docMk/>
          <pc:sldMk cId="899062381" sldId="612"/>
        </pc:sldMkLst>
      </pc:sldChg>
      <pc:sldChg chg="modSp add mod">
        <pc:chgData name="anaclaracosta116@gmail.com" userId="a793634777582c92" providerId="LiveId" clId="{9AAA51B1-E4E5-4C75-A1CB-451E64B2E5E6}" dt="2025-06-13T20:37:48.544" v="99" actId="27636"/>
        <pc:sldMkLst>
          <pc:docMk/>
          <pc:sldMk cId="572659217" sldId="613"/>
        </pc:sldMkLst>
        <pc:spChg chg="mod">
          <ac:chgData name="anaclaracosta116@gmail.com" userId="a793634777582c92" providerId="LiveId" clId="{9AAA51B1-E4E5-4C75-A1CB-451E64B2E5E6}" dt="2025-06-13T20:37:48.544" v="99" actId="27636"/>
          <ac:spMkLst>
            <pc:docMk/>
            <pc:sldMk cId="572659217" sldId="613"/>
            <ac:spMk id="3" creationId="{54652B8D-E170-323A-8EA0-FA363A95DA83}"/>
          </ac:spMkLst>
        </pc:spChg>
      </pc:sldChg>
      <pc:sldChg chg="add">
        <pc:chgData name="anaclaracosta116@gmail.com" userId="a793634777582c92" providerId="LiveId" clId="{9AAA51B1-E4E5-4C75-A1CB-451E64B2E5E6}" dt="2025-06-13T20:37:40.750" v="95" actId="2890"/>
        <pc:sldMkLst>
          <pc:docMk/>
          <pc:sldMk cId="1015470359" sldId="614"/>
        </pc:sldMkLst>
      </pc:sldChg>
      <pc:sldChg chg="add">
        <pc:chgData name="anaclaracosta116@gmail.com" userId="a793634777582c92" providerId="LiveId" clId="{9AAA51B1-E4E5-4C75-A1CB-451E64B2E5E6}" dt="2025-06-13T20:37:55.510" v="100" actId="2890"/>
        <pc:sldMkLst>
          <pc:docMk/>
          <pc:sldMk cId="1005846904" sldId="615"/>
        </pc:sldMkLst>
      </pc:sldChg>
      <pc:sldChg chg="add">
        <pc:chgData name="anaclaracosta116@gmail.com" userId="a793634777582c92" providerId="LiveId" clId="{9AAA51B1-E4E5-4C75-A1CB-451E64B2E5E6}" dt="2025-06-13T20:38:26.820" v="103"/>
        <pc:sldMkLst>
          <pc:docMk/>
          <pc:sldMk cId="2522400186" sldId="61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D1546C5-1DEF-7B65-85C1-FEF0DB0B1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525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1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86B905A-6E2D-DAC5-16FC-42B645A5E31A}"/>
              </a:ext>
            </a:extLst>
          </p:cNvPr>
          <p:cNvSpPr/>
          <p:nvPr/>
        </p:nvSpPr>
        <p:spPr>
          <a:xfrm>
            <a:off x="696687" y="2996418"/>
            <a:ext cx="10940226" cy="3010487"/>
          </a:xfrm>
          <a:prstGeom prst="rect">
            <a:avLst/>
          </a:prstGeom>
          <a:solidFill>
            <a:schemeClr val="tx1">
              <a:alpha val="41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416AE10-5CFE-CAB8-30C1-E532E27103DA}"/>
              </a:ext>
            </a:extLst>
          </p:cNvPr>
          <p:cNvSpPr txBox="1"/>
          <p:nvPr/>
        </p:nvSpPr>
        <p:spPr>
          <a:xfrm>
            <a:off x="912418" y="3570637"/>
            <a:ext cx="1072449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5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PENTECOSTES</a:t>
            </a:r>
            <a:endParaRPr lang="pt-BR" sz="2400" b="1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8DCD9D4-6F8F-EE1D-6200-BEC19AE631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209" y="-27638"/>
            <a:ext cx="12192000" cy="688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89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6800" b="1" dirty="0"/>
              <a:t>BEM MERECESTES TER COM AMOR</a:t>
            </a:r>
          </a:p>
          <a:p>
            <a:pPr algn="just"/>
            <a:r>
              <a:rPr lang="pt-BR" sz="6800" b="1" dirty="0"/>
              <a:t>EM VOSSOS BRAÇOS O SALVADOR</a:t>
            </a:r>
          </a:p>
          <a:p>
            <a:pPr algn="just"/>
            <a:r>
              <a:rPr lang="pt-BR" sz="6800" dirty="0"/>
              <a:t>SALVE, GRANDE ANTÔNIO, SANTO UNIVERSAL</a:t>
            </a:r>
          </a:p>
          <a:p>
            <a:pPr algn="just"/>
            <a:r>
              <a:rPr lang="pt-BR" sz="6800" dirty="0"/>
              <a:t>QUE AMPARAIS AFLITOS CONTRA TODO MAL</a:t>
            </a:r>
          </a:p>
        </p:txBody>
      </p:sp>
    </p:spTree>
    <p:extLst>
      <p:ext uri="{BB962C8B-B14F-4D97-AF65-F5344CB8AC3E}">
        <p14:creationId xmlns:p14="http://schemas.microsoft.com/office/powerpoint/2010/main" val="2159464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6800" b="1" dirty="0"/>
              <a:t>BEM MERECESTES TER COM AMOR</a:t>
            </a:r>
          </a:p>
          <a:p>
            <a:pPr algn="just"/>
            <a:r>
              <a:rPr lang="pt-BR" sz="6800" b="1" dirty="0"/>
              <a:t>EM VOSSOS BRAÇOS O SALVADOR</a:t>
            </a:r>
          </a:p>
          <a:p>
            <a:pPr algn="just"/>
            <a:r>
              <a:rPr lang="pt-BR" sz="6800" dirty="0"/>
              <a:t>DESPREZANDO AS HONRAS PELA SÃ POBREZA</a:t>
            </a:r>
          </a:p>
          <a:p>
            <a:pPr algn="just"/>
            <a:r>
              <a:rPr lang="pt-BR" sz="6800" dirty="0"/>
              <a:t>A JESUS VOS DESTES COM ARDOR E FIRMEZA</a:t>
            </a:r>
          </a:p>
        </p:txBody>
      </p:sp>
    </p:spTree>
    <p:extLst>
      <p:ext uri="{BB962C8B-B14F-4D97-AF65-F5344CB8AC3E}">
        <p14:creationId xmlns:p14="http://schemas.microsoft.com/office/powerpoint/2010/main" val="1666750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5"/>
            <a:ext cx="11471564" cy="568036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800" b="1" dirty="0"/>
              <a:t>BEM MERECESTES TER COM AMOR</a:t>
            </a:r>
          </a:p>
          <a:p>
            <a:pPr algn="just"/>
            <a:r>
              <a:rPr lang="pt-BR" sz="6800" b="1" dirty="0"/>
              <a:t>EM VOSSOS BRAÇOS O SALVADOR</a:t>
            </a:r>
          </a:p>
          <a:p>
            <a:pPr algn="just"/>
            <a:r>
              <a:rPr lang="pt-BR" sz="6800" dirty="0"/>
              <a:t>DO BERÇO SOIS GLÓRIA PARA OS LUSITANOS</a:t>
            </a:r>
          </a:p>
          <a:p>
            <a:pPr algn="just"/>
            <a:r>
              <a:rPr lang="pt-BR" sz="6800" dirty="0"/>
              <a:t>E DEPOIS GRANDEZA DOS ITALIANOS</a:t>
            </a:r>
          </a:p>
        </p:txBody>
      </p:sp>
    </p:spTree>
    <p:extLst>
      <p:ext uri="{BB962C8B-B14F-4D97-AF65-F5344CB8AC3E}">
        <p14:creationId xmlns:p14="http://schemas.microsoft.com/office/powerpoint/2010/main" val="1549701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6800" b="1" dirty="0"/>
              <a:t>BEM MERECESTES TER COM AMOR</a:t>
            </a:r>
          </a:p>
          <a:p>
            <a:pPr algn="just"/>
            <a:r>
              <a:rPr lang="pt-BR" sz="6800" b="1" dirty="0"/>
              <a:t>EM VOSSOS BRAÇOS O SALVADOR</a:t>
            </a:r>
          </a:p>
          <a:p>
            <a:pPr algn="just"/>
            <a:r>
              <a:rPr lang="pt-BR" sz="6800" dirty="0"/>
              <a:t>EM SANTAS MISSÕES, POVOS CONVERTEU</a:t>
            </a:r>
          </a:p>
          <a:p>
            <a:pPr algn="just"/>
            <a:r>
              <a:rPr lang="pt-BR" sz="6800" dirty="0"/>
              <a:t>VOSSA LÍNGUA SANTA QUE NÃO PERECEU</a:t>
            </a:r>
          </a:p>
        </p:txBody>
      </p:sp>
    </p:spTree>
    <p:extLst>
      <p:ext uri="{BB962C8B-B14F-4D97-AF65-F5344CB8AC3E}">
        <p14:creationId xmlns:p14="http://schemas.microsoft.com/office/powerpoint/2010/main" val="3231591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6800" b="1" dirty="0"/>
              <a:t>BEM MERECESTES TER COM AMOR</a:t>
            </a:r>
          </a:p>
          <a:p>
            <a:pPr algn="just"/>
            <a:r>
              <a:rPr lang="pt-BR" sz="6800" b="1" dirty="0"/>
              <a:t>EM VOSSOS BRAÇOS O SALVADOR</a:t>
            </a:r>
          </a:p>
          <a:p>
            <a:pPr algn="just"/>
            <a:r>
              <a:rPr lang="pt-BR" sz="6800" dirty="0"/>
              <a:t>IRMÃO PROTETOR SOIS DOS BRASILEIROS</a:t>
            </a:r>
          </a:p>
          <a:p>
            <a:pPr algn="just"/>
            <a:r>
              <a:rPr lang="pt-BR" sz="6800" dirty="0"/>
              <a:t>QUE MILAGRES CANTAM POR SÉCULOS INTEIROS</a:t>
            </a:r>
          </a:p>
        </p:txBody>
      </p:sp>
    </p:spTree>
    <p:extLst>
      <p:ext uri="{BB962C8B-B14F-4D97-AF65-F5344CB8AC3E}">
        <p14:creationId xmlns:p14="http://schemas.microsoft.com/office/powerpoint/2010/main" val="534088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554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418" y="387927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418" y="1052946"/>
            <a:ext cx="11409218" cy="595745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20000" dirty="0"/>
              <a:t>CONFESSO A DEUS TODOS PODEROSO E A VÓS, IRMÃOS E IRMÃS, QUE PEQUEI MUITAS VEZES POR PENSAMENTOS E PALAVRAS, ATOS E OMISSÕES.</a:t>
            </a:r>
          </a:p>
          <a:p>
            <a:pPr algn="just"/>
            <a:r>
              <a:rPr lang="pt-BR" sz="20000" dirty="0"/>
              <a:t>POR MINHA CULPA, MINHA CULPA, MINHA TÃO GRANDE CULPA.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9600" dirty="0"/>
              <a:t>E PEÇO À VIRGEM MARIA, AOS ANJOS E SANTOS,</a:t>
            </a:r>
          </a:p>
          <a:p>
            <a:pPr algn="just"/>
            <a:r>
              <a:rPr lang="pt-BR" sz="9600" dirty="0"/>
              <a:t>E A VÓS, IRMÃOS E IRMÃS, QUE ROGUEIS POR MIM A DEUS NOSSO SENHOR</a:t>
            </a:r>
          </a:p>
        </p:txBody>
      </p:sp>
    </p:spTree>
    <p:extLst>
      <p:ext uri="{BB962C8B-B14F-4D97-AF65-F5344CB8AC3E}">
        <p14:creationId xmlns:p14="http://schemas.microsoft.com/office/powerpoint/2010/main" val="4082794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7467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KYRIE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r>
              <a:rPr lang="pt-BR" sz="8000" b="1" dirty="0"/>
              <a:t>KYRIE ELEISON (3X)</a:t>
            </a:r>
          </a:p>
          <a:p>
            <a:r>
              <a:rPr lang="pt-BR" sz="8000" b="1" dirty="0"/>
              <a:t>CHRISTE ELEISON (3X)</a:t>
            </a:r>
          </a:p>
          <a:p>
            <a:r>
              <a:rPr lang="pt-BR" sz="8000" b="1" dirty="0"/>
              <a:t>KYRIE ELEISOIN (3X)</a:t>
            </a:r>
          </a:p>
        </p:txBody>
      </p:sp>
    </p:spTree>
    <p:extLst>
      <p:ext uri="{BB962C8B-B14F-4D97-AF65-F5344CB8AC3E}">
        <p14:creationId xmlns:p14="http://schemas.microsoft.com/office/powerpoint/2010/main" val="4151661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37772" cy="5265240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1600" b="1" dirty="0"/>
              <a:t>GLÓRIA, GLÓRIA, GLÓRIA A DEUS! GLÓRIA A DEUS NAS ALTURAS! (2X)</a:t>
            </a:r>
          </a:p>
          <a:p>
            <a:pPr algn="just"/>
            <a:endParaRPr lang="pt-BR" sz="11200" b="1" dirty="0"/>
          </a:p>
          <a:p>
            <a:pPr algn="just"/>
            <a:r>
              <a:rPr lang="pt-BR" sz="21600" dirty="0"/>
              <a:t>E PAZ NA TERRA AOS HOMENS POR ELE AMADOS.</a:t>
            </a:r>
          </a:p>
          <a:p>
            <a:pPr algn="just"/>
            <a:r>
              <a:rPr lang="pt-BR" sz="21600" dirty="0"/>
              <a:t>SENHOR DEUS, REI DOS CÉUS, DEUS PAI TODO-PODEROSO:</a:t>
            </a:r>
          </a:p>
          <a:p>
            <a:pPr algn="just"/>
            <a:r>
              <a:rPr lang="pt-BR" sz="21600" dirty="0"/>
              <a:t>NÓS VOS LOUVAMOS, NÓS VOS BENDIZEMOS,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3480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1000" dirty="0"/>
              <a:t>NÓS VOS ADORAMOS, NÓS VOS GLORIFICAMOS,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b="1" dirty="0"/>
              <a:t>GLÓRIA, GLÓRIA, GLÓRIA A DEUS! GLÓRIA A DEUS NAS ALTURAS! (2X)</a:t>
            </a:r>
          </a:p>
        </p:txBody>
      </p:sp>
    </p:spTree>
    <p:extLst>
      <p:ext uri="{BB962C8B-B14F-4D97-AF65-F5344CB8AC3E}">
        <p14:creationId xmlns:p14="http://schemas.microsoft.com/office/powerpoint/2010/main" val="1665388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487064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dirty="0"/>
              <a:t>SENHOR JESUS CRISTO, FILHO UNIGÊNITO,</a:t>
            </a:r>
          </a:p>
          <a:p>
            <a:pPr algn="l"/>
            <a:r>
              <a:rPr lang="pt-BR" sz="7200" dirty="0"/>
              <a:t>SENHOR DEUS, CORDEIRO DE DEUS, FILHO DE DEUS PAI.</a:t>
            </a:r>
          </a:p>
          <a:p>
            <a:pPr algn="l"/>
            <a:r>
              <a:rPr lang="pt-BR" sz="7200" dirty="0"/>
              <a:t>VÓS QUE TIRAIS O PECADO DO MUNDO, TENDE PIEDADE DE NÓS.</a:t>
            </a:r>
          </a:p>
        </p:txBody>
      </p:sp>
    </p:spTree>
    <p:extLst>
      <p:ext uri="{BB962C8B-B14F-4D97-AF65-F5344CB8AC3E}">
        <p14:creationId xmlns:p14="http://schemas.microsoft.com/office/powerpoint/2010/main" val="1666814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dirty="0"/>
              <a:t>VÓS QUE TIRAIS O PECADO DO MUNDO, ACOLHEI A NOSSA SÚPLICA.</a:t>
            </a:r>
          </a:p>
          <a:p>
            <a:pPr algn="l"/>
            <a:r>
              <a:rPr lang="pt-BR" sz="12600" dirty="0"/>
              <a:t>VÓS QUE ESTAIS À DIREITA DO PAI, TENDE PIEDADE DE NÓS.</a:t>
            </a:r>
          </a:p>
          <a:p>
            <a:pPr algn="l"/>
            <a:endParaRPr lang="pt-BR" sz="12600" dirty="0"/>
          </a:p>
          <a:p>
            <a:pPr algn="l"/>
            <a:r>
              <a:rPr lang="pt-BR" sz="12600" b="1" dirty="0"/>
              <a:t>GLÓRIA, GLÓRIA, GLÓRIA A DEUS! GLÓRIA A DEUS NAS ALTURAS! (2X)</a:t>
            </a:r>
          </a:p>
        </p:txBody>
      </p:sp>
    </p:spTree>
    <p:extLst>
      <p:ext uri="{BB962C8B-B14F-4D97-AF65-F5344CB8AC3E}">
        <p14:creationId xmlns:p14="http://schemas.microsoft.com/office/powerpoint/2010/main" val="3996876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13CB-4400-F55B-401E-27E1CC0C0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8E2C5-2081-E582-827A-BF57839ED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2F6309-7232-EBFD-2A19-25C62F6BAD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dirty="0"/>
              <a:t>SÓ VÓS SOIS O SANTO, SÓ VÓS O SENHOR, I A NOSSA SÚPLICA.</a:t>
            </a:r>
          </a:p>
          <a:p>
            <a:pPr algn="l"/>
            <a:r>
              <a:rPr lang="pt-BR" sz="12600" dirty="0"/>
              <a:t>VÓS QUE ESTAIS À DIREITA DO PAI, TENDE PIEDADE DE NÓS.</a:t>
            </a:r>
          </a:p>
          <a:p>
            <a:pPr algn="l"/>
            <a:endParaRPr lang="pt-BR" sz="12600" dirty="0"/>
          </a:p>
          <a:p>
            <a:pPr algn="l"/>
            <a:r>
              <a:rPr lang="pt-BR" sz="12600" b="1" dirty="0"/>
              <a:t>GLÓRIA, GLÓRIA, GLÓRIA A DEUS! GLÓRIA A DEUS NAS ALTURAS! (2X)</a:t>
            </a:r>
          </a:p>
        </p:txBody>
      </p:sp>
    </p:spTree>
    <p:extLst>
      <p:ext uri="{BB962C8B-B14F-4D97-AF65-F5344CB8AC3E}">
        <p14:creationId xmlns:p14="http://schemas.microsoft.com/office/powerpoint/2010/main" val="3306183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2663" y="2524991"/>
            <a:ext cx="9746673" cy="1808018"/>
          </a:xfrm>
        </p:spPr>
        <p:txBody>
          <a:bodyPr>
            <a:normAutofit/>
          </a:bodyPr>
          <a:lstStyle/>
          <a:p>
            <a:r>
              <a:rPr lang="pt-BR" sz="5400" b="1" dirty="0"/>
              <a:t>Ó SENHOR, EU CANTAREI ETERNAMENTE O VOSSO AMOR.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975584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687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85456"/>
            <a:ext cx="10349345" cy="5223162"/>
          </a:xfrm>
        </p:spPr>
        <p:txBody>
          <a:bodyPr>
            <a:normAutofit/>
          </a:bodyPr>
          <a:lstStyle/>
          <a:p>
            <a:r>
              <a:rPr lang="pt-BR" sz="4400" b="1" dirty="0"/>
              <a:t>ALELUIA, ALELUIA, ALELUIA</a:t>
            </a:r>
          </a:p>
          <a:p>
            <a:endParaRPr lang="pt-BR" sz="4400" b="1" dirty="0"/>
          </a:p>
          <a:p>
            <a:r>
              <a:rPr lang="pt-BR" sz="4400" dirty="0"/>
              <a:t>O ESPÍRITO DO SENHOR REPOUSA SOBRE MIM E ENVIOU-ME A ANUNCIAR AOS POBRES O EVANGELHO.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3749358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PREGADOR DO EVANGELHO,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 POVO ABANDONADO,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MENSAGEIROS,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DA JUSTIÇA E DA ESPERANÇA, INTERCEDEI</a:t>
            </a:r>
          </a:p>
        </p:txBody>
      </p:sp>
    </p:spTree>
    <p:extLst>
      <p:ext uri="{BB962C8B-B14F-4D97-AF65-F5344CB8AC3E}">
        <p14:creationId xmlns:p14="http://schemas.microsoft.com/office/powerpoint/2010/main" val="24629637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MESTRE SÁBIO DA VERDADE,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IGREJA PEREGRINA,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JOVENS NAMORADOS,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LARES EM PERIGO, INTERCEDEI</a:t>
            </a:r>
          </a:p>
        </p:txBody>
      </p:sp>
    </p:spTree>
    <p:extLst>
      <p:ext uri="{BB962C8B-B14F-4D97-AF65-F5344CB8AC3E}">
        <p14:creationId xmlns:p14="http://schemas.microsoft.com/office/powerpoint/2010/main" val="141271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VÓS, IRMÃOS DOS PEQUENINOS,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POBRES E DOENTES,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TRISTES E ABATIDOS,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POVOS OPRIMIDOS, INTERCEDEI</a:t>
            </a:r>
          </a:p>
        </p:txBody>
      </p:sp>
    </p:spTree>
    <p:extLst>
      <p:ext uri="{BB962C8B-B14F-4D97-AF65-F5344CB8AC3E}">
        <p14:creationId xmlns:p14="http://schemas.microsoft.com/office/powerpoint/2010/main" val="752049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PARA O MUNDO SER MAIS JUSTO,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PAZ DA HUMANIDADE,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MAIS FRATERNOS,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ACHARMOS O PERDIDO, INTERCEDEI</a:t>
            </a:r>
          </a:p>
        </p:txBody>
      </p:sp>
    </p:spTree>
    <p:extLst>
      <p:ext uri="{BB962C8B-B14F-4D97-AF65-F5344CB8AC3E}">
        <p14:creationId xmlns:p14="http://schemas.microsoft.com/office/powerpoint/2010/main" val="935286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10D96-E735-08DB-40CA-44A8D6C2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718B097-D184-8986-C872-854C0462B6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5290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 VIDA DOS JUSTOS ESTÁ NAS MÃOS DE DEUS,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NENHUM TORMENTO OS ATINGIRÁ.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AOS OLHOS DOS INSENSATOS PARECERAM MORRER;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MAS ELES ESTÃO EM PAZ! 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0" i="0" dirty="0">
                <a:effectLst/>
                <a:latin typeface="Open Sans" panose="020B0606030504020204" pitchFamily="34" charset="0"/>
              </a:rPr>
              <a:t>1. SENHOR, QUEM MORARÁ EM VOSSA CASA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E EM VOSSO MONTE SANTO HABITARÁ?</a:t>
            </a:r>
          </a:p>
          <a:p>
            <a:pPr algn="l"/>
            <a:r>
              <a:rPr lang="pt-BR" sz="6000" i="0" dirty="0">
                <a:effectLst/>
                <a:latin typeface="-apple-system"/>
              </a:rPr>
              <a:t>É AQUELE QUE CAMINHA SEM PECADO</a:t>
            </a:r>
          </a:p>
          <a:p>
            <a:pPr algn="l"/>
            <a:r>
              <a:rPr lang="pt-BR" sz="6000" i="0" dirty="0">
                <a:effectLst/>
                <a:latin typeface="-apple-system"/>
              </a:rPr>
              <a:t>E PRATICA A JUSTIÇA FIELMENTE;</a:t>
            </a:r>
          </a:p>
        </p:txBody>
      </p:sp>
    </p:spTree>
    <p:extLst>
      <p:ext uri="{BB962C8B-B14F-4D97-AF65-F5344CB8AC3E}">
        <p14:creationId xmlns:p14="http://schemas.microsoft.com/office/powerpoint/2010/main" val="572362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 VIDA DOS JUSTOS ESTÁ NAS MÃOS DE DEUS,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NENHUM TORMENTO OS ATINGIRÁ.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AOS OLHOS DOS INSENSATOS PARECERAM MORRER;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MAS ELES ESTÃO EM PAZ! 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9803732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0" i="0" dirty="0">
                <a:effectLst/>
                <a:latin typeface="Open Sans" panose="020B0606030504020204" pitchFamily="34" charset="0"/>
              </a:rPr>
              <a:t>SENHOR, QUEM MORARÁ EM VOSSA CASA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E EM VOSSO MONTE SANTO HABITARÁ?</a:t>
            </a:r>
          </a:p>
          <a:p>
            <a:pPr algn="l"/>
            <a:r>
              <a:rPr lang="pt-BR" sz="6000" b="0" i="0" dirty="0">
                <a:effectLst/>
                <a:latin typeface="Open Sans" panose="020B0606030504020204" pitchFamily="34" charset="0"/>
              </a:rPr>
              <a:t> QUE PENSA A VERDADE DO SEU ÍNTIMO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E NÃO SOLTA EM CALÚNIAS SUA LÍNGUA;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118701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4424F-9EC3-E7FC-D411-2B33CC5A9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D1A92-7121-551C-B9A7-65789A02B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1AD11E-A9DA-F936-CA0C-EB7D55249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 VIDA DOS JUSTOS ESTÁ NAS MÃOS DE DEUS,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NENHUM TORMENTO OS ATINGIRÁ.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AOS OLHOS DOS INSENSATOS PARECERAM MORRER;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MAS ELES ESTÃO EM PAZ! 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847001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0" i="0" dirty="0">
                <a:effectLst/>
                <a:latin typeface="Open Sans" panose="020B0606030504020204" pitchFamily="34" charset="0"/>
              </a:rPr>
              <a:t>SENHOR, QUEM MORARÁ EM VOSSA CASA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E EM VOSSO MONTE SANTO HABITARÁ?</a:t>
            </a:r>
          </a:p>
          <a:p>
            <a:pPr algn="l"/>
            <a:r>
              <a:rPr lang="pt-BR" sz="6000" b="0" i="0" dirty="0">
                <a:effectLst/>
                <a:latin typeface="Open Sans" panose="020B0606030504020204" pitchFamily="34" charset="0"/>
              </a:rPr>
              <a:t>QUE EM NADA PREJUDICA O SEU IRMÃO,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NEM COBRE DE INSULTOS SEU VIZINHO;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3973064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 VIDA DOS JUSTOS ESTÁ NAS MÃOS DE DEUS,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NENHUM TORMENTO OS ATINGIRÁ.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AOS OLHOS DOS INSENSATOS PARECERAM MORRER;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MAS ELES ESTÃO EM PAZ! 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4014180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9E3B-A009-8C82-E52D-E2398AE36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BD55639-D838-A240-2962-3C9CA47696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365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771909" cy="53340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</a:t>
            </a:r>
          </a:p>
          <a:p>
            <a:pPr algn="l"/>
            <a:r>
              <a:rPr lang="pt-BR" sz="7300" dirty="0"/>
              <a:t>O CÉU E A TERRA PROCLAMAM A VOSSA GLÓRIA!</a:t>
            </a:r>
          </a:p>
          <a:p>
            <a:pPr algn="just"/>
            <a:r>
              <a:rPr lang="pt-BR" sz="7300" b="1" dirty="0"/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710692" cy="5195454"/>
          </a:xfrm>
        </p:spPr>
        <p:txBody>
          <a:bodyPr>
            <a:normAutofit/>
          </a:bodyPr>
          <a:lstStyle/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</a:t>
            </a:r>
            <a:endParaRPr lang="pt-BR" sz="7300" b="1" dirty="0"/>
          </a:p>
          <a:p>
            <a:pPr algn="just"/>
            <a:r>
              <a:rPr lang="pt-BR" sz="7300" b="1" dirty="0"/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2" y="500743"/>
            <a:ext cx="481651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b="1" dirty="0"/>
              <a:t>O QUE MEDITA DIA E NOITE NA LEI DO SENHOR</a:t>
            </a:r>
          </a:p>
          <a:p>
            <a:pPr algn="l"/>
            <a:r>
              <a:rPr lang="pt-BR" sz="19200" b="1" dirty="0"/>
              <a:t>DARÁ SEU FRUTO NO DEVIDO TEMPO!</a:t>
            </a:r>
          </a:p>
          <a:p>
            <a:pPr algn="l"/>
            <a:endParaRPr lang="pt-BR" sz="17600" b="1" dirty="0"/>
          </a:p>
          <a:p>
            <a:pPr algn="l"/>
            <a:r>
              <a:rPr lang="pt-BR" sz="17600" dirty="0"/>
              <a:t>FELIZ É TODO AQUELE QUE NÃO ANDA </a:t>
            </a:r>
          </a:p>
          <a:p>
            <a:pPr algn="l"/>
            <a:r>
              <a:rPr lang="pt-BR" sz="17600" dirty="0"/>
              <a:t>CONFORME OS CONSELHOS DOS PERVERSOS;</a:t>
            </a:r>
          </a:p>
          <a:p>
            <a:pPr algn="l"/>
            <a:r>
              <a:rPr lang="pt-BR" sz="17600" dirty="0"/>
              <a:t>QUE NÃO ENTRA NO CAMINHO DOS MALVADOS,</a:t>
            </a:r>
          </a:p>
          <a:p>
            <a:pPr algn="l"/>
            <a:r>
              <a:rPr lang="pt-BR" sz="17600" dirty="0"/>
              <a:t>NEM JUNTO AOS ZOMBADORES VAI SENTAR-SE; 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1331433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B2D12-36DE-0C6C-AECB-B80019196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BFB45-E157-5BB2-AC04-67101BC9A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532618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B3D2CD-3066-EC9A-C734-536135FDA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b="1" dirty="0"/>
              <a:t>O QUE MEDITA DIA E NOITE NA LEI DO SENHOR</a:t>
            </a:r>
          </a:p>
          <a:p>
            <a:pPr algn="l"/>
            <a:r>
              <a:rPr lang="pt-BR" sz="19200" b="1" dirty="0"/>
              <a:t>DARÁ SEU FRUTO NO DEVIDO TEMPO!</a:t>
            </a:r>
          </a:p>
          <a:p>
            <a:pPr algn="l"/>
            <a:endParaRPr lang="pt-BR" sz="17600" b="1" dirty="0"/>
          </a:p>
          <a:p>
            <a:pPr algn="l"/>
            <a:r>
              <a:rPr lang="pt-BR" sz="17600" dirty="0"/>
              <a:t>MAS ENCONTRA SEU PRAZER NA LEI DE DEUS *</a:t>
            </a:r>
          </a:p>
          <a:p>
            <a:pPr algn="l"/>
            <a:r>
              <a:rPr lang="pt-BR" sz="17600" dirty="0"/>
              <a:t>E A MEDITA, DIA E NOITE, SEM CESSAR.</a:t>
            </a:r>
          </a:p>
          <a:p>
            <a:pPr algn="l"/>
            <a:r>
              <a:rPr lang="pt-BR" sz="17600" dirty="0"/>
              <a:t>EIS QUE ELE É SEMELHANTE A UMA ÁRVORE *</a:t>
            </a:r>
          </a:p>
          <a:p>
            <a:pPr algn="l"/>
            <a:r>
              <a:rPr lang="pt-BR" sz="17600" dirty="0"/>
              <a:t>QUE À BEIRA DA TORRENTE ESTÁ PLANTADA; R.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676121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19926-611D-E40D-5F0B-4B4F0A0D9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F0B26-1038-06D5-AAC1-4A1652291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52962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32D8B9-8CBE-40D7-E5A7-DF0B0B4D6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b="1" dirty="0"/>
              <a:t>O QUE MEDITA DIA E NOITE NA LEI DO SENHOR</a:t>
            </a:r>
          </a:p>
          <a:p>
            <a:pPr algn="l"/>
            <a:r>
              <a:rPr lang="pt-BR" sz="19200" b="1" dirty="0"/>
              <a:t>DARÁ SEU FRUTO NO DEVIDO TEMPO!</a:t>
            </a:r>
          </a:p>
          <a:p>
            <a:pPr algn="l"/>
            <a:endParaRPr lang="pt-BR" sz="17600" b="1" dirty="0"/>
          </a:p>
          <a:p>
            <a:pPr algn="l"/>
            <a:r>
              <a:rPr lang="pt-BR" sz="17600" dirty="0"/>
              <a:t>ELA SEMPRE DÁ SEUS FRUTOS A SEU TEMPO, *</a:t>
            </a:r>
          </a:p>
          <a:p>
            <a:pPr algn="l"/>
            <a:r>
              <a:rPr lang="pt-BR" sz="17600" dirty="0"/>
              <a:t>E JAMAIS AS SUAS FOLHAS VÃO MURCHAR. </a:t>
            </a:r>
          </a:p>
          <a:p>
            <a:pPr algn="l"/>
            <a:r>
              <a:rPr lang="pt-BR" sz="17600" dirty="0"/>
              <a:t>MAS BEM OUTRA É A SORTE DOS PERVERSOS. *</a:t>
            </a:r>
          </a:p>
          <a:p>
            <a:pPr algn="l"/>
            <a:r>
              <a:rPr lang="pt-BR" sz="17600" dirty="0"/>
              <a:t>AO CONTRÁRIO, SÃO IGUAIS À PALHA SECA! R. 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6068718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5E87B-99DB-2CF4-8ED0-DFA1DC5AB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19B18-88FF-E97F-3443-18AFC7E02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2" y="500743"/>
            <a:ext cx="538614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2578C3-5771-E9A2-F241-66C14AC85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614068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b="1" dirty="0"/>
              <a:t>O QUE MEDITA DIA E NOITE NA LEI DO SENHOR</a:t>
            </a:r>
          </a:p>
          <a:p>
            <a:pPr algn="l"/>
            <a:r>
              <a:rPr lang="pt-BR" sz="19200" b="1" dirty="0"/>
              <a:t>DARÁ SEU FRUTO NO DEVIDO TEMPO!</a:t>
            </a:r>
          </a:p>
          <a:p>
            <a:pPr algn="l"/>
            <a:endParaRPr lang="pt-BR" sz="17600" b="1" dirty="0"/>
          </a:p>
          <a:p>
            <a:pPr algn="l"/>
            <a:r>
              <a:rPr lang="pt-BR" sz="17600" dirty="0"/>
              <a:t>POR ISSO OS ÍMPIOS NÃO RESISTEM NO JUÍZO </a:t>
            </a:r>
          </a:p>
          <a:p>
            <a:pPr algn="l"/>
            <a:r>
              <a:rPr lang="pt-BR" sz="17600" dirty="0"/>
              <a:t>NEM OS PERVERSOS, NA ASSEMBLÉIA DOS FIÉIS.</a:t>
            </a:r>
          </a:p>
          <a:p>
            <a:pPr algn="l"/>
            <a:r>
              <a:rPr lang="pt-BR" sz="17600" dirty="0"/>
              <a:t>POIS DEUS VIGIA O CAMINHO DOS ELEITOS, *</a:t>
            </a:r>
          </a:p>
          <a:p>
            <a:pPr algn="l"/>
            <a:r>
              <a:rPr lang="pt-BR" sz="17600" dirty="0"/>
              <a:t>MAS A ESTRADA DOS MALVADOS LEVA À MORTE. R.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132603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6467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ECCD1-09D6-47B5-55CE-D11DD71C5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42E2D6-A6E0-9E9B-B217-9B29A0EAC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2489E5-8E25-A399-5DB3-08796BADD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CHAMA VIVA DA MINHA ESPERANÇA</a:t>
            </a:r>
          </a:p>
          <a:p>
            <a:pPr algn="l"/>
            <a:r>
              <a:rPr lang="pt-BR" sz="6000" b="1" dirty="0"/>
              <a:t>ESTE CANTO SUBA PARA TI</a:t>
            </a:r>
          </a:p>
          <a:p>
            <a:pPr algn="l"/>
            <a:r>
              <a:rPr lang="pt-BR" sz="6000" b="1" dirty="0"/>
              <a:t>SEIO ETERNO DE INFINITA VIDA</a:t>
            </a:r>
          </a:p>
          <a:p>
            <a:pPr algn="l"/>
            <a:r>
              <a:rPr lang="pt-BR" sz="6000" b="1" dirty="0"/>
              <a:t>NO CAMINHO, EU CONFIO EM TI</a:t>
            </a:r>
          </a:p>
        </p:txBody>
      </p:sp>
    </p:spTree>
    <p:extLst>
      <p:ext uri="{BB962C8B-B14F-4D97-AF65-F5344CB8AC3E}">
        <p14:creationId xmlns:p14="http://schemas.microsoft.com/office/powerpoint/2010/main" val="10308298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0E159-5C2A-5F9E-DDFA-9761053AB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86437-C128-4B2D-09EA-DF8ACCF11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CC3216-BD40-48B1-CF50-6737F0121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dirty="0"/>
              <a:t>1. TODA A LÍNGUA, POVO E NAÇÃO</a:t>
            </a:r>
          </a:p>
          <a:p>
            <a:pPr algn="l"/>
            <a:r>
              <a:rPr lang="pt-BR" sz="6000" dirty="0"/>
              <a:t>TUA LUZ ENCONTRA NA PALAVRA.</a:t>
            </a:r>
          </a:p>
          <a:p>
            <a:pPr algn="l"/>
            <a:r>
              <a:rPr lang="pt-BR" sz="6000" dirty="0"/>
              <a:t>OS TEUS FILHOS, FRÁGEIS E DISPERSOS</a:t>
            </a:r>
          </a:p>
          <a:p>
            <a:pPr algn="l"/>
            <a:r>
              <a:rPr lang="pt-BR" sz="6000" dirty="0"/>
              <a:t>SE REÚNEM NO TEU FILHO AMADO.</a:t>
            </a:r>
          </a:p>
        </p:txBody>
      </p:sp>
    </p:spTree>
    <p:extLst>
      <p:ext uri="{BB962C8B-B14F-4D97-AF65-F5344CB8AC3E}">
        <p14:creationId xmlns:p14="http://schemas.microsoft.com/office/powerpoint/2010/main" val="13727849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36089-23FA-3B0F-84BD-A0D49C846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BD97A-172D-7CCC-4F32-24F70E300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275C90-2FB8-9CCB-9C1C-8666831F7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CHAMA VIVA DA MINHA ESPERANÇA</a:t>
            </a:r>
          </a:p>
          <a:p>
            <a:pPr algn="l"/>
            <a:r>
              <a:rPr lang="pt-BR" sz="6000" b="1" dirty="0"/>
              <a:t>ESTE CANTO SUBA PARA TI</a:t>
            </a:r>
          </a:p>
          <a:p>
            <a:pPr algn="l"/>
            <a:r>
              <a:rPr lang="pt-BR" sz="6000" b="1" dirty="0"/>
              <a:t>SEIO ETERNO DE INFINITA VIDA</a:t>
            </a:r>
          </a:p>
          <a:p>
            <a:pPr algn="l"/>
            <a:r>
              <a:rPr lang="pt-BR" sz="6000" b="1" dirty="0"/>
              <a:t>NO CAMINHO, EU CONFIO EM TI</a:t>
            </a:r>
          </a:p>
        </p:txBody>
      </p:sp>
    </p:spTree>
    <p:extLst>
      <p:ext uri="{BB962C8B-B14F-4D97-AF65-F5344CB8AC3E}">
        <p14:creationId xmlns:p14="http://schemas.microsoft.com/office/powerpoint/2010/main" val="10058469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6C904-1B45-CF42-D181-806F24885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54F673-CFBC-865C-DF38-E688613325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652B8D-E170-323A-8EA0-FA363A95D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DEUS NOS OLHA, TERNO E PACIENTE:</a:t>
            </a:r>
          </a:p>
          <a:p>
            <a:pPr algn="l"/>
            <a:r>
              <a:rPr lang="pt-BR" sz="6000" dirty="0"/>
              <a:t>NASCE A AURORA DE UM FUTURO NOVO.</a:t>
            </a:r>
          </a:p>
          <a:p>
            <a:pPr algn="l"/>
            <a:r>
              <a:rPr lang="pt-BR" sz="6000" dirty="0"/>
              <a:t>NOVOS CÉUS, TERRA FEITA NOVA:</a:t>
            </a:r>
          </a:p>
          <a:p>
            <a:pPr algn="l"/>
            <a:r>
              <a:rPr lang="pt-BR" sz="6000" dirty="0"/>
              <a:t>PASSA OS MUROS, ‘SPIRITO DE VIDA.</a:t>
            </a:r>
          </a:p>
        </p:txBody>
      </p:sp>
    </p:spTree>
    <p:extLst>
      <p:ext uri="{BB962C8B-B14F-4D97-AF65-F5344CB8AC3E}">
        <p14:creationId xmlns:p14="http://schemas.microsoft.com/office/powerpoint/2010/main" val="5726592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FFE87-D57D-CE92-A3A2-ACCFC2113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89A7A-84AB-B1C8-762C-E0FC82ECD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91707F-74B2-C39D-4F08-9208E5CCE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CHAMA VIVA DA MINHA ESPERANÇA</a:t>
            </a:r>
          </a:p>
          <a:p>
            <a:pPr algn="l"/>
            <a:r>
              <a:rPr lang="pt-BR" sz="6000" b="1" dirty="0"/>
              <a:t>ESTE CANTO SUBA PARA TI</a:t>
            </a:r>
          </a:p>
          <a:p>
            <a:pPr algn="l"/>
            <a:r>
              <a:rPr lang="pt-BR" sz="6000" b="1" dirty="0"/>
              <a:t>SEIO ETERNO DE INFINITA VIDA</a:t>
            </a:r>
          </a:p>
          <a:p>
            <a:pPr algn="l"/>
            <a:r>
              <a:rPr lang="pt-BR" sz="6000" b="1" dirty="0"/>
              <a:t>NO CAMINHO, EU CONFIO EM TI</a:t>
            </a:r>
          </a:p>
        </p:txBody>
      </p:sp>
    </p:spTree>
    <p:extLst>
      <p:ext uri="{BB962C8B-B14F-4D97-AF65-F5344CB8AC3E}">
        <p14:creationId xmlns:p14="http://schemas.microsoft.com/office/powerpoint/2010/main" val="10154703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99348-05DC-3678-9756-E62B810C1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1196E-3BD0-A3FE-3F0D-127FAC9DD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814CDF-5697-9224-43A5-71AA1F16F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dirty="0"/>
              <a:t>ERGUE OS OLHOS, MOVE-TE COM O VENTO,</a:t>
            </a:r>
          </a:p>
          <a:p>
            <a:pPr algn="l"/>
            <a:r>
              <a:rPr lang="pt-BR" sz="6000" dirty="0"/>
              <a:t>NÃO TE ATRASES: CHEGA DEUS, NO TEMPO.</a:t>
            </a:r>
          </a:p>
          <a:p>
            <a:pPr algn="l"/>
            <a:r>
              <a:rPr lang="pt-BR" sz="6000" dirty="0"/>
              <a:t>JESUS CRISTO POR TI SE FEZ HOMEM:</a:t>
            </a:r>
          </a:p>
          <a:p>
            <a:pPr algn="l"/>
            <a:r>
              <a:rPr lang="pt-BR" sz="6000" dirty="0"/>
              <a:t>AOS MILHARES SEGUEM O CAMINHO.</a:t>
            </a:r>
          </a:p>
        </p:txBody>
      </p:sp>
    </p:spTree>
    <p:extLst>
      <p:ext uri="{BB962C8B-B14F-4D97-AF65-F5344CB8AC3E}">
        <p14:creationId xmlns:p14="http://schemas.microsoft.com/office/powerpoint/2010/main" val="8990623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32493-3D4C-FC12-9C77-39C4A9746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8AB352-6CDE-4D58-5D73-18B75370BF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3B5D8F-CD1F-F75E-C217-5988712C5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CHAMA VIVA DA MINHA ESPERANÇA</a:t>
            </a:r>
          </a:p>
          <a:p>
            <a:pPr algn="l"/>
            <a:r>
              <a:rPr lang="pt-BR" sz="6000" b="1" dirty="0"/>
              <a:t>ESTE CANTO SUBA PARA TI</a:t>
            </a:r>
          </a:p>
          <a:p>
            <a:pPr algn="l"/>
            <a:r>
              <a:rPr lang="pt-BR" sz="6000" b="1" dirty="0"/>
              <a:t>SEIO ETERNO DE INFINITA VIDA</a:t>
            </a:r>
          </a:p>
          <a:p>
            <a:pPr algn="l"/>
            <a:r>
              <a:rPr lang="pt-BR" sz="6000" b="1" dirty="0"/>
              <a:t>NO CAMINHO, EU CONFIO EM TI</a:t>
            </a:r>
          </a:p>
        </p:txBody>
      </p:sp>
    </p:spTree>
    <p:extLst>
      <p:ext uri="{BB962C8B-B14F-4D97-AF65-F5344CB8AC3E}">
        <p14:creationId xmlns:p14="http://schemas.microsoft.com/office/powerpoint/2010/main" val="37721735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6514-6D19-4E39-3ADD-65AAFC36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C5AA857-6689-7EC2-BA0C-335E7FFD3E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9E55DF-5DFA-7581-CC39-C4C70329A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SUBTEMA DA NOITE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1F4BF5-FF9D-7E54-4DB9-E5A2A2719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0" y="2604654"/>
            <a:ext cx="10728367" cy="1648692"/>
          </a:xfrm>
        </p:spPr>
        <p:txBody>
          <a:bodyPr>
            <a:normAutofit/>
          </a:bodyPr>
          <a:lstStyle/>
          <a:p>
            <a:r>
              <a:rPr lang="pt-BR" sz="9600" b="1" dirty="0">
                <a:solidFill>
                  <a:schemeClr val="bg1"/>
                </a:solidFill>
                <a:latin typeface="Gabriola" panose="04040605051002020D02" pitchFamily="82" charset="0"/>
              </a:rPr>
              <a:t>CONFIE NO SENHOR!</a:t>
            </a:r>
          </a:p>
        </p:txBody>
      </p:sp>
    </p:spTree>
    <p:extLst>
      <p:ext uri="{BB962C8B-B14F-4D97-AF65-F5344CB8AC3E}">
        <p14:creationId xmlns:p14="http://schemas.microsoft.com/office/powerpoint/2010/main" val="11344261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0FA92-3A8E-0141-DE75-EC7BCC38D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99E98-AAC2-297F-6F3D-6AC5BAF26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1C7C80-E636-7283-DEDA-08BC4D632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CHAMA VIVA DA MINHA ESPERANÇA</a:t>
            </a:r>
          </a:p>
          <a:p>
            <a:pPr algn="l"/>
            <a:r>
              <a:rPr lang="pt-BR" sz="6000" b="1" dirty="0"/>
              <a:t>ESTE CANTO SUBA PARA TI</a:t>
            </a:r>
          </a:p>
          <a:p>
            <a:pPr algn="l"/>
            <a:r>
              <a:rPr lang="pt-BR" sz="6000" b="1" dirty="0"/>
              <a:t>SEIO ETERNO DE INFINITA VIDA</a:t>
            </a:r>
          </a:p>
          <a:p>
            <a:pPr algn="l"/>
            <a:r>
              <a:rPr lang="pt-BR" sz="6000" b="1" dirty="0"/>
              <a:t>NO CAMINHO, EU CONFIO EM TI</a:t>
            </a:r>
          </a:p>
        </p:txBody>
      </p:sp>
    </p:spTree>
    <p:extLst>
      <p:ext uri="{BB962C8B-B14F-4D97-AF65-F5344CB8AC3E}">
        <p14:creationId xmlns:p14="http://schemas.microsoft.com/office/powerpoint/2010/main" val="15032409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F092-935B-868A-D829-D0A0DECF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5B811D-E8E4-898E-9D92-3B017709D6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6361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SE MILAGRES DESEJAIS,</a:t>
            </a:r>
          </a:p>
          <a:p>
            <a:pPr algn="just"/>
            <a:r>
              <a:rPr lang="pt-BR" sz="19200" dirty="0"/>
              <a:t>RECORREI A SANTO ANTÔNIO;</a:t>
            </a:r>
          </a:p>
          <a:p>
            <a:pPr algn="just"/>
            <a:r>
              <a:rPr lang="pt-BR" sz="19200" dirty="0"/>
              <a:t>VEREIS FUGIR O DEMÔNIO</a:t>
            </a:r>
          </a:p>
          <a:p>
            <a:pPr algn="just"/>
            <a:r>
              <a:rPr lang="pt-BR" sz="19200" dirty="0"/>
              <a:t>E AS TENTAÇÕES INFERNAIS.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60678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TODOS OS MALES HUMANOS</a:t>
            </a:r>
          </a:p>
          <a:p>
            <a:pPr algn="just"/>
            <a:r>
              <a:rPr lang="pt-BR" sz="19200" dirty="0"/>
              <a:t>SE MODERAM, SE RETIRAM,</a:t>
            </a:r>
          </a:p>
          <a:p>
            <a:pPr algn="just"/>
            <a:r>
              <a:rPr lang="pt-BR" sz="19200" dirty="0"/>
              <a:t>DIGAM-NO AQUELES QUE O VIRAM,</a:t>
            </a:r>
          </a:p>
          <a:p>
            <a:pPr algn="just"/>
            <a:r>
              <a:rPr lang="pt-BR" sz="19200" dirty="0"/>
              <a:t>E DIGAM-NO OS PADUANOS.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6601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PELA SUA INTERCESSÃO</a:t>
            </a:r>
          </a:p>
          <a:p>
            <a:pPr algn="just"/>
            <a:r>
              <a:rPr lang="pt-BR" sz="19200" dirty="0"/>
              <a:t>FOGE A PESTE, O ERRO, A MORTE,</a:t>
            </a:r>
          </a:p>
          <a:p>
            <a:pPr algn="just"/>
            <a:r>
              <a:rPr lang="pt-BR" sz="19200" dirty="0"/>
              <a:t>O FRACO TORNA-SE FORTE</a:t>
            </a:r>
          </a:p>
          <a:p>
            <a:pPr algn="just"/>
            <a:r>
              <a:rPr lang="pt-BR" sz="19200" dirty="0"/>
              <a:t>E TORNA-SE O ENFERMO SÃO.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2039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GLÓRIA AO PAI, E GLÓRIA AO FILHO </a:t>
            </a:r>
          </a:p>
          <a:p>
            <a:pPr algn="just"/>
            <a:r>
              <a:rPr lang="pt-BR" sz="19200" dirty="0"/>
              <a:t>E AO ESPÍRITO SANTO TAMBÉM</a:t>
            </a:r>
          </a:p>
          <a:p>
            <a:pPr algn="just"/>
            <a:r>
              <a:rPr lang="pt-BR" sz="19200" dirty="0"/>
              <a:t>GLÓRIA AO PAI E GLÓRIA AO FILHO</a:t>
            </a:r>
          </a:p>
          <a:p>
            <a:pPr algn="just"/>
            <a:r>
              <a:rPr lang="pt-BR" sz="19200" dirty="0"/>
              <a:t>AGORA E SEM FIM, AMÉM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7723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13461-175C-7E2F-7728-1C51939F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B21AF66-494E-1584-5F6F-578A9F97EC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7418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JUBILOSOS VOS SAUDAMOS,</a:t>
            </a:r>
          </a:p>
          <a:p>
            <a:pPr algn="l"/>
            <a:r>
              <a:rPr lang="pt-BR" sz="4800" dirty="0"/>
              <a:t>GRANDE SERVO DO SENHOR,       </a:t>
            </a:r>
          </a:p>
          <a:p>
            <a:pPr algn="l"/>
            <a:r>
              <a:rPr lang="pt-BR" sz="4800" dirty="0"/>
              <a:t>SANTO ANTONIO NESTA VIDA</a:t>
            </a:r>
          </a:p>
          <a:p>
            <a:pPr algn="l"/>
            <a:r>
              <a:rPr lang="pt-BR" sz="4800" dirty="0"/>
              <a:t>SOIS O NOSSO PROTETOR.</a:t>
            </a:r>
          </a:p>
          <a:p>
            <a:pPr algn="l"/>
            <a:r>
              <a:rPr lang="pt-BR" sz="4800" dirty="0"/>
              <a:t> </a:t>
            </a:r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5224001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dirty="0"/>
              <a:t>ENTRE OS SANTOS QUE JÁ REINAM</a:t>
            </a:r>
          </a:p>
          <a:p>
            <a:pPr algn="l"/>
            <a:r>
              <a:rPr lang="pt-BR" sz="6000" dirty="0"/>
              <a:t>GLORIOSOS LÁ NO CÉU,</a:t>
            </a:r>
          </a:p>
          <a:p>
            <a:pPr algn="l"/>
            <a:r>
              <a:rPr lang="pt-BR" sz="6000" dirty="0"/>
              <a:t>SOIS CONSTANTE DESPENSEIRO</a:t>
            </a:r>
          </a:p>
          <a:p>
            <a:pPr algn="l"/>
            <a:r>
              <a:rPr lang="pt-BR" sz="6000" dirty="0"/>
              <a:t>DOS MAIS RICOS DONS DE DEUS. </a:t>
            </a:r>
          </a:p>
          <a:p>
            <a:pPr algn="l"/>
            <a:endParaRPr lang="pt-BR" sz="6000" dirty="0"/>
          </a:p>
          <a:p>
            <a:pPr algn="l"/>
            <a:r>
              <a:rPr lang="pt-BR" sz="6000" b="1" dirty="0"/>
              <a:t>SANTO ANTÔNIO, ROGAI POR NÓS</a:t>
            </a:r>
          </a:p>
          <a:p>
            <a:pPr algn="l"/>
            <a:r>
              <a:rPr lang="pt-BR" sz="60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38090823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AO MENINO-DEUS NOS BRAÇOS</a:t>
            </a:r>
          </a:p>
          <a:p>
            <a:pPr algn="l"/>
            <a:r>
              <a:rPr lang="pt-BR" sz="4800" dirty="0"/>
              <a:t>NOSSOS ROGOS TRANSMITI,   </a:t>
            </a:r>
          </a:p>
          <a:p>
            <a:pPr algn="l"/>
            <a:r>
              <a:rPr lang="pt-BR" sz="4800" dirty="0"/>
              <a:t>AH! VALEI-NOS SEMPRE, SEMPRE</a:t>
            </a:r>
          </a:p>
          <a:p>
            <a:pPr algn="l"/>
            <a:r>
              <a:rPr lang="pt-BR" sz="4800" dirty="0"/>
              <a:t>E A JESUS NOS CONDUZIR. </a:t>
            </a:r>
          </a:p>
          <a:p>
            <a:pPr algn="l"/>
            <a:endParaRPr lang="pt-BR" sz="4800" dirty="0"/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3073403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1931</TotalTime>
  <Words>1626</Words>
  <Application>Microsoft Office PowerPoint</Application>
  <PresentationFormat>Widescreen</PresentationFormat>
  <Paragraphs>261</Paragraphs>
  <Slides>61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61</vt:i4>
      </vt:variant>
    </vt:vector>
  </HeadingPairs>
  <TitlesOfParts>
    <vt:vector size="69" baseType="lpstr">
      <vt:lpstr>-apple-system</vt:lpstr>
      <vt:lpstr>Arial</vt:lpstr>
      <vt:lpstr>Baskerville Old Face</vt:lpstr>
      <vt:lpstr>Calibri</vt:lpstr>
      <vt:lpstr>Calibri Light</vt:lpstr>
      <vt:lpstr>Gabriola</vt:lpstr>
      <vt:lpstr>Open Sans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KYRIE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LADAINHA</vt:lpstr>
      <vt:lpstr>LADAINHA</vt:lpstr>
      <vt:lpstr>LADAINHA</vt:lpstr>
      <vt:lpstr>LADAINHA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HINO DO JUBILEU</vt:lpstr>
      <vt:lpstr>HINO DO JUBILEU</vt:lpstr>
      <vt:lpstr>HINO DO JUBILEU</vt:lpstr>
      <vt:lpstr>HINO DO JUBILEU</vt:lpstr>
      <vt:lpstr>HINO DO JUBILEU</vt:lpstr>
      <vt:lpstr>HINO DO JUBILEU</vt:lpstr>
      <vt:lpstr>HINO DO JUBILEU</vt:lpstr>
      <vt:lpstr>SUBTEMA DA NOITE</vt:lpstr>
      <vt:lpstr>HINO DO JUBILEU</vt:lpstr>
      <vt:lpstr>Apresentação do PowerPoint</vt:lpstr>
      <vt:lpstr>RESPONSÓRIO</vt:lpstr>
      <vt:lpstr>RESPONSÓRIO</vt:lpstr>
      <vt:lpstr>RESPONSÓRIO</vt:lpstr>
      <vt:lpstr>RESPONSÓRIO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25</cp:revision>
  <dcterms:created xsi:type="dcterms:W3CDTF">2023-05-06T17:01:55Z</dcterms:created>
  <dcterms:modified xsi:type="dcterms:W3CDTF">2025-06-15T20:33:40Z</dcterms:modified>
</cp:coreProperties>
</file>