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44" r:id="rId5"/>
    <p:sldId id="445" r:id="rId6"/>
    <p:sldId id="446" r:id="rId7"/>
    <p:sldId id="447" r:id="rId8"/>
    <p:sldId id="448" r:id="rId9"/>
    <p:sldId id="449" r:id="rId10"/>
    <p:sldId id="258" r:id="rId11"/>
    <p:sldId id="259" r:id="rId12"/>
    <p:sldId id="397" r:id="rId13"/>
    <p:sldId id="450" r:id="rId14"/>
    <p:sldId id="398" r:id="rId15"/>
    <p:sldId id="260" r:id="rId16"/>
    <p:sldId id="261" r:id="rId17"/>
    <p:sldId id="338" r:id="rId18"/>
    <p:sldId id="339" r:id="rId19"/>
    <p:sldId id="340" r:id="rId20"/>
    <p:sldId id="377" r:id="rId21"/>
    <p:sldId id="264" r:id="rId22"/>
    <p:sldId id="265" r:id="rId23"/>
    <p:sldId id="266" r:id="rId24"/>
    <p:sldId id="267" r:id="rId25"/>
    <p:sldId id="429" r:id="rId26"/>
    <p:sldId id="413" r:id="rId27"/>
    <p:sldId id="409" r:id="rId28"/>
    <p:sldId id="451" r:id="rId29"/>
    <p:sldId id="410" r:id="rId30"/>
    <p:sldId id="452" r:id="rId31"/>
    <p:sldId id="411" r:id="rId32"/>
    <p:sldId id="292" r:id="rId33"/>
    <p:sldId id="275" r:id="rId34"/>
    <p:sldId id="363" r:id="rId35"/>
    <p:sldId id="361" r:id="rId36"/>
    <p:sldId id="362" r:id="rId37"/>
    <p:sldId id="453" r:id="rId38"/>
    <p:sldId id="454" r:id="rId39"/>
    <p:sldId id="455" r:id="rId40"/>
    <p:sldId id="277" r:id="rId41"/>
    <p:sldId id="456" r:id="rId42"/>
    <p:sldId id="548" r:id="rId43"/>
    <p:sldId id="271" r:id="rId44"/>
    <p:sldId id="269" r:id="rId45"/>
    <p:sldId id="414" r:id="rId46"/>
    <p:sldId id="415" r:id="rId47"/>
    <p:sldId id="416" r:id="rId48"/>
    <p:sldId id="417" r:id="rId49"/>
    <p:sldId id="418" r:id="rId50"/>
    <p:sldId id="419" r:id="rId51"/>
    <p:sldId id="404" r:id="rId52"/>
    <p:sldId id="337" r:id="rId53"/>
    <p:sldId id="430" r:id="rId54"/>
    <p:sldId id="431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3673F0F-BC0B-4B99-8089-B22D2497C566}">
          <p14:sldIdLst>
            <p14:sldId id="375"/>
            <p14:sldId id="354"/>
            <p14:sldId id="432"/>
            <p14:sldId id="444"/>
            <p14:sldId id="445"/>
            <p14:sldId id="446"/>
            <p14:sldId id="447"/>
            <p14:sldId id="448"/>
            <p14:sldId id="449"/>
            <p14:sldId id="258"/>
            <p14:sldId id="259"/>
            <p14:sldId id="397"/>
            <p14:sldId id="450"/>
            <p14:sldId id="398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429"/>
            <p14:sldId id="413"/>
            <p14:sldId id="409"/>
            <p14:sldId id="451"/>
            <p14:sldId id="410"/>
            <p14:sldId id="452"/>
            <p14:sldId id="411"/>
            <p14:sldId id="292"/>
            <p14:sldId id="275"/>
            <p14:sldId id="363"/>
            <p14:sldId id="361"/>
            <p14:sldId id="362"/>
            <p14:sldId id="453"/>
            <p14:sldId id="454"/>
            <p14:sldId id="455"/>
          </p14:sldIdLst>
        </p14:section>
        <p14:section name="Seção sem Título" id="{27480C16-F0CD-490F-AB38-93EE20CA0670}">
          <p14:sldIdLst>
            <p14:sldId id="277"/>
            <p14:sldId id="456"/>
            <p14:sldId id="548"/>
            <p14:sldId id="271"/>
            <p14:sldId id="269"/>
            <p14:sldId id="414"/>
            <p14:sldId id="415"/>
            <p14:sldId id="416"/>
            <p14:sldId id="417"/>
            <p14:sldId id="418"/>
            <p14:sldId id="419"/>
            <p14:sldId id="404"/>
            <p14:sldId id="337"/>
            <p14:sldId id="430"/>
            <p14:sldId id="4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ECF52A1-9470-2998-5727-BF89C5B7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9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28975" y="3603196"/>
            <a:ext cx="11334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FESTEJO DE SANT’ANA E SÃO JOAQUIM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 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Ó JUSTOS, ALEGRAI-VOS NO SENHOR!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AOS RETOS FICA BEM GLORIFICÁ-LO.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DAI GRAÇAS AO SENHOR AO SOM DA HARPA,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NA LIRA DE DEZ CORDAS CELEBRAI-O!</a:t>
            </a:r>
          </a:p>
        </p:txBody>
      </p:sp>
    </p:spTree>
    <p:extLst>
      <p:ext uri="{BB962C8B-B14F-4D97-AF65-F5344CB8AC3E}">
        <p14:creationId xmlns:p14="http://schemas.microsoft.com/office/powerpoint/2010/main" val="340317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 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77186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POIS RETA É A PALAVRA DO SENHOR, E TUDO O QUE ELE FAZ MERECE FÉ.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DEUS AMA O DIREITO E A JUSTIÇA, TRANSBORDA EM TODA A TERRA A SUA GRAÇA</a:t>
            </a:r>
          </a:p>
        </p:txBody>
      </p:sp>
    </p:spTree>
    <p:extLst>
      <p:ext uri="{BB962C8B-B14F-4D97-AF65-F5344CB8AC3E}">
        <p14:creationId xmlns:p14="http://schemas.microsoft.com/office/powerpoint/2010/main" val="38613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 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99238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A PALAVRA DO SENHOR CRIOU OS CÉUS,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O SOPRO DE SEUS LÁBIOS, AS ESTRELAS.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COMO NUM ODRE JUNTA AS ÁGUAS DO OCEANO,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MANTÉM NO SEU LIMITE AS GRANDES ÁGUAS.</a:t>
            </a:r>
          </a:p>
        </p:txBody>
      </p:sp>
    </p:spTree>
    <p:extLst>
      <p:ext uri="{BB962C8B-B14F-4D97-AF65-F5344CB8AC3E}">
        <p14:creationId xmlns:p14="http://schemas.microsoft.com/office/powerpoint/2010/main" val="15894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FESTEJEMOS SÃO JOAQUIM E SANT ANA, PAIS DA VIRGEM MARIA, POIS DEUS LHES CONCEDEU A BÊNÇÃO DE TODAS AS NAÇÕES.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50787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 SENHOR POUSA O OLHAR SOBRE OS QUE O TEMEM,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QUE CONFIAM ESPERANDO EM SEU AMOR,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NO SENHOR NÓS ESPERAMOS CONFIANTES,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PORQUE ELE É NOSSO AUXÍLIO E PROTEÇÃO!</a:t>
            </a:r>
          </a:p>
        </p:txBody>
      </p:sp>
    </p:spTree>
    <p:extLst>
      <p:ext uri="{BB962C8B-B14F-4D97-AF65-F5344CB8AC3E}">
        <p14:creationId xmlns:p14="http://schemas.microsoft.com/office/powerpoint/2010/main" val="1352052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dirty="0"/>
              <a:t>CONFESSO A DEUS TODO-PODEROSO E A VÓS, IRMÃOS E IRMÃS, QUE PEQUEI MUITAS VEZES POR PENSAMENTOS, PALAVRAS, ATOS E OMISSÕES, POR MINHA CULPA, MINHA CULPA, MINHA TÃO GRANDE CULPA.</a:t>
            </a:r>
            <a:endParaRPr lang="pt-BR" sz="78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 PEÇO À VIRGEM MARIA, AOS ANJOS E SANTOS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738489"/>
            <a:ext cx="10976265" cy="4620747"/>
          </a:xfrm>
        </p:spPr>
        <p:txBody>
          <a:bodyPr>
            <a:normAutofit/>
          </a:bodyPr>
          <a:lstStyle/>
          <a:p>
            <a:r>
              <a:rPr lang="pt-BR" sz="6600" b="1" dirty="0"/>
              <a:t>KYRIE ELEISON (3X)</a:t>
            </a:r>
          </a:p>
          <a:p>
            <a:r>
              <a:rPr lang="pt-BR" sz="6600" b="1" dirty="0"/>
              <a:t>CHRISTE ELEISON (3X)</a:t>
            </a:r>
          </a:p>
          <a:p>
            <a:r>
              <a:rPr lang="pt-BR" sz="6600" b="1" dirty="0"/>
              <a:t>KYRIE ELEISON (3X)</a:t>
            </a:r>
          </a:p>
        </p:txBody>
      </p:sp>
    </p:spTree>
    <p:extLst>
      <p:ext uri="{BB962C8B-B14F-4D97-AF65-F5344CB8AC3E}">
        <p14:creationId xmlns:p14="http://schemas.microsoft.com/office/powerpoint/2010/main" val="396583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SÓ VÓS SOIS O SANTO, SÓ VÓS O SENHOR,</a:t>
            </a:r>
          </a:p>
          <a:p>
            <a:pPr algn="just"/>
            <a:r>
              <a:rPr lang="pt-BR" sz="5400" dirty="0"/>
              <a:t>SÓ VÓS O ALTÍSSIMO, JESUS CRISTO,</a:t>
            </a:r>
          </a:p>
          <a:p>
            <a:pPr algn="just"/>
            <a:r>
              <a:rPr lang="pt-BR" sz="5400" dirty="0"/>
              <a:t>COM O ESPÍRITO SANTO, NA GLÓRIA DE DEUS PAI.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 GLÓRIA A DEUS NAS ALTURAS! (2X)</a:t>
            </a:r>
          </a:p>
          <a:p>
            <a:pPr algn="just"/>
            <a:r>
              <a:rPr lang="pt-BR" sz="5400" b="1" dirty="0"/>
              <a:t>AMÉM!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VAI DAR-LHE O TRONO DE SEU PAI, O REI DAVI.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ESPERAVAM ESTES PAIS A REDENÇÃO DE ISRAEL, E O ESPÍRITO DO SENHOR ESTAVA SOBRE ELES.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 (2X)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1.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É AQUELE QUE CAMINHA SEM PECADO</a:t>
            </a:r>
          </a:p>
          <a:p>
            <a:pPr algn="l"/>
            <a:r>
              <a:rPr lang="pt-BR" sz="8800" dirty="0"/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89967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2. QUE PENSA A VERDADE DO SEU ÍNTIMO</a:t>
            </a:r>
          </a:p>
          <a:p>
            <a:pPr algn="l"/>
            <a:r>
              <a:rPr lang="pt-BR" sz="8800" dirty="0"/>
              <a:t>E NÃO SOLTA EM CALÚNIAS SUA LÍNGUA</a:t>
            </a:r>
          </a:p>
          <a:p>
            <a:pPr algn="l"/>
            <a:r>
              <a:rPr lang="pt-BR" sz="8800" dirty="0"/>
              <a:t>QUE EM NADA PREJUDICA O SEU IRMÃO,</a:t>
            </a:r>
          </a:p>
          <a:p>
            <a:pPr algn="l"/>
            <a:r>
              <a:rPr lang="pt-BR" sz="8800" dirty="0"/>
              <a:t>NEM COBRE DE INSULTOS SEU VIZINHO;</a:t>
            </a:r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95532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dirty="0"/>
              <a:t>3. QUE NÃO DÁ VALOR ALGUM AO HOMEM ÍMPIO,</a:t>
            </a:r>
          </a:p>
          <a:p>
            <a:pPr algn="l"/>
            <a:r>
              <a:rPr lang="pt-BR" sz="8800" dirty="0"/>
              <a:t>MAS HONRA OS QUE RESPEITAM O SENHOR.</a:t>
            </a:r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SANTO, SENHOR </a:t>
            </a:r>
          </a:p>
          <a:p>
            <a:pPr algn="just"/>
            <a:r>
              <a:rPr lang="pt-BR" sz="5400" b="1" dirty="0"/>
              <a:t>DEUS DO UNIVERSO (2X)</a:t>
            </a:r>
          </a:p>
          <a:p>
            <a:pPr algn="just"/>
            <a:r>
              <a:rPr lang="pt-BR" sz="5400" dirty="0"/>
              <a:t>O CÉU E A TERRA PROCLAMAM A </a:t>
            </a:r>
          </a:p>
          <a:p>
            <a:pPr algn="just"/>
            <a:r>
              <a:rPr lang="pt-BR" sz="5400" dirty="0"/>
              <a:t>VOSSA GLÓRIA </a:t>
            </a:r>
          </a:p>
          <a:p>
            <a:pPr algn="just"/>
            <a:r>
              <a:rPr lang="pt-BR" sz="5400" dirty="0"/>
              <a:t>HOSANA, HOSANA NAS ALTURAS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 EM NOME DO SENHOR </a:t>
            </a:r>
          </a:p>
          <a:p>
            <a:pPr algn="just"/>
            <a:r>
              <a:rPr lang="pt-BR" sz="6600" dirty="0"/>
              <a:t>HOSANA, HOSANA NAS ALTURAS, HOSANA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LEVANTA-TE, JERUSALÉM, PÕE-TE NO ALTO E VÊ: VEM A TI A ALEGRIA DO TEU DEUS!</a:t>
            </a:r>
          </a:p>
          <a:p>
            <a:pPr algn="l"/>
            <a:endParaRPr lang="pt-BR" sz="70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GLORIFICA O SENHOR, JERUSALÉM!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SIÃO, CANTA LOUVORES AO TEU DEUS!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POIS REFORÇOU COM SEGURANÇA AS TUAS PORTAS,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OS TEUS FILHOS EM TEU SEIO ABENÇOOU; R.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5D4D-2D7E-9D32-EABA-8895D9EA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B057C-AA5B-3096-D07D-E1B2787F4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74B5C8-823A-FBDA-F5F4-98D944484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7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LEVANTA-TE, JERUSALÉM, PÕE-TE NO ALTO E VÊ: VEM A TI A ALEGRIA DO TEU DEUS!</a:t>
            </a:r>
          </a:p>
          <a:p>
            <a:pPr algn="l"/>
            <a:endParaRPr lang="pt-BR" sz="70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 PAZ EM TEUS LIMITES GARANTIU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TE DÁ COMO ALIMENTO A FLOR DO TRIGO.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ELE ENVIA SUAS ORDENS PARA A TERRA,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A PALAVRA QUE ELE DIZ CORRE VELOZ; R.</a:t>
            </a:r>
          </a:p>
        </p:txBody>
      </p:sp>
    </p:spTree>
    <p:extLst>
      <p:ext uri="{BB962C8B-B14F-4D97-AF65-F5344CB8AC3E}">
        <p14:creationId xmlns:p14="http://schemas.microsoft.com/office/powerpoint/2010/main" val="150192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7C1F1-C262-116A-CC86-A234A8AB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A380D-4564-AD1A-2F9F-C0648D0E2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73E55B-E43D-5701-93BF-DD1DD52B1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LEVANTA-TE, JERUSALÉM, PÕE-TE NO ALTO E VÊ: VEM A TI A ALEGRIA DO TEU DEUS!</a:t>
            </a:r>
          </a:p>
          <a:p>
            <a:pPr algn="l"/>
            <a:endParaRPr lang="pt-BR" sz="70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COMO DE PÃO LANÇA AS MIGALHAS DO GRANIZO,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 SEU FRIO AS ÁGUAS FICAM CONGELADAS.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ELE ENVIA SUA PALAVRA E AS DERRETE,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SOPRA O VENTO E DE NOVO AS ÁGUAS CORREM. </a:t>
            </a:r>
          </a:p>
        </p:txBody>
      </p:sp>
    </p:spTree>
    <p:extLst>
      <p:ext uri="{BB962C8B-B14F-4D97-AF65-F5344CB8AC3E}">
        <p14:creationId xmlns:p14="http://schemas.microsoft.com/office/powerpoint/2010/main" val="2840671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DF9D-420A-4E52-A6E5-60EFB816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EF919-E42D-C0C8-93CA-552BBEC14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DF282-FD22-B44B-BA84-B778F7CAC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LEVANTA-TE, JERUSALÉM, PÕE-TE NO ALTO E VÊ: VEM A TI A ALEGRIA DO TEU DEUS!</a:t>
            </a:r>
          </a:p>
          <a:p>
            <a:pPr algn="l"/>
            <a:endParaRPr lang="pt-BR" sz="70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ANUNCIA A JACÓ SUA PALAVRA,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SEUS PRECEITOS E SUAS LEIS A ISRAEL.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NENHUM POVO RECEBEU TANTO CARINHO, *</a:t>
            </a:r>
          </a:p>
          <a:p>
            <a:pPr algn="l"/>
            <a:r>
              <a:rPr lang="pt-BR" sz="7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 NENHUM OUTRO REVELOU OS SEUS PRECEITOS </a:t>
            </a:r>
          </a:p>
        </p:txBody>
      </p:sp>
    </p:spTree>
    <p:extLst>
      <p:ext uri="{BB962C8B-B14F-4D97-AF65-F5344CB8AC3E}">
        <p14:creationId xmlns:p14="http://schemas.microsoft.com/office/powerpoint/2010/main" val="666983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 NA HÓSTIA SANTA,</a:t>
            </a:r>
          </a:p>
          <a:p>
            <a:pPr algn="l"/>
            <a:r>
              <a:rPr lang="pt-BR" sz="12600" dirty="0"/>
              <a:t>QUE SE CONSAGRA SOBRE O ALTAR;</a:t>
            </a:r>
          </a:p>
          <a:p>
            <a:pPr algn="l"/>
            <a:r>
              <a:rPr lang="pt-BR" sz="12600" dirty="0"/>
              <a:t>E AOS NOSSOS OLHOS SE LEVANTA</a:t>
            </a:r>
          </a:p>
          <a:p>
            <a:pPr algn="l"/>
            <a:r>
              <a:rPr lang="pt-BR" sz="12600" dirty="0"/>
              <a:t>PARA O BRASIL ABENÇOAR.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93720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242-1D3D-14F1-0B48-26011349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70CF9-71BE-F943-6755-18479C23F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E11F4-7466-1C9C-3614-81E501E07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JESUS, DEUS ESCONDIDO,</a:t>
            </a:r>
          </a:p>
          <a:p>
            <a:pPr algn="l"/>
            <a:r>
              <a:rPr lang="pt-BR" sz="12600" dirty="0"/>
              <a:t>QUE VINDO A NÓS NA COMUNHÃO,</a:t>
            </a:r>
          </a:p>
          <a:p>
            <a:pPr algn="l"/>
            <a:r>
              <a:rPr lang="pt-BR" sz="12600" dirty="0"/>
              <a:t>PURIFICADO, ENRIQUECIDO,</a:t>
            </a:r>
          </a:p>
          <a:p>
            <a:pPr algn="l"/>
            <a:r>
              <a:rPr lang="pt-BR" sz="12600" dirty="0"/>
              <a:t>DEIXA-NOS SEMPRE O CORAÇÃO.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937708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238" y="2207748"/>
            <a:ext cx="11007436" cy="244250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SENHOR, TENDE PIEDADE DE NÓS! (BIS)</a:t>
            </a:r>
          </a:p>
          <a:p>
            <a:pPr algn="l"/>
            <a:r>
              <a:rPr lang="pt-BR" sz="4800" b="1" dirty="0"/>
              <a:t>Ó CRISTO, TENDE PIEDADE DE NÓS! (BIS)</a:t>
            </a:r>
          </a:p>
          <a:p>
            <a:pPr algn="l"/>
            <a:r>
              <a:rPr lang="pt-BR" sz="4800" b="1" dirty="0"/>
              <a:t>SENHOR TENDE PIEDADE DE NÓS! (BIS)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Ó VÓS, PAIS DA IMACULADA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VÓS, AVÓS DE JESUS CRISTO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 PAIS DE AMOR E CARIDADE,</a:t>
            </a:r>
            <a:r>
              <a:rPr lang="pt-BR" sz="8800" b="1" dirty="0"/>
              <a:t> 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8205580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ÁRVORE FECUNDADA,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HOMEM DE FÉ,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DESCENDENTE DE REIS,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SACERDOTE DO TEMPLO,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625369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DE CELESTE ORVALHO,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 DE ESPLENDENTE ALVURA,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VASO CHEIO DE GRAÇA,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MODELO DE PACIÊNCIA,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2750927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NOSSOS AVÓS,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OS NOSSOS ENFERMOS,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TODAS NOSSAS FAMÍLIAS,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882985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CONSOLO DAS ESPOSAS,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MÃE DAS VIÚVAS,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MESTRA DAS VIRGENS,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PORTO DOS NAVEGANTES,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602977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CRISTO, OUVI-NOS! CRISTO, OUVI-NOS!</a:t>
            </a:r>
          </a:p>
          <a:p>
            <a:pPr algn="l"/>
            <a:r>
              <a:rPr lang="pt-BR" sz="8800" b="1" dirty="0"/>
              <a:t>CRISTO, ATENDEI-NOS! CRISTO, ATENDEI-NOS!</a:t>
            </a:r>
          </a:p>
        </p:txBody>
      </p:sp>
    </p:spTree>
    <p:extLst>
      <p:ext uri="{BB962C8B-B14F-4D97-AF65-F5344CB8AC3E}">
        <p14:creationId xmlns:p14="http://schemas.microsoft.com/office/powerpoint/2010/main" val="37429006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8350</TotalTime>
  <Words>1577</Words>
  <Application>Microsoft Office PowerPoint</Application>
  <PresentationFormat>Widescreen</PresentationFormat>
  <Paragraphs>203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1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Apresentação do PowerPoint</vt:lpstr>
      <vt:lpstr>LADAINHA</vt:lpstr>
      <vt:lpstr>LADAINHA</vt:lpstr>
      <vt:lpstr>LADAINHA</vt:lpstr>
      <vt:lpstr>LADAINHA</vt:lpstr>
      <vt:lpstr>LADAINHA</vt:lpstr>
      <vt:lpstr>LADAINHA</vt:lpstr>
      <vt:lpstr>LADAINHA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53</cp:revision>
  <dcterms:created xsi:type="dcterms:W3CDTF">2023-05-06T17:01:55Z</dcterms:created>
  <dcterms:modified xsi:type="dcterms:W3CDTF">2025-07-26T14:14:52Z</dcterms:modified>
</cp:coreProperties>
</file>