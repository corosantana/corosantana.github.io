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75" r:id="rId2"/>
    <p:sldId id="256" r:id="rId3"/>
    <p:sldId id="282" r:id="rId4"/>
    <p:sldId id="258" r:id="rId5"/>
    <p:sldId id="259" r:id="rId6"/>
    <p:sldId id="279" r:id="rId7"/>
    <p:sldId id="260" r:id="rId8"/>
    <p:sldId id="261" r:id="rId9"/>
    <p:sldId id="262" r:id="rId10"/>
    <p:sldId id="263" r:id="rId11"/>
    <p:sldId id="283" r:id="rId12"/>
    <p:sldId id="264" r:id="rId13"/>
    <p:sldId id="265" r:id="rId14"/>
    <p:sldId id="266" r:id="rId15"/>
    <p:sldId id="267" r:id="rId16"/>
    <p:sldId id="268" r:id="rId17"/>
    <p:sldId id="269" r:id="rId18"/>
    <p:sldId id="284" r:id="rId19"/>
    <p:sldId id="271" r:id="rId20"/>
    <p:sldId id="272" r:id="rId21"/>
    <p:sldId id="273" r:id="rId22"/>
    <p:sldId id="286" r:id="rId23"/>
    <p:sldId id="275" r:id="rId24"/>
    <p:sldId id="287" r:id="rId25"/>
    <p:sldId id="288" r:id="rId26"/>
    <p:sldId id="289" r:id="rId27"/>
    <p:sldId id="290" r:id="rId28"/>
    <p:sldId id="291" r:id="rId29"/>
    <p:sldId id="292" r:id="rId30"/>
    <p:sldId id="277" r:id="rId31"/>
    <p:sldId id="278" r:id="rId3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9" d="100"/>
          <a:sy n="69" d="100"/>
        </p:scale>
        <p:origin x="78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aclaracosta116@gmail.com" userId="a793634777582c92" providerId="LiveId" clId="{1DBE864B-ED8B-4757-BAF2-26266C321114}"/>
    <pc:docChg chg="custSel addSld modSld sldOrd">
      <pc:chgData name="anaclaracosta116@gmail.com" userId="a793634777582c92" providerId="LiveId" clId="{1DBE864B-ED8B-4757-BAF2-26266C321114}" dt="2024-05-12T19:17:57.571" v="470" actId="1076"/>
      <pc:docMkLst>
        <pc:docMk/>
      </pc:docMkLst>
      <pc:sldChg chg="modSp mod">
        <pc:chgData name="anaclaracosta116@gmail.com" userId="a793634777582c92" providerId="LiveId" clId="{1DBE864B-ED8B-4757-BAF2-26266C321114}" dt="2024-05-12T18:55:52.167" v="6" actId="20577"/>
        <pc:sldMkLst>
          <pc:docMk/>
          <pc:sldMk cId="630913396" sldId="256"/>
        </pc:sldMkLst>
        <pc:spChg chg="mod">
          <ac:chgData name="anaclaracosta116@gmail.com" userId="a793634777582c92" providerId="LiveId" clId="{1DBE864B-ED8B-4757-BAF2-26266C321114}" dt="2024-05-12T18:55:52.167" v="6" actId="20577"/>
          <ac:spMkLst>
            <pc:docMk/>
            <pc:sldMk cId="630913396" sldId="256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1DBE864B-ED8B-4757-BAF2-26266C321114}" dt="2024-05-12T18:54:45.210" v="1" actId="115"/>
        <pc:sldMkLst>
          <pc:docMk/>
          <pc:sldMk cId="2490480151" sldId="259"/>
        </pc:sldMkLst>
        <pc:spChg chg="mod">
          <ac:chgData name="anaclaracosta116@gmail.com" userId="a793634777582c92" providerId="LiveId" clId="{1DBE864B-ED8B-4757-BAF2-26266C321114}" dt="2024-05-12T18:54:45.210" v="1" actId="115"/>
          <ac:spMkLst>
            <pc:docMk/>
            <pc:sldMk cId="2490480151" sldId="259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1DBE864B-ED8B-4757-BAF2-26266C321114}" dt="2024-05-12T18:56:30.480" v="7" actId="255"/>
        <pc:sldMkLst>
          <pc:docMk/>
          <pc:sldMk cId="337661645" sldId="261"/>
        </pc:sldMkLst>
        <pc:spChg chg="mod">
          <ac:chgData name="anaclaracosta116@gmail.com" userId="a793634777582c92" providerId="LiveId" clId="{1DBE864B-ED8B-4757-BAF2-26266C321114}" dt="2024-05-12T18:56:30.480" v="7" actId="255"/>
          <ac:spMkLst>
            <pc:docMk/>
            <pc:sldMk cId="337661645" sldId="261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1DBE864B-ED8B-4757-BAF2-26266C321114}" dt="2024-05-12T18:57:10.698" v="9" actId="255"/>
        <pc:sldMkLst>
          <pc:docMk/>
          <pc:sldMk cId="3868190215" sldId="262"/>
        </pc:sldMkLst>
        <pc:spChg chg="mod">
          <ac:chgData name="anaclaracosta116@gmail.com" userId="a793634777582c92" providerId="LiveId" clId="{1DBE864B-ED8B-4757-BAF2-26266C321114}" dt="2024-05-12T18:57:10.698" v="9" actId="255"/>
          <ac:spMkLst>
            <pc:docMk/>
            <pc:sldMk cId="3868190215" sldId="262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1DBE864B-ED8B-4757-BAF2-26266C321114}" dt="2024-05-12T19:02:18.002" v="47" actId="20577"/>
        <pc:sldMkLst>
          <pc:docMk/>
          <pc:sldMk cId="1261703118" sldId="272"/>
        </pc:sldMkLst>
        <pc:spChg chg="mod">
          <ac:chgData name="anaclaracosta116@gmail.com" userId="a793634777582c92" providerId="LiveId" clId="{1DBE864B-ED8B-4757-BAF2-26266C321114}" dt="2024-05-12T19:02:18.002" v="47" actId="20577"/>
          <ac:spMkLst>
            <pc:docMk/>
            <pc:sldMk cId="1261703118" sldId="272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1DBE864B-ED8B-4757-BAF2-26266C321114}" dt="2024-05-12T19:03:29.464" v="78" actId="20577"/>
        <pc:sldMkLst>
          <pc:docMk/>
          <pc:sldMk cId="1344366557" sldId="273"/>
        </pc:sldMkLst>
        <pc:spChg chg="mod">
          <ac:chgData name="anaclaracosta116@gmail.com" userId="a793634777582c92" providerId="LiveId" clId="{1DBE864B-ED8B-4757-BAF2-26266C321114}" dt="2024-05-12T19:03:29.464" v="78" actId="20577"/>
          <ac:spMkLst>
            <pc:docMk/>
            <pc:sldMk cId="1344366557" sldId="273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1DBE864B-ED8B-4757-BAF2-26266C321114}" dt="2024-05-12T19:09:31.373" v="422" actId="255"/>
        <pc:sldMkLst>
          <pc:docMk/>
          <pc:sldMk cId="2451993942" sldId="278"/>
        </pc:sldMkLst>
        <pc:spChg chg="mod">
          <ac:chgData name="anaclaracosta116@gmail.com" userId="a793634777582c92" providerId="LiveId" clId="{1DBE864B-ED8B-4757-BAF2-26266C321114}" dt="2024-05-12T19:09:31.373" v="422" actId="255"/>
          <ac:spMkLst>
            <pc:docMk/>
            <pc:sldMk cId="2451993942" sldId="278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1DBE864B-ED8B-4757-BAF2-26266C321114}" dt="2024-05-12T18:55:22.487" v="2" actId="115"/>
        <pc:sldMkLst>
          <pc:docMk/>
          <pc:sldMk cId="4082794164" sldId="279"/>
        </pc:sldMkLst>
        <pc:spChg chg="mod">
          <ac:chgData name="anaclaracosta116@gmail.com" userId="a793634777582c92" providerId="LiveId" clId="{1DBE864B-ED8B-4757-BAF2-26266C321114}" dt="2024-05-12T18:55:22.487" v="2" actId="115"/>
          <ac:spMkLst>
            <pc:docMk/>
            <pc:sldMk cId="4082794164" sldId="279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1DBE864B-ED8B-4757-BAF2-26266C321114}" dt="2024-05-12T18:58:02.049" v="15" actId="20577"/>
        <pc:sldMkLst>
          <pc:docMk/>
          <pc:sldMk cId="2109729473" sldId="283"/>
        </pc:sldMkLst>
        <pc:spChg chg="mod">
          <ac:chgData name="anaclaracosta116@gmail.com" userId="a793634777582c92" providerId="LiveId" clId="{1DBE864B-ED8B-4757-BAF2-26266C321114}" dt="2024-05-12T18:58:02.049" v="15" actId="20577"/>
          <ac:spMkLst>
            <pc:docMk/>
            <pc:sldMk cId="2109729473" sldId="283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1DBE864B-ED8B-4757-BAF2-26266C321114}" dt="2024-05-12T19:04:23.625" v="98" actId="20577"/>
        <pc:sldMkLst>
          <pc:docMk/>
          <pc:sldMk cId="835584887" sldId="289"/>
        </pc:sldMkLst>
        <pc:spChg chg="mod">
          <ac:chgData name="anaclaracosta116@gmail.com" userId="a793634777582c92" providerId="LiveId" clId="{1DBE864B-ED8B-4757-BAF2-26266C321114}" dt="2024-05-12T19:04:23.625" v="98" actId="20577"/>
          <ac:spMkLst>
            <pc:docMk/>
            <pc:sldMk cId="835584887" sldId="289"/>
            <ac:spMk id="3" creationId="{FC8F7E34-DB8C-1CEE-BAF4-E537563F9CD2}"/>
          </ac:spMkLst>
        </pc:spChg>
      </pc:sldChg>
      <pc:sldChg chg="addSp delSp modSp add mod ord">
        <pc:chgData name="anaclaracosta116@gmail.com" userId="a793634777582c92" providerId="LiveId" clId="{1DBE864B-ED8B-4757-BAF2-26266C321114}" dt="2024-05-12T19:17:57.571" v="470" actId="1076"/>
        <pc:sldMkLst>
          <pc:docMk/>
          <pc:sldMk cId="725659120" sldId="375"/>
        </pc:sldMkLst>
        <pc:spChg chg="mod">
          <ac:chgData name="anaclaracosta116@gmail.com" userId="a793634777582c92" providerId="LiveId" clId="{1DBE864B-ED8B-4757-BAF2-26266C321114}" dt="2024-05-12T19:15:56.718" v="433" actId="1076"/>
          <ac:spMkLst>
            <pc:docMk/>
            <pc:sldMk cId="725659120" sldId="375"/>
            <ac:spMk id="3" creationId="{FDE5B5AD-CD71-C2BA-2DE7-294D0B6E29B5}"/>
          </ac:spMkLst>
        </pc:spChg>
        <pc:spChg chg="mod">
          <ac:chgData name="anaclaracosta116@gmail.com" userId="a793634777582c92" providerId="LiveId" clId="{1DBE864B-ED8B-4757-BAF2-26266C321114}" dt="2024-05-12T19:17:57.571" v="470" actId="1076"/>
          <ac:spMkLst>
            <pc:docMk/>
            <pc:sldMk cId="725659120" sldId="375"/>
            <ac:spMk id="4" creationId="{23B5BD68-62AE-07CF-D39A-D2ED40FE2B1C}"/>
          </ac:spMkLst>
        </pc:spChg>
        <pc:picChg chg="del">
          <ac:chgData name="anaclaracosta116@gmail.com" userId="a793634777582c92" providerId="LiveId" clId="{1DBE864B-ED8B-4757-BAF2-26266C321114}" dt="2024-05-12T19:15:29.239" v="427" actId="478"/>
          <ac:picMkLst>
            <pc:docMk/>
            <pc:sldMk cId="725659120" sldId="375"/>
            <ac:picMk id="2" creationId="{D0405FAA-6758-8BB3-9297-BECBE78955CE}"/>
          </ac:picMkLst>
        </pc:picChg>
        <pc:picChg chg="add mod">
          <ac:chgData name="anaclaracosta116@gmail.com" userId="a793634777582c92" providerId="LiveId" clId="{1DBE864B-ED8B-4757-BAF2-26266C321114}" dt="2024-05-12T19:15:50.516" v="431" actId="14100"/>
          <ac:picMkLst>
            <pc:docMk/>
            <pc:sldMk cId="725659120" sldId="375"/>
            <ac:picMk id="1026" creationId="{C8D78478-A90F-9545-0076-21917A577052}"/>
          </ac:picMkLst>
        </pc:picChg>
      </pc:sldChg>
    </pc:docChg>
  </pc:docChgLst>
  <pc:docChgLst>
    <pc:chgData name="anaclaracosta116@gmail.com" userId="a793634777582c92" providerId="LiveId" clId="{7C061307-D285-4CDD-B0E0-FBE8F59991B9}"/>
    <pc:docChg chg="undo custSel addSld modSld sldOrd">
      <pc:chgData name="anaclaracosta116@gmail.com" userId="a793634777582c92" providerId="LiveId" clId="{7C061307-D285-4CDD-B0E0-FBE8F59991B9}" dt="2024-05-11T20:00:20.639" v="771" actId="20577"/>
      <pc:docMkLst>
        <pc:docMk/>
      </pc:docMkLst>
      <pc:sldChg chg="modSp mod">
        <pc:chgData name="anaclaracosta116@gmail.com" userId="a793634777582c92" providerId="LiveId" clId="{7C061307-D285-4CDD-B0E0-FBE8F59991B9}" dt="2024-05-11T19:29:31.623" v="661" actId="20577"/>
        <pc:sldMkLst>
          <pc:docMk/>
          <pc:sldMk cId="630913396" sldId="256"/>
        </pc:sldMkLst>
        <pc:spChg chg="mod">
          <ac:chgData name="anaclaracosta116@gmail.com" userId="a793634777582c92" providerId="LiveId" clId="{7C061307-D285-4CDD-B0E0-FBE8F59991B9}" dt="2024-05-11T19:29:31.623" v="661" actId="20577"/>
          <ac:spMkLst>
            <pc:docMk/>
            <pc:sldMk cId="630913396" sldId="256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7C061307-D285-4CDD-B0E0-FBE8F59991B9}" dt="2024-05-11T19:37:23.319" v="717" actId="20577"/>
        <pc:sldMkLst>
          <pc:docMk/>
          <pc:sldMk cId="2490480151" sldId="259"/>
        </pc:sldMkLst>
        <pc:spChg chg="mod">
          <ac:chgData name="anaclaracosta116@gmail.com" userId="a793634777582c92" providerId="LiveId" clId="{7C061307-D285-4CDD-B0E0-FBE8F59991B9}" dt="2024-05-11T19:37:23.319" v="717" actId="20577"/>
          <ac:spMkLst>
            <pc:docMk/>
            <pc:sldMk cId="2490480151" sldId="259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7C061307-D285-4CDD-B0E0-FBE8F59991B9}" dt="2024-05-11T19:19:06.994" v="348" actId="113"/>
        <pc:sldMkLst>
          <pc:docMk/>
          <pc:sldMk cId="337661645" sldId="261"/>
        </pc:sldMkLst>
        <pc:spChg chg="mod">
          <ac:chgData name="anaclaracosta116@gmail.com" userId="a793634777582c92" providerId="LiveId" clId="{7C061307-D285-4CDD-B0E0-FBE8F59991B9}" dt="2024-05-11T19:19:06.994" v="348" actId="113"/>
          <ac:spMkLst>
            <pc:docMk/>
            <pc:sldMk cId="337661645" sldId="261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7C061307-D285-4CDD-B0E0-FBE8F59991B9}" dt="2024-05-11T19:19:32.581" v="358" actId="27636"/>
        <pc:sldMkLst>
          <pc:docMk/>
          <pc:sldMk cId="3868190215" sldId="262"/>
        </pc:sldMkLst>
        <pc:spChg chg="mod">
          <ac:chgData name="anaclaracosta116@gmail.com" userId="a793634777582c92" providerId="LiveId" clId="{7C061307-D285-4CDD-B0E0-FBE8F59991B9}" dt="2024-05-11T19:19:32.581" v="358" actId="27636"/>
          <ac:spMkLst>
            <pc:docMk/>
            <pc:sldMk cId="3868190215" sldId="262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7C061307-D285-4CDD-B0E0-FBE8F59991B9}" dt="2024-05-11T19:20:29.056" v="372" actId="27636"/>
        <pc:sldMkLst>
          <pc:docMk/>
          <pc:sldMk cId="1799863211" sldId="263"/>
        </pc:sldMkLst>
        <pc:spChg chg="mod">
          <ac:chgData name="anaclaracosta116@gmail.com" userId="a793634777582c92" providerId="LiveId" clId="{7C061307-D285-4CDD-B0E0-FBE8F59991B9}" dt="2024-05-11T19:20:29.056" v="372" actId="27636"/>
          <ac:spMkLst>
            <pc:docMk/>
            <pc:sldMk cId="1799863211" sldId="263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7C061307-D285-4CDD-B0E0-FBE8F59991B9}" dt="2024-05-11T19:21:55.774" v="399" actId="20577"/>
        <pc:sldMkLst>
          <pc:docMk/>
          <pc:sldMk cId="1261703118" sldId="272"/>
        </pc:sldMkLst>
        <pc:spChg chg="mod">
          <ac:chgData name="anaclaracosta116@gmail.com" userId="a793634777582c92" providerId="LiveId" clId="{7C061307-D285-4CDD-B0E0-FBE8F59991B9}" dt="2024-05-11T19:21:55.774" v="399" actId="20577"/>
          <ac:spMkLst>
            <pc:docMk/>
            <pc:sldMk cId="1261703118" sldId="272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7C061307-D285-4CDD-B0E0-FBE8F59991B9}" dt="2024-05-11T19:22:05.725" v="409" actId="20577"/>
        <pc:sldMkLst>
          <pc:docMk/>
          <pc:sldMk cId="1344366557" sldId="273"/>
        </pc:sldMkLst>
        <pc:spChg chg="mod">
          <ac:chgData name="anaclaracosta116@gmail.com" userId="a793634777582c92" providerId="LiveId" clId="{7C061307-D285-4CDD-B0E0-FBE8F59991B9}" dt="2024-05-11T19:22:05.725" v="409" actId="20577"/>
          <ac:spMkLst>
            <pc:docMk/>
            <pc:sldMk cId="1344366557" sldId="273"/>
            <ac:spMk id="3" creationId="{FC8F7E34-DB8C-1CEE-BAF4-E537563F9CD2}"/>
          </ac:spMkLst>
        </pc:spChg>
      </pc:sldChg>
      <pc:sldChg chg="ord">
        <pc:chgData name="anaclaracosta116@gmail.com" userId="a793634777582c92" providerId="LiveId" clId="{7C061307-D285-4CDD-B0E0-FBE8F59991B9}" dt="2024-05-11T19:53:32.774" v="747"/>
        <pc:sldMkLst>
          <pc:docMk/>
          <pc:sldMk cId="1963412704" sldId="275"/>
        </pc:sldMkLst>
      </pc:sldChg>
      <pc:sldChg chg="modSp mod">
        <pc:chgData name="anaclaracosta116@gmail.com" userId="a793634777582c92" providerId="LiveId" clId="{7C061307-D285-4CDD-B0E0-FBE8F59991B9}" dt="2024-05-11T19:38:02.764" v="745" actId="20577"/>
        <pc:sldMkLst>
          <pc:docMk/>
          <pc:sldMk cId="4082794164" sldId="279"/>
        </pc:sldMkLst>
        <pc:spChg chg="mod">
          <ac:chgData name="anaclaracosta116@gmail.com" userId="a793634777582c92" providerId="LiveId" clId="{7C061307-D285-4CDD-B0E0-FBE8F59991B9}" dt="2024-05-11T19:38:02.764" v="745" actId="20577"/>
          <ac:spMkLst>
            <pc:docMk/>
            <pc:sldMk cId="4082794164" sldId="279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7C061307-D285-4CDD-B0E0-FBE8F59991B9}" dt="2024-05-11T19:21:04.755" v="387" actId="27636"/>
        <pc:sldMkLst>
          <pc:docMk/>
          <pc:sldMk cId="2109729473" sldId="283"/>
        </pc:sldMkLst>
        <pc:spChg chg="mod">
          <ac:chgData name="anaclaracosta116@gmail.com" userId="a793634777582c92" providerId="LiveId" clId="{7C061307-D285-4CDD-B0E0-FBE8F59991B9}" dt="2024-05-11T19:21:04.755" v="387" actId="27636"/>
          <ac:spMkLst>
            <pc:docMk/>
            <pc:sldMk cId="2109729473" sldId="283"/>
            <ac:spMk id="3" creationId="{FC8F7E34-DB8C-1CEE-BAF4-E537563F9CD2}"/>
          </ac:spMkLst>
        </pc:spChg>
      </pc:sldChg>
      <pc:sldChg chg="ord">
        <pc:chgData name="anaclaracosta116@gmail.com" userId="a793634777582c92" providerId="LiveId" clId="{7C061307-D285-4CDD-B0E0-FBE8F59991B9}" dt="2024-05-11T19:53:38.435" v="749"/>
        <pc:sldMkLst>
          <pc:docMk/>
          <pc:sldMk cId="887139133" sldId="287"/>
        </pc:sldMkLst>
      </pc:sldChg>
      <pc:sldChg chg="add ord">
        <pc:chgData name="anaclaracosta116@gmail.com" userId="a793634777582c92" providerId="LiveId" clId="{7C061307-D285-4CDD-B0E0-FBE8F59991B9}" dt="2024-05-11T19:53:43.772" v="751"/>
        <pc:sldMkLst>
          <pc:docMk/>
          <pc:sldMk cId="1111054159" sldId="288"/>
        </pc:sldMkLst>
      </pc:sldChg>
      <pc:sldChg chg="modSp add mod ord">
        <pc:chgData name="anaclaracosta116@gmail.com" userId="a793634777582c92" providerId="LiveId" clId="{7C061307-D285-4CDD-B0E0-FBE8F59991B9}" dt="2024-05-11T20:00:20.639" v="771" actId="20577"/>
        <pc:sldMkLst>
          <pc:docMk/>
          <pc:sldMk cId="835584887" sldId="289"/>
        </pc:sldMkLst>
        <pc:spChg chg="mod">
          <ac:chgData name="anaclaracosta116@gmail.com" userId="a793634777582c92" providerId="LiveId" clId="{7C061307-D285-4CDD-B0E0-FBE8F59991B9}" dt="2024-05-11T19:23:04.568" v="427" actId="14100"/>
          <ac:spMkLst>
            <pc:docMk/>
            <pc:sldMk cId="835584887" sldId="289"/>
            <ac:spMk id="2" creationId="{F0E406B4-85AC-B67B-F9E2-21AAF8067483}"/>
          </ac:spMkLst>
        </pc:spChg>
        <pc:spChg chg="mod">
          <ac:chgData name="anaclaracosta116@gmail.com" userId="a793634777582c92" providerId="LiveId" clId="{7C061307-D285-4CDD-B0E0-FBE8F59991B9}" dt="2024-05-11T20:00:20.639" v="771" actId="20577"/>
          <ac:spMkLst>
            <pc:docMk/>
            <pc:sldMk cId="835584887" sldId="289"/>
            <ac:spMk id="3" creationId="{FC8F7E34-DB8C-1CEE-BAF4-E537563F9CD2}"/>
          </ac:spMkLst>
        </pc:spChg>
      </pc:sldChg>
      <pc:sldChg chg="modSp add mod">
        <pc:chgData name="anaclaracosta116@gmail.com" userId="a793634777582c92" providerId="LiveId" clId="{7C061307-D285-4CDD-B0E0-FBE8F59991B9}" dt="2024-05-11T19:26:39.790" v="444" actId="27636"/>
        <pc:sldMkLst>
          <pc:docMk/>
          <pc:sldMk cId="2554784265" sldId="290"/>
        </pc:sldMkLst>
        <pc:spChg chg="mod">
          <ac:chgData name="anaclaracosta116@gmail.com" userId="a793634777582c92" providerId="LiveId" clId="{7C061307-D285-4CDD-B0E0-FBE8F59991B9}" dt="2024-05-11T19:26:39.790" v="444" actId="27636"/>
          <ac:spMkLst>
            <pc:docMk/>
            <pc:sldMk cId="2554784265" sldId="290"/>
            <ac:spMk id="3" creationId="{FC8F7E34-DB8C-1CEE-BAF4-E537563F9CD2}"/>
          </ac:spMkLst>
        </pc:spChg>
      </pc:sldChg>
      <pc:sldChg chg="modSp add mod">
        <pc:chgData name="anaclaracosta116@gmail.com" userId="a793634777582c92" providerId="LiveId" clId="{7C061307-D285-4CDD-B0E0-FBE8F59991B9}" dt="2024-05-11T19:27:02.656" v="447"/>
        <pc:sldMkLst>
          <pc:docMk/>
          <pc:sldMk cId="3813136527" sldId="291"/>
        </pc:sldMkLst>
        <pc:spChg chg="mod">
          <ac:chgData name="anaclaracosta116@gmail.com" userId="a793634777582c92" providerId="LiveId" clId="{7C061307-D285-4CDD-B0E0-FBE8F59991B9}" dt="2024-05-11T19:27:02.656" v="447"/>
          <ac:spMkLst>
            <pc:docMk/>
            <pc:sldMk cId="3813136527" sldId="291"/>
            <ac:spMk id="3" creationId="{FC8F7E34-DB8C-1CEE-BAF4-E537563F9CD2}"/>
          </ac:spMkLst>
        </pc:spChg>
      </pc:sldChg>
      <pc:sldChg chg="modSp add mod">
        <pc:chgData name="anaclaracosta116@gmail.com" userId="a793634777582c92" providerId="LiveId" clId="{7C061307-D285-4CDD-B0E0-FBE8F59991B9}" dt="2024-05-11T19:27:37.634" v="450"/>
        <pc:sldMkLst>
          <pc:docMk/>
          <pc:sldMk cId="462944219" sldId="292"/>
        </pc:sldMkLst>
        <pc:spChg chg="mod">
          <ac:chgData name="anaclaracosta116@gmail.com" userId="a793634777582c92" providerId="LiveId" clId="{7C061307-D285-4CDD-B0E0-FBE8F59991B9}" dt="2024-05-11T19:27:37.634" v="450"/>
          <ac:spMkLst>
            <pc:docMk/>
            <pc:sldMk cId="462944219" sldId="292"/>
            <ac:spMk id="3" creationId="{FC8F7E34-DB8C-1CEE-BAF4-E537563F9CD2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75746C-981B-DB7C-F3D3-C84CB7E468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83BAFC4-CFE8-DA0B-A3DF-F4001B8344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609E6F8-2DBC-09CB-DBA6-5CB7B9BAF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12/05/2024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88B365A-3B26-66CD-9D24-4367E82B8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99A8C3B-630C-B6E0-FC51-7BDEEDF1E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479369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CBBCDE-EE93-E1B9-DFC4-CD4BA0688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C705EC5-7DEC-2E08-C99B-47CF3FB5C0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29EA133-5667-C6A0-816F-7211D8A90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12/05/2024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0676FB5-6941-D7F6-8C22-9135C7084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CA7668A-5F33-AF5F-C51A-5D86111A2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0216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6CF12F-08E2-2AA1-B402-630CF57C7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5FE783E-B7D7-AC22-F66F-796611319D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E16B7AD-1710-4CD3-4A22-E88574502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12/05/2024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21FC751-3305-BB51-AA15-54E12F11B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22F7B73-8093-D5E2-CAC4-03F572BDC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585818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47092F-B59C-7924-4A19-515844306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FE3394C-133A-224A-BCDB-000937916A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6AAA661-EC79-7613-F4AC-F331C012D4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EE4AEED-E9F1-69E2-2AE8-EC1957BD2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12/05/2024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2123F4B-01A6-51C8-AEB4-E1AC48AA8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056211B-1D00-34BF-17F6-4C30BA6E9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91533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722ED3-E34E-45C4-596D-799F50698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0A23E38-B855-5F20-08F2-F0716B37EE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60AA198-9C71-DBD5-2DA8-9E6C54D985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82B1456-FF7A-2419-EDE6-2F2B28322A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86C57A7-513F-2472-12D1-E14D9BF15C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4E3205C-CDB4-96EE-62E8-150AE7415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12/05/2024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A3A62C0-3C60-1E47-29C2-C79E12380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9D97A16-135B-09CD-79D8-EA458784E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11596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980BC6-A8F2-6382-99AC-152FC6E10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ED4F30A-6FB1-2C45-39A5-99E50B6D1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12/05/2024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592C8CB-16E2-22E6-6464-F9BBD633E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48FE6A5-BBF0-2BAF-D866-1F551FC8D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6664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8B764A4-531E-D809-F5D0-127A1A4CC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12/05/2024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764C7A1-A52E-B63C-6B3F-9FC9F97C3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42630A4-F3A3-D58A-06ED-BCD03CDB4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6448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89FA7F-88F6-16F6-8ECA-ADE185E90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FDA3F1B-0694-BD83-53AF-C7950F6CBF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9594C00-1CA6-500C-9162-0E0F6F0911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44DB114-76BE-F5EA-F170-281F0DA04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12/05/2024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D7238A8-285F-1735-D9B5-569DAF45A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4A8BF5C-0A98-FCAF-F426-137B14568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03770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56AED0-8488-BA7C-C2E4-07712F8F6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3BA242C3-D20F-43FD-4853-84A71AB1A3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CBDDE27-1CD4-780A-7D80-511F881747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8A38D9E-A624-D4D9-F7B3-DBBDC80BC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12/05/2024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9407EF3-D9E0-9C43-4FA6-F1118DCF9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FF0DC0D-1C83-103D-7428-FE661E872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5075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A418C1-E1BC-6623-1236-54C03F8E1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658C9B5-3C5D-4BA9-BBEE-E642ED0990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877FB8-9D1B-58A9-EB55-3D125391D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12/05/2024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7E3B181-0E48-0916-F698-355E6EEC6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BCED669-A055-D7E8-129B-54BBD2EC5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5169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1A45A97-5108-1EED-26EF-9FE9B26203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1D946A7-B4D7-7EE9-1234-EDD47F41F7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7482BBF-AF49-0D20-C141-FE4AEA692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12/05/2024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4BD554E-AD86-83BF-9B3C-C7EF0387C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9ADC73E-D7C1-E472-838F-4CC456C20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57966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0C5B5E5-77A5-D0B0-C8CF-4B2148E86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A8CFF8A-B079-FBDE-96A4-D95E9CB3A8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BBC425F-B706-AF6E-05C3-9DD8B3847B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ADB375-1491-4444-9FE7-F0D57218A44F}" type="datetimeFigureOut">
              <a:rPr lang="pt-BR" smtClean="0"/>
              <a:t>12/05/2024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1D9E827-BD5E-38C5-A58E-6A12B746C1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602C6BA-4483-59CD-6323-071F88AF4B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913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omo aconteceu a Ascensão do Senhor?">
            <a:extLst>
              <a:ext uri="{FF2B5EF4-FFF2-40B4-BE49-F238E27FC236}">
                <a16:creationId xmlns:a16="http://schemas.microsoft.com/office/drawing/2014/main" id="{C8D78478-A90F-9545-0076-21917A5770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12191999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FDE5B5AD-CD71-C2BA-2DE7-294D0B6E29B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51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4" name="Subtítulo 2">
            <a:extLst>
              <a:ext uri="{FF2B5EF4-FFF2-40B4-BE49-F238E27FC236}">
                <a16:creationId xmlns:a16="http://schemas.microsoft.com/office/drawing/2014/main" id="{23B5BD68-62AE-07CF-D39A-D2ED40FE2B1C}"/>
              </a:ext>
            </a:extLst>
          </p:cNvPr>
          <p:cNvSpPr txBox="1">
            <a:spLocks/>
          </p:cNvSpPr>
          <p:nvPr/>
        </p:nvSpPr>
        <p:spPr>
          <a:xfrm>
            <a:off x="483174" y="2389909"/>
            <a:ext cx="11225647" cy="2576946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pt-BR" sz="9600" b="1" dirty="0">
                <a:solidFill>
                  <a:schemeClr val="bg1"/>
                </a:solidFill>
              </a:rPr>
              <a:t>SOLENIDADE DA</a:t>
            </a:r>
          </a:p>
          <a:p>
            <a:pPr marL="0" indent="0" algn="ctr">
              <a:buNone/>
            </a:pPr>
            <a:r>
              <a:rPr lang="pt-BR" sz="9600" b="1" dirty="0">
                <a:solidFill>
                  <a:schemeClr val="bg1"/>
                </a:solidFill>
              </a:rPr>
              <a:t>ASCENSÃO DO SENHOR</a:t>
            </a:r>
            <a:endParaRPr lang="pt-BR" sz="8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56591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166254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219200"/>
            <a:ext cx="11270673" cy="5481637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pt-BR" sz="3600" b="1" dirty="0"/>
              <a:t>Ó HOMENS GALILEUS, </a:t>
            </a:r>
          </a:p>
          <a:p>
            <a:pPr algn="just"/>
            <a:r>
              <a:rPr lang="pt-BR" sz="3600" b="1" dirty="0"/>
              <a:t>POR QUE ESTAIS A OLHAR OS CÉUS?</a:t>
            </a:r>
          </a:p>
          <a:p>
            <a:pPr algn="just"/>
            <a:r>
              <a:rPr lang="pt-BR" sz="3600" b="1" dirty="0"/>
              <a:t>JESUS, QUE AOS CÉUS SUBIU, </a:t>
            </a:r>
          </a:p>
          <a:p>
            <a:pPr algn="just"/>
            <a:r>
              <a:rPr lang="pt-BR" sz="3600" b="1" dirty="0"/>
              <a:t>DA MESMA FORMA HÁ DE VIR, ALELUIA.</a:t>
            </a:r>
          </a:p>
          <a:p>
            <a:pPr algn="just"/>
            <a:endParaRPr lang="pt-BR" sz="3600" dirty="0"/>
          </a:p>
          <a:p>
            <a:pPr marL="742950" indent="-742950" algn="just">
              <a:buAutoNum type="arabicPeriod"/>
            </a:pPr>
            <a:r>
              <a:rPr lang="pt-BR" sz="3600" dirty="0"/>
              <a:t>VÓS SUBISTES PARA O ALTO E LEVASTES OS CATIVOS</a:t>
            </a:r>
          </a:p>
          <a:p>
            <a:pPr algn="just"/>
            <a:r>
              <a:rPr lang="pt-BR" sz="3600" dirty="0"/>
              <a:t>OS HOMENS PRISIONEIROS RECEBESTES DE PRESENTE</a:t>
            </a:r>
          </a:p>
          <a:p>
            <a:pPr algn="just"/>
            <a:endParaRPr lang="pt-BR" sz="3600" dirty="0"/>
          </a:p>
          <a:p>
            <a:pPr algn="just"/>
            <a:r>
              <a:rPr lang="pt-BR" sz="3600" dirty="0"/>
              <a:t>2. BENDITO SEJA DEUS, BENDITE SEJA A CADA DIA</a:t>
            </a:r>
          </a:p>
          <a:p>
            <a:pPr algn="just"/>
            <a:r>
              <a:rPr lang="pt-BR" sz="3600" dirty="0"/>
              <a:t>DEUS DA NOSSA SALVAÇÃO, QUE CARREGA OS NOSSOS FARDOS</a:t>
            </a:r>
            <a:endParaRPr lang="pt-BR" sz="1000" dirty="0"/>
          </a:p>
        </p:txBody>
      </p:sp>
    </p:spTree>
    <p:extLst>
      <p:ext uri="{BB962C8B-B14F-4D97-AF65-F5344CB8AC3E}">
        <p14:creationId xmlns:p14="http://schemas.microsoft.com/office/powerpoint/2010/main" val="6309133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166254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8452" y="1219200"/>
            <a:ext cx="11270673" cy="5481637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pt-BR" sz="3600" b="1" dirty="0"/>
              <a:t>Ó HOMENS GALILEUS, </a:t>
            </a:r>
          </a:p>
          <a:p>
            <a:pPr algn="just"/>
            <a:r>
              <a:rPr lang="pt-BR" sz="3600" b="1" dirty="0"/>
              <a:t>POR QUE ESTAIS A OLHAR OS CÉUS?</a:t>
            </a:r>
          </a:p>
          <a:p>
            <a:pPr algn="just"/>
            <a:r>
              <a:rPr lang="pt-BR" sz="3600" b="1" dirty="0"/>
              <a:t>JESUS, QUE AOS CÉUS SUBIU, </a:t>
            </a:r>
          </a:p>
          <a:p>
            <a:pPr algn="just"/>
            <a:r>
              <a:rPr lang="pt-BR" sz="3600" b="1" dirty="0"/>
              <a:t>DA MESMA FORMA HÁ DE VIR, ALELUIA.</a:t>
            </a:r>
          </a:p>
          <a:p>
            <a:pPr algn="just"/>
            <a:endParaRPr lang="pt-BR" sz="3600" dirty="0"/>
          </a:p>
          <a:p>
            <a:pPr algn="just"/>
            <a:r>
              <a:rPr lang="pt-BR" sz="3600" dirty="0"/>
              <a:t>1. É ASSIM O NOSSO DEUS EM SUA SANTA HABITAÇÃO. </a:t>
            </a:r>
          </a:p>
          <a:p>
            <a:pPr algn="just"/>
            <a:r>
              <a:rPr lang="pt-BR" sz="3600" dirty="0"/>
              <a:t>É O SENHOR QUEM DÁ ABRIGO, DÁ UM LAR AOS DESERDADOS,</a:t>
            </a:r>
          </a:p>
          <a:p>
            <a:pPr algn="just"/>
            <a:endParaRPr lang="pt-BR" sz="3600" dirty="0"/>
          </a:p>
          <a:p>
            <a:pPr algn="just"/>
            <a:r>
              <a:rPr lang="pt-BR" sz="3600" dirty="0"/>
              <a:t>2. QUANDO SAÍSTES COM O POVO, CAMINHANDO À SUA FRENTE </a:t>
            </a:r>
          </a:p>
          <a:p>
            <a:pPr algn="just"/>
            <a:r>
              <a:rPr lang="pt-BR" sz="3600" dirty="0"/>
              <a:t>E ATRAVESSANDO O DESERTO, A TERRA TODA ESTREMECEU; </a:t>
            </a:r>
            <a:endParaRPr lang="pt-BR" sz="1000" dirty="0"/>
          </a:p>
        </p:txBody>
      </p:sp>
    </p:spTree>
    <p:extLst>
      <p:ext uri="{BB962C8B-B14F-4D97-AF65-F5344CB8AC3E}">
        <p14:creationId xmlns:p14="http://schemas.microsoft.com/office/powerpoint/2010/main" val="30781611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27057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219201"/>
            <a:ext cx="10680123" cy="5195454"/>
          </a:xfrm>
        </p:spPr>
        <p:txBody>
          <a:bodyPr>
            <a:normAutofit fontScale="40000" lnSpcReduction="20000"/>
          </a:bodyPr>
          <a:lstStyle/>
          <a:p>
            <a:pPr algn="just"/>
            <a:r>
              <a:rPr lang="pt-BR" sz="9000" dirty="0"/>
              <a:t>SENHOR, QUE SUBINDO AO CÉU</a:t>
            </a:r>
          </a:p>
          <a:p>
            <a:pPr algn="just"/>
            <a:r>
              <a:rPr lang="pt-BR" sz="9000" dirty="0"/>
              <a:t>VOS TOR</a:t>
            </a:r>
            <a:r>
              <a:rPr lang="pt-BR" sz="9000" u="sng" dirty="0"/>
              <a:t>NAS</a:t>
            </a:r>
            <a:r>
              <a:rPr lang="pt-BR" sz="9000" dirty="0"/>
              <a:t>TES REI DO UNIVERSO E SENHOR DOS SÉCULOS,</a:t>
            </a:r>
          </a:p>
          <a:p>
            <a:pPr algn="just"/>
            <a:r>
              <a:rPr lang="pt-BR" sz="9000" dirty="0"/>
              <a:t>TENDE PIEDADE DE NÓS.</a:t>
            </a:r>
          </a:p>
          <a:p>
            <a:pPr algn="just"/>
            <a:r>
              <a:rPr lang="pt-BR" sz="9000" b="1" dirty="0"/>
              <a:t>SENHOR, TENDE PIEDADE DE NÓS</a:t>
            </a:r>
          </a:p>
          <a:p>
            <a:pPr algn="just"/>
            <a:endParaRPr lang="pt-BR" sz="9000" dirty="0"/>
          </a:p>
          <a:p>
            <a:pPr algn="just"/>
            <a:r>
              <a:rPr lang="pt-BR" sz="9000" dirty="0"/>
              <a:t>CRISTO, QUE NA VOSSA ASCEN</a:t>
            </a:r>
            <a:r>
              <a:rPr lang="pt-BR" sz="9000" u="sng" dirty="0"/>
              <a:t>SÃO</a:t>
            </a:r>
            <a:r>
              <a:rPr lang="pt-BR" sz="9000" dirty="0"/>
              <a:t> LESTASTES CATIVO O CATIVEIRO,</a:t>
            </a:r>
          </a:p>
          <a:p>
            <a:pPr algn="just"/>
            <a:r>
              <a:rPr lang="pt-BR" sz="9000" dirty="0"/>
              <a:t>TENDE PIEDADE DE NÓS.</a:t>
            </a:r>
          </a:p>
          <a:p>
            <a:pPr algn="just"/>
            <a:r>
              <a:rPr lang="pt-BR" sz="9000" b="1" dirty="0"/>
              <a:t>CRISTO, TENDE PIEDADE DE NÓS</a:t>
            </a:r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4904801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219201"/>
            <a:ext cx="10349345" cy="5195454"/>
          </a:xfrm>
        </p:spPr>
        <p:txBody>
          <a:bodyPr>
            <a:normAutofit/>
          </a:bodyPr>
          <a:lstStyle/>
          <a:p>
            <a:pPr algn="just"/>
            <a:r>
              <a:rPr lang="pt-BR" sz="4000" dirty="0"/>
              <a:t>SENHOR, QUE, VOLTANDO À CASA DO </a:t>
            </a:r>
            <a:r>
              <a:rPr lang="pt-BR" sz="4000" u="sng" dirty="0"/>
              <a:t>PAI</a:t>
            </a:r>
            <a:r>
              <a:rPr lang="pt-BR" sz="4000" dirty="0"/>
              <a:t>, ABRISTES O CÉU PARA NÓS.</a:t>
            </a:r>
          </a:p>
          <a:p>
            <a:pPr algn="just"/>
            <a:r>
              <a:rPr lang="pt-BR" sz="4000" dirty="0"/>
              <a:t>TENDE PIEDADE DE NÓS.</a:t>
            </a:r>
          </a:p>
          <a:p>
            <a:pPr algn="just"/>
            <a:r>
              <a:rPr lang="pt-BR" sz="4000" b="1" dirty="0"/>
              <a:t>SENHOR, TENDE PIEDADE DE NÓS</a:t>
            </a:r>
          </a:p>
        </p:txBody>
      </p:sp>
    </p:spTree>
    <p:extLst>
      <p:ext uri="{BB962C8B-B14F-4D97-AF65-F5344CB8AC3E}">
        <p14:creationId xmlns:p14="http://schemas.microsoft.com/office/powerpoint/2010/main" val="40827941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234528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219201"/>
            <a:ext cx="10349345" cy="5195454"/>
          </a:xfrm>
        </p:spPr>
        <p:txBody>
          <a:bodyPr>
            <a:normAutofit fontScale="85000" lnSpcReduction="20000"/>
          </a:bodyPr>
          <a:lstStyle/>
          <a:p>
            <a:pPr algn="just"/>
            <a:r>
              <a:rPr lang="pt-BR" sz="6200" b="1" dirty="0"/>
              <a:t>GLÓRIA, GLÓRIA, GLÓRIA A DEUS</a:t>
            </a:r>
          </a:p>
          <a:p>
            <a:pPr algn="just"/>
            <a:r>
              <a:rPr lang="pt-BR" sz="6200" b="1" dirty="0"/>
              <a:t>GLÓRIA A DEUS NAS ALTURAS  </a:t>
            </a:r>
          </a:p>
          <a:p>
            <a:pPr algn="just"/>
            <a:endParaRPr lang="pt-BR" sz="5100" dirty="0"/>
          </a:p>
          <a:p>
            <a:pPr algn="just"/>
            <a:r>
              <a:rPr lang="pt-BR" sz="5600" dirty="0"/>
              <a:t>E PAZ NA TERRA AOS HOMENS POR ELE AMADOS</a:t>
            </a:r>
          </a:p>
          <a:p>
            <a:pPr algn="just"/>
            <a:endParaRPr lang="pt-BR" sz="7100" dirty="0"/>
          </a:p>
          <a:p>
            <a:pPr algn="just"/>
            <a:r>
              <a:rPr lang="pt-BR" sz="5600" dirty="0"/>
              <a:t>SENHOR DEUS, REI DOS CÉUS, DEUS PAI TODO PODEROSO</a:t>
            </a:r>
          </a:p>
          <a:p>
            <a:pPr algn="just"/>
            <a:endParaRPr lang="pt-BR" sz="9000" dirty="0"/>
          </a:p>
          <a:p>
            <a:pPr algn="just"/>
            <a:endParaRPr lang="pt-BR" sz="7300" dirty="0"/>
          </a:p>
          <a:p>
            <a:pPr algn="just"/>
            <a:endParaRPr lang="pt-BR" sz="7300" dirty="0"/>
          </a:p>
          <a:p>
            <a:pPr algn="just"/>
            <a:endParaRPr lang="pt-BR" dirty="0"/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76616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2" y="585787"/>
            <a:ext cx="11236036" cy="6137564"/>
          </a:xfrm>
        </p:spPr>
        <p:txBody>
          <a:bodyPr>
            <a:normAutofit/>
          </a:bodyPr>
          <a:lstStyle/>
          <a:p>
            <a:pPr algn="just"/>
            <a:r>
              <a:rPr lang="pt-BR" sz="4400" dirty="0"/>
              <a:t>NÓS VOS LOUVAMOS, NÓS VOS BENDIZEMOS</a:t>
            </a:r>
          </a:p>
          <a:p>
            <a:pPr algn="just"/>
            <a:r>
              <a:rPr lang="pt-BR" sz="4400" dirty="0"/>
              <a:t>NÓS VOS ADORAMOS, NÓS VOS GLORIFICAMOS</a:t>
            </a:r>
          </a:p>
          <a:p>
            <a:pPr algn="just"/>
            <a:r>
              <a:rPr lang="pt-BR" sz="4400" dirty="0"/>
              <a:t>NÓS VOS DAMOS GRAÇAS, POR VOSSA IMENSA GLÓRIA. </a:t>
            </a:r>
          </a:p>
          <a:p>
            <a:pPr algn="just"/>
            <a:endParaRPr lang="pt-BR" sz="4400" dirty="0"/>
          </a:p>
          <a:p>
            <a:pPr algn="just"/>
            <a:r>
              <a:rPr lang="pt-BR" sz="5400" b="1" dirty="0"/>
              <a:t>GLÓRIA, GLÓRIA, GLÓRIA A DEUS</a:t>
            </a:r>
          </a:p>
          <a:p>
            <a:pPr algn="just"/>
            <a:r>
              <a:rPr lang="pt-BR" sz="5400" b="1" dirty="0"/>
              <a:t>GLÓRIA A DEUS NAS ALTURAS  </a:t>
            </a:r>
            <a:endParaRPr lang="pt-BR" sz="5400" dirty="0"/>
          </a:p>
          <a:p>
            <a:pPr algn="just"/>
            <a:endParaRPr lang="pt-BR" sz="4400" dirty="0"/>
          </a:p>
        </p:txBody>
      </p:sp>
    </p:spTree>
    <p:extLst>
      <p:ext uri="{BB962C8B-B14F-4D97-AF65-F5344CB8AC3E}">
        <p14:creationId xmlns:p14="http://schemas.microsoft.com/office/powerpoint/2010/main" val="38681902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2" y="457200"/>
            <a:ext cx="11236036" cy="6137564"/>
          </a:xfrm>
        </p:spPr>
        <p:txBody>
          <a:bodyPr>
            <a:normAutofit fontScale="62500" lnSpcReduction="20000"/>
          </a:bodyPr>
          <a:lstStyle/>
          <a:p>
            <a:pPr algn="just"/>
            <a:r>
              <a:rPr lang="pt-BR" sz="6000" dirty="0"/>
              <a:t>SENHOR JESUS CRISTO, FILHO UNIGÊNITO</a:t>
            </a:r>
          </a:p>
          <a:p>
            <a:pPr algn="just"/>
            <a:r>
              <a:rPr lang="pt-BR" sz="6000" dirty="0"/>
              <a:t>SENHOR DEUS, CORDEIRO DE DEUS, FILHO DE DEUS PAI</a:t>
            </a:r>
          </a:p>
          <a:p>
            <a:pPr algn="l"/>
            <a:endParaRPr lang="pt-BR" sz="6000" dirty="0"/>
          </a:p>
          <a:p>
            <a:pPr algn="l"/>
            <a:r>
              <a:rPr lang="pt-BR" sz="6000" dirty="0"/>
              <a:t>VÓS QUE TIRAIS O PECADO DO MUNDO,</a:t>
            </a:r>
          </a:p>
          <a:p>
            <a:pPr algn="l"/>
            <a:r>
              <a:rPr lang="pt-BR" sz="6000" dirty="0"/>
              <a:t>TENDE PIEDADE DE NÓS</a:t>
            </a:r>
          </a:p>
          <a:p>
            <a:pPr algn="l"/>
            <a:endParaRPr lang="pt-BR" sz="6000" dirty="0"/>
          </a:p>
          <a:p>
            <a:pPr algn="l"/>
            <a:r>
              <a:rPr lang="pt-BR" sz="6000" dirty="0"/>
              <a:t>VÓS QUE TIRAIS O PECADO DO MUNDO, </a:t>
            </a:r>
          </a:p>
          <a:p>
            <a:pPr algn="l"/>
            <a:r>
              <a:rPr lang="pt-BR" sz="6000" dirty="0"/>
              <a:t>ACOLHEI A NOSSA SÚPLICA</a:t>
            </a:r>
          </a:p>
          <a:p>
            <a:pPr algn="l"/>
            <a:endParaRPr lang="pt-BR" sz="6000" dirty="0"/>
          </a:p>
          <a:p>
            <a:pPr algn="l"/>
            <a:r>
              <a:rPr lang="pt-BR" sz="6000" dirty="0"/>
              <a:t>VÓS QUE ESTAIS À DIREITA DO PAI, </a:t>
            </a:r>
          </a:p>
          <a:p>
            <a:pPr algn="l"/>
            <a:r>
              <a:rPr lang="pt-BR" sz="6000" dirty="0"/>
              <a:t>TENDE PIEDADE DE NÓS</a:t>
            </a:r>
            <a:endParaRPr lang="pt-BR" sz="1800" dirty="0"/>
          </a:p>
        </p:txBody>
      </p:sp>
    </p:spTree>
    <p:extLst>
      <p:ext uri="{BB962C8B-B14F-4D97-AF65-F5344CB8AC3E}">
        <p14:creationId xmlns:p14="http://schemas.microsoft.com/office/powerpoint/2010/main" val="17998632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2" y="720436"/>
            <a:ext cx="11236036" cy="5694652"/>
          </a:xfrm>
        </p:spPr>
        <p:txBody>
          <a:bodyPr>
            <a:normAutofit fontScale="85000" lnSpcReduction="20000"/>
          </a:bodyPr>
          <a:lstStyle/>
          <a:p>
            <a:pPr algn="just"/>
            <a:r>
              <a:rPr lang="pt-BR" sz="6000" b="1" dirty="0"/>
              <a:t>GLÓRIA, GLÓRIA, GLÓRIA A DEUS</a:t>
            </a:r>
          </a:p>
          <a:p>
            <a:pPr algn="just"/>
            <a:r>
              <a:rPr lang="pt-BR" sz="6000" b="1" dirty="0"/>
              <a:t>GLÓRIA A DEUS NAS ALTURAS  </a:t>
            </a:r>
            <a:endParaRPr lang="pt-BR" sz="6000" dirty="0"/>
          </a:p>
          <a:p>
            <a:pPr algn="l"/>
            <a:endParaRPr lang="pt-BR" sz="6000" dirty="0"/>
          </a:p>
          <a:p>
            <a:pPr algn="l"/>
            <a:r>
              <a:rPr lang="pt-BR" sz="6000" dirty="0"/>
              <a:t>SÓ VÓS SOIS SANTO, SÓ VÓS O SENHOR, SÓ VÓS O ALTÍSSIMO, JESUS CRISTO, COM O ESPÍRITO SANTO NA GLÓRIA DE DEUS PAI. </a:t>
            </a:r>
            <a:endParaRPr lang="pt-BR" sz="6000" b="1" dirty="0"/>
          </a:p>
          <a:p>
            <a:pPr algn="l"/>
            <a:endParaRPr lang="pt-BR" sz="6000" b="1" dirty="0"/>
          </a:p>
          <a:p>
            <a:pPr algn="l"/>
            <a:r>
              <a:rPr lang="pt-BR" sz="6000" dirty="0"/>
              <a:t>AMÉM! AMÉM!</a:t>
            </a:r>
            <a:endParaRPr lang="pt-BR" sz="6000" b="1" dirty="0"/>
          </a:p>
        </p:txBody>
      </p:sp>
    </p:spTree>
    <p:extLst>
      <p:ext uri="{BB962C8B-B14F-4D97-AF65-F5344CB8AC3E}">
        <p14:creationId xmlns:p14="http://schemas.microsoft.com/office/powerpoint/2010/main" val="21097294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220598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SALMO RESPONSORIAL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2452255"/>
            <a:ext cx="10349345" cy="1953490"/>
          </a:xfrm>
        </p:spPr>
        <p:txBody>
          <a:bodyPr>
            <a:normAutofit/>
          </a:bodyPr>
          <a:lstStyle/>
          <a:p>
            <a:r>
              <a:rPr lang="pt-BR" sz="4400" b="1"/>
              <a:t>POR ENTRE </a:t>
            </a:r>
            <a:r>
              <a:rPr lang="pt-BR" sz="4400" b="1" dirty="0"/>
              <a:t>ACLAMAÇÕES DEUS SE ELEVOU, O SENHOR SUBIU AO TOQUE DA TROMBETA</a:t>
            </a:r>
            <a:endParaRPr lang="pt-BR" sz="1100" dirty="0"/>
          </a:p>
        </p:txBody>
      </p:sp>
    </p:spTree>
    <p:extLst>
      <p:ext uri="{BB962C8B-B14F-4D97-AF65-F5344CB8AC3E}">
        <p14:creationId xmlns:p14="http://schemas.microsoft.com/office/powerpoint/2010/main" val="33880348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678494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512617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ACLAMAÇÃO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648691"/>
            <a:ext cx="10349345" cy="4461164"/>
          </a:xfrm>
        </p:spPr>
        <p:txBody>
          <a:bodyPr>
            <a:normAutofit lnSpcReduction="10000"/>
          </a:bodyPr>
          <a:lstStyle/>
          <a:p>
            <a:r>
              <a:rPr lang="pt-BR" sz="4400" b="1" dirty="0"/>
              <a:t>ALELUIA, ALELUIA, ALELUIA, ALELUIA</a:t>
            </a:r>
          </a:p>
          <a:p>
            <a:endParaRPr lang="pt-BR" sz="4400" b="1" dirty="0"/>
          </a:p>
          <a:p>
            <a:r>
              <a:rPr lang="pt-BR" sz="4400" dirty="0"/>
              <a:t>IDE AO MUNDO, ENSINAI AOS POVOS TODOS; CONVOSCO ESTAREI TODOS OS DIAS, ATÉ O FIM DOS TEMPOS, DIZ JESUS</a:t>
            </a:r>
          </a:p>
          <a:p>
            <a:endParaRPr lang="pt-BR" sz="4400" b="1" dirty="0"/>
          </a:p>
          <a:p>
            <a:r>
              <a:rPr lang="pt-BR" sz="4400" b="1" dirty="0"/>
              <a:t>ALELUIA, ALELUIA, ALELUIA, ALELUIA</a:t>
            </a:r>
            <a:endParaRPr lang="pt-BR" sz="1100" dirty="0"/>
          </a:p>
        </p:txBody>
      </p:sp>
    </p:spTree>
    <p:extLst>
      <p:ext uri="{BB962C8B-B14F-4D97-AF65-F5344CB8AC3E}">
        <p14:creationId xmlns:p14="http://schemas.microsoft.com/office/powerpoint/2010/main" val="26718174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713434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29490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CANTOS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219200"/>
            <a:ext cx="10965873" cy="5638799"/>
          </a:xfrm>
        </p:spPr>
        <p:txBody>
          <a:bodyPr>
            <a:normAutofit fontScale="55000" lnSpcReduction="20000"/>
          </a:bodyPr>
          <a:lstStyle/>
          <a:p>
            <a:pPr algn="l"/>
            <a:r>
              <a:rPr lang="pt-BR" sz="7300" b="1" dirty="0"/>
              <a:t>POR ENTRE ACLAMAÇÕES DEUS SE ELEVOU,</a:t>
            </a:r>
          </a:p>
          <a:p>
            <a:pPr algn="l"/>
            <a:r>
              <a:rPr lang="pt-BR" sz="7300" b="1" dirty="0"/>
              <a:t>O SENHOR SUBIU AO TOQUE DA TROMBETA, ALELUIA, ALELUIA!</a:t>
            </a:r>
          </a:p>
          <a:p>
            <a:pPr algn="just"/>
            <a:endParaRPr lang="pt-BR" sz="7300" b="1" dirty="0"/>
          </a:p>
          <a:p>
            <a:pPr algn="l"/>
            <a:r>
              <a:rPr lang="pt-BR" sz="7300" dirty="0"/>
              <a:t>1. POVOS TODOS DO UNIVERSO BATEI PALMAS, </a:t>
            </a:r>
          </a:p>
          <a:p>
            <a:pPr algn="l"/>
            <a:r>
              <a:rPr lang="pt-BR" sz="7300" dirty="0"/>
              <a:t>GRITAI A DEUS ACLAMAÇÕES DE ALEGRIA! </a:t>
            </a:r>
          </a:p>
          <a:p>
            <a:pPr algn="l"/>
            <a:endParaRPr lang="pt-BR" sz="7300" dirty="0"/>
          </a:p>
          <a:p>
            <a:pPr algn="l"/>
            <a:r>
              <a:rPr lang="pt-BR" sz="7300" dirty="0"/>
              <a:t>2. PORQUE SUBLIME É O SENHOR, O DEUS ALTÍSSIMO, </a:t>
            </a:r>
          </a:p>
          <a:p>
            <a:pPr algn="l"/>
            <a:r>
              <a:rPr lang="pt-BR" sz="7300" dirty="0"/>
              <a:t>O SOBERANO QUE DOMINA TODA A TERRA. 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862779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29490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CANTOS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219200"/>
            <a:ext cx="11465936" cy="5867400"/>
          </a:xfrm>
        </p:spPr>
        <p:txBody>
          <a:bodyPr>
            <a:normAutofit fontScale="55000" lnSpcReduction="20000"/>
          </a:bodyPr>
          <a:lstStyle/>
          <a:p>
            <a:pPr algn="l"/>
            <a:r>
              <a:rPr lang="pt-BR" sz="7300" b="1" dirty="0"/>
              <a:t>POR ENTRE ACLAMAÇÕES DEUS SE ELEVOU,</a:t>
            </a:r>
          </a:p>
          <a:p>
            <a:pPr algn="l"/>
            <a:r>
              <a:rPr lang="pt-BR" sz="7300" b="1" dirty="0"/>
              <a:t>O SENHOR SUBIU AO TOQUE DA TROMBETA, ALELUIA, ALELUIA!</a:t>
            </a:r>
          </a:p>
          <a:p>
            <a:pPr algn="just"/>
            <a:endParaRPr lang="pt-BR" sz="7300" b="1" dirty="0"/>
          </a:p>
          <a:p>
            <a:pPr algn="l"/>
            <a:r>
              <a:rPr lang="pt-BR" sz="7300" dirty="0"/>
              <a:t>3. SALMODIAI AO NOSSO DEUS AO SOM DA HARPA, </a:t>
            </a:r>
          </a:p>
          <a:p>
            <a:pPr algn="l"/>
            <a:r>
              <a:rPr lang="pt-BR" sz="7300" dirty="0"/>
              <a:t>SALMODIAI AO SOM DA HARPA AO NOSSO REI! </a:t>
            </a:r>
          </a:p>
          <a:p>
            <a:pPr algn="l"/>
            <a:endParaRPr lang="pt-BR" sz="7300" dirty="0"/>
          </a:p>
          <a:p>
            <a:pPr algn="l"/>
            <a:r>
              <a:rPr lang="pt-BR" sz="7300" dirty="0"/>
              <a:t>4. DEUS REINA SOBRE TODAS AS NAÇÕES, </a:t>
            </a:r>
          </a:p>
          <a:p>
            <a:pPr algn="l"/>
            <a:r>
              <a:rPr lang="pt-BR" sz="7300" dirty="0"/>
              <a:t>ESTÁ SENTADO NO SEU TRONO GLORIOSO. 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3586065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281565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29490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SANTO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219201"/>
            <a:ext cx="10349345" cy="5195454"/>
          </a:xfrm>
        </p:spPr>
        <p:txBody>
          <a:bodyPr>
            <a:normAutofit fontScale="77500" lnSpcReduction="20000"/>
          </a:bodyPr>
          <a:lstStyle/>
          <a:p>
            <a:pPr algn="just"/>
            <a:r>
              <a:rPr lang="pt-BR" sz="7300" dirty="0"/>
              <a:t>SANTO, SANTO, SANTO!</a:t>
            </a:r>
          </a:p>
          <a:p>
            <a:pPr algn="just"/>
            <a:r>
              <a:rPr lang="pt-BR" sz="7300" dirty="0"/>
              <a:t>SENHOR DEUS DO UNIVERSO.(2X)</a:t>
            </a:r>
          </a:p>
          <a:p>
            <a:pPr algn="just"/>
            <a:r>
              <a:rPr lang="pt-BR" sz="7300" dirty="0"/>
              <a:t>O CÉU E TERRA PROCLAMAM A VOSSA GLÓRIA!</a:t>
            </a:r>
          </a:p>
          <a:p>
            <a:pPr algn="just"/>
            <a:endParaRPr lang="pt-BR" sz="7300" b="1" dirty="0"/>
          </a:p>
          <a:p>
            <a:pPr algn="just"/>
            <a:r>
              <a:rPr lang="pt-BR" sz="7300" b="1" dirty="0"/>
              <a:t>HOSANA NAS ALTURAS!</a:t>
            </a:r>
          </a:p>
        </p:txBody>
      </p:sp>
    </p:spTree>
    <p:extLst>
      <p:ext uri="{BB962C8B-B14F-4D97-AF65-F5344CB8AC3E}">
        <p14:creationId xmlns:p14="http://schemas.microsoft.com/office/powerpoint/2010/main" val="12617031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831273"/>
            <a:ext cx="10349345" cy="5195454"/>
          </a:xfrm>
        </p:spPr>
        <p:txBody>
          <a:bodyPr>
            <a:normAutofit fontScale="62500" lnSpcReduction="20000"/>
          </a:bodyPr>
          <a:lstStyle/>
          <a:p>
            <a:pPr algn="just"/>
            <a:r>
              <a:rPr lang="pt-BR" sz="7300" dirty="0"/>
              <a:t>SANTO, SANTO, SANTO!</a:t>
            </a:r>
          </a:p>
          <a:p>
            <a:pPr algn="just"/>
            <a:endParaRPr lang="pt-BR" sz="7300" dirty="0"/>
          </a:p>
          <a:p>
            <a:pPr algn="just"/>
            <a:r>
              <a:rPr lang="pt-BR" sz="7300" dirty="0"/>
              <a:t>BENDITO O QUE VEM</a:t>
            </a:r>
          </a:p>
          <a:p>
            <a:pPr algn="just"/>
            <a:r>
              <a:rPr lang="pt-BR" sz="7300" dirty="0"/>
              <a:t>EM NOME DO SENHOR.</a:t>
            </a:r>
          </a:p>
          <a:p>
            <a:pPr algn="just"/>
            <a:r>
              <a:rPr lang="pt-BR" sz="7300" dirty="0"/>
              <a:t>BENDITO O QUE VEM</a:t>
            </a:r>
          </a:p>
          <a:p>
            <a:pPr algn="just"/>
            <a:r>
              <a:rPr lang="pt-BR" sz="7300" dirty="0"/>
              <a:t>EM NOME DO SENHOR.</a:t>
            </a:r>
          </a:p>
          <a:p>
            <a:pPr algn="just"/>
            <a:endParaRPr lang="pt-BR" sz="7300" b="1" dirty="0"/>
          </a:p>
          <a:p>
            <a:pPr algn="just"/>
            <a:r>
              <a:rPr lang="pt-BR" sz="7300" b="1" dirty="0"/>
              <a:t>HOSANA, HOSANA NAS ALTURAS!</a:t>
            </a:r>
          </a:p>
        </p:txBody>
      </p:sp>
    </p:spTree>
    <p:extLst>
      <p:ext uri="{BB962C8B-B14F-4D97-AF65-F5344CB8AC3E}">
        <p14:creationId xmlns:p14="http://schemas.microsoft.com/office/powerpoint/2010/main" val="134436655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671835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990168"/>
            <a:ext cx="10851573" cy="5424487"/>
          </a:xfrm>
        </p:spPr>
        <p:txBody>
          <a:bodyPr>
            <a:normAutofit fontScale="25000" lnSpcReduction="20000"/>
          </a:bodyPr>
          <a:lstStyle/>
          <a:p>
            <a:pPr algn="just"/>
            <a:r>
              <a:rPr lang="pt-BR" sz="14400" b="1" dirty="0"/>
              <a:t>O SENHOR SUBIU AO CÉU, ALELUIA, ALELUIA! (BIS)</a:t>
            </a:r>
          </a:p>
          <a:p>
            <a:pPr algn="just"/>
            <a:endParaRPr lang="pt-BR" sz="14400" b="1" dirty="0"/>
          </a:p>
          <a:p>
            <a:pPr algn="just"/>
            <a:r>
              <a:rPr lang="pt-BR" sz="14400" dirty="0"/>
              <a:t>1. LEVANTA-SE DEUS, CADÊ OS INIMIGOS?</a:t>
            </a:r>
          </a:p>
          <a:p>
            <a:pPr algn="just"/>
            <a:r>
              <a:rPr lang="pt-BR" sz="14400" dirty="0"/>
              <a:t>NA SUA PRESENÇA PERECEM OS INÍQUOS!</a:t>
            </a:r>
          </a:p>
          <a:p>
            <a:pPr algn="just"/>
            <a:r>
              <a:rPr lang="pt-BR" sz="14400" dirty="0"/>
              <a:t>SÃO COMO FUMAÇA QUE DESAPARECE,</a:t>
            </a:r>
          </a:p>
          <a:p>
            <a:pPr algn="just"/>
            <a:r>
              <a:rPr lang="pt-BR" sz="14400" dirty="0"/>
              <a:t>SÃO CERA NO FOGO, QUE LOGO DERRETE!</a:t>
            </a:r>
          </a:p>
          <a:p>
            <a:pPr algn="just"/>
            <a:endParaRPr lang="pt-BR" sz="14400" dirty="0"/>
          </a:p>
          <a:p>
            <a:pPr algn="just"/>
            <a:r>
              <a:rPr lang="pt-BR" sz="14400" dirty="0"/>
              <a:t>2. OS JUSTOS SE ALEGRAM DIANTE DE DEUS;</a:t>
            </a:r>
          </a:p>
          <a:p>
            <a:pPr algn="just"/>
            <a:r>
              <a:rPr lang="pt-BR" sz="14400" dirty="0"/>
              <a:t>CANTAI AO SENHOR, VIBRAI, FILHOS SEUS!</a:t>
            </a:r>
          </a:p>
          <a:p>
            <a:pPr algn="just"/>
            <a:r>
              <a:rPr lang="pt-BR" sz="14400" dirty="0"/>
              <a:t>ABRI O CAMINHO AO GRÃO-CAVALEIRO,</a:t>
            </a:r>
          </a:p>
          <a:p>
            <a:pPr algn="just"/>
            <a:r>
              <a:rPr lang="pt-BR" sz="14400" dirty="0"/>
              <a:t>DANÇAI DIANTE DELE, SENHOR JUSTICEIRO.</a:t>
            </a:r>
          </a:p>
          <a:p>
            <a:pPr algn="just"/>
            <a:endParaRPr lang="pt-BR" sz="14400" b="1" dirty="0"/>
          </a:p>
          <a:p>
            <a:pPr algn="just"/>
            <a:endParaRPr lang="pt-BR" dirty="0"/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6341270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990168"/>
            <a:ext cx="10851573" cy="5424487"/>
          </a:xfrm>
        </p:spPr>
        <p:txBody>
          <a:bodyPr>
            <a:normAutofit fontScale="25000" lnSpcReduction="20000"/>
          </a:bodyPr>
          <a:lstStyle/>
          <a:p>
            <a:pPr algn="just"/>
            <a:r>
              <a:rPr lang="pt-BR" sz="14400" b="1" dirty="0"/>
              <a:t>O SENHOR SUBIU AO CÉU, ALELUIA, ALELUIA! (BIS)</a:t>
            </a:r>
          </a:p>
          <a:p>
            <a:pPr algn="just"/>
            <a:endParaRPr lang="pt-BR" sz="14400" b="1" dirty="0"/>
          </a:p>
          <a:p>
            <a:pPr algn="just"/>
            <a:r>
              <a:rPr lang="pt-BR" sz="14400" dirty="0"/>
              <a:t>3. DOS ÓRFÃOS É PAI, DAS VIÚVAS JUIZ,</a:t>
            </a:r>
          </a:p>
          <a:p>
            <a:pPr algn="just"/>
            <a:r>
              <a:rPr lang="pt-BR" sz="14400" dirty="0"/>
              <a:t>EM SUA MORADA SÓ ELE É QUEM DIZ:</a:t>
            </a:r>
          </a:p>
          <a:p>
            <a:pPr algn="just"/>
            <a:r>
              <a:rPr lang="pt-BR" sz="14400" dirty="0"/>
              <a:t>QUEM ESTAVA SOZINHO, FAMÍLIA ENCONTROU;</a:t>
            </a:r>
          </a:p>
          <a:p>
            <a:pPr algn="just"/>
            <a:r>
              <a:rPr lang="pt-BR" sz="14400" dirty="0"/>
              <a:t>QUEM ESTAVA OPRIMIDO, TUA MÃO LIBERTOU!</a:t>
            </a:r>
          </a:p>
          <a:p>
            <a:pPr algn="just"/>
            <a:endParaRPr lang="pt-BR" sz="14400" dirty="0"/>
          </a:p>
          <a:p>
            <a:pPr algn="just"/>
            <a:r>
              <a:rPr lang="pt-BR" sz="14400" dirty="0"/>
              <a:t>4. À FRENTE DO POVO SAÍSTE, Ó DEUS,</a:t>
            </a:r>
          </a:p>
          <a:p>
            <a:pPr algn="just"/>
            <a:r>
              <a:rPr lang="pt-BR" sz="14400" dirty="0"/>
              <a:t>OS CÉUS GOTEJARAM, A TERRA TREMEU:</a:t>
            </a:r>
          </a:p>
          <a:p>
            <a:pPr algn="just"/>
            <a:r>
              <a:rPr lang="pt-BR" sz="14400" dirty="0"/>
              <a:t>NA SUA PRESENÇA SE ABALA O SINAI,</a:t>
            </a:r>
          </a:p>
          <a:p>
            <a:pPr algn="just"/>
            <a:r>
              <a:rPr lang="pt-BR" sz="14400" dirty="0"/>
              <a:t>É DEUS QUE AVANÇA, QUE AVANÇA E VAI!</a:t>
            </a:r>
          </a:p>
          <a:p>
            <a:pPr algn="just"/>
            <a:endParaRPr lang="pt-BR" sz="14400" b="1" dirty="0"/>
          </a:p>
          <a:p>
            <a:pPr algn="just"/>
            <a:endParaRPr lang="pt-BR" dirty="0"/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8713913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1105415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611582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 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990168"/>
            <a:ext cx="11090564" cy="5867832"/>
          </a:xfrm>
        </p:spPr>
        <p:txBody>
          <a:bodyPr>
            <a:normAutofit fontScale="40000" lnSpcReduction="20000"/>
          </a:bodyPr>
          <a:lstStyle/>
          <a:p>
            <a:pPr algn="just"/>
            <a:r>
              <a:rPr lang="pt-BR" sz="16500" b="1" dirty="0"/>
              <a:t>ALMA DE CRISTO, SANTIFICAI-  -ME</a:t>
            </a:r>
          </a:p>
          <a:p>
            <a:pPr algn="just"/>
            <a:r>
              <a:rPr lang="pt-BR" sz="16500" b="1" dirty="0"/>
              <a:t>CORPO DE CRISTO, SALVAI-ME</a:t>
            </a:r>
          </a:p>
          <a:p>
            <a:pPr algn="just"/>
            <a:r>
              <a:rPr lang="pt-BR" sz="16500" b="1" dirty="0"/>
              <a:t>SANGUE DE CRISTO, INEBRIAI-  -ME</a:t>
            </a:r>
          </a:p>
          <a:p>
            <a:pPr algn="just"/>
            <a:r>
              <a:rPr lang="pt-BR" sz="16500" b="1" dirty="0"/>
              <a:t>ÁGUA DO LADO DE CRISTO, LAVAI-ME</a:t>
            </a:r>
          </a:p>
          <a:p>
            <a:pPr algn="just"/>
            <a:endParaRPr lang="pt-BR" dirty="0"/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3558488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611582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 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990168"/>
            <a:ext cx="11090564" cy="5867832"/>
          </a:xfrm>
        </p:spPr>
        <p:txBody>
          <a:bodyPr>
            <a:normAutofit fontScale="47500" lnSpcReduction="20000"/>
          </a:bodyPr>
          <a:lstStyle/>
          <a:p>
            <a:pPr algn="just"/>
            <a:r>
              <a:rPr lang="pt-BR" sz="16500" b="1" dirty="0"/>
              <a:t>PAIXÃO DE CRISTO, CONFORTAI-ME</a:t>
            </a:r>
          </a:p>
          <a:p>
            <a:pPr algn="just"/>
            <a:r>
              <a:rPr lang="pt-BR" sz="16500" b="1" dirty="0"/>
              <a:t>Ó BOM JESUS, OUVI-ME</a:t>
            </a:r>
          </a:p>
          <a:p>
            <a:pPr algn="just"/>
            <a:r>
              <a:rPr lang="pt-BR" sz="16500" b="1" dirty="0"/>
              <a:t>DENTRO DE VOSSAS CHAGAS, ESCONDEI-ME</a:t>
            </a:r>
            <a:endParaRPr lang="pt-BR" dirty="0"/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5478426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611582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 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990168"/>
            <a:ext cx="11090564" cy="5867832"/>
          </a:xfrm>
        </p:spPr>
        <p:txBody>
          <a:bodyPr>
            <a:normAutofit fontScale="47500" lnSpcReduction="20000"/>
          </a:bodyPr>
          <a:lstStyle/>
          <a:p>
            <a:pPr algn="just"/>
            <a:r>
              <a:rPr lang="pt-BR" sz="16500" b="1" dirty="0"/>
              <a:t>NÃO PERMITAIS QUE EU ME SEPARE DE VÓS</a:t>
            </a:r>
          </a:p>
          <a:p>
            <a:pPr algn="just"/>
            <a:r>
              <a:rPr lang="pt-BR" sz="16500" b="1" dirty="0"/>
              <a:t>DO ESPÍRITO MALIGNO DEFENDEI-ME</a:t>
            </a:r>
          </a:p>
          <a:p>
            <a:pPr algn="just"/>
            <a:r>
              <a:rPr lang="pt-BR" sz="16500" b="1" dirty="0"/>
              <a:t>NA HORA DA MORTE</a:t>
            </a:r>
          </a:p>
          <a:p>
            <a:pPr algn="just"/>
            <a:r>
              <a:rPr lang="pt-BR" sz="16500" b="1" dirty="0"/>
              <a:t>CHAMAI-ME, CHAMAI-ME</a:t>
            </a:r>
            <a:endParaRPr lang="pt-BR" dirty="0"/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1313652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611582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 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990168"/>
            <a:ext cx="11090564" cy="5867832"/>
          </a:xfrm>
        </p:spPr>
        <p:txBody>
          <a:bodyPr>
            <a:normAutofit fontScale="47500" lnSpcReduction="20000"/>
          </a:bodyPr>
          <a:lstStyle/>
          <a:p>
            <a:pPr algn="just"/>
            <a:r>
              <a:rPr lang="pt-BR" sz="16500" b="1" dirty="0"/>
              <a:t>E MANDAI-ME IR PARA VÓS</a:t>
            </a:r>
          </a:p>
          <a:p>
            <a:pPr algn="just"/>
            <a:r>
              <a:rPr lang="pt-BR" sz="16500" b="1" dirty="0"/>
              <a:t>PARA QUE COM VOSSOS SANTOS VOS LOUVE</a:t>
            </a:r>
          </a:p>
          <a:p>
            <a:pPr algn="just"/>
            <a:r>
              <a:rPr lang="pt-BR" sz="16500" b="1" dirty="0"/>
              <a:t>POR TODOS OS SÉCULOS DOS SÉCULOS, AMÉM</a:t>
            </a:r>
            <a:endParaRPr lang="pt-BR" dirty="0"/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6294421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8940453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29490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219200"/>
            <a:ext cx="11270673" cy="5638799"/>
          </a:xfrm>
        </p:spPr>
        <p:txBody>
          <a:bodyPr>
            <a:noAutofit/>
          </a:bodyPr>
          <a:lstStyle/>
          <a:p>
            <a:pPr algn="l"/>
            <a:r>
              <a:rPr lang="pt-BR" sz="4000" b="1" dirty="0"/>
              <a:t>IDE E FAZEI DISCÍPULOS MEUS, IDE E FAZEI DISCÍPULOS MEUS, IDE, IDE E FAZEI DISCÍPULOS MEUS EM TODAS AS NAÇÕES</a:t>
            </a:r>
          </a:p>
          <a:p>
            <a:pPr algn="l"/>
            <a:endParaRPr lang="pt-BR" sz="4000" dirty="0"/>
          </a:p>
          <a:p>
            <a:pPr algn="l"/>
            <a:r>
              <a:rPr lang="pt-BR" sz="4000" dirty="0"/>
              <a:t>IDE PELO MUNDO E A TODOS PROCLAMAI “QUE A GRAÇA DO BATISMO NOS FAZ RESSUSCITADOS!”</a:t>
            </a:r>
          </a:p>
          <a:p>
            <a:pPr algn="l"/>
            <a:r>
              <a:rPr lang="pt-BR" sz="4000" dirty="0"/>
              <a:t>VAMOS PELO MUNDO SEGUINDO A TI, SENHOR. ÉS NOSSA LIBERDADE, Ó CRISTO REDENTOR.</a:t>
            </a:r>
          </a:p>
        </p:txBody>
      </p:sp>
    </p:spTree>
    <p:extLst>
      <p:ext uri="{BB962C8B-B14F-4D97-AF65-F5344CB8AC3E}">
        <p14:creationId xmlns:p14="http://schemas.microsoft.com/office/powerpoint/2010/main" val="245199394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408</TotalTime>
  <Words>927</Words>
  <Application>Microsoft Office PowerPoint</Application>
  <PresentationFormat>Widescreen</PresentationFormat>
  <Paragraphs>159</Paragraphs>
  <Slides>31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31</vt:i4>
      </vt:variant>
    </vt:vector>
  </HeadingPairs>
  <TitlesOfParts>
    <vt:vector size="35" baseType="lpstr">
      <vt:lpstr>Arial</vt:lpstr>
      <vt:lpstr>Calibri</vt:lpstr>
      <vt:lpstr>Calibri Light</vt:lpstr>
      <vt:lpstr>Tema do Office</vt:lpstr>
      <vt:lpstr>Apresentação do PowerPoint</vt:lpstr>
      <vt:lpstr>ENTRADA</vt:lpstr>
      <vt:lpstr>ENTRADA</vt:lpstr>
      <vt:lpstr>Apresentação do PowerPoint</vt:lpstr>
      <vt:lpstr>ATO PENITENCIAL</vt:lpstr>
      <vt:lpstr>ATO PENITENCIAL</vt:lpstr>
      <vt:lpstr>Apresentação do PowerPoint</vt:lpstr>
      <vt:lpstr>HINO DE LOUVOR</vt:lpstr>
      <vt:lpstr>Apresentação do PowerPoint</vt:lpstr>
      <vt:lpstr>Apresentação do PowerPoint</vt:lpstr>
      <vt:lpstr>Apresentação do PowerPoint</vt:lpstr>
      <vt:lpstr>Apresentação do PowerPoint</vt:lpstr>
      <vt:lpstr>SALMO RESPONSORIAL</vt:lpstr>
      <vt:lpstr>Apresentação do PowerPoint</vt:lpstr>
      <vt:lpstr>ACLAMAÇÃO</vt:lpstr>
      <vt:lpstr>Apresentação do PowerPoint</vt:lpstr>
      <vt:lpstr>CANTOS DAS OFERENDAS</vt:lpstr>
      <vt:lpstr>CANTOS DAS OFERENDAS</vt:lpstr>
      <vt:lpstr>Apresentação do PowerPoint</vt:lpstr>
      <vt:lpstr>SANTO</vt:lpstr>
      <vt:lpstr>Apresentação do PowerPoint</vt:lpstr>
      <vt:lpstr>Apresentação do PowerPoint</vt:lpstr>
      <vt:lpstr>COMUNHÃO</vt:lpstr>
      <vt:lpstr>COMUNHÃO</vt:lpstr>
      <vt:lpstr>Apresentação do PowerPoint</vt:lpstr>
      <vt:lpstr>PÓS-COMUNHÃO </vt:lpstr>
      <vt:lpstr>PÓS-COMUNHÃO </vt:lpstr>
      <vt:lpstr>PÓS-COMUNHÃO </vt:lpstr>
      <vt:lpstr>PÓS-COMUNHÃO </vt:lpstr>
      <vt:lpstr>Apresentação do PowerPoint</vt:lpstr>
      <vt:lpstr>FINAL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ENTRADA</dc:title>
  <dc:creator>anaclaracosta116@gmail.com</dc:creator>
  <cp:lastModifiedBy>anaclaracosta116@gmail.com</cp:lastModifiedBy>
  <cp:revision>5</cp:revision>
  <dcterms:created xsi:type="dcterms:W3CDTF">2023-05-06T17:01:55Z</dcterms:created>
  <dcterms:modified xsi:type="dcterms:W3CDTF">2024-05-12T19:18:01Z</dcterms:modified>
</cp:coreProperties>
</file>