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38" r:id="rId3"/>
    <p:sldId id="539" r:id="rId4"/>
    <p:sldId id="540" r:id="rId5"/>
    <p:sldId id="541" r:id="rId6"/>
    <p:sldId id="542" r:id="rId7"/>
    <p:sldId id="543" r:id="rId8"/>
    <p:sldId id="258" r:id="rId9"/>
    <p:sldId id="430" r:id="rId10"/>
    <p:sldId id="518" r:id="rId11"/>
    <p:sldId id="519" r:id="rId12"/>
    <p:sldId id="260" r:id="rId13"/>
    <p:sldId id="261" r:id="rId14"/>
    <p:sldId id="338" r:id="rId15"/>
    <p:sldId id="339" r:id="rId16"/>
    <p:sldId id="340" r:id="rId17"/>
    <p:sldId id="432" r:id="rId18"/>
    <p:sldId id="461" r:id="rId19"/>
    <p:sldId id="264" r:id="rId20"/>
    <p:sldId id="532" r:id="rId21"/>
    <p:sldId id="533" r:id="rId22"/>
    <p:sldId id="267" r:id="rId23"/>
    <p:sldId id="271" r:id="rId24"/>
    <p:sldId id="531" r:id="rId25"/>
    <p:sldId id="503" r:id="rId26"/>
    <p:sldId id="544" r:id="rId27"/>
    <p:sldId id="292" r:id="rId28"/>
    <p:sldId id="506" r:id="rId29"/>
    <p:sldId id="361" r:id="rId30"/>
    <p:sldId id="507" r:id="rId31"/>
    <p:sldId id="404" r:id="rId32"/>
    <p:sldId id="420" r:id="rId33"/>
    <p:sldId id="437" r:id="rId34"/>
    <p:sldId id="436" r:id="rId35"/>
    <p:sldId id="495" r:id="rId36"/>
    <p:sldId id="514" r:id="rId37"/>
    <p:sldId id="337" r:id="rId38"/>
    <p:sldId id="374" r:id="rId39"/>
    <p:sldId id="450" r:id="rId40"/>
    <p:sldId id="451" r:id="rId41"/>
    <p:sldId id="452" r:id="rId42"/>
    <p:sldId id="453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eira" initials="O" lastIdx="1" clrIdx="0">
    <p:extLst>
      <p:ext uri="{19B8F6BF-5375-455C-9EA6-DF929625EA0E}">
        <p15:presenceInfo xmlns:p15="http://schemas.microsoft.com/office/powerpoint/2012/main" userId="Olive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3" autoAdjust="0"/>
    <p:restoredTop sz="94660"/>
  </p:normalViewPr>
  <p:slideViewPr>
    <p:cSldViewPr snapToGrid="0">
      <p:cViewPr varScale="1">
        <p:scale>
          <a:sx n="69" d="100"/>
          <a:sy n="69" d="100"/>
        </p:scale>
        <p:origin x="8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0B6CA10-8AAB-DFEE-D96F-4256E07F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6º DOMINGO DA PÁSCOA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E038-D4CB-D82D-4966-B3BB3EFA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493A4-7928-E841-46B8-222AE9709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CF5C46-65E9-F63F-9C4E-4805DDDAF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846580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B807-4A82-255E-64CA-9A6C8140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F66EA-0473-8B44-09E4-98181721F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2C9A7F-8548-FB39-1AB1-79ED70757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A ESCURIDÃO PASSOU... A LUZ DO SOL SURGIU.</a:t>
            </a:r>
          </a:p>
          <a:p>
            <a:pPr algn="l"/>
            <a:r>
              <a:rPr lang="pt-BR" sz="6600" dirty="0"/>
              <a:t>O CRISTO, NOSSO IRMÃO, SEU POVO REDIMIU!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670928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C2297-EF40-14FA-AD74-D43BDA3F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B225E-A3F7-5FBC-F6D0-CF4213E00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15FE6-BC97-B8A0-6319-41BF39A1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34535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AD39E-A725-AAB3-A686-A820E3F1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E029D-7FBB-6404-169D-872EC3D2B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138844-D7C9-B764-7836-25374A8B4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A NOVA LEI DO AMOR CONDUZ O POVO SEU.</a:t>
            </a:r>
          </a:p>
          <a:p>
            <a:pPr algn="l"/>
            <a:r>
              <a:rPr lang="pt-BR" sz="6600" dirty="0"/>
              <a:t>VIVENDO A LEI DO AMOR POR TODOS NÓS SE DEU!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4243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F946-B8E0-FB25-E97E-E2D4C2CD2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0E178-425C-FBFD-6CD7-33707B1F0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162E53-B0E6-4C2E-C69D-A2C746455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90143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D33A2-53E7-A131-CF63-63D4073F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069A5-F300-87FE-954A-E4C877A3D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DECFFA-C33D-C965-900C-630C05BF3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469512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POR SUA RESSURREIÇÃO, CANTAMOS SEU AMOR,</a:t>
            </a:r>
          </a:p>
          <a:p>
            <a:pPr algn="l"/>
            <a:r>
              <a:rPr lang="pt-BR" sz="6600" dirty="0"/>
              <a:t>LIBERTOS DO POVO DAS GARRAS DO OPRESSOR.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296980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SOIS O ETERNO SACERDOTE DA NOVA ALIANÇA, TENDE PIEDADE DE NÓS. </a:t>
            </a:r>
          </a:p>
          <a:p>
            <a:pPr algn="just"/>
            <a:r>
              <a:rPr lang="pt-BR" sz="72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E8EC-06AA-5769-14B9-0495353C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4199-B698-D8B4-B6AC-4E463D71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57113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772C0-0AD5-A038-10C7-C82A50000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878" y="728168"/>
            <a:ext cx="11002243" cy="637309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</a:pPr>
            <a:r>
              <a:rPr lang="pt-BR" sz="7200" dirty="0"/>
              <a:t>CRISTO, QUE NOS EDIFICAIS</a:t>
            </a:r>
          </a:p>
          <a:p>
            <a:pPr algn="just">
              <a:lnSpc>
                <a:spcPct val="100000"/>
              </a:lnSpc>
            </a:pPr>
            <a:r>
              <a:rPr lang="pt-BR" sz="7200" dirty="0"/>
              <a:t>COMO PEDRAS VIVAS</a:t>
            </a:r>
          </a:p>
          <a:p>
            <a:pPr algn="just">
              <a:lnSpc>
                <a:spcPct val="100000"/>
              </a:lnSpc>
            </a:pPr>
            <a:r>
              <a:rPr lang="pt-BR" sz="7200" dirty="0"/>
              <a:t>NO TEMPLO SANTO DE DEUS,</a:t>
            </a:r>
          </a:p>
          <a:p>
            <a:pPr algn="just">
              <a:lnSpc>
                <a:spcPct val="100000"/>
              </a:lnSpc>
            </a:pPr>
            <a:r>
              <a:rPr lang="pt-BR" sz="7200" dirty="0"/>
              <a:t>TENDE PIEDADE DE NÓS.</a:t>
            </a:r>
          </a:p>
          <a:p>
            <a:pPr algn="just">
              <a:lnSpc>
                <a:spcPct val="100000"/>
              </a:lnSpc>
            </a:pPr>
            <a:r>
              <a:rPr lang="pt-BR" sz="7200" b="1" dirty="0"/>
              <a:t>CRISTO,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256666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02FF-9A33-63A8-9E16-7656C1C3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FB0D1-C58F-F90A-567A-278B47AC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AD9EC-F753-8A3B-657B-7085291E1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7200" dirty="0"/>
              <a:t>SENHOR, QUE NOS TORNAIS</a:t>
            </a:r>
          </a:p>
          <a:p>
            <a:pPr algn="just"/>
            <a:r>
              <a:rPr lang="pt-BR" sz="7200" dirty="0"/>
              <a:t>CONCIDADÃOS DOS SANTOS</a:t>
            </a:r>
          </a:p>
          <a:p>
            <a:pPr algn="just"/>
            <a:r>
              <a:rPr lang="pt-BR" sz="7200" dirty="0"/>
              <a:t>NO REINO DOS CÉUS,</a:t>
            </a:r>
          </a:p>
          <a:p>
            <a:pPr algn="just"/>
            <a:r>
              <a:rPr lang="pt-BR" sz="7200" dirty="0"/>
              <a:t>TENDE PIEDADE DE NÓS.</a:t>
            </a:r>
          </a:p>
          <a:p>
            <a:pPr algn="just"/>
            <a:r>
              <a:rPr lang="pt-BR" sz="72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129779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GLORIA IN EXCELSIS DEO ET IN TERRA PAX HOMINIBUS BONÆ VOLUNTATIS, BONÆ VOLUNTATIS!</a:t>
            </a:r>
          </a:p>
          <a:p>
            <a:pPr algn="just"/>
            <a:endParaRPr lang="pt-BR" sz="3600" b="1" dirty="0"/>
          </a:p>
          <a:p>
            <a:pPr algn="just"/>
            <a:r>
              <a:rPr lang="pt-BR" sz="9600" dirty="0">
                <a:solidFill>
                  <a:srgbClr val="FF0000"/>
                </a:solidFill>
              </a:rPr>
              <a:t>TRADUÇÃO:</a:t>
            </a:r>
          </a:p>
          <a:p>
            <a:pPr algn="just"/>
            <a:r>
              <a:rPr lang="pt-BR" sz="9600" dirty="0"/>
              <a:t>GLÓRIA A DEUS NAS ALTURAS E PAZ NA TERRA AOS HOMENS POR ELE AMADOS,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6917-ADEA-8074-579F-B83B0BD4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4AE49-8675-F340-B223-D563A9248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0D9A-9164-374D-7E24-15759A598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3500" b="1" dirty="0"/>
              <a:t>GLORIA IN EXCELSIS DEO ET IN TERRA PAX HOMINIBUS BONÆ VOLUNTATIS, BONÆ VOLUNTATIS!</a:t>
            </a:r>
          </a:p>
          <a:p>
            <a:pPr algn="l"/>
            <a:endParaRPr lang="pt-BR" sz="13500" b="1" dirty="0"/>
          </a:p>
          <a:p>
            <a:pPr algn="just"/>
            <a:r>
              <a:rPr lang="pt-BR" sz="13500" b="1" dirty="0"/>
              <a:t>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804559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89827" cy="2302324"/>
          </a:xfrm>
        </p:spPr>
        <p:txBody>
          <a:bodyPr>
            <a:normAutofit fontScale="92500"/>
          </a:bodyPr>
          <a:lstStyle/>
          <a:p>
            <a:r>
              <a:rPr lang="pt-BR" sz="5400" b="1" dirty="0"/>
              <a:t> QUE AS NAÇÕES VOS GLORIFIQUEM, Ó SENHOR, QUE TODAS AS NAÇÕES VOS GLORIFIQUEM!</a:t>
            </a:r>
          </a:p>
        </p:txBody>
      </p:sp>
    </p:spTree>
    <p:extLst>
      <p:ext uri="{BB962C8B-B14F-4D97-AF65-F5344CB8AC3E}">
        <p14:creationId xmlns:p14="http://schemas.microsoft.com/office/powerpoint/2010/main" val="1773802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618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QUEM ME AMA REALMENTE GUARDARÁ MINHA PALAVRA, E MEU PAI O AMARÁ, E A ELE NÓS VIREMOS.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 (2X)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Autofit/>
          </a:bodyPr>
          <a:lstStyle/>
          <a:p>
            <a:pPr algn="l"/>
            <a:r>
              <a:rPr lang="pt-BR" sz="4400" dirty="0"/>
              <a:t>1. BENDITO SEJAS, Ó REI DA GLÓRIA,</a:t>
            </a:r>
          </a:p>
          <a:p>
            <a:pPr algn="l"/>
            <a:r>
              <a:rPr lang="pt-BR" sz="4400" dirty="0"/>
              <a:t>RESSUSCITADO, SENHOR DA IGREJA.</a:t>
            </a:r>
          </a:p>
          <a:p>
            <a:pPr algn="l"/>
            <a:r>
              <a:rPr lang="pt-BR" sz="4400" dirty="0"/>
              <a:t>AQUI TRAZEMOS AS NOSSAS OFERTAS.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b="1" dirty="0"/>
              <a:t>VÊ COM BONS OLHOS NOSSAS HUMILDES OFERTAS,</a:t>
            </a:r>
          </a:p>
          <a:p>
            <a:pPr algn="l"/>
            <a:r>
              <a:rPr lang="pt-BR" sz="4400" b="1" dirty="0"/>
              <a:t>TUDO QUE TEMOS SEJA PRA TI, Ó SENHOR!</a:t>
            </a:r>
          </a:p>
        </p:txBody>
      </p:sp>
    </p:spTree>
    <p:extLst>
      <p:ext uri="{BB962C8B-B14F-4D97-AF65-F5344CB8AC3E}">
        <p14:creationId xmlns:p14="http://schemas.microsoft.com/office/powerpoint/2010/main" val="49907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50BA-5882-60B9-98AB-5A990623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E2FF6-9620-24EC-0DBE-EDBE9172B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1C1E0E-5EC8-345B-9085-93329B997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2. VIDAS SE ENCONTRAM NO ALTAR DE DEUS,</a:t>
            </a:r>
          </a:p>
          <a:p>
            <a:pPr algn="l"/>
            <a:r>
              <a:rPr lang="pt-BR" sz="8800" dirty="0"/>
              <a:t>GENTE SE DOA, DOM QUE SE IMOLA.</a:t>
            </a:r>
          </a:p>
          <a:p>
            <a:pPr algn="l"/>
            <a:r>
              <a:rPr lang="pt-BR" sz="8800" dirty="0"/>
              <a:t>AQUI TRAZEMOS AS NOSSAS OFERTAS.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VÊ COM BONS OLHOS NOSSAS HUMILDES OFERTAS,</a:t>
            </a:r>
          </a:p>
          <a:p>
            <a:pPr algn="l"/>
            <a:r>
              <a:rPr lang="pt-BR" sz="8800" b="1" dirty="0"/>
              <a:t>TUDO QUE TEMOS, SEJA PRA TI, Ó SENHOR!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638615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09343-9F97-B27C-10C1-E47DC4AED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D9235-C9A7-812F-0662-F5BE59234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6AA98A-1F1A-42B4-75BD-E0CF59D64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3. IRMÃOS DA TERRA, IRMÃOS DO CÉU,</a:t>
            </a:r>
          </a:p>
          <a:p>
            <a:pPr algn="l"/>
            <a:r>
              <a:rPr lang="pt-BR" sz="8800" dirty="0"/>
              <a:t>JUNTOS CANTEMOS GLÓRIA AO SENHOR.</a:t>
            </a:r>
          </a:p>
          <a:p>
            <a:pPr algn="l"/>
            <a:r>
              <a:rPr lang="pt-BR" sz="8800" dirty="0"/>
              <a:t>AQUI TRAZEMOS AS NOSSAS OFERTAS.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VÊ COM BONS OLHOS NOSSAS HUMILDES OFERTAS,</a:t>
            </a:r>
          </a:p>
          <a:p>
            <a:pPr algn="l"/>
            <a:r>
              <a:rPr lang="pt-BR" sz="8800" b="1" dirty="0"/>
              <a:t>TUDO QUE TEMOS, SEJA PRA TI, Ó SENHOR!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615443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4400" b="1" dirty="0"/>
              <a:t>SE ME AMARDES REALMENTE, OBSERVAI MEUS MANDAMENTOS</a:t>
            </a:r>
          </a:p>
          <a:p>
            <a:pPr algn="l"/>
            <a:r>
              <a:rPr lang="pt-BR" sz="4400" b="1" dirty="0"/>
              <a:t>AO MEU PAI EU ROGAREI,E VOS DARÁ OUTRO PARÁCLITO</a:t>
            </a:r>
          </a:p>
          <a:p>
            <a:pPr algn="l"/>
            <a:r>
              <a:rPr lang="pt-BR" sz="4400" b="1" dirty="0"/>
              <a:t>ELE PERMANECERÁ CONVOSCO PARA SEMPRE (2X)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dirty="0"/>
              <a:t>NAÇÕES GLORIFICAI AO NOSSA DEUS </a:t>
            </a:r>
          </a:p>
          <a:p>
            <a:pPr algn="l"/>
            <a:r>
              <a:rPr lang="pt-BR" sz="4400" dirty="0"/>
              <a:t>ANUNCIAI EM ALTA VOZ O SEU LOUVOR</a:t>
            </a:r>
          </a:p>
          <a:p>
            <a:pPr algn="l"/>
            <a:r>
              <a:rPr lang="pt-BR" sz="4400" dirty="0"/>
              <a:t>É ELE QUEM DÁ VIDA A NOSSA VIDA</a:t>
            </a:r>
          </a:p>
          <a:p>
            <a:pPr algn="l"/>
            <a:r>
              <a:rPr lang="pt-BR" sz="4400" dirty="0"/>
              <a:t>E NÃO PERMITE QUE VACILE NOSSOS PASSOS</a:t>
            </a:r>
          </a:p>
        </p:txBody>
      </p:sp>
    </p:spTree>
    <p:extLst>
      <p:ext uri="{BB962C8B-B14F-4D97-AF65-F5344CB8AC3E}">
        <p14:creationId xmlns:p14="http://schemas.microsoft.com/office/powerpoint/2010/main" val="3931642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HOMENS O DULÇOR.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NA MORTE O DEFENSOR.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 CÉU, FELIZ PENHOR.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SÉCULOS, O SENHOR.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0BC-FDDE-78BD-EDE4-44197611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7AFB16-5C75-CED6-69E8-28537BC470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63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A ESCURIDÃO PASSOU... A LUZ DO SOL SURGIU.</a:t>
            </a:r>
          </a:p>
          <a:p>
            <a:pPr algn="l"/>
            <a:r>
              <a:rPr lang="pt-BR" sz="6600" dirty="0"/>
              <a:t>O CRISTO, NOSSO IRMÃO, SEU POVO REDIMIU!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098748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A NOVA LEI DO AMOR CONDUZ O POVO SEU.</a:t>
            </a:r>
          </a:p>
          <a:p>
            <a:pPr algn="l"/>
            <a:r>
              <a:rPr lang="pt-BR" sz="6600" dirty="0"/>
              <a:t>VIVENDO A LEI DO AMOR POR TODOS NÓS SE DEU!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1114454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96649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469512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POR SUA RESSURREIÇÃO, CANTAMOS SEU AMOR,</a:t>
            </a:r>
          </a:p>
          <a:p>
            <a:pPr algn="l"/>
            <a:r>
              <a:rPr lang="pt-BR" sz="6600" dirty="0"/>
              <a:t>LIBERTOS DO POVO DAS GARRAS DO OPRESSOR.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951279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8487</TotalTime>
  <Words>1033</Words>
  <Application>Microsoft Office PowerPoint</Application>
  <PresentationFormat>Widescreen</PresentationFormat>
  <Paragraphs>176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57</cp:revision>
  <dcterms:created xsi:type="dcterms:W3CDTF">2023-05-06T17:01:55Z</dcterms:created>
  <dcterms:modified xsi:type="dcterms:W3CDTF">2025-05-24T21:51:20Z</dcterms:modified>
</cp:coreProperties>
</file>