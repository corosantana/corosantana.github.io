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97" r:id="rId3"/>
    <p:sldId id="459" r:id="rId4"/>
    <p:sldId id="258" r:id="rId5"/>
    <p:sldId id="494" r:id="rId6"/>
    <p:sldId id="495" r:id="rId7"/>
    <p:sldId id="470" r:id="rId8"/>
    <p:sldId id="260" r:id="rId9"/>
    <p:sldId id="261" r:id="rId10"/>
    <p:sldId id="338" r:id="rId11"/>
    <p:sldId id="339" r:id="rId12"/>
    <p:sldId id="340" r:id="rId13"/>
    <p:sldId id="377" r:id="rId14"/>
    <p:sldId id="447" r:id="rId15"/>
    <p:sldId id="264" r:id="rId16"/>
    <p:sldId id="265" r:id="rId17"/>
    <p:sldId id="266" r:id="rId18"/>
    <p:sldId id="267" r:id="rId19"/>
    <p:sldId id="472" r:id="rId20"/>
    <p:sldId id="471" r:id="rId21"/>
    <p:sldId id="484" r:id="rId22"/>
    <p:sldId id="485" r:id="rId23"/>
    <p:sldId id="361" r:id="rId24"/>
    <p:sldId id="445" r:id="rId25"/>
    <p:sldId id="496" r:id="rId26"/>
    <p:sldId id="443" r:id="rId27"/>
    <p:sldId id="444" r:id="rId28"/>
    <p:sldId id="502" r:id="rId29"/>
    <p:sldId id="503" r:id="rId30"/>
    <p:sldId id="277" r:id="rId31"/>
    <p:sldId id="428" r:id="rId32"/>
    <p:sldId id="429" r:id="rId33"/>
    <p:sldId id="441" r:id="rId34"/>
    <p:sldId id="442" r:id="rId35"/>
    <p:sldId id="427" r:id="rId36"/>
    <p:sldId id="337" r:id="rId37"/>
    <p:sldId id="498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09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claracosta116@gmail.com" userId="a793634777582c92" providerId="LiveId" clId="{5D742DA2-3F04-4331-9C50-3B147D6873EA}"/>
    <pc:docChg chg="custSel addSld delSld modSld sldOrd">
      <pc:chgData name="anaclaracosta116@gmail.com" userId="a793634777582c92" providerId="LiveId" clId="{5D742DA2-3F04-4331-9C50-3B147D6873EA}" dt="2024-05-05T20:22:20.648" v="118" actId="20577"/>
      <pc:docMkLst>
        <pc:docMk/>
      </pc:docMkLst>
      <pc:sldChg chg="modSp add del mod">
        <pc:chgData name="anaclaracosta116@gmail.com" userId="a793634777582c92" providerId="LiveId" clId="{5D742DA2-3F04-4331-9C50-3B147D6873EA}" dt="2024-05-05T20:16:10.728" v="106" actId="20577"/>
        <pc:sldMkLst>
          <pc:docMk/>
          <pc:sldMk cId="337661645" sldId="261"/>
        </pc:sldMkLst>
        <pc:spChg chg="mod">
          <ac:chgData name="anaclaracosta116@gmail.com" userId="a793634777582c92" providerId="LiveId" clId="{5D742DA2-3F04-4331-9C50-3B147D6873EA}" dt="2024-05-05T20:16:10.728" v="106" actId="20577"/>
          <ac:spMkLst>
            <pc:docMk/>
            <pc:sldMk cId="337661645" sldId="261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5D742DA2-3F04-4331-9C50-3B147D6873EA}" dt="2024-05-05T20:13:16.193" v="27"/>
        <pc:sldMkLst>
          <pc:docMk/>
          <pc:sldMk cId="1733667129" sldId="338"/>
        </pc:sldMkLst>
      </pc:sldChg>
      <pc:sldChg chg="modSp add del mod">
        <pc:chgData name="anaclaracosta116@gmail.com" userId="a793634777582c92" providerId="LiveId" clId="{5D742DA2-3F04-4331-9C50-3B147D6873EA}" dt="2024-05-05T20:17:03.864" v="108" actId="27636"/>
        <pc:sldMkLst>
          <pc:docMk/>
          <pc:sldMk cId="2703894855" sldId="339"/>
        </pc:sldMkLst>
        <pc:spChg chg="mod">
          <ac:chgData name="anaclaracosta116@gmail.com" userId="a793634777582c92" providerId="LiveId" clId="{5D742DA2-3F04-4331-9C50-3B147D6873EA}" dt="2024-05-05T20:17:03.864" v="108" actId="27636"/>
          <ac:spMkLst>
            <pc:docMk/>
            <pc:sldMk cId="2703894855" sldId="339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5D742DA2-3F04-4331-9C50-3B147D6873EA}" dt="2024-05-05T20:13:16.193" v="27"/>
        <pc:sldMkLst>
          <pc:docMk/>
          <pc:sldMk cId="641955455" sldId="340"/>
        </pc:sldMkLst>
      </pc:sldChg>
      <pc:sldChg chg="ord">
        <pc:chgData name="anaclaracosta116@gmail.com" userId="a793634777582c92" providerId="LiveId" clId="{5D742DA2-3F04-4331-9C50-3B147D6873EA}" dt="2024-05-05T20:10:37.419" v="24"/>
        <pc:sldMkLst>
          <pc:docMk/>
          <pc:sldMk cId="4141727376" sldId="361"/>
        </pc:sldMkLst>
      </pc:sldChg>
      <pc:sldChg chg="modSp mod">
        <pc:chgData name="anaclaracosta116@gmail.com" userId="a793634777582c92" providerId="LiveId" clId="{5D742DA2-3F04-4331-9C50-3B147D6873EA}" dt="2024-05-04T19:51:34.225" v="21" actId="14100"/>
        <pc:sldMkLst>
          <pc:docMk/>
          <pc:sldMk cId="725659120" sldId="375"/>
        </pc:sldMkLst>
        <pc:spChg chg="mod">
          <ac:chgData name="anaclaracosta116@gmail.com" userId="a793634777582c92" providerId="LiveId" clId="{5D742DA2-3F04-4331-9C50-3B147D6873EA}" dt="2024-05-04T19:51:34.225" v="21" actId="14100"/>
          <ac:spMkLst>
            <pc:docMk/>
            <pc:sldMk cId="725659120" sldId="375"/>
            <ac:spMk id="3" creationId="{FDE5B5AD-CD71-C2BA-2DE7-294D0B6E29B5}"/>
          </ac:spMkLst>
        </pc:spChg>
        <pc:picChg chg="mod">
          <ac:chgData name="anaclaracosta116@gmail.com" userId="a793634777582c92" providerId="LiveId" clId="{5D742DA2-3F04-4331-9C50-3B147D6873EA}" dt="2024-05-04T19:51:30.384" v="20" actId="14100"/>
          <ac:picMkLst>
            <pc:docMk/>
            <pc:sldMk cId="725659120" sldId="375"/>
            <ac:picMk id="2" creationId="{5CD6DEBA-CBA2-EF0F-BDCB-7DA6FDC26797}"/>
          </ac:picMkLst>
        </pc:picChg>
      </pc:sldChg>
      <pc:sldChg chg="modSp add del mod">
        <pc:chgData name="anaclaracosta116@gmail.com" userId="a793634777582c92" providerId="LiveId" clId="{5D742DA2-3F04-4331-9C50-3B147D6873EA}" dt="2024-05-05T20:18:48.958" v="109"/>
        <pc:sldMkLst>
          <pc:docMk/>
          <pc:sldMk cId="3733524150" sldId="377"/>
        </pc:sldMkLst>
        <pc:spChg chg="mod">
          <ac:chgData name="anaclaracosta116@gmail.com" userId="a793634777582c92" providerId="LiveId" clId="{5D742DA2-3F04-4331-9C50-3B147D6873EA}" dt="2024-05-05T20:18:48.958" v="109"/>
          <ac:spMkLst>
            <pc:docMk/>
            <pc:sldMk cId="3733524150" sldId="377"/>
            <ac:spMk id="3" creationId="{FC8F7E34-DB8C-1CEE-BAF4-E537563F9CD2}"/>
          </ac:spMkLst>
        </pc:spChg>
      </pc:sldChg>
      <pc:sldChg chg="modSp mod">
        <pc:chgData name="anaclaracosta116@gmail.com" userId="a793634777582c92" providerId="LiveId" clId="{5D742DA2-3F04-4331-9C50-3B147D6873EA}" dt="2024-05-04T19:22:38.753" v="4" actId="403"/>
        <pc:sldMkLst>
          <pc:docMk/>
          <pc:sldMk cId="3496163428" sldId="444"/>
        </pc:sldMkLst>
        <pc:spChg chg="mod">
          <ac:chgData name="anaclaracosta116@gmail.com" userId="a793634777582c92" providerId="LiveId" clId="{5D742DA2-3F04-4331-9C50-3B147D6873EA}" dt="2024-05-04T19:22:38.753" v="4" actId="403"/>
          <ac:spMkLst>
            <pc:docMk/>
            <pc:sldMk cId="3496163428" sldId="444"/>
            <ac:spMk id="3" creationId="{FC8F7E34-DB8C-1CEE-BAF4-E537563F9CD2}"/>
          </ac:spMkLst>
        </pc:spChg>
      </pc:sldChg>
      <pc:sldChg chg="modSp add del mod">
        <pc:chgData name="anaclaracosta116@gmail.com" userId="a793634777582c92" providerId="LiveId" clId="{5D742DA2-3F04-4331-9C50-3B147D6873EA}" dt="2024-05-05T20:22:20.648" v="118" actId="20577"/>
        <pc:sldMkLst>
          <pc:docMk/>
          <pc:sldMk cId="3643768469" sldId="447"/>
        </pc:sldMkLst>
        <pc:spChg chg="mod">
          <ac:chgData name="anaclaracosta116@gmail.com" userId="a793634777582c92" providerId="LiveId" clId="{5D742DA2-3F04-4331-9C50-3B147D6873EA}" dt="2024-05-05T20:22:20.648" v="118" actId="20577"/>
          <ac:spMkLst>
            <pc:docMk/>
            <pc:sldMk cId="3643768469" sldId="447"/>
            <ac:spMk id="3" creationId="{FC8F7E34-DB8C-1CEE-BAF4-E537563F9CD2}"/>
          </ac:spMkLst>
        </pc:spChg>
      </pc:sldChg>
      <pc:sldChg chg="add del">
        <pc:chgData name="anaclaracosta116@gmail.com" userId="a793634777582c92" providerId="LiveId" clId="{5D742DA2-3F04-4331-9C50-3B147D6873EA}" dt="2024-05-05T20:10:39.686" v="25"/>
        <pc:sldMkLst>
          <pc:docMk/>
          <pc:sldMk cId="852099130" sldId="471"/>
        </pc:sldMkLst>
      </pc:sldChg>
      <pc:sldChg chg="del">
        <pc:chgData name="anaclaracosta116@gmail.com" userId="a793634777582c92" providerId="LiveId" clId="{5D742DA2-3F04-4331-9C50-3B147D6873EA}" dt="2024-05-04T19:22:45.899" v="5" actId="2696"/>
        <pc:sldMkLst>
          <pc:docMk/>
          <pc:sldMk cId="1093983766" sldId="477"/>
        </pc:sldMkLst>
      </pc:sldChg>
      <pc:sldChg chg="del">
        <pc:chgData name="anaclaracosta116@gmail.com" userId="a793634777582c92" providerId="LiveId" clId="{5D742DA2-3F04-4331-9C50-3B147D6873EA}" dt="2024-05-04T19:22:52.916" v="7" actId="2696"/>
        <pc:sldMkLst>
          <pc:docMk/>
          <pc:sldMk cId="3738050050" sldId="478"/>
        </pc:sldMkLst>
      </pc:sldChg>
      <pc:sldChg chg="del">
        <pc:chgData name="anaclaracosta116@gmail.com" userId="a793634777582c92" providerId="LiveId" clId="{5D742DA2-3F04-4331-9C50-3B147D6873EA}" dt="2024-05-04T19:23:21.938" v="9" actId="2696"/>
        <pc:sldMkLst>
          <pc:docMk/>
          <pc:sldMk cId="502570925" sldId="480"/>
        </pc:sldMkLst>
      </pc:sldChg>
      <pc:sldChg chg="add">
        <pc:chgData name="anaclaracosta116@gmail.com" userId="a793634777582c92" providerId="LiveId" clId="{5D742DA2-3F04-4331-9C50-3B147D6873EA}" dt="2024-05-05T20:10:39.686" v="25"/>
        <pc:sldMkLst>
          <pc:docMk/>
          <pc:sldMk cId="3827994234" sldId="484"/>
        </pc:sldMkLst>
      </pc:sldChg>
      <pc:sldChg chg="add">
        <pc:chgData name="anaclaracosta116@gmail.com" userId="a793634777582c92" providerId="LiveId" clId="{5D742DA2-3F04-4331-9C50-3B147D6873EA}" dt="2024-05-05T20:10:39.686" v="25"/>
        <pc:sldMkLst>
          <pc:docMk/>
          <pc:sldMk cId="1198730216" sldId="485"/>
        </pc:sldMkLst>
      </pc:sldChg>
      <pc:sldChg chg="del">
        <pc:chgData name="anaclaracosta116@gmail.com" userId="a793634777582c92" providerId="LiveId" clId="{5D742DA2-3F04-4331-9C50-3B147D6873EA}" dt="2024-05-04T19:22:49.259" v="6" actId="2696"/>
        <pc:sldMkLst>
          <pc:docMk/>
          <pc:sldMk cId="326141454" sldId="486"/>
        </pc:sldMkLst>
      </pc:sldChg>
      <pc:sldChg chg="del">
        <pc:chgData name="anaclaracosta116@gmail.com" userId="a793634777582c92" providerId="LiveId" clId="{5D742DA2-3F04-4331-9C50-3B147D6873EA}" dt="2024-05-04T19:23:06.013" v="8" actId="2696"/>
        <pc:sldMkLst>
          <pc:docMk/>
          <pc:sldMk cId="2384723893" sldId="487"/>
        </pc:sldMkLst>
      </pc:sldChg>
      <pc:sldChg chg="del">
        <pc:chgData name="anaclaracosta116@gmail.com" userId="a793634777582c92" providerId="LiveId" clId="{5D742DA2-3F04-4331-9C50-3B147D6873EA}" dt="2024-05-05T20:13:13.242" v="26" actId="47"/>
        <pc:sldMkLst>
          <pc:docMk/>
          <pc:sldMk cId="3424052854" sldId="499"/>
        </pc:sldMkLst>
      </pc:sldChg>
      <pc:sldChg chg="del">
        <pc:chgData name="anaclaracosta116@gmail.com" userId="a793634777582c92" providerId="LiveId" clId="{5D742DA2-3F04-4331-9C50-3B147D6873EA}" dt="2024-05-05T20:10:32.800" v="22" actId="47"/>
        <pc:sldMkLst>
          <pc:docMk/>
          <pc:sldMk cId="3991329973" sldId="500"/>
        </pc:sldMkLst>
      </pc:sldChg>
      <pc:sldChg chg="del">
        <pc:chgData name="anaclaracosta116@gmail.com" userId="a793634777582c92" providerId="LiveId" clId="{5D742DA2-3F04-4331-9C50-3B147D6873EA}" dt="2024-05-05T20:10:32.800" v="22" actId="47"/>
        <pc:sldMkLst>
          <pc:docMk/>
          <pc:sldMk cId="56226804" sldId="501"/>
        </pc:sldMkLst>
      </pc:sldChg>
      <pc:sldChg chg="modSp add mod">
        <pc:chgData name="anaclaracosta116@gmail.com" userId="a793634777582c92" providerId="LiveId" clId="{5D742DA2-3F04-4331-9C50-3B147D6873EA}" dt="2024-05-04T19:23:58.113" v="12"/>
        <pc:sldMkLst>
          <pc:docMk/>
          <pc:sldMk cId="3768353240" sldId="502"/>
        </pc:sldMkLst>
        <pc:spChg chg="mod">
          <ac:chgData name="anaclaracosta116@gmail.com" userId="a793634777582c92" providerId="LiveId" clId="{5D742DA2-3F04-4331-9C50-3B147D6873EA}" dt="2024-05-04T19:23:58.113" v="12"/>
          <ac:spMkLst>
            <pc:docMk/>
            <pc:sldMk cId="3768353240" sldId="502"/>
            <ac:spMk id="3" creationId="{FC8F7E34-DB8C-1CEE-BAF4-E537563F9CD2}"/>
          </ac:spMkLst>
        </pc:spChg>
      </pc:sldChg>
      <pc:sldChg chg="modSp add mod">
        <pc:chgData name="anaclaracosta116@gmail.com" userId="a793634777582c92" providerId="LiveId" clId="{5D742DA2-3F04-4331-9C50-3B147D6873EA}" dt="2024-05-04T19:24:28.311" v="13"/>
        <pc:sldMkLst>
          <pc:docMk/>
          <pc:sldMk cId="1244320160" sldId="503"/>
        </pc:sldMkLst>
        <pc:spChg chg="mod">
          <ac:chgData name="anaclaracosta116@gmail.com" userId="a793634777582c92" providerId="LiveId" clId="{5D742DA2-3F04-4331-9C50-3B147D6873EA}" dt="2024-05-04T19:24:28.311" v="13"/>
          <ac:spMkLst>
            <pc:docMk/>
            <pc:sldMk cId="1244320160" sldId="503"/>
            <ac:spMk id="3" creationId="{FC8F7E34-DB8C-1CEE-BAF4-E537563F9CD2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16/05/2026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5CD6DEBA-CBA2-EF0F-BDCB-7DA6FDC2679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741" b="6503"/>
          <a:stretch/>
        </p:blipFill>
        <p:spPr>
          <a:xfrm>
            <a:off x="0" y="16151"/>
            <a:ext cx="12192000" cy="684184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chemeClr val="tx1">
              <a:alpha val="51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Subtítulo 2">
            <a:extLst>
              <a:ext uri="{FF2B5EF4-FFF2-40B4-BE49-F238E27FC236}">
                <a16:creationId xmlns:a16="http://schemas.microsoft.com/office/drawing/2014/main" id="{23B5BD68-62AE-07CF-D39A-D2ED40FE2B1C}"/>
              </a:ext>
            </a:extLst>
          </p:cNvPr>
          <p:cNvSpPr txBox="1">
            <a:spLocks/>
          </p:cNvSpPr>
          <p:nvPr/>
        </p:nvSpPr>
        <p:spPr>
          <a:xfrm>
            <a:off x="483176" y="2199521"/>
            <a:ext cx="11225647" cy="2576946"/>
          </a:xfrm>
          <a:prstGeom prst="rect">
            <a:avLst/>
          </a:prstGeom>
        </p:spPr>
        <p:txBody>
          <a:bodyPr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pt-BR" sz="9600" b="1" dirty="0">
                <a:solidFill>
                  <a:schemeClr val="bg1"/>
                </a:solidFill>
              </a:rPr>
              <a:t>6º DOMINGO DO TEMPO PASCAL</a:t>
            </a:r>
            <a:endParaRPr lang="pt-BR" sz="8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b="1" dirty="0"/>
              <a:t>ANUNCIAI COM GRITOS DE ALEGRIA,</a:t>
            </a:r>
          </a:p>
          <a:p>
            <a:pPr algn="l"/>
            <a:r>
              <a:rPr lang="pt-BR" sz="8600" b="1" dirty="0"/>
              <a:t>PROCLAMAI AOS CONFINS DE TODA TERRA:</a:t>
            </a:r>
          </a:p>
          <a:p>
            <a:pPr algn="l"/>
            <a:r>
              <a:rPr lang="pt-BR" sz="8600" b="1" dirty="0"/>
              <a:t>O SENHOR NOS LIBERTOU, ALELUIA.</a:t>
            </a:r>
          </a:p>
          <a:p>
            <a:pPr algn="l"/>
            <a:r>
              <a:rPr lang="pt-BR" sz="8600" b="1" dirty="0"/>
              <a:t>O SENHOR NOS LIBERTOU, ALELUIA!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1078871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/>
          </a:bodyPr>
          <a:lstStyle/>
          <a:p>
            <a:pPr algn="l"/>
            <a:r>
              <a:rPr lang="pt-BR" sz="8600" dirty="0"/>
              <a:t>1. A ESCURIDÃO PASSOU... A LUZ DO SOL SURGIU.</a:t>
            </a:r>
          </a:p>
          <a:p>
            <a:pPr algn="l"/>
            <a:r>
              <a:rPr lang="pt-BR" sz="8600" dirty="0"/>
              <a:t>O CRISTO, NOSSO IRMÃO, SEU POVO REDIMIU!</a:t>
            </a:r>
            <a:endParaRPr lang="pt-BR" sz="7400" dirty="0"/>
          </a:p>
        </p:txBody>
      </p:sp>
    </p:spTree>
    <p:extLst>
      <p:ext uri="{BB962C8B-B14F-4D97-AF65-F5344CB8AC3E}">
        <p14:creationId xmlns:p14="http://schemas.microsoft.com/office/powerpoint/2010/main" val="2277023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SENHOR, QUE SOIS O ETERNO SACERDOTE</a:t>
            </a:r>
          </a:p>
          <a:p>
            <a:pPr algn="l"/>
            <a:r>
              <a:rPr lang="pt-BR" sz="8000" dirty="0"/>
              <a:t>DA NOVA ALIANÇA,</a:t>
            </a:r>
          </a:p>
          <a:p>
            <a:pPr algn="l"/>
            <a:r>
              <a:rPr lang="pt-BR" sz="8000" dirty="0"/>
              <a:t>TENDE PIEDADE DE NÓS.</a:t>
            </a:r>
            <a:endParaRPr lang="pt-BR" sz="8000" b="1" dirty="0"/>
          </a:p>
          <a:p>
            <a:pPr algn="l"/>
            <a:r>
              <a:rPr lang="pt-BR" sz="8000" b="1" dirty="0"/>
              <a:t>SENHOR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9504807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fontScale="85000" lnSpcReduction="10000"/>
          </a:bodyPr>
          <a:lstStyle/>
          <a:p>
            <a:pPr algn="l"/>
            <a:r>
              <a:rPr lang="pt-BR" sz="8000" dirty="0"/>
              <a:t>CRISTO, QUE NOS EDIFICAIS COMO PEDRAS VIVAS</a:t>
            </a:r>
          </a:p>
          <a:p>
            <a:pPr algn="l"/>
            <a:r>
              <a:rPr lang="pt-BR" sz="8000" dirty="0"/>
              <a:t>NO TEMPLO SANTO DE DEUS,</a:t>
            </a:r>
          </a:p>
          <a:p>
            <a:pPr algn="l"/>
            <a:r>
              <a:rPr lang="pt-BR" sz="8000" dirty="0"/>
              <a:t>TENDE PIEDADE DE NÓS.</a:t>
            </a:r>
          </a:p>
          <a:p>
            <a:pPr algn="l"/>
            <a:r>
              <a:rPr lang="pt-BR" sz="8000" b="1" dirty="0"/>
              <a:t>CRISTO,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33785543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1218373" cy="5602779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SENHOR, QUE NOS TORNAIS CONCIDADÃOS DOS SANTOS</a:t>
            </a:r>
          </a:p>
          <a:p>
            <a:pPr algn="l"/>
            <a:r>
              <a:rPr lang="pt-BR" sz="8000" dirty="0"/>
              <a:t>NO REINO DOS CÉUS,</a:t>
            </a:r>
          </a:p>
          <a:p>
            <a:pPr algn="l"/>
            <a:r>
              <a:rPr lang="pt-BR" sz="8000" dirty="0"/>
              <a:t>TENDE PIEDADE DE NÓS.</a:t>
            </a:r>
            <a:endParaRPr lang="pt-BR" sz="8000" b="1" dirty="0"/>
          </a:p>
          <a:p>
            <a:pPr algn="l"/>
            <a:r>
              <a:rPr lang="pt-BR" sz="8000" b="1" dirty="0"/>
              <a:t>SENHOR, 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900030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193088" cy="558753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8500" b="1" dirty="0"/>
              <a:t>GLÓRIA, GLÓRIA, GLÓRIA A DEUS! GLÓRIA A DEUS NAS ALTURAS! (2X)</a:t>
            </a:r>
          </a:p>
          <a:p>
            <a:pPr algn="just"/>
            <a:endParaRPr lang="pt-BR" sz="8500" dirty="0"/>
          </a:p>
          <a:p>
            <a:pPr algn="just"/>
            <a:r>
              <a:rPr lang="pt-BR" sz="8500" dirty="0"/>
              <a:t>E PAZ NA TERRA AOS HOMENS POR ELE AMADOS</a:t>
            </a:r>
          </a:p>
          <a:p>
            <a:pPr algn="just"/>
            <a:endParaRPr lang="pt-BR" sz="10600" b="1" dirty="0"/>
          </a:p>
          <a:p>
            <a:pPr algn="just"/>
            <a:r>
              <a:rPr lang="pt-BR" sz="8600" dirty="0"/>
              <a:t>SENHOR DEUS, REI DOS CÉUS, DEUS PAI TODO PODEROSO</a:t>
            </a:r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6616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467408" cy="599901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11000" dirty="0"/>
              <a:t>NÓS VOS LOUVAMOS, NÓS VOS BENDIZEMOS</a:t>
            </a:r>
          </a:p>
          <a:p>
            <a:pPr algn="just"/>
            <a:endParaRPr lang="pt-BR" sz="11000" b="1" dirty="0"/>
          </a:p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endParaRPr lang="pt-BR" sz="11000" dirty="0"/>
          </a:p>
          <a:p>
            <a:pPr algn="just"/>
            <a:r>
              <a:rPr lang="pt-BR" sz="11000" dirty="0"/>
              <a:t>NÓS VOS DAMOS GRAÇAS, POR VOSSA IMENSA GLÓRIA. </a:t>
            </a:r>
            <a:endParaRPr lang="pt-BR" sz="7200" dirty="0"/>
          </a:p>
          <a:p>
            <a:pPr algn="just"/>
            <a:endParaRPr lang="pt-BR" sz="11000" dirty="0"/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1733667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23275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703811"/>
            <a:ext cx="11436928" cy="622069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9600" b="1" dirty="0"/>
              <a:t>GLÓRIA, GLÓRIA, GLÓRIA A DEUS! GLÓRIA A DEUS NAS ALTURAS! (2X)</a:t>
            </a:r>
          </a:p>
          <a:p>
            <a:pPr algn="l"/>
            <a:endParaRPr lang="pt-BR" sz="8600" dirty="0"/>
          </a:p>
          <a:p>
            <a:pPr algn="l"/>
            <a:r>
              <a:rPr lang="pt-BR" sz="9400" dirty="0"/>
              <a:t>SENHOR JESUS CRISTO, FILHO UNIGÊNITO,</a:t>
            </a:r>
          </a:p>
          <a:p>
            <a:pPr algn="l"/>
            <a:endParaRPr lang="pt-BR" sz="9400" dirty="0"/>
          </a:p>
          <a:p>
            <a:pPr algn="l"/>
            <a:r>
              <a:rPr lang="pt-BR" sz="9400" dirty="0"/>
              <a:t>SENHOR DEUS, CORDEIRO DE DEUS, FILHO DE DEUS PAI</a:t>
            </a:r>
            <a:endParaRPr lang="pt-BR" sz="9400" b="1" dirty="0"/>
          </a:p>
          <a:p>
            <a:pPr algn="l"/>
            <a:endParaRPr lang="pt-BR" sz="6600" dirty="0"/>
          </a:p>
          <a:p>
            <a:pPr algn="l"/>
            <a:endParaRPr lang="pt-BR" sz="6600" dirty="0"/>
          </a:p>
          <a:p>
            <a:pPr algn="l"/>
            <a:endParaRPr lang="pt-BR" sz="5400" dirty="0"/>
          </a:p>
          <a:p>
            <a:pPr algn="l"/>
            <a:endParaRPr lang="pt-BR" sz="5400" dirty="0"/>
          </a:p>
        </p:txBody>
      </p:sp>
    </p:spTree>
    <p:extLst>
      <p:ext uri="{BB962C8B-B14F-4D97-AF65-F5344CB8AC3E}">
        <p14:creationId xmlns:p14="http://schemas.microsoft.com/office/powerpoint/2010/main" val="270389485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3" y="1011382"/>
            <a:ext cx="11242963" cy="5555674"/>
          </a:xfrm>
        </p:spPr>
        <p:txBody>
          <a:bodyPr>
            <a:normAutofit fontScale="70000" lnSpcReduction="20000"/>
          </a:bodyPr>
          <a:lstStyle/>
          <a:p>
            <a:pPr algn="just"/>
            <a:endParaRPr lang="pt-BR" sz="6000" dirty="0"/>
          </a:p>
          <a:p>
            <a:pPr algn="just"/>
            <a:r>
              <a:rPr lang="pt-BR" sz="8700" dirty="0"/>
              <a:t>VÓS QUE TIRAIS O PECADO DO MUNDO, TENDE PIEDADE DE NÓS</a:t>
            </a:r>
          </a:p>
          <a:p>
            <a:pPr algn="just"/>
            <a:endParaRPr lang="pt-BR" sz="8700" dirty="0"/>
          </a:p>
          <a:p>
            <a:pPr algn="just"/>
            <a:r>
              <a:rPr lang="pt-BR" sz="8700" dirty="0"/>
              <a:t>VÓS QUE TIRAIS O PECADO DO MUNDO, ACOLHEI A NOSSA SÚPLICA</a:t>
            </a:r>
          </a:p>
        </p:txBody>
      </p:sp>
    </p:spTree>
    <p:extLst>
      <p:ext uri="{BB962C8B-B14F-4D97-AF65-F5344CB8AC3E}">
        <p14:creationId xmlns:p14="http://schemas.microsoft.com/office/powerpoint/2010/main" val="6419554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4901738"/>
          </a:xfrm>
        </p:spPr>
        <p:txBody>
          <a:bodyPr>
            <a:normAutofit fontScale="55000" lnSpcReduction="20000"/>
          </a:bodyPr>
          <a:lstStyle/>
          <a:p>
            <a:pPr algn="just"/>
            <a:r>
              <a:rPr lang="pt-BR" sz="9600" dirty="0"/>
              <a:t>VÓS QUE ESTAIS À DIREITA DO PAI, </a:t>
            </a:r>
          </a:p>
          <a:p>
            <a:pPr algn="just"/>
            <a:r>
              <a:rPr lang="pt-BR" sz="9600" dirty="0"/>
              <a:t>TENDE PIEDADE DE NÓS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GLÓRIA, GLÓRIA, GLÓRIA A DEUS! GLÓRIA A DEUS NAS ALTURAS! (2X)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SÓ VÓS SOIS SANTO, SÓ VÓS O SENHOR</a:t>
            </a:r>
          </a:p>
        </p:txBody>
      </p:sp>
    </p:spTree>
    <p:extLst>
      <p:ext uri="{BB962C8B-B14F-4D97-AF65-F5344CB8AC3E}">
        <p14:creationId xmlns:p14="http://schemas.microsoft.com/office/powerpoint/2010/main" val="37335241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9600" dirty="0"/>
              <a:t>SÓ VÓS O ALTÍSSIMO, JESUS CRISTO,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COM O ESPÍRITO SANTO NA GLÓRIA DE DEUS PAI. 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b="1" dirty="0"/>
              <a:t>GLÓRIA, GLÓRIA, GLÓRIA A DEUS! GLÓRIA A DEUS NAS ALTURAS! (2X)</a:t>
            </a:r>
          </a:p>
          <a:p>
            <a:pPr algn="just"/>
            <a:endParaRPr lang="pt-BR" sz="9600" dirty="0"/>
          </a:p>
          <a:p>
            <a:pPr algn="just"/>
            <a:r>
              <a:rPr lang="pt-BR" sz="9600" dirty="0"/>
              <a:t>AMÉM! </a:t>
            </a:r>
            <a:r>
              <a:rPr lang="pt-BR" sz="9600"/>
              <a:t>AMÉM!</a:t>
            </a:r>
            <a:endParaRPr lang="pt-BR" sz="9600" dirty="0"/>
          </a:p>
        </p:txBody>
      </p:sp>
    </p:spTree>
    <p:extLst>
      <p:ext uri="{BB962C8B-B14F-4D97-AF65-F5344CB8AC3E}">
        <p14:creationId xmlns:p14="http://schemas.microsoft.com/office/powerpoint/2010/main" val="3643768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0080" y="2182956"/>
            <a:ext cx="10211840" cy="2957080"/>
          </a:xfrm>
        </p:spPr>
        <p:txBody>
          <a:bodyPr>
            <a:normAutofit/>
          </a:bodyPr>
          <a:lstStyle/>
          <a:p>
            <a:r>
              <a:rPr lang="pt-BR" sz="6000" b="1" dirty="0"/>
              <a:t>O SENHOR FEZ CONHECER A SALVAÇÃO E REVELOU SUA JUSTIÇA ÀS NAÇÕES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41020" y="48629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1020" y="1274619"/>
            <a:ext cx="11330940" cy="5370021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ALELUIA, ALELUIA</a:t>
            </a:r>
          </a:p>
          <a:p>
            <a:endParaRPr lang="pt-BR" sz="4800" b="1" dirty="0"/>
          </a:p>
          <a:p>
            <a:r>
              <a:rPr lang="pt-BR" sz="4800" dirty="0"/>
              <a:t>QUEM ME AMA REALMENTE GUARDARÁ MINHA PALAVRA, E MEU PAI O AMARÁ, E A ELE NÓS VIREMOS.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809245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1. A MINH’ALMA TEM SEDE DE VÓS,</a:t>
            </a:r>
          </a:p>
          <a:p>
            <a:pPr algn="l"/>
            <a:r>
              <a:rPr lang="pt-BR" sz="6600" dirty="0"/>
              <a:t>MINHA CARNE TAMBÉM VOS DESEJA.</a:t>
            </a:r>
          </a:p>
        </p:txBody>
      </p:sp>
    </p:spTree>
    <p:extLst>
      <p:ext uri="{BB962C8B-B14F-4D97-AF65-F5344CB8AC3E}">
        <p14:creationId xmlns:p14="http://schemas.microsoft.com/office/powerpoint/2010/main" val="8520991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2. VENHO, ASSIM, CONTEMPLAR-VOS NO TEMPLO,</a:t>
            </a:r>
          </a:p>
          <a:p>
            <a:pPr algn="l"/>
            <a:r>
              <a:rPr lang="pt-BR" sz="6600" dirty="0"/>
              <a:t>PARA VER VOSSA GLÓRIA E PODER.</a:t>
            </a:r>
          </a:p>
        </p:txBody>
      </p:sp>
    </p:spTree>
    <p:extLst>
      <p:ext uri="{BB962C8B-B14F-4D97-AF65-F5344CB8AC3E}">
        <p14:creationId xmlns:p14="http://schemas.microsoft.com/office/powerpoint/2010/main" val="38279942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439188"/>
            <a:ext cx="3636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CANTO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0904912" cy="5935286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600" b="1" dirty="0"/>
              <a:t>ANSIOSO, DESDE A AURORA VOS BUSCO PARA VER VOSSO PODER, Ó SENHOR DEUS.:/ ALELUIA.</a:t>
            </a:r>
          </a:p>
          <a:p>
            <a:pPr algn="l"/>
            <a:r>
              <a:rPr lang="pt-BR" sz="6600" dirty="0"/>
              <a:t>3. VOSSO AMOR VALE MAIS DO QUE A VIDA:</a:t>
            </a:r>
          </a:p>
          <a:p>
            <a:pPr algn="l"/>
            <a:r>
              <a:rPr lang="pt-BR" sz="6600" dirty="0"/>
              <a:t>E POR ISSO MEUS LÁBIOS VOS LOUVAM.</a:t>
            </a:r>
          </a:p>
        </p:txBody>
      </p:sp>
    </p:spTree>
    <p:extLst>
      <p:ext uri="{BB962C8B-B14F-4D97-AF65-F5344CB8AC3E}">
        <p14:creationId xmlns:p14="http://schemas.microsoft.com/office/powerpoint/2010/main" val="119873021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25000" lnSpcReduction="20000"/>
          </a:bodyPr>
          <a:lstStyle/>
          <a:p>
            <a:pPr algn="l"/>
            <a:r>
              <a:rPr lang="pt-BR" sz="21600" i="0" dirty="0">
                <a:effectLst/>
                <a:latin typeface="Open Sans" panose="020B0606030504020204" pitchFamily="34" charset="0"/>
              </a:rPr>
              <a:t>SANTO, SANTO, SANTO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SENHOR DEUS DO UNIVERSO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O CÉU E A TERRA PROCLAMAM,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PROCLAMAM A VOSSA GLÓRIA</a:t>
            </a:r>
          </a:p>
          <a:p>
            <a:pPr algn="l"/>
            <a:endParaRPr lang="pt-BR" sz="21600" dirty="0">
              <a:latin typeface="Open Sans" panose="020B0606030504020204" pitchFamily="34" charset="0"/>
            </a:endParaRP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 NAS ALTURAS! </a:t>
            </a:r>
          </a:p>
        </p:txBody>
      </p:sp>
    </p:spTree>
    <p:extLst>
      <p:ext uri="{BB962C8B-B14F-4D97-AF65-F5344CB8AC3E}">
        <p14:creationId xmlns:p14="http://schemas.microsoft.com/office/powerpoint/2010/main" val="3742988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21600" dirty="0">
                <a:latin typeface="Open Sans" panose="020B0606030504020204" pitchFamily="34" charset="0"/>
              </a:rPr>
              <a:t>BENDITO O QUE VEM</a:t>
            </a:r>
          </a:p>
          <a:p>
            <a:pPr algn="l"/>
            <a:r>
              <a:rPr lang="pt-BR" sz="21600" dirty="0">
                <a:latin typeface="Open Sans" panose="020B0606030504020204" pitchFamily="34" charset="0"/>
              </a:rPr>
              <a:t>EM NOME DO SENHOR</a:t>
            </a:r>
          </a:p>
          <a:p>
            <a:pPr algn="l"/>
            <a:endParaRPr lang="pt-BR" sz="21600" dirty="0">
              <a:latin typeface="Open Sans" panose="020B0606030504020204" pitchFamily="34" charset="0"/>
            </a:endParaRPr>
          </a:p>
          <a:p>
            <a:pPr algn="l"/>
            <a:r>
              <a:rPr lang="pt-BR" sz="21600" b="1" dirty="0">
                <a:latin typeface="Open Sans" panose="020B0606030504020204" pitchFamily="34" charset="0"/>
              </a:rPr>
              <a:t>HOSANA NAS ALTURAS! (2x)</a:t>
            </a:r>
            <a:endParaRPr lang="pt-BR" sz="21600" dirty="0"/>
          </a:p>
        </p:txBody>
      </p:sp>
    </p:spTree>
    <p:extLst>
      <p:ext uri="{BB962C8B-B14F-4D97-AF65-F5344CB8AC3E}">
        <p14:creationId xmlns:p14="http://schemas.microsoft.com/office/powerpoint/2010/main" val="175261599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743408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8500" b="1" dirty="0"/>
              <a:t>PROVA DE AMOR MAIOR NÃO HÁ</a:t>
            </a:r>
          </a:p>
          <a:p>
            <a:pPr algn="l"/>
            <a:r>
              <a:rPr lang="pt-BR" sz="18500" b="1" dirty="0"/>
              <a:t>QUE DOAR A VIDA PELO IRMÃO! (BIS)</a:t>
            </a:r>
          </a:p>
          <a:p>
            <a:pPr algn="l"/>
            <a:endParaRPr lang="pt-BR" sz="15000" b="1" dirty="0"/>
          </a:p>
          <a:p>
            <a:pPr algn="l"/>
            <a:r>
              <a:rPr lang="pt-BR" sz="15000" dirty="0"/>
              <a:t>1. EIS QUE EU VOS DOU</a:t>
            </a:r>
          </a:p>
          <a:p>
            <a:pPr algn="l"/>
            <a:r>
              <a:rPr lang="pt-BR" sz="15000" dirty="0"/>
              <a:t>UM NOVO MANDAMENTO:</a:t>
            </a:r>
          </a:p>
          <a:p>
            <a:pPr algn="l"/>
            <a:r>
              <a:rPr lang="pt-BR" sz="15000" dirty="0"/>
              <a:t>AMAI-VOS UNS AOS OUTROS</a:t>
            </a:r>
          </a:p>
          <a:p>
            <a:pPr algn="l"/>
            <a:r>
              <a:rPr lang="pt-BR" sz="15000" dirty="0"/>
              <a:t>COMO EU VOS TENHO AMADO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49616342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8500" b="1" dirty="0"/>
              <a:t>PROVA DE AMOR MAIOR NÃO HÁ</a:t>
            </a:r>
          </a:p>
          <a:p>
            <a:pPr algn="l"/>
            <a:r>
              <a:rPr lang="pt-BR" sz="18500" b="1" dirty="0"/>
              <a:t>QUE DOAR A VIDA PELO IRMÃO! (BIS)</a:t>
            </a:r>
          </a:p>
          <a:p>
            <a:pPr algn="l"/>
            <a:endParaRPr lang="pt-BR" sz="15000" b="1" dirty="0"/>
          </a:p>
          <a:p>
            <a:pPr algn="l"/>
            <a:r>
              <a:rPr lang="pt-BR" sz="15000" dirty="0"/>
              <a:t>2. VÓS SEREIS OS MEUS AMIGOS</a:t>
            </a:r>
          </a:p>
          <a:p>
            <a:pPr algn="l"/>
            <a:r>
              <a:rPr lang="pt-BR" sz="15000" dirty="0"/>
              <a:t>SE SEGUIRDES MEU PRECEITO:</a:t>
            </a:r>
          </a:p>
          <a:p>
            <a:pPr algn="l"/>
            <a:r>
              <a:rPr lang="pt-BR" sz="15000" dirty="0"/>
              <a:t>AMAI-VOS UNS AOS OUTROS</a:t>
            </a:r>
          </a:p>
          <a:p>
            <a:pPr algn="l"/>
            <a:r>
              <a:rPr lang="pt-BR" sz="15000" dirty="0"/>
              <a:t>COMO EU VOS TENHO AMADO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76835324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512618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247467" cy="5715432"/>
          </a:xfrm>
        </p:spPr>
        <p:txBody>
          <a:bodyPr>
            <a:normAutofit fontScale="32500" lnSpcReduction="20000"/>
          </a:bodyPr>
          <a:lstStyle/>
          <a:p>
            <a:pPr algn="l"/>
            <a:r>
              <a:rPr lang="pt-BR" sz="18500" b="1" dirty="0"/>
              <a:t>PROVA DE AMOR MAIOR NÃO HÁ</a:t>
            </a:r>
          </a:p>
          <a:p>
            <a:pPr algn="l"/>
            <a:r>
              <a:rPr lang="pt-BR" sz="18500" b="1" dirty="0"/>
              <a:t>QUE DOAR A VIDA PELO IRMÃO! (BIS)</a:t>
            </a:r>
          </a:p>
          <a:p>
            <a:pPr algn="l"/>
            <a:endParaRPr lang="pt-BR" sz="15000" b="1" dirty="0"/>
          </a:p>
          <a:p>
            <a:pPr algn="l"/>
            <a:r>
              <a:rPr lang="pt-BR" sz="15000" dirty="0"/>
              <a:t>3. PERMANECEI EM MEU AMOR</a:t>
            </a:r>
          </a:p>
          <a:p>
            <a:pPr algn="l"/>
            <a:r>
              <a:rPr lang="pt-BR" sz="15000" dirty="0"/>
              <a:t>E SEGUI MEU MANDAMENTO:</a:t>
            </a:r>
          </a:p>
          <a:p>
            <a:pPr algn="l"/>
            <a:r>
              <a:rPr lang="pt-BR" sz="15000" dirty="0"/>
              <a:t>AMAI-VOS UNS AOS OUTROS</a:t>
            </a:r>
          </a:p>
          <a:p>
            <a:pPr algn="l"/>
            <a:r>
              <a:rPr lang="pt-BR" sz="15000" dirty="0"/>
              <a:t>COMO EU VOS TENHO AMADO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24432016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9404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203132" cy="5756996"/>
          </a:xfrm>
        </p:spPr>
        <p:txBody>
          <a:bodyPr>
            <a:normAutofit fontScale="85000" lnSpcReduction="20000"/>
          </a:bodyPr>
          <a:lstStyle/>
          <a:p>
            <a:pPr algn="l"/>
            <a:r>
              <a:rPr lang="pt-BR" sz="8000" b="1" dirty="0"/>
              <a:t>ALMA DE CRISTO, SANTIFICAI-ME</a:t>
            </a:r>
          </a:p>
          <a:p>
            <a:pPr algn="l"/>
            <a:r>
              <a:rPr lang="pt-BR" sz="8000" b="1" dirty="0"/>
              <a:t>CORPO DE CRISTO, SALVAI-ME</a:t>
            </a:r>
          </a:p>
          <a:p>
            <a:pPr algn="l"/>
            <a:r>
              <a:rPr lang="pt-BR" sz="8000" b="1" dirty="0"/>
              <a:t>SANGUE DE CRISTO, INEBRIAI-ME</a:t>
            </a:r>
          </a:p>
          <a:p>
            <a:pPr algn="l"/>
            <a:r>
              <a:rPr lang="pt-BR" sz="8000" b="1" dirty="0"/>
              <a:t>ÁGUA DO LADO DE CRISTO, LAVAI-ME</a:t>
            </a:r>
            <a:endParaRPr lang="pt-BR" sz="19200" b="1" dirty="0"/>
          </a:p>
        </p:txBody>
      </p:sp>
    </p:spTree>
    <p:extLst>
      <p:ext uri="{BB962C8B-B14F-4D97-AF65-F5344CB8AC3E}">
        <p14:creationId xmlns:p14="http://schemas.microsoft.com/office/powerpoint/2010/main" val="373499193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0851573" cy="5424487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8000" dirty="0"/>
              <a:t>PAIXÃO DE CRISTO, CONFORTAI-ME</a:t>
            </a:r>
          </a:p>
          <a:p>
            <a:pPr algn="l"/>
            <a:r>
              <a:rPr lang="pt-BR" sz="8000" dirty="0"/>
              <a:t>Ó BOM JESUS, OUVI-ME</a:t>
            </a:r>
          </a:p>
          <a:p>
            <a:pPr algn="l"/>
            <a:r>
              <a:rPr lang="pt-BR" sz="8000" dirty="0"/>
              <a:t>DENTRO DE VOSSAS CHAGAS, ESCONDEI-ME.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4754412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9997787" cy="571543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8000" dirty="0"/>
              <a:t>NÃO PERMITAIS QUE EU ME SEPARE DE VÓS</a:t>
            </a:r>
          </a:p>
          <a:p>
            <a:pPr algn="l"/>
            <a:r>
              <a:rPr lang="pt-BR" sz="8000" dirty="0"/>
              <a:t>DO ESPÍRITO MALIGNO DEFENDEI-ME</a:t>
            </a:r>
          </a:p>
          <a:p>
            <a:pPr algn="l"/>
            <a:r>
              <a:rPr lang="pt-BR" sz="8000" dirty="0"/>
              <a:t>NA HORA DA MORTE</a:t>
            </a:r>
          </a:p>
          <a:p>
            <a:pPr algn="l"/>
            <a:r>
              <a:rPr lang="pt-BR" sz="8000" dirty="0"/>
              <a:t>CHAMAI-ME</a:t>
            </a:r>
          </a:p>
        </p:txBody>
      </p:sp>
    </p:spTree>
    <p:extLst>
      <p:ext uri="{BB962C8B-B14F-4D97-AF65-F5344CB8AC3E}">
        <p14:creationId xmlns:p14="http://schemas.microsoft.com/office/powerpoint/2010/main" val="65218378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2" y="443345"/>
            <a:ext cx="3109307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990168"/>
            <a:ext cx="11023023" cy="5660014"/>
          </a:xfrm>
        </p:spPr>
        <p:txBody>
          <a:bodyPr>
            <a:normAutofit fontScale="92500"/>
          </a:bodyPr>
          <a:lstStyle/>
          <a:p>
            <a:pPr algn="l"/>
            <a:r>
              <a:rPr lang="pt-BR" sz="8000" b="1" dirty="0"/>
              <a:t>E MANDAI-ME IR PARA VÓS</a:t>
            </a:r>
          </a:p>
          <a:p>
            <a:pPr algn="l"/>
            <a:r>
              <a:rPr lang="pt-BR" sz="8000" b="1" dirty="0"/>
              <a:t>PARA QUE COM VOSSOS SANTOS VOS LOUVE</a:t>
            </a:r>
          </a:p>
          <a:p>
            <a:pPr algn="l"/>
            <a:r>
              <a:rPr lang="pt-BR" sz="8000" b="1" dirty="0"/>
              <a:t>POR TODOS OS SÉCULOS DOS SÉCULOS, AMÉM</a:t>
            </a:r>
          </a:p>
        </p:txBody>
      </p:sp>
    </p:spTree>
    <p:extLst>
      <p:ext uri="{BB962C8B-B14F-4D97-AF65-F5344CB8AC3E}">
        <p14:creationId xmlns:p14="http://schemas.microsoft.com/office/powerpoint/2010/main" val="131592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9016541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b="1" dirty="0"/>
              <a:t>POR SUA MORTE, A MORTE VIU O FIM</a:t>
            </a:r>
          </a:p>
          <a:p>
            <a:pPr algn="l"/>
            <a:r>
              <a:rPr lang="pt-BR" sz="8600" b="1" dirty="0"/>
              <a:t>DO SANGUE DERRAMADO A VIDA RENASCEU</a:t>
            </a:r>
          </a:p>
          <a:p>
            <a:pPr algn="l"/>
            <a:r>
              <a:rPr lang="pt-BR" sz="8600" b="1" dirty="0"/>
              <a:t>SEU PÉ FERIDO NOVA ESTRADA ABRIU</a:t>
            </a:r>
          </a:p>
          <a:p>
            <a:pPr algn="l"/>
            <a:r>
              <a:rPr lang="pt-BR" sz="8600" b="1" dirty="0"/>
              <a:t>E NESTE HOMEM, O HOMEM ENFIM SE DESCOBRIU</a:t>
            </a:r>
          </a:p>
          <a:p>
            <a:pPr algn="l"/>
            <a:endParaRPr lang="pt-BR" sz="86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5280" y="215733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35280" y="686788"/>
            <a:ext cx="11750040" cy="6171212"/>
          </a:xfrm>
        </p:spPr>
        <p:txBody>
          <a:bodyPr>
            <a:normAutofit fontScale="70000" lnSpcReduction="20000"/>
          </a:bodyPr>
          <a:lstStyle/>
          <a:p>
            <a:pPr algn="l"/>
            <a:r>
              <a:rPr lang="pt-BR" sz="8600" dirty="0"/>
              <a:t>MEU CORAÇÃO ME DIZ: O AMOR ME AMOU</a:t>
            </a:r>
          </a:p>
          <a:p>
            <a:pPr algn="l"/>
            <a:r>
              <a:rPr lang="pt-BR" sz="8600" dirty="0"/>
              <a:t>E SE ENTREGOU POR MIM, JESUS RESSUSCITOU!</a:t>
            </a:r>
          </a:p>
          <a:p>
            <a:pPr algn="l"/>
            <a:r>
              <a:rPr lang="pt-BR" sz="8600" dirty="0"/>
              <a:t>PASSOU A ESCURIDÃO, O SOL NASCEU</a:t>
            </a:r>
          </a:p>
          <a:p>
            <a:pPr algn="l"/>
            <a:r>
              <a:rPr lang="pt-BR" sz="8600"/>
              <a:t>A VIDA TRIUNFOU, JESUS RESSUSCITOU!</a:t>
            </a:r>
            <a:endParaRPr lang="pt-BR" sz="8600" dirty="0"/>
          </a:p>
        </p:txBody>
      </p:sp>
    </p:spTree>
    <p:extLst>
      <p:ext uri="{BB962C8B-B14F-4D97-AF65-F5344CB8AC3E}">
        <p14:creationId xmlns:p14="http://schemas.microsoft.com/office/powerpoint/2010/main" val="78724088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10545</TotalTime>
  <Words>807</Words>
  <Application>Microsoft Office PowerPoint</Application>
  <PresentationFormat>Widescreen</PresentationFormat>
  <Paragraphs>148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2" baseType="lpstr">
      <vt:lpstr>Arial</vt:lpstr>
      <vt:lpstr>Calibri</vt:lpstr>
      <vt:lpstr>Calibri Light</vt:lpstr>
      <vt:lpstr>Open Sans</vt:lpstr>
      <vt:lpstr>Tema do Office</vt:lpstr>
      <vt:lpstr>Apresentação do PowerPoint</vt:lpstr>
      <vt:lpstr>FINAL</vt:lpstr>
      <vt:lpstr>FINAL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CANTO DAS OFERENDAS</vt:lpstr>
      <vt:lpstr>CANTO DAS OFERENDAS</vt:lpstr>
      <vt:lpstr>CANTO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43</cp:revision>
  <cp:lastPrinted>2024-04-28T15:13:31Z</cp:lastPrinted>
  <dcterms:created xsi:type="dcterms:W3CDTF">2023-05-06T17:01:55Z</dcterms:created>
  <dcterms:modified xsi:type="dcterms:W3CDTF">2026-05-16T20:17:41Z</dcterms:modified>
</cp:coreProperties>
</file>