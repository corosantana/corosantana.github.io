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16" r:id="rId4"/>
    <p:sldId id="517" r:id="rId5"/>
    <p:sldId id="258" r:id="rId6"/>
    <p:sldId id="430" r:id="rId7"/>
    <p:sldId id="518" r:id="rId8"/>
    <p:sldId id="519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432" r:id="rId19"/>
    <p:sldId id="271" r:id="rId20"/>
    <p:sldId id="438" r:id="rId21"/>
    <p:sldId id="520" r:id="rId22"/>
    <p:sldId id="292" r:id="rId23"/>
    <p:sldId id="506" r:id="rId24"/>
    <p:sldId id="361" r:id="rId25"/>
    <p:sldId id="507" r:id="rId26"/>
    <p:sldId id="522" r:id="rId27"/>
    <p:sldId id="523" r:id="rId28"/>
    <p:sldId id="524" r:id="rId29"/>
    <p:sldId id="404" r:id="rId30"/>
    <p:sldId id="477" r:id="rId31"/>
    <p:sldId id="479" r:id="rId32"/>
    <p:sldId id="480" r:id="rId33"/>
    <p:sldId id="514" r:id="rId34"/>
    <p:sldId id="511" r:id="rId35"/>
    <p:sldId id="521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ira" initials="O" lastIdx="1" clrIdx="0">
    <p:extLst>
      <p:ext uri="{19B8F6BF-5375-455C-9EA6-DF929625EA0E}">
        <p15:presenceInfo xmlns:p15="http://schemas.microsoft.com/office/powerpoint/2012/main" userId="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BC7B45C-811C-7478-29F6-BE3DAD404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4º DOMINGO DA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ESTE É O DIA EM QUE O AMOR VENCEU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BRILHANTE LUZ ILUMINOU AS TREVAS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2E74-2AE5-F4D4-6166-4DE76A1B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D827D-CC79-EA71-B167-67E241114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E1B497-B198-5E3B-18B2-0A6E7D1CC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2. SUAVE AURORA VEIO ANUNCIANDO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 NOVA ERA FOI INAUGURADA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7879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1F9F-DF25-AC42-0597-8120F0CE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1C636-7D85-EAB6-7D26-ABD6CE614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63144F-1D6C-FF92-72E6-9916EC23E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3. NO CORAÇÃO DE TODOS NÓS RENASCE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ESPERANÇA DE UM NOVO TEMPO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6061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PAZ, TENDE PIEDADE DE NÓS!</a:t>
            </a:r>
          </a:p>
          <a:p>
            <a:pPr algn="just"/>
            <a:r>
              <a:rPr lang="pt-BR" sz="72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CRISTO, NOSSA PÁSCOA, TENDE PIEDADE DE NÓS!</a:t>
            </a:r>
          </a:p>
          <a:p>
            <a:pPr algn="just"/>
            <a:r>
              <a:rPr lang="pt-BR" sz="7200" b="1" dirty="0"/>
              <a:t>CRISTO,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256666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VIDA, TENDE PIEDADE DE NÓS!</a:t>
            </a:r>
          </a:p>
          <a:p>
            <a:pPr algn="just"/>
            <a:r>
              <a:rPr lang="pt-BR" sz="72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312977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(2X)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20389" cy="2332612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SABEI QUE O SENHOR, SÓ ELE, É DEUS, NÓS SOMOS SEU POVO E SEU REBANHO.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5917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6000" b="1" dirty="0"/>
              <a:t>ALELUIA, ALELUIA, ALELUIA </a:t>
            </a:r>
            <a:r>
              <a:rPr lang="pt-BR" sz="6500" b="1" dirty="0"/>
              <a:t> </a:t>
            </a:r>
          </a:p>
          <a:p>
            <a:endParaRPr lang="pt-BR" sz="6500" b="1" dirty="0"/>
          </a:p>
          <a:p>
            <a:r>
              <a:rPr lang="pt-BR" sz="6500" dirty="0"/>
              <a:t>EU SOU O BOM PASTOR, DIZ O SENHOR; EU CONHEÇO AS MINHAS OVELHAS E ELAS ME CONHECEM A MIM.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76837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b="1" dirty="0"/>
              <a:t>SOU BOM PASTOR, OVELHAS GUARDAREI:</a:t>
            </a:r>
          </a:p>
          <a:p>
            <a:pPr algn="l"/>
            <a:r>
              <a:rPr lang="pt-BR" sz="8800" b="1" dirty="0"/>
              <a:t>NÃO TENHO OUTRO OFÍCIO NEM TEREI.</a:t>
            </a:r>
          </a:p>
          <a:p>
            <a:pPr algn="l"/>
            <a:r>
              <a:rPr lang="pt-BR" sz="8800" b="1" dirty="0"/>
              <a:t>QUANTAS VIDAS EU TIVER EU LHES DAREI!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1. MAUS PASTORES NUM DIA DE SOMBRA,</a:t>
            </a:r>
          </a:p>
          <a:p>
            <a:pPr algn="l"/>
            <a:r>
              <a:rPr lang="pt-BR" sz="8800" dirty="0"/>
              <a:t>NÃO CUIDARAM E O REBANHO SE PERDEU.</a:t>
            </a:r>
          </a:p>
          <a:p>
            <a:pPr algn="l"/>
            <a:r>
              <a:rPr lang="pt-BR" sz="8800" dirty="0"/>
              <a:t>VOU SAIR PELO CAMPO, REUNIR O QUE É MEU,</a:t>
            </a:r>
          </a:p>
          <a:p>
            <a:pPr algn="l"/>
            <a:r>
              <a:rPr lang="pt-BR" sz="8800" dirty="0"/>
              <a:t>CONDUZIR E SALVAR.</a:t>
            </a:r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92FA-D97F-17C2-181F-2B30E254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A58E3-D3CE-9464-53A8-DD6DDF857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C1DF0E-2CA7-70DF-F85D-A06F3061C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b="1" dirty="0"/>
              <a:t>SOU BOM PASTOR, OVELHAS GUARDAREI:</a:t>
            </a:r>
          </a:p>
          <a:p>
            <a:pPr algn="l"/>
            <a:r>
              <a:rPr lang="pt-BR" sz="8800" b="1" dirty="0"/>
              <a:t>NÃO TENHO OUTRO OFÍCIO NEM TEREI.</a:t>
            </a:r>
          </a:p>
          <a:p>
            <a:pPr algn="l"/>
            <a:r>
              <a:rPr lang="pt-BR" sz="8800" b="1" dirty="0"/>
              <a:t>QUANTAS VIDAS EU TIVER EU LHES DAREI!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2. VERDES PRADOS E BELAS MONTANHAS</a:t>
            </a:r>
          </a:p>
          <a:p>
            <a:pPr algn="l"/>
            <a:r>
              <a:rPr lang="pt-BR" sz="8800" dirty="0"/>
              <a:t>HÃO DE VER O PASTOR REBANHO ATRÁS.</a:t>
            </a:r>
          </a:p>
          <a:p>
            <a:pPr algn="l"/>
            <a:r>
              <a:rPr lang="pt-BR" sz="8800" dirty="0"/>
              <a:t>JUNTO A MIM AS OELHAS TERÃO MUITA PAZ,</a:t>
            </a:r>
          </a:p>
          <a:p>
            <a:pPr algn="l"/>
            <a:r>
              <a:rPr lang="pt-BR" sz="8800" dirty="0"/>
              <a:t>PODERÃO DESCANSAR!</a:t>
            </a:r>
          </a:p>
        </p:txBody>
      </p:sp>
    </p:spTree>
    <p:extLst>
      <p:ext uri="{BB962C8B-B14F-4D97-AF65-F5344CB8AC3E}">
        <p14:creationId xmlns:p14="http://schemas.microsoft.com/office/powerpoint/2010/main" val="196017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HOSANA, HOSANA NAS ALTURAS (2X)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HOSANA, 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1. PELOS PRADOS E CAMPINAS VERDEJANTES EU VOU</a:t>
            </a:r>
          </a:p>
          <a:p>
            <a:pPr algn="l"/>
            <a:r>
              <a:rPr lang="pt-BR" sz="6600" dirty="0"/>
              <a:t>É O SENHOR QUE ME LEVA A DESCANSAR</a:t>
            </a:r>
          </a:p>
          <a:p>
            <a:pPr algn="l"/>
            <a:r>
              <a:rPr lang="pt-BR" sz="6600" dirty="0"/>
              <a:t>JUNTO ÀS FONTES DE ÁGUAS PURAS REPOUSANTES EU VOU</a:t>
            </a:r>
          </a:p>
          <a:p>
            <a:pPr algn="l"/>
            <a:r>
              <a:rPr lang="pt-BR" sz="6600" dirty="0"/>
              <a:t>MINHAS FORÇAS O SENHOR VAI ANIMAR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1133D-1AAF-7679-D510-5DCA4AD7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2EA2E-719C-5E33-3DA7-95A40B335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6A308E-CA63-FAD7-195E-7070B63D4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2. NOS CAMINHOS MAIS SEGUROS JUNTO D'ELE EU VOU</a:t>
            </a:r>
          </a:p>
          <a:p>
            <a:pPr algn="l"/>
            <a:r>
              <a:rPr lang="pt-BR" sz="6600" dirty="0"/>
              <a:t>E PRA SEMPRE O SEU NOME EU HONRAREI</a:t>
            </a:r>
          </a:p>
          <a:p>
            <a:pPr algn="l"/>
            <a:r>
              <a:rPr lang="pt-BR" sz="6600" dirty="0"/>
              <a:t>SE EU ENCONTRO MIL ABISMOS NOS CAMINHOS EU VOU</a:t>
            </a:r>
          </a:p>
          <a:p>
            <a:pPr algn="l"/>
            <a:r>
              <a:rPr lang="pt-BR" sz="6600" dirty="0"/>
              <a:t>SEGURANÇA SEMPRE TENHO EM SUAS MÃOS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496732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2B07-ECD7-B868-4C83-5B8E3C33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F7A98-C046-FA70-E8E7-08DC555DD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0E595F-076D-CD89-DA9C-6C76A52CB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3. AO BANQUETE EM SUA CASA MUITO ALEGRE EU VOU</a:t>
            </a:r>
          </a:p>
          <a:p>
            <a:pPr algn="l"/>
            <a:r>
              <a:rPr lang="pt-BR" sz="6600" dirty="0"/>
              <a:t>UM LUGAR EM SUA MESA ME PREPAROU</a:t>
            </a:r>
          </a:p>
          <a:p>
            <a:pPr algn="l"/>
            <a:r>
              <a:rPr lang="pt-BR" sz="6600" dirty="0"/>
              <a:t>ELE UNGE MINHA FRONTE E ME FAZ SER FELIZ</a:t>
            </a:r>
          </a:p>
          <a:p>
            <a:pPr algn="l"/>
            <a:r>
              <a:rPr lang="pt-BR" sz="6600" dirty="0"/>
              <a:t>E TRANSBORDA A MINHA TAÇA EM SEU AMOR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104850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FFDD-3B9E-F4FA-957B-530FE843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8AD46-0F4B-4000-7496-40FEEE0B3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BFB2C6-C890-9003-CBF4-ED6AA4DB5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4. BEM A FRENTE DO INIMIGO CONFIANTE EU VOU</a:t>
            </a:r>
          </a:p>
          <a:p>
            <a:pPr algn="l"/>
            <a:r>
              <a:rPr lang="pt-BR" sz="6600" dirty="0"/>
              <a:t>TENHO SEMPRE O SENHOR JUNTO DE MIM</a:t>
            </a:r>
          </a:p>
          <a:p>
            <a:pPr algn="l"/>
            <a:r>
              <a:rPr lang="pt-BR" sz="6600" dirty="0"/>
              <a:t>SEU CAJADO ME PROTEGE EU JAMAIS TEMEREI</a:t>
            </a:r>
          </a:p>
          <a:p>
            <a:pPr algn="l"/>
            <a:r>
              <a:rPr lang="pt-BR" sz="6600" dirty="0"/>
              <a:t>SEMPRE JUNTO DO SENHOR EU ESTAREI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731875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DENTRO DE MIM EXISTE UMA LUZ</a:t>
            </a:r>
          </a:p>
          <a:p>
            <a:pPr algn="l"/>
            <a:r>
              <a:rPr lang="pt-BR" sz="6000" dirty="0"/>
              <a:t>QUE ME MOSTRA POR ONDE DEVEREI ANDAR</a:t>
            </a:r>
          </a:p>
          <a:p>
            <a:pPr algn="l"/>
            <a:r>
              <a:rPr lang="pt-BR" sz="6000" dirty="0"/>
              <a:t>DENTRO DE MIM TAMBÉM MORA JESUS</a:t>
            </a:r>
          </a:p>
          <a:p>
            <a:pPr algn="l"/>
            <a:r>
              <a:rPr lang="pt-BR" sz="6000" dirty="0"/>
              <a:t>QUE ME ENSINA BUSCAR O SEU JEITO DE AMAR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MINHA LUZ É JESUS</a:t>
            </a:r>
          </a:p>
          <a:p>
            <a:pPr algn="l"/>
            <a:r>
              <a:rPr lang="pt-BR" sz="6000" b="1" dirty="0"/>
              <a:t>E JESUS ME CONDUZ</a:t>
            </a:r>
          </a:p>
          <a:p>
            <a:pPr algn="l"/>
            <a:r>
              <a:rPr lang="pt-BR" sz="6000" b="1" dirty="0"/>
              <a:t>PELOS CAMINHOS DA PAZ</a:t>
            </a:r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DENTRO ME MIM EXISTE UM FAROL</a:t>
            </a:r>
          </a:p>
          <a:p>
            <a:pPr algn="l"/>
            <a:r>
              <a:rPr lang="pt-BR" sz="6000" dirty="0"/>
              <a:t>QUE ME MOSTRA POR ONDE DEVEREI REMAR</a:t>
            </a:r>
          </a:p>
          <a:p>
            <a:pPr algn="l"/>
            <a:r>
              <a:rPr lang="pt-BR" sz="6000" dirty="0"/>
              <a:t>DENTRO DE MIM, JESUS CRISTO É O SOL</a:t>
            </a:r>
          </a:p>
          <a:p>
            <a:pPr algn="l"/>
            <a:r>
              <a:rPr lang="pt-BR" sz="6000" dirty="0"/>
              <a:t>QUE ME ENSINA BUSCAR O SEU JEITO DE SONHAR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MINHA LUZ É JESUS</a:t>
            </a:r>
          </a:p>
          <a:p>
            <a:pPr algn="l"/>
            <a:r>
              <a:rPr lang="pt-BR" sz="6000" b="1" dirty="0"/>
              <a:t>E JESUS ME CONDUZ</a:t>
            </a:r>
          </a:p>
          <a:p>
            <a:pPr algn="l"/>
            <a:r>
              <a:rPr lang="pt-BR" sz="6000" b="1" dirty="0"/>
              <a:t>PELOS CAMINHOS DA PAZ</a:t>
            </a:r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/>
              <a:t>DENTRO </a:t>
            </a:r>
            <a:r>
              <a:rPr lang="pt-BR" sz="6000" dirty="0"/>
              <a:t>DE MIM EXISTE UM AMOR</a:t>
            </a:r>
          </a:p>
          <a:p>
            <a:pPr algn="l"/>
            <a:r>
              <a:rPr lang="pt-BR" sz="6000" dirty="0"/>
              <a:t>QUE ME FAZ ENTENDER E LUTAR POR MEU IRMÃO</a:t>
            </a:r>
          </a:p>
          <a:p>
            <a:pPr algn="l"/>
            <a:r>
              <a:rPr lang="pt-BR" sz="6000" dirty="0"/>
              <a:t>DENTRO DE MIM, JESUS CRISTO É O CALOR</a:t>
            </a:r>
          </a:p>
          <a:p>
            <a:pPr algn="l"/>
            <a:r>
              <a:rPr lang="pt-BR" sz="6000" dirty="0"/>
              <a:t>QUE ACENDEU E AQUECEU PRA VALER MEU CORAÇÃO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MINHA LUZ É JESUS</a:t>
            </a:r>
          </a:p>
          <a:p>
            <a:pPr algn="l"/>
            <a:r>
              <a:rPr lang="pt-BR" sz="6000" b="1" dirty="0"/>
              <a:t>E JESUS ME CONDUZ</a:t>
            </a:r>
          </a:p>
          <a:p>
            <a:pPr algn="l"/>
            <a:r>
              <a:rPr lang="pt-BR" sz="6000" b="1" dirty="0"/>
              <a:t>PELOS CAMINHOS DA PAZ</a:t>
            </a:r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59C05-9BFE-0C01-14B1-63BA12E91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1. TODA A LÍNGUA, POVO E NAÇÃO</a:t>
            </a:r>
          </a:p>
          <a:p>
            <a:pPr algn="l"/>
            <a:r>
              <a:rPr lang="pt-BR" sz="6600" dirty="0"/>
              <a:t>TUA LUZ ENCONTRA NA PALAVRA.</a:t>
            </a:r>
          </a:p>
          <a:p>
            <a:pPr algn="l"/>
            <a:r>
              <a:rPr lang="pt-BR" sz="6600" dirty="0"/>
              <a:t>OS TEUS FILHOS, FRÁGEIS E DISPERSOS</a:t>
            </a:r>
          </a:p>
          <a:p>
            <a:pPr algn="l"/>
            <a:r>
              <a:rPr lang="pt-BR" sz="6600" dirty="0"/>
              <a:t>SE REÚNEM NO TEU FILHO AMADO.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AE01B-FC18-5087-CC28-1A52550D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F86CD-DCCD-DE91-34BE-0EC098914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C531F7-CE3A-3EE8-00F4-DB1B4423D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2. DEUS NOS OLHA, TERNO E PACIENTE:</a:t>
            </a:r>
          </a:p>
          <a:p>
            <a:pPr algn="l"/>
            <a:r>
              <a:rPr lang="pt-BR" sz="6600" dirty="0"/>
              <a:t>NASCE A AURORA DE UM FUTURO NOVO.</a:t>
            </a:r>
          </a:p>
          <a:p>
            <a:pPr algn="l"/>
            <a:r>
              <a:rPr lang="pt-BR" sz="6600" dirty="0"/>
              <a:t>NOVOS CÉUS, TERRA FEITA NOVA:</a:t>
            </a:r>
          </a:p>
          <a:p>
            <a:pPr algn="l"/>
            <a:r>
              <a:rPr lang="pt-BR" sz="6600" dirty="0"/>
              <a:t>PASSA OS MUROS, ‘SPIRITO DE VIDA.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263682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8339</TotalTime>
  <Words>990</Words>
  <Application>Microsoft Office PowerPoint</Application>
  <PresentationFormat>Widescreen</PresentationFormat>
  <Paragraphs>172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-apple-system</vt:lpstr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49</cp:revision>
  <dcterms:created xsi:type="dcterms:W3CDTF">2023-05-06T17:01:55Z</dcterms:created>
  <dcterms:modified xsi:type="dcterms:W3CDTF">2025-05-10T19:47:19Z</dcterms:modified>
</cp:coreProperties>
</file>