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82" r:id="rId3"/>
    <p:sldId id="483" r:id="rId4"/>
    <p:sldId id="490" r:id="rId5"/>
    <p:sldId id="488" r:id="rId6"/>
    <p:sldId id="491" r:id="rId7"/>
    <p:sldId id="489" r:id="rId8"/>
    <p:sldId id="492" r:id="rId9"/>
    <p:sldId id="258" r:id="rId10"/>
    <p:sldId id="494" r:id="rId11"/>
    <p:sldId id="495" r:id="rId12"/>
    <p:sldId id="470" r:id="rId13"/>
    <p:sldId id="260" r:id="rId14"/>
    <p:sldId id="261" r:id="rId15"/>
    <p:sldId id="338" r:id="rId16"/>
    <p:sldId id="339" r:id="rId17"/>
    <p:sldId id="340" r:id="rId18"/>
    <p:sldId id="377" r:id="rId19"/>
    <p:sldId id="447" r:id="rId20"/>
    <p:sldId id="264" r:id="rId21"/>
    <p:sldId id="265" r:id="rId22"/>
    <p:sldId id="266" r:id="rId23"/>
    <p:sldId id="267" r:id="rId24"/>
    <p:sldId id="472" r:id="rId25"/>
    <p:sldId id="471" r:id="rId26"/>
    <p:sldId id="484" r:id="rId27"/>
    <p:sldId id="485" r:id="rId28"/>
    <p:sldId id="361" r:id="rId29"/>
    <p:sldId id="445" r:id="rId30"/>
    <p:sldId id="496" r:id="rId31"/>
    <p:sldId id="443" r:id="rId32"/>
    <p:sldId id="444" r:id="rId33"/>
    <p:sldId id="477" r:id="rId34"/>
    <p:sldId id="486" r:id="rId35"/>
    <p:sldId id="478" r:id="rId36"/>
    <p:sldId id="487" r:id="rId37"/>
    <p:sldId id="480" r:id="rId38"/>
    <p:sldId id="277" r:id="rId39"/>
    <p:sldId id="428" r:id="rId40"/>
    <p:sldId id="429" r:id="rId41"/>
    <p:sldId id="441" r:id="rId42"/>
    <p:sldId id="442" r:id="rId43"/>
    <p:sldId id="427" r:id="rId44"/>
    <p:sldId id="337" r:id="rId45"/>
    <p:sldId id="459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648876FF-2461-4190-82B1-32F9AD652478}"/>
    <pc:docChg chg="undo custSel addSld delSld modSld sldOrd">
      <pc:chgData name="anaclaracosta116@gmail.com" userId="a793634777582c92" providerId="LiveId" clId="{648876FF-2461-4190-82B1-32F9AD652478}" dt="2024-04-27T20:19:40.504" v="79" actId="20577"/>
      <pc:docMkLst>
        <pc:docMk/>
      </pc:docMkLst>
      <pc:sldChg chg="modSp mod">
        <pc:chgData name="anaclaracosta116@gmail.com" userId="a793634777582c92" providerId="LiveId" clId="{648876FF-2461-4190-82B1-32F9AD652478}" dt="2024-04-27T20:19:11.231" v="75" actId="27636"/>
        <pc:sldMkLst>
          <pc:docMk/>
          <pc:sldMk cId="4141278968" sldId="337"/>
        </pc:sldMkLst>
        <pc:spChg chg="mod">
          <ac:chgData name="anaclaracosta116@gmail.com" userId="a793634777582c92" providerId="LiveId" clId="{648876FF-2461-4190-82B1-32F9AD652478}" dt="2024-04-27T20:19:11.231" v="75" actId="27636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48876FF-2461-4190-82B1-32F9AD652478}" dt="2024-04-27T20:19:40.504" v="79" actId="20577"/>
        <pc:sldMkLst>
          <pc:docMk/>
          <pc:sldMk cId="725659120" sldId="375"/>
        </pc:sldMkLst>
        <pc:spChg chg="mod">
          <ac:chgData name="anaclaracosta116@gmail.com" userId="a793634777582c92" providerId="LiveId" clId="{648876FF-2461-4190-82B1-32F9AD652478}" dt="2024-04-27T20:19:40.504" v="79" actId="20577"/>
          <ac:spMkLst>
            <pc:docMk/>
            <pc:sldMk cId="725659120" sldId="375"/>
            <ac:spMk id="4" creationId="{23B5BD68-62AE-07CF-D39A-D2ED40FE2B1C}"/>
          </ac:spMkLst>
        </pc:spChg>
      </pc:sldChg>
      <pc:sldChg chg="modSp add del mod">
        <pc:chgData name="anaclaracosta116@gmail.com" userId="a793634777582c92" providerId="LiveId" clId="{648876FF-2461-4190-82B1-32F9AD652478}" dt="2024-04-27T20:16:20.274" v="58" actId="2696"/>
        <pc:sldMkLst>
          <pc:docMk/>
          <pc:sldMk cId="3496163428" sldId="444"/>
        </pc:sldMkLst>
        <pc:spChg chg="mod">
          <ac:chgData name="anaclaracosta116@gmail.com" userId="a793634777582c92" providerId="LiveId" clId="{648876FF-2461-4190-82B1-32F9AD652478}" dt="2024-04-27T20:15:36.377" v="52" actId="113"/>
          <ac:spMkLst>
            <pc:docMk/>
            <pc:sldMk cId="3496163428" sldId="44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48876FF-2461-4190-82B1-32F9AD652478}" dt="2024-04-27T20:14:44.717" v="48" actId="403"/>
        <pc:sldMkLst>
          <pc:docMk/>
          <pc:sldMk cId="374298811" sldId="445"/>
        </pc:sldMkLst>
        <pc:spChg chg="mod">
          <ac:chgData name="anaclaracosta116@gmail.com" userId="a793634777582c92" providerId="LiveId" clId="{648876FF-2461-4190-82B1-32F9AD652478}" dt="2024-04-27T20:14:44.717" v="48" actId="403"/>
          <ac:spMkLst>
            <pc:docMk/>
            <pc:sldMk cId="374298811" sldId="44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48876FF-2461-4190-82B1-32F9AD652478}" dt="2024-04-27T20:19:29.698" v="77" actId="27636"/>
        <pc:sldMkLst>
          <pc:docMk/>
          <pc:sldMk cId="2277023183" sldId="459"/>
        </pc:sldMkLst>
        <pc:spChg chg="mod">
          <ac:chgData name="anaclaracosta116@gmail.com" userId="a793634777582c92" providerId="LiveId" clId="{648876FF-2461-4190-82B1-32F9AD652478}" dt="2024-04-27T20:19:29.698" v="77" actId="27636"/>
          <ac:spMkLst>
            <pc:docMk/>
            <pc:sldMk cId="2277023183" sldId="45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648876FF-2461-4190-82B1-32F9AD652478}" dt="2024-04-27T20:11:54.749" v="9" actId="2696"/>
        <pc:sldMkLst>
          <pc:docMk/>
          <pc:sldMk cId="2621809749" sldId="462"/>
        </pc:sldMkLst>
      </pc:sldChg>
      <pc:sldChg chg="del">
        <pc:chgData name="anaclaracosta116@gmail.com" userId="a793634777582c92" providerId="LiveId" clId="{648876FF-2461-4190-82B1-32F9AD652478}" dt="2024-04-27T20:16:12.062" v="56" actId="2696"/>
        <pc:sldMkLst>
          <pc:docMk/>
          <pc:sldMk cId="3064756287" sldId="466"/>
        </pc:sldMkLst>
      </pc:sldChg>
      <pc:sldChg chg="modSp mod">
        <pc:chgData name="anaclaracosta116@gmail.com" userId="a793634777582c92" providerId="LiveId" clId="{648876FF-2461-4190-82B1-32F9AD652478}" dt="2024-04-27T20:11:50.657" v="8" actId="113"/>
        <pc:sldMkLst>
          <pc:docMk/>
          <pc:sldMk cId="852099130" sldId="471"/>
        </pc:sldMkLst>
        <pc:spChg chg="mod">
          <ac:chgData name="anaclaracosta116@gmail.com" userId="a793634777582c92" providerId="LiveId" clId="{648876FF-2461-4190-82B1-32F9AD652478}" dt="2024-04-27T20:11:50.657" v="8" actId="113"/>
          <ac:spMkLst>
            <pc:docMk/>
            <pc:sldMk cId="852099130" sldId="471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648876FF-2461-4190-82B1-32F9AD652478}" dt="2024-04-27T20:12:00.782" v="10" actId="2696"/>
        <pc:sldMkLst>
          <pc:docMk/>
          <pc:sldMk cId="1555548285" sldId="474"/>
        </pc:sldMkLst>
      </pc:sldChg>
      <pc:sldChg chg="del">
        <pc:chgData name="anaclaracosta116@gmail.com" userId="a793634777582c92" providerId="LiveId" clId="{648876FF-2461-4190-82B1-32F9AD652478}" dt="2024-04-27T20:12:12.124" v="11" actId="2696"/>
        <pc:sldMkLst>
          <pc:docMk/>
          <pc:sldMk cId="754742132" sldId="475"/>
        </pc:sldMkLst>
      </pc:sldChg>
      <pc:sldChg chg="modSp del mod">
        <pc:chgData name="anaclaracosta116@gmail.com" userId="a793634777582c92" providerId="LiveId" clId="{648876FF-2461-4190-82B1-32F9AD652478}" dt="2024-04-27T20:14:50.067" v="49" actId="2696"/>
        <pc:sldMkLst>
          <pc:docMk/>
          <pc:sldMk cId="1389428404" sldId="476"/>
        </pc:sldMkLst>
        <pc:spChg chg="mod">
          <ac:chgData name="anaclaracosta116@gmail.com" userId="a793634777582c92" providerId="LiveId" clId="{648876FF-2461-4190-82B1-32F9AD652478}" dt="2024-04-27T20:14:29.748" v="44" actId="27636"/>
          <ac:spMkLst>
            <pc:docMk/>
            <pc:sldMk cId="1389428404" sldId="47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48876FF-2461-4190-82B1-32F9AD652478}" dt="2024-04-27T20:16:06.571" v="55" actId="27636"/>
        <pc:sldMkLst>
          <pc:docMk/>
          <pc:sldMk cId="1093983766" sldId="477"/>
        </pc:sldMkLst>
        <pc:spChg chg="mod">
          <ac:chgData name="anaclaracosta116@gmail.com" userId="a793634777582c92" providerId="LiveId" clId="{648876FF-2461-4190-82B1-32F9AD652478}" dt="2024-04-27T20:16:06.571" v="55" actId="27636"/>
          <ac:spMkLst>
            <pc:docMk/>
            <pc:sldMk cId="1093983766" sldId="47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48876FF-2461-4190-82B1-32F9AD652478}" dt="2024-04-27T20:17:15.542" v="64" actId="27636"/>
        <pc:sldMkLst>
          <pc:docMk/>
          <pc:sldMk cId="3738050050" sldId="478"/>
        </pc:sldMkLst>
        <pc:spChg chg="mod">
          <ac:chgData name="anaclaracosta116@gmail.com" userId="a793634777582c92" providerId="LiveId" clId="{648876FF-2461-4190-82B1-32F9AD652478}" dt="2024-04-27T20:17:15.542" v="64" actId="27636"/>
          <ac:spMkLst>
            <pc:docMk/>
            <pc:sldMk cId="3738050050" sldId="47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648876FF-2461-4190-82B1-32F9AD652478}" dt="2024-04-27T20:17:18.840" v="65" actId="2696"/>
        <pc:sldMkLst>
          <pc:docMk/>
          <pc:sldMk cId="1255787916" sldId="479"/>
        </pc:sldMkLst>
      </pc:sldChg>
      <pc:sldChg chg="modSp mod">
        <pc:chgData name="anaclaracosta116@gmail.com" userId="a793634777582c92" providerId="LiveId" clId="{648876FF-2461-4190-82B1-32F9AD652478}" dt="2024-04-27T20:17:53.847" v="72" actId="27636"/>
        <pc:sldMkLst>
          <pc:docMk/>
          <pc:sldMk cId="502570925" sldId="480"/>
        </pc:sldMkLst>
        <pc:spChg chg="mod">
          <ac:chgData name="anaclaracosta116@gmail.com" userId="a793634777582c92" providerId="LiveId" clId="{648876FF-2461-4190-82B1-32F9AD652478}" dt="2024-04-27T20:17:53.847" v="72" actId="27636"/>
          <ac:spMkLst>
            <pc:docMk/>
            <pc:sldMk cId="502570925" sldId="480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648876FF-2461-4190-82B1-32F9AD652478}" dt="2024-04-27T20:17:56.687" v="73" actId="2696"/>
        <pc:sldMkLst>
          <pc:docMk/>
          <pc:sldMk cId="1969797096" sldId="481"/>
        </pc:sldMkLst>
      </pc:sldChg>
      <pc:sldChg chg="modSp add mod">
        <pc:chgData name="anaclaracosta116@gmail.com" userId="a793634777582c92" providerId="LiveId" clId="{648876FF-2461-4190-82B1-32F9AD652478}" dt="2024-04-27T20:12:46.470" v="17" actId="27636"/>
        <pc:sldMkLst>
          <pc:docMk/>
          <pc:sldMk cId="3827994234" sldId="484"/>
        </pc:sldMkLst>
        <pc:spChg chg="mod">
          <ac:chgData name="anaclaracosta116@gmail.com" userId="a793634777582c92" providerId="LiveId" clId="{648876FF-2461-4190-82B1-32F9AD652478}" dt="2024-04-27T20:12:46.470" v="17" actId="27636"/>
          <ac:spMkLst>
            <pc:docMk/>
            <pc:sldMk cId="3827994234" sldId="48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648876FF-2461-4190-82B1-32F9AD652478}" dt="2024-04-27T20:13:19.809" v="19"/>
        <pc:sldMkLst>
          <pc:docMk/>
          <pc:sldMk cId="1198730216" sldId="485"/>
        </pc:sldMkLst>
        <pc:spChg chg="mod">
          <ac:chgData name="anaclaracosta116@gmail.com" userId="a793634777582c92" providerId="LiveId" clId="{648876FF-2461-4190-82B1-32F9AD652478}" dt="2024-04-27T20:13:19.809" v="19"/>
          <ac:spMkLst>
            <pc:docMk/>
            <pc:sldMk cId="1198730216" sldId="485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648876FF-2461-4190-82B1-32F9AD652478}" dt="2024-04-27T20:16:30.586" v="61"/>
        <pc:sldMkLst>
          <pc:docMk/>
          <pc:sldMk cId="326141454" sldId="486"/>
        </pc:sldMkLst>
      </pc:sldChg>
      <pc:sldChg chg="add ord">
        <pc:chgData name="anaclaracosta116@gmail.com" userId="a793634777582c92" providerId="LiveId" clId="{648876FF-2461-4190-82B1-32F9AD652478}" dt="2024-04-27T20:17:28.760" v="69"/>
        <pc:sldMkLst>
          <pc:docMk/>
          <pc:sldMk cId="2384723893" sldId="487"/>
        </pc:sldMkLst>
      </pc:sldChg>
    </pc:docChg>
  </pc:docChgLst>
  <pc:docChgLst>
    <pc:chgData name="anaclaracosta116@gmail.com" userId="a793634777582c92" providerId="LiveId" clId="{57950E1A-2044-4C72-9D1B-FA8E6BF6807D}"/>
    <pc:docChg chg="undo redo custSel addSld delSld modSld">
      <pc:chgData name="anaclaracosta116@gmail.com" userId="a793634777582c92" providerId="LiveId" clId="{57950E1A-2044-4C72-9D1B-FA8E6BF6807D}" dt="2024-05-18T20:05:26.687" v="494" actId="27309"/>
      <pc:docMkLst>
        <pc:docMk/>
      </pc:docMkLst>
      <pc:sldChg chg="del">
        <pc:chgData name="anaclaracosta116@gmail.com" userId="a793634777582c92" providerId="LiveId" clId="{57950E1A-2044-4C72-9D1B-FA8E6BF6807D}" dt="2024-04-28T14:06:27.606" v="301" actId="47"/>
        <pc:sldMkLst>
          <pc:docMk/>
          <pc:sldMk cId="2490480151" sldId="259"/>
        </pc:sldMkLst>
      </pc:sldChg>
      <pc:sldChg chg="addSp delSp modSp mod">
        <pc:chgData name="anaclaracosta116@gmail.com" userId="a793634777582c92" providerId="LiveId" clId="{57950E1A-2044-4C72-9D1B-FA8E6BF6807D}" dt="2024-05-04T19:06:21.063" v="493" actId="14100"/>
        <pc:sldMkLst>
          <pc:docMk/>
          <pc:sldMk cId="725659120" sldId="375"/>
        </pc:sldMkLst>
        <pc:spChg chg="add del mod">
          <ac:chgData name="anaclaracosta116@gmail.com" userId="a793634777582c92" providerId="LiveId" clId="{57950E1A-2044-4C72-9D1B-FA8E6BF6807D}" dt="2024-05-04T19:06:21.063" v="493" actId="14100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57950E1A-2044-4C72-9D1B-FA8E6BF6807D}" dt="2024-05-04T19:01:53.262" v="480" actId="20577"/>
          <ac:spMkLst>
            <pc:docMk/>
            <pc:sldMk cId="725659120" sldId="375"/>
            <ac:spMk id="4" creationId="{23B5BD68-62AE-07CF-D39A-D2ED40FE2B1C}"/>
          </ac:spMkLst>
        </pc:spChg>
        <pc:picChg chg="add mod ord modCrop">
          <ac:chgData name="anaclaracosta116@gmail.com" userId="a793634777582c92" providerId="LiveId" clId="{57950E1A-2044-4C72-9D1B-FA8E6BF6807D}" dt="2024-05-04T19:06:04.857" v="492" actId="167"/>
          <ac:picMkLst>
            <pc:docMk/>
            <pc:sldMk cId="725659120" sldId="375"/>
            <ac:picMk id="2" creationId="{5CD6DEBA-CBA2-EF0F-BDCB-7DA6FDC26797}"/>
          </ac:picMkLst>
        </pc:picChg>
        <pc:picChg chg="add del">
          <ac:chgData name="anaclaracosta116@gmail.com" userId="a793634777582c92" providerId="LiveId" clId="{57950E1A-2044-4C72-9D1B-FA8E6BF6807D}" dt="2024-04-28T13:35:15.974" v="100" actId="478"/>
          <ac:picMkLst>
            <pc:docMk/>
            <pc:sldMk cId="725659120" sldId="375"/>
            <ac:picMk id="5" creationId="{EDB6BCFB-9072-990A-B0D8-72F16C8856B4}"/>
          </ac:picMkLst>
        </pc:picChg>
        <pc:picChg chg="add del mod ord">
          <ac:chgData name="anaclaracosta116@gmail.com" userId="a793634777582c92" providerId="LiveId" clId="{57950E1A-2044-4C72-9D1B-FA8E6BF6807D}" dt="2024-04-28T13:35:05.558" v="95" actId="14100"/>
          <ac:picMkLst>
            <pc:docMk/>
            <pc:sldMk cId="725659120" sldId="375"/>
            <ac:picMk id="6" creationId="{BBC15F4A-48B5-CF29-D64F-9B9BDDE53F28}"/>
          </ac:picMkLst>
        </pc:picChg>
        <pc:picChg chg="add del mod">
          <ac:chgData name="anaclaracosta116@gmail.com" userId="a793634777582c92" providerId="LiveId" clId="{57950E1A-2044-4C72-9D1B-FA8E6BF6807D}" dt="2024-04-28T13:37:03.691" v="108" actId="478"/>
          <ac:picMkLst>
            <pc:docMk/>
            <pc:sldMk cId="725659120" sldId="375"/>
            <ac:picMk id="1026" creationId="{787608C6-6E7E-4BAB-CFE9-1226EB6845B7}"/>
          </ac:picMkLst>
        </pc:picChg>
        <pc:picChg chg="add del mod">
          <ac:chgData name="anaclaracosta116@gmail.com" userId="a793634777582c92" providerId="LiveId" clId="{57950E1A-2044-4C72-9D1B-FA8E6BF6807D}" dt="2024-04-28T13:49:23.836" v="261" actId="478"/>
          <ac:picMkLst>
            <pc:docMk/>
            <pc:sldMk cId="725659120" sldId="375"/>
            <ac:picMk id="1028" creationId="{B9F14408-5C9C-6C45-2E28-FFF0DFFA807A}"/>
          </ac:picMkLst>
        </pc:picChg>
        <pc:picChg chg="add del mod">
          <ac:chgData name="anaclaracosta116@gmail.com" userId="a793634777582c92" providerId="LiveId" clId="{57950E1A-2044-4C72-9D1B-FA8E6BF6807D}" dt="2024-05-04T19:05:17.804" v="484" actId="21"/>
          <ac:picMkLst>
            <pc:docMk/>
            <pc:sldMk cId="725659120" sldId="375"/>
            <ac:picMk id="1030" creationId="{3ED27FE6-DF61-23DE-E575-775FAAC50B4B}"/>
          </ac:picMkLst>
        </pc:picChg>
      </pc:sldChg>
      <pc:sldChg chg="modSp mod">
        <pc:chgData name="anaclaracosta116@gmail.com" userId="a793634777582c92" providerId="LiveId" clId="{57950E1A-2044-4C72-9D1B-FA8E6BF6807D}" dt="2024-04-28T15:08:30.893" v="477" actId="20577"/>
        <pc:sldMkLst>
          <pc:docMk/>
          <pc:sldMk cId="374298811" sldId="445"/>
        </pc:sldMkLst>
        <pc:spChg chg="mod">
          <ac:chgData name="anaclaracosta116@gmail.com" userId="a793634777582c92" providerId="LiveId" clId="{57950E1A-2044-4C72-9D1B-FA8E6BF6807D}" dt="2024-04-28T15:08:30.893" v="477" actId="20577"/>
          <ac:spMkLst>
            <pc:docMk/>
            <pc:sldMk cId="374298811" sldId="445"/>
            <ac:spMk id="3" creationId="{FC8F7E34-DB8C-1CEE-BAF4-E537563F9CD2}"/>
          </ac:spMkLst>
        </pc:spChg>
      </pc:sldChg>
      <pc:sldChg chg="addSp modSp mod">
        <pc:chgData name="anaclaracosta116@gmail.com" userId="a793634777582c92" providerId="LiveId" clId="{57950E1A-2044-4C72-9D1B-FA8E6BF6807D}" dt="2024-05-18T20:05:26.687" v="494" actId="27309"/>
        <pc:sldMkLst>
          <pc:docMk/>
          <pc:sldMk cId="2277023183" sldId="459"/>
        </pc:sldMkLst>
        <pc:graphicFrameChg chg="add modGraphic">
          <ac:chgData name="anaclaracosta116@gmail.com" userId="a793634777582c92" providerId="LiveId" clId="{57950E1A-2044-4C72-9D1B-FA8E6BF6807D}" dt="2024-05-18T20:05:26.687" v="494" actId="27309"/>
          <ac:graphicFrameMkLst>
            <pc:docMk/>
            <pc:sldMk cId="2277023183" sldId="459"/>
            <ac:graphicFrameMk id="5" creationId="{31A871D9-B0CE-F4B7-9BF5-0A9051ABC14C}"/>
          </ac:graphicFrameMkLst>
        </pc:graphicFrameChg>
      </pc:sldChg>
      <pc:sldChg chg="del">
        <pc:chgData name="anaclaracosta116@gmail.com" userId="a793634777582c92" providerId="LiveId" clId="{57950E1A-2044-4C72-9D1B-FA8E6BF6807D}" dt="2024-04-28T14:06:29.423" v="302" actId="47"/>
        <pc:sldMkLst>
          <pc:docMk/>
          <pc:sldMk cId="3561468541" sldId="469"/>
        </pc:sldMkLst>
      </pc:sldChg>
      <pc:sldChg chg="add">
        <pc:chgData name="anaclaracosta116@gmail.com" userId="a793634777582c92" providerId="LiveId" clId="{57950E1A-2044-4C72-9D1B-FA8E6BF6807D}" dt="2024-04-28T14:06:16.218" v="298"/>
        <pc:sldMkLst>
          <pc:docMk/>
          <pc:sldMk cId="900030814" sldId="470"/>
        </pc:sldMkLst>
      </pc:sldChg>
      <pc:sldChg chg="modSp mod">
        <pc:chgData name="anaclaracosta116@gmail.com" userId="a793634777582c92" providerId="LiveId" clId="{57950E1A-2044-4C72-9D1B-FA8E6BF6807D}" dt="2024-04-28T13:43:40.748" v="193" actId="207"/>
        <pc:sldMkLst>
          <pc:docMk/>
          <pc:sldMk cId="2830037247" sldId="482"/>
        </pc:sldMkLst>
        <pc:spChg chg="mod">
          <ac:chgData name="anaclaracosta116@gmail.com" userId="a793634777582c92" providerId="LiveId" clId="{57950E1A-2044-4C72-9D1B-FA8E6BF6807D}" dt="2024-04-28T13:43:40.748" v="193" actId="207"/>
          <ac:spMkLst>
            <pc:docMk/>
            <pc:sldMk cId="2830037247" sldId="48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7950E1A-2044-4C72-9D1B-FA8E6BF6807D}" dt="2024-04-28T13:46:54.968" v="217" actId="1035"/>
        <pc:sldMkLst>
          <pc:docMk/>
          <pc:sldMk cId="203207036" sldId="483"/>
        </pc:sldMkLst>
        <pc:spChg chg="mod">
          <ac:chgData name="anaclaracosta116@gmail.com" userId="a793634777582c92" providerId="LiveId" clId="{57950E1A-2044-4C72-9D1B-FA8E6BF6807D}" dt="2024-04-28T13:46:54.968" v="217" actId="1035"/>
          <ac:spMkLst>
            <pc:docMk/>
            <pc:sldMk cId="203207036" sldId="48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7950E1A-2044-4C72-9D1B-FA8E6BF6807D}" dt="2024-04-28T13:45:45.502" v="204" actId="27636"/>
        <pc:sldMkLst>
          <pc:docMk/>
          <pc:sldMk cId="241367354" sldId="488"/>
        </pc:sldMkLst>
        <pc:spChg chg="mod">
          <ac:chgData name="anaclaracosta116@gmail.com" userId="a793634777582c92" providerId="LiveId" clId="{57950E1A-2044-4C72-9D1B-FA8E6BF6807D}" dt="2024-04-28T13:45:45.502" v="204" actId="27636"/>
          <ac:spMkLst>
            <pc:docMk/>
            <pc:sldMk cId="241367354" sldId="48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7950E1A-2044-4C72-9D1B-FA8E6BF6807D}" dt="2024-04-28T13:46:21.497" v="211"/>
        <pc:sldMkLst>
          <pc:docMk/>
          <pc:sldMk cId="3022592904" sldId="489"/>
        </pc:sldMkLst>
        <pc:spChg chg="mod">
          <ac:chgData name="anaclaracosta116@gmail.com" userId="a793634777582c92" providerId="LiveId" clId="{57950E1A-2044-4C72-9D1B-FA8E6BF6807D}" dt="2024-04-28T13:46:21.497" v="211"/>
          <ac:spMkLst>
            <pc:docMk/>
            <pc:sldMk cId="3022592904" sldId="489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57950E1A-2044-4C72-9D1B-FA8E6BF6807D}" dt="2024-04-28T13:47:03.138" v="218"/>
        <pc:sldMkLst>
          <pc:docMk/>
          <pc:sldMk cId="1556848779" sldId="490"/>
        </pc:sldMkLst>
      </pc:sldChg>
      <pc:sldChg chg="add">
        <pc:chgData name="anaclaracosta116@gmail.com" userId="a793634777582c92" providerId="LiveId" clId="{57950E1A-2044-4C72-9D1B-FA8E6BF6807D}" dt="2024-04-28T13:47:04.978" v="219"/>
        <pc:sldMkLst>
          <pc:docMk/>
          <pc:sldMk cId="758567430" sldId="491"/>
        </pc:sldMkLst>
      </pc:sldChg>
      <pc:sldChg chg="add">
        <pc:chgData name="anaclaracosta116@gmail.com" userId="a793634777582c92" providerId="LiveId" clId="{57950E1A-2044-4C72-9D1B-FA8E6BF6807D}" dt="2024-04-28T13:47:06.966" v="220"/>
        <pc:sldMkLst>
          <pc:docMk/>
          <pc:sldMk cId="1477245432" sldId="492"/>
        </pc:sldMkLst>
      </pc:sldChg>
      <pc:sldChg chg="addSp new del">
        <pc:chgData name="anaclaracosta116@gmail.com" userId="a793634777582c92" providerId="LiveId" clId="{57950E1A-2044-4C72-9D1B-FA8E6BF6807D}" dt="2024-04-28T15:13:12.236" v="478" actId="47"/>
        <pc:sldMkLst>
          <pc:docMk/>
          <pc:sldMk cId="3127561512" sldId="493"/>
        </pc:sldMkLst>
        <pc:picChg chg="add">
          <ac:chgData name="anaclaracosta116@gmail.com" userId="a793634777582c92" providerId="LiveId" clId="{57950E1A-2044-4C72-9D1B-FA8E6BF6807D}" dt="2024-04-28T13:50:29.964" v="275"/>
          <ac:picMkLst>
            <pc:docMk/>
            <pc:sldMk cId="3127561512" sldId="493"/>
            <ac:picMk id="2050" creationId="{CC5F35A6-2C5C-5057-4D5B-191421A5CBF3}"/>
          </ac:picMkLst>
        </pc:picChg>
      </pc:sldChg>
      <pc:sldChg chg="add">
        <pc:chgData name="anaclaracosta116@gmail.com" userId="a793634777582c92" providerId="LiveId" clId="{57950E1A-2044-4C72-9D1B-FA8E6BF6807D}" dt="2024-04-28T14:06:16.218" v="298"/>
        <pc:sldMkLst>
          <pc:docMk/>
          <pc:sldMk cId="950480775" sldId="494"/>
        </pc:sldMkLst>
      </pc:sldChg>
      <pc:sldChg chg="add del">
        <pc:chgData name="anaclaracosta116@gmail.com" userId="a793634777582c92" providerId="LiveId" clId="{57950E1A-2044-4C72-9D1B-FA8E6BF6807D}" dt="2024-04-28T14:06:25.024" v="300" actId="47"/>
        <pc:sldMkLst>
          <pc:docMk/>
          <pc:sldMk cId="3378554326" sldId="495"/>
        </pc:sldMkLst>
      </pc:sldChg>
      <pc:sldChg chg="modSp add mod">
        <pc:chgData name="anaclaracosta116@gmail.com" userId="a793634777582c92" providerId="LiveId" clId="{57950E1A-2044-4C72-9D1B-FA8E6BF6807D}" dt="2024-04-28T15:06:26.323" v="474" actId="20577"/>
        <pc:sldMkLst>
          <pc:docMk/>
          <pc:sldMk cId="1752615994" sldId="496"/>
        </pc:sldMkLst>
        <pc:spChg chg="mod">
          <ac:chgData name="anaclaracosta116@gmail.com" userId="a793634777582c92" providerId="LiveId" clId="{57950E1A-2044-4C72-9D1B-FA8E6BF6807D}" dt="2024-04-28T15:06:26.323" v="474" actId="20577"/>
          <ac:spMkLst>
            <pc:docMk/>
            <pc:sldMk cId="1752615994" sldId="496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CD6DEBA-CBA2-EF0F-BDCB-7DA6FDC267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41" b="6503"/>
          <a:stretch/>
        </p:blipFill>
        <p:spPr>
          <a:xfrm>
            <a:off x="811383" y="16151"/>
            <a:ext cx="10763195" cy="684184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29496" y="0"/>
            <a:ext cx="12162504" cy="6857999"/>
          </a:xfrm>
          <a:prstGeom prst="rect">
            <a:avLst/>
          </a:prstGeom>
          <a:solidFill>
            <a:schemeClr val="tx1">
              <a:alpha val="5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3B5BD68-62AE-07CF-D39A-D2ED40FE2B1C}"/>
              </a:ext>
            </a:extLst>
          </p:cNvPr>
          <p:cNvSpPr txBox="1">
            <a:spLocks/>
          </p:cNvSpPr>
          <p:nvPr/>
        </p:nvSpPr>
        <p:spPr>
          <a:xfrm>
            <a:off x="483176" y="2199521"/>
            <a:ext cx="11225647" cy="257694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6º DOMINGO DO TEMPO PASCAL</a:t>
            </a:r>
            <a:endParaRPr lang="pt-BR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 SENHOR RESSURGIU,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É O CORDEIRO PASCAL,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IMOLADO POR NÓS,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É O CRISTO SENHOR, ELE VIVE E VENCEU, ALELUIA!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283003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825909"/>
            <a:ext cx="11750040" cy="5884606"/>
          </a:xfrm>
        </p:spPr>
        <p:txBody>
          <a:bodyPr>
            <a:noAutofit/>
          </a:bodyPr>
          <a:lstStyle/>
          <a:p>
            <a:pPr algn="l"/>
            <a:r>
              <a:rPr lang="pt-BR" sz="61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1. O CRISTO, SENHOR RESSUSCITOU,</a:t>
            </a:r>
            <a:br>
              <a:rPr lang="pt-BR" sz="6100" dirty="0"/>
            </a:br>
            <a:r>
              <a:rPr lang="pt-BR" sz="61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A NOSSA ESPERANÇA REALIZOU:</a:t>
            </a:r>
            <a:br>
              <a:rPr lang="pt-BR" sz="6100" dirty="0"/>
            </a:br>
            <a:r>
              <a:rPr lang="pt-BR" sz="61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VENCIDA A MORTE PARA SEMPRE, TRIUNFA A VIDA ETERNAMENTE!</a:t>
            </a:r>
            <a:endParaRPr lang="pt-BR" sz="6100" dirty="0"/>
          </a:p>
        </p:txBody>
      </p:sp>
    </p:spTree>
    <p:extLst>
      <p:ext uri="{BB962C8B-B14F-4D97-AF65-F5344CB8AC3E}">
        <p14:creationId xmlns:p14="http://schemas.microsoft.com/office/powerpoint/2010/main" val="20320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 SENHOR RESSURGIU,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É O CORDEIRO PASCAL,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IMOLADO POR NÓS,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É O CRISTO SENHOR, ELE VIVE E VENCEU, ALELUIA!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155684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973394"/>
            <a:ext cx="11750040" cy="588460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2. O CRISTO REMIU A SEUS IRMÃOS,</a:t>
            </a:r>
          </a:p>
          <a:p>
            <a:pPr algn="l"/>
            <a:r>
              <a:rPr lang="pt-BR" sz="72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AO PAI OS CONDUZIU POR SUA MÃO;</a:t>
            </a:r>
          </a:p>
          <a:p>
            <a:pPr algn="l"/>
            <a:r>
              <a:rPr lang="pt-BR" sz="72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 ESPÍRITO SANTO UNIDA ESTEJA,</a:t>
            </a:r>
          </a:p>
          <a:p>
            <a:pPr algn="l"/>
            <a:r>
              <a:rPr lang="pt-BR" sz="72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A FAMÍLIA DE DEUS, QUE É A IGREJA!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241367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 SENHOR RESSURGIU,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É O CORDEIRO PASCAL,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IMOLADO POR NÓS,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É O CRISTO SENHOR, ELE VIVE E VENCEU, ALELUIA!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75856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973394"/>
            <a:ext cx="11750040" cy="588460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3. O CRISTO, NOSSA PÁSCOA SE IMOLOU,</a:t>
            </a:r>
          </a:p>
          <a:p>
            <a:pPr algn="l"/>
            <a:r>
              <a:rPr lang="pt-BR" sz="72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SEU SANGUE DA MORTE NOS LIVROU:</a:t>
            </a:r>
          </a:p>
          <a:p>
            <a:pPr algn="l"/>
            <a:r>
              <a:rPr lang="pt-BR" sz="72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INCÓLUMES O MAR ATRAVESSAMOS,</a:t>
            </a:r>
          </a:p>
          <a:p>
            <a:pPr algn="l"/>
            <a:r>
              <a:rPr lang="pt-BR" sz="7200" b="0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E À TERRA PROMETIDA CAMINHAMOS!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302259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 SENHOR RESSURGIU,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É O CORDEIRO PASCAL,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IMOLADO POR NÓS, ALELUIA, ALELUIA!</a:t>
            </a:r>
            <a:b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72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É O CRISTO SENHOR, ELE VIVE E VENCEU, ALELUIA!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1477245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SENHOR, NOSSA PAZ, TENDE PIEDADE DE NÓS.</a:t>
            </a:r>
          </a:p>
          <a:p>
            <a:pPr algn="l"/>
            <a:endParaRPr lang="pt-BR" sz="8000" b="1" dirty="0"/>
          </a:p>
          <a:p>
            <a:pPr algn="l"/>
            <a:r>
              <a:rPr lang="pt-BR" sz="8000" b="1" dirty="0"/>
              <a:t>SENHOR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95048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CRISTO, NOSSA PÁSCOA, TENDE PIEDADE DE NÓS.</a:t>
            </a:r>
          </a:p>
          <a:p>
            <a:pPr algn="l"/>
            <a:endParaRPr lang="pt-BR" sz="8000" b="1" dirty="0"/>
          </a:p>
          <a:p>
            <a:pPr algn="l"/>
            <a:r>
              <a:rPr lang="pt-BR" sz="8000" b="1" dirty="0"/>
              <a:t>CRISTO,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3378554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SENHOR, NOSSA VIDA, TENDE PIEDADE DE NÓS.</a:t>
            </a:r>
          </a:p>
          <a:p>
            <a:pPr algn="l"/>
            <a:endParaRPr lang="pt-BR" sz="8000" b="1" dirty="0"/>
          </a:p>
          <a:p>
            <a:pPr algn="l"/>
            <a:r>
              <a:rPr lang="pt-BR" sz="80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900030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b="1" dirty="0"/>
              <a:t>GLÓRIA A DEUS NAS ALTURAS (2X)</a:t>
            </a:r>
          </a:p>
          <a:p>
            <a:pPr algn="just"/>
            <a:r>
              <a:rPr lang="pt-BR" sz="8500" b="1" dirty="0"/>
              <a:t>E PAZ NA TERRA AOS HOMENS POR ELE AMADOS</a:t>
            </a:r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  <a:endParaRPr lang="pt-BR" sz="7200" dirty="0"/>
          </a:p>
          <a:p>
            <a:pPr algn="just"/>
            <a:endParaRPr lang="pt-BR" sz="11000" dirty="0"/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9400" dirty="0"/>
              <a:t>SENHOR JESUS CRISTO, FILHO UNIGÊNITO,</a:t>
            </a:r>
          </a:p>
          <a:p>
            <a:pPr algn="l"/>
            <a:r>
              <a:rPr lang="pt-BR" sz="9400" dirty="0"/>
              <a:t>SENHOR DEUS, CORDEIRO DE DEUS, FILHO DE DEUS PAI</a:t>
            </a:r>
            <a:endParaRPr lang="pt-BR" sz="94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70000" lnSpcReduction="20000"/>
          </a:bodyPr>
          <a:lstStyle/>
          <a:p>
            <a:pPr algn="just"/>
            <a:endParaRPr lang="pt-BR" sz="6000" dirty="0"/>
          </a:p>
          <a:p>
            <a:pPr algn="just"/>
            <a:r>
              <a:rPr lang="pt-BR" sz="8700" dirty="0"/>
              <a:t>VÓS QUE TIRAIS O PECADO DO MUNDO, TENDE PIEDADE DE NÓS</a:t>
            </a:r>
          </a:p>
          <a:p>
            <a:pPr algn="just"/>
            <a:endParaRPr lang="pt-BR" sz="8700" dirty="0"/>
          </a:p>
          <a:p>
            <a:pPr algn="just"/>
            <a:r>
              <a:rPr lang="pt-BR" sz="8700" dirty="0"/>
              <a:t>VÓS QUE TIRAIS O PECADO DO MUNDO, ACOLHEI A NOSSA SÚPLICA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49017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VÓS QUE ESTAIS À DIREITA DO PAI, </a:t>
            </a:r>
          </a:p>
          <a:p>
            <a:pPr algn="just"/>
            <a:r>
              <a:rPr lang="pt-BR" sz="9600" dirty="0"/>
              <a:t>TENDE PIEDADE DE NÓS</a:t>
            </a:r>
          </a:p>
          <a:p>
            <a:pPr algn="just"/>
            <a:r>
              <a:rPr lang="pt-BR" sz="96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643768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80" y="2182956"/>
            <a:ext cx="10211840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SENHOR, SOIS MEU LOUVOR EM MEIO À GRANDE ASSEMBLÉIA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FICAI EM MIM, E EU EM VÓS HEI DE FICAR, DIZ O SENHOR; QUEM EM MIM PERMANECE, ESSE DÁ MUITO FRUTO.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092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ANSIOSO, DESDE A AURORA VOS BUSCO PARA VER VOSSO PODER, Ó SENHOR DEUS.:/ ALELUIA.</a:t>
            </a:r>
          </a:p>
          <a:p>
            <a:pPr algn="l"/>
            <a:r>
              <a:rPr lang="pt-BR" sz="6600" dirty="0"/>
              <a:t>1. A MINH’ALMA TEM SEDE DE VÓS,</a:t>
            </a:r>
          </a:p>
          <a:p>
            <a:pPr algn="l"/>
            <a:r>
              <a:rPr lang="pt-BR" sz="6600" dirty="0"/>
              <a:t>MINHA CARNE TAMBÉM VOS DESEJA.</a:t>
            </a:r>
          </a:p>
        </p:txBody>
      </p:sp>
    </p:spTree>
    <p:extLst>
      <p:ext uri="{BB962C8B-B14F-4D97-AF65-F5344CB8AC3E}">
        <p14:creationId xmlns:p14="http://schemas.microsoft.com/office/powerpoint/2010/main" val="852099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ANSIOSO, DESDE A AURORA VOS BUSCO PARA VER VOSSO PODER, Ó SENHOR DEUS.:/ ALELUIA.</a:t>
            </a:r>
          </a:p>
          <a:p>
            <a:pPr algn="l"/>
            <a:r>
              <a:rPr lang="pt-BR" sz="6600" dirty="0"/>
              <a:t>2. VENHO, ASSIM, CONTEMPLAR-VOS NO TEMPLO,</a:t>
            </a:r>
          </a:p>
          <a:p>
            <a:pPr algn="l"/>
            <a:r>
              <a:rPr lang="pt-BR" sz="6600" dirty="0"/>
              <a:t>PARA VER VOSSA GLÓRIA E PODER.</a:t>
            </a:r>
          </a:p>
        </p:txBody>
      </p:sp>
    </p:spTree>
    <p:extLst>
      <p:ext uri="{BB962C8B-B14F-4D97-AF65-F5344CB8AC3E}">
        <p14:creationId xmlns:p14="http://schemas.microsoft.com/office/powerpoint/2010/main" val="3827994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ANSIOSO, DESDE A AURORA VOS BUSCO PARA VER VOSSO PODER, Ó SENHOR DEUS.:/ ALELUIA.</a:t>
            </a:r>
          </a:p>
          <a:p>
            <a:pPr algn="l"/>
            <a:r>
              <a:rPr lang="pt-BR" sz="6600" dirty="0"/>
              <a:t>3. VOSSO AMOR VALE MAIS DO QUE A VIDA:</a:t>
            </a:r>
          </a:p>
          <a:p>
            <a:pPr algn="l"/>
            <a:r>
              <a:rPr lang="pt-BR" sz="6600" dirty="0"/>
              <a:t>E POR ISSO MEUS LÁBIOS VOS LOUVAM.</a:t>
            </a:r>
          </a:p>
        </p:txBody>
      </p:sp>
    </p:spTree>
    <p:extLst>
      <p:ext uri="{BB962C8B-B14F-4D97-AF65-F5344CB8AC3E}">
        <p14:creationId xmlns:p14="http://schemas.microsoft.com/office/powerpoint/2010/main" val="1198730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SANTO, SANTO, SANTO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SENHOR DEUS DO UNIVERSO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O CÉU E A TERRA PROCLAMAM,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PROCLAMAM A VOSSA GLÓRIA</a:t>
            </a:r>
          </a:p>
          <a:p>
            <a:pPr algn="l"/>
            <a:endParaRPr lang="pt-BR" sz="21600" dirty="0">
              <a:latin typeface="Open Sans" panose="020B0606030504020204" pitchFamily="34" charset="0"/>
            </a:endParaRP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HOSANA, HOSANA, HOSANA</a:t>
            </a: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dirty="0">
                <a:latin typeface="Open Sans" panose="020B0606030504020204" pitchFamily="34" charset="0"/>
              </a:rPr>
              <a:t>BENDITO O QUE VEM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EM NOME DO SENHOR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BENDITO O QUE VEM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EM NOME DO SENHOR</a:t>
            </a:r>
          </a:p>
          <a:p>
            <a:pPr algn="l"/>
            <a:endParaRPr lang="pt-BR" sz="21600" dirty="0">
              <a:latin typeface="Open Sans" panose="020B0606030504020204" pitchFamily="34" charset="0"/>
            </a:endParaRP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HOSANA, HOSANA, HOSANA,</a:t>
            </a: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 NAS ALTURAS! (2x)</a:t>
            </a:r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1752615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5000" b="1" dirty="0"/>
              <a:t>EU SOU A VIDEIRA, MEU PAI É AGRICULTOR.</a:t>
            </a:r>
          </a:p>
          <a:p>
            <a:pPr algn="l"/>
            <a:r>
              <a:rPr lang="pt-BR" sz="15000" b="1" dirty="0"/>
              <a:t>VÓS SOIS OS RAMOS, PERMANECEI NO MEU AMOR!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1. PARA DAR MUITO FRUTO: PERMANECEI NO MEU AMOR!</a:t>
            </a:r>
          </a:p>
          <a:p>
            <a:pPr algn="l"/>
            <a:r>
              <a:rPr lang="pt-BR" sz="6600" dirty="0"/>
              <a:t>PARA DAR AMOR PURO: PERMANECEI NO MEU AMOR!</a:t>
            </a:r>
          </a:p>
          <a:p>
            <a:pPr algn="l"/>
            <a:r>
              <a:rPr lang="pt-BR" sz="6600" dirty="0"/>
              <a:t>COMO RAMOS AO TRONCO: PERMANECEI EM MIM!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5000" b="1" dirty="0"/>
              <a:t>EU SOU A VIDEIRA, MEU PAI É AGRICULTOR.</a:t>
            </a:r>
          </a:p>
          <a:p>
            <a:pPr algn="l"/>
            <a:r>
              <a:rPr lang="pt-BR" sz="15000" b="1" dirty="0"/>
              <a:t>VÓS SOIS OS RAMOS, PERMANECEI NO MEU AMOR!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261414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2. PARA AMAR SEM MEDIDAS: PERMANECEI NO MEU AMOR!</a:t>
            </a:r>
          </a:p>
          <a:p>
            <a:pPr algn="l"/>
            <a:r>
              <a:rPr lang="pt-BR" sz="6600" dirty="0"/>
              <a:t>PARA DAR VOSSAS VIDAS: PERMANECEI NO MEU AMOR!</a:t>
            </a:r>
          </a:p>
          <a:p>
            <a:pPr algn="l"/>
            <a:r>
              <a:rPr lang="pt-BR" sz="6600" dirty="0"/>
              <a:t>PARA SER MEUS AMIGOS: PERMANECEI EM MIM!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7380500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5000" b="1" dirty="0"/>
              <a:t>EU SOU A VIDEIRA, MEU PAI É AGRICULTOR.</a:t>
            </a:r>
          </a:p>
          <a:p>
            <a:pPr algn="l"/>
            <a:r>
              <a:rPr lang="pt-BR" sz="15000" b="1" dirty="0"/>
              <a:t>VÓS SOIS OS RAMOS, PERMANECEI NO MEU AMOR!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847238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3. PARA VER O CAMINHO: PERMANECEI NO MEU AMOR!</a:t>
            </a:r>
          </a:p>
          <a:p>
            <a:pPr algn="l"/>
            <a:r>
              <a:rPr lang="pt-BR" sz="6600" dirty="0"/>
              <a:t>PARA VER A VERDADE: PERMANECEI NO MEU AMOR!</a:t>
            </a:r>
          </a:p>
          <a:p>
            <a:pPr algn="l"/>
            <a:r>
              <a:rPr lang="pt-BR" sz="6600" dirty="0"/>
              <a:t>PARA TER SEMPRE VIDA: PERMANECEI EM MIM!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5025709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75699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dirty="0"/>
              <a:t>ALMA DE CRISTO, SANTIFICAI-ME</a:t>
            </a:r>
          </a:p>
          <a:p>
            <a:pPr algn="l"/>
            <a:r>
              <a:rPr lang="pt-BR" sz="8000" b="1" dirty="0"/>
              <a:t>CORPO DE CRISTO, SALVAI-ME</a:t>
            </a:r>
          </a:p>
          <a:p>
            <a:pPr algn="l"/>
            <a:r>
              <a:rPr lang="pt-BR" sz="8000" b="1" dirty="0"/>
              <a:t>SANGUE DE CRISTO, INEBRIAI-ME</a:t>
            </a:r>
          </a:p>
          <a:p>
            <a:pPr algn="l"/>
            <a:r>
              <a:rPr lang="pt-BR" sz="8000" b="1" dirty="0"/>
              <a:t>ÁGUA DO LADO DE CRISTO, LAVAI-ME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PAIXÃO DE CRISTO, CONFORTAI-ME</a:t>
            </a:r>
          </a:p>
          <a:p>
            <a:pPr algn="l"/>
            <a:r>
              <a:rPr lang="pt-BR" sz="8000" dirty="0"/>
              <a:t>Ó BOM JESUS, OUVI-ME</a:t>
            </a:r>
          </a:p>
          <a:p>
            <a:pPr algn="l"/>
            <a:r>
              <a:rPr lang="pt-BR" sz="8000" dirty="0"/>
              <a:t>DENTRO DE VOSSAS CHAGAS, ESCONDEI-ME.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999778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NÃO PERMITAIS QUE EU ME SEPARE DE VÓS</a:t>
            </a:r>
          </a:p>
          <a:p>
            <a:pPr algn="l"/>
            <a:r>
              <a:rPr lang="pt-BR" sz="8000" dirty="0"/>
              <a:t>DO ESPÍRITO MALIGNO DEFENDEI-ME</a:t>
            </a:r>
          </a:p>
          <a:p>
            <a:pPr algn="l"/>
            <a:r>
              <a:rPr lang="pt-BR" sz="8000" dirty="0"/>
              <a:t>NA HORA DA MORTE</a:t>
            </a:r>
          </a:p>
          <a:p>
            <a:pPr algn="l"/>
            <a:r>
              <a:rPr lang="pt-BR" sz="8000" dirty="0"/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652183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23023" cy="566001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b="1" dirty="0"/>
              <a:t>E MANDAI-ME IR PARA VÓS</a:t>
            </a:r>
          </a:p>
          <a:p>
            <a:pPr algn="l"/>
            <a:r>
              <a:rPr lang="pt-BR" sz="8000" b="1" dirty="0"/>
              <a:t>PARA QUE COM VOSSOS SANTOS VOS LOUVE</a:t>
            </a:r>
          </a:p>
          <a:p>
            <a:pPr algn="l"/>
            <a:r>
              <a:rPr lang="pt-BR" sz="8000" b="1" dirty="0"/>
              <a:t>POR TODOS OS SÉCULOS DOS SÉCULOS, AMÉM</a:t>
            </a:r>
          </a:p>
        </p:txBody>
      </p:sp>
    </p:spTree>
    <p:extLst>
      <p:ext uri="{BB962C8B-B14F-4D97-AF65-F5344CB8AC3E}">
        <p14:creationId xmlns:p14="http://schemas.microsoft.com/office/powerpoint/2010/main" val="131592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600" b="1" dirty="0"/>
              <a:t>ANUNCIAI COM GRITOS DE ALEGRIA,</a:t>
            </a:r>
          </a:p>
          <a:p>
            <a:pPr algn="l"/>
            <a:r>
              <a:rPr lang="pt-BR" sz="8600" b="1" dirty="0"/>
              <a:t>PROCLAMAI AOS CONFINS DE TODA TERRA:</a:t>
            </a:r>
          </a:p>
          <a:p>
            <a:pPr algn="l"/>
            <a:r>
              <a:rPr lang="pt-BR" sz="8600" b="1" dirty="0"/>
              <a:t>O SENHOR NOS LIBERTOU, ALELUIA.</a:t>
            </a:r>
          </a:p>
          <a:p>
            <a:pPr algn="l"/>
            <a:r>
              <a:rPr lang="pt-BR" sz="8600" b="1" dirty="0"/>
              <a:t>O SENHOR NOS LIBERTOU, ALELUIA!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/>
          </a:bodyPr>
          <a:lstStyle/>
          <a:p>
            <a:pPr algn="l"/>
            <a:r>
              <a:rPr lang="pt-BR" sz="8600" dirty="0"/>
              <a:t>1. A ESCURIDÃO PASSOU... A LUZ DO SOL SURGIU.</a:t>
            </a:r>
          </a:p>
          <a:p>
            <a:pPr algn="l"/>
            <a:r>
              <a:rPr lang="pt-BR" sz="8600" dirty="0"/>
              <a:t>O CRISTO, NOSSO IRMÃO, SEU POVO REDIMIU!</a:t>
            </a:r>
            <a:endParaRPr lang="pt-BR" sz="7400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Zoom de Slide 4">
                <a:extLst>
                  <a:ext uri="{FF2B5EF4-FFF2-40B4-BE49-F238E27FC236}">
                    <a16:creationId xmlns:a16="http://schemas.microsoft.com/office/drawing/2014/main" id="{31A871D9-B0CE-F4B7-9BF5-0A9051ABC1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8889487"/>
                  </p:ext>
                </p:extLst>
              </p:nvPr>
            </p:nvGraphicFramePr>
            <p:xfrm>
              <a:off x="3228109" y="-413905"/>
              <a:ext cx="3048000" cy="1714500"/>
            </p:xfrm>
            <a:graphic>
              <a:graphicData uri="http://schemas.microsoft.com/office/powerpoint/2016/slidezoom">
                <pslz:sldZm>
                  <pslz:sldZmObj sldId="459" cId="2277023183">
                    <pslz:zmPr id="{5C7EFA48-4B08-4F12-A660-581890E4378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Zoom de Slide 4">
                <a:extLst>
                  <a:ext uri="{FF2B5EF4-FFF2-40B4-BE49-F238E27FC236}">
                    <a16:creationId xmlns:a16="http://schemas.microsoft.com/office/drawing/2014/main" id="{31A871D9-B0CE-F4B7-9BF5-0A9051ABC1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28109" y="-413905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7023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10367</TotalTime>
  <Words>985</Words>
  <Application>Microsoft Office PowerPoint</Application>
  <PresentationFormat>Widescreen</PresentationFormat>
  <Paragraphs>142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41</cp:revision>
  <cp:lastPrinted>2024-04-28T15:13:31Z</cp:lastPrinted>
  <dcterms:created xsi:type="dcterms:W3CDTF">2023-05-06T17:01:55Z</dcterms:created>
  <dcterms:modified xsi:type="dcterms:W3CDTF">2024-05-18T20:10:04Z</dcterms:modified>
</cp:coreProperties>
</file>