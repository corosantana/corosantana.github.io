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525" r:id="rId3"/>
    <p:sldId id="420" r:id="rId4"/>
    <p:sldId id="421" r:id="rId5"/>
    <p:sldId id="258" r:id="rId6"/>
    <p:sldId id="430" r:id="rId7"/>
    <p:sldId id="518" r:id="rId8"/>
    <p:sldId id="519" r:id="rId9"/>
    <p:sldId id="260" r:id="rId10"/>
    <p:sldId id="261" r:id="rId11"/>
    <p:sldId id="338" r:id="rId12"/>
    <p:sldId id="339" r:id="rId13"/>
    <p:sldId id="340" r:id="rId14"/>
    <p:sldId id="432" r:id="rId15"/>
    <p:sldId id="461" r:id="rId16"/>
    <p:sldId id="264" r:id="rId17"/>
    <p:sldId id="532" r:id="rId18"/>
    <p:sldId id="533" r:id="rId19"/>
    <p:sldId id="267" r:id="rId20"/>
    <p:sldId id="271" r:id="rId21"/>
    <p:sldId id="531" r:id="rId22"/>
    <p:sldId id="503" r:id="rId23"/>
    <p:sldId id="504" r:id="rId24"/>
    <p:sldId id="505" r:id="rId25"/>
    <p:sldId id="292" r:id="rId26"/>
    <p:sldId id="506" r:id="rId27"/>
    <p:sldId id="361" r:id="rId28"/>
    <p:sldId id="507" r:id="rId29"/>
    <p:sldId id="534" r:id="rId30"/>
    <p:sldId id="538" r:id="rId31"/>
    <p:sldId id="539" r:id="rId32"/>
    <p:sldId id="540" r:id="rId33"/>
    <p:sldId id="541" r:id="rId34"/>
    <p:sldId id="404" r:id="rId35"/>
    <p:sldId id="422" r:id="rId36"/>
    <p:sldId id="424" r:id="rId37"/>
    <p:sldId id="425" r:id="rId38"/>
    <p:sldId id="514" r:id="rId39"/>
    <p:sldId id="337" r:id="rId40"/>
    <p:sldId id="374" r:id="rId41"/>
    <p:sldId id="450" r:id="rId42"/>
    <p:sldId id="451" r:id="rId43"/>
    <p:sldId id="452" r:id="rId44"/>
    <p:sldId id="453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eira" initials="O" lastIdx="1" clrIdx="0">
    <p:extLst>
      <p:ext uri="{19B8F6BF-5375-455C-9EA6-DF929625EA0E}">
        <p15:presenceInfo xmlns:p15="http://schemas.microsoft.com/office/powerpoint/2012/main" userId="Olive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0B6CA10-8AAB-DFEE-D96F-4256E07F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437944" y="3558040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5º DOMINGO DA PÁSCOA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1. O CRISTO, SENHOR RESSUSCITOU,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NOSSA ESPERANÇA REALIZOU: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VENCIDA A MORTE PARA SEMPRE,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TRIUNFA A VIDA ETERNAMENTE!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05748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DEED-EB52-0F85-5F80-0679672D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4FF05-4F69-406B-2CB5-815A49C3C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336E86-1AB4-1D4F-81E8-6668CB100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2. O CRISTO REMIU A SEUS IRMÃOS,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AO PAI OS CONDUZIU POR SUA MÃO;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NO ESPÍRITO SANTO UNIDA ESTEJA,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FAMÍLIA DE DEUS, QUE É A IGREJA!</a:t>
            </a:r>
          </a:p>
        </p:txBody>
      </p:sp>
    </p:spTree>
    <p:extLst>
      <p:ext uri="{BB962C8B-B14F-4D97-AF65-F5344CB8AC3E}">
        <p14:creationId xmlns:p14="http://schemas.microsoft.com/office/powerpoint/2010/main" val="245317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2AFB-3DFE-BE28-47D7-4E8FCA34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E333C-0E7F-BFF5-0233-9126DC4B6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16FA33-59B0-2CFB-4391-BCC66BBD8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3. O CRISTO, NOSSA PÁSCOA SE IMOLOU,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SEU SANGUE DA MORTE NOS LIVROU: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INCÓLUMES O MAR ATRAVESSAMOS,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À TERRA PROMETIDA CAMINHAMOS!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119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QUE SOIS ETERNO SACERDOTE DA NOVA ALIANÇA, TENDE PIEDADE DE NÓS!</a:t>
            </a:r>
          </a:p>
          <a:p>
            <a:pPr algn="just"/>
            <a:r>
              <a:rPr lang="pt-BR" sz="6600" b="1" dirty="0"/>
              <a:t>KYRIE ELEISON, KYRIE ELEISON</a:t>
            </a:r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E8EC-06AA-5769-14B9-0495353C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A4199-B698-D8B4-B6AC-4E463D714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772C0-0AD5-A038-10C7-C82A50000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CRISTO, QUE NOS EDIFICAIS COMO PEDRAS VIVAS NO TEMPLO SANTO DE DEUS, TENDE PIEDADE DE NÓS!</a:t>
            </a:r>
          </a:p>
          <a:p>
            <a:pPr algn="just"/>
            <a:r>
              <a:rPr lang="pt-BR" sz="6000" b="1" dirty="0"/>
              <a:t>CHRISTE ELEISO, CHRISTE ELEISON</a:t>
            </a:r>
          </a:p>
        </p:txBody>
      </p:sp>
    </p:spTree>
    <p:extLst>
      <p:ext uri="{BB962C8B-B14F-4D97-AF65-F5344CB8AC3E}">
        <p14:creationId xmlns:p14="http://schemas.microsoft.com/office/powerpoint/2010/main" val="2566667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02FF-9A33-63A8-9E16-7656C1C3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FB0D1-C58F-F90A-567A-278B47AC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AD9EC-F753-8A3B-657B-7085291E1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QUE NOS TORNAIS CONCIDADÃO DOS SANTOS NO REINO DOS CÉUS, TENDE PIEDADE DE NÓS!</a:t>
            </a:r>
          </a:p>
          <a:p>
            <a:pPr algn="just"/>
            <a:r>
              <a:rPr lang="pt-BR" sz="6600" b="1" dirty="0"/>
              <a:t>KYRIE ELEISON, KYRIE ELEISON</a:t>
            </a:r>
          </a:p>
        </p:txBody>
      </p:sp>
    </p:spTree>
    <p:extLst>
      <p:ext uri="{BB962C8B-B14F-4D97-AF65-F5344CB8AC3E}">
        <p14:creationId xmlns:p14="http://schemas.microsoft.com/office/powerpoint/2010/main" val="312977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GLORIA IN EXCELSIS DEO ET IN TERRA PAX HOMINIBUS BONÆ VOLUNTATIS, BONÆ VOLUNTATIS!</a:t>
            </a:r>
          </a:p>
          <a:p>
            <a:pPr algn="just"/>
            <a:endParaRPr lang="pt-BR" sz="3600" b="1" dirty="0"/>
          </a:p>
          <a:p>
            <a:pPr algn="just"/>
            <a:r>
              <a:rPr lang="pt-BR" sz="9600" dirty="0">
                <a:solidFill>
                  <a:srgbClr val="FF0000"/>
                </a:solidFill>
              </a:rPr>
              <a:t>TRADUÇÃO:</a:t>
            </a:r>
          </a:p>
          <a:p>
            <a:pPr algn="just"/>
            <a:r>
              <a:rPr lang="pt-BR" sz="9600" dirty="0"/>
              <a:t>GLÓRIA A DEUS NAS ALTURAS E PAZ NA TERRA AOS HOMENS POR ELE AMADOS, POR ELE AMADOS!</a:t>
            </a:r>
          </a:p>
          <a:p>
            <a:pPr algn="just"/>
            <a:endParaRPr lang="pt-BR" sz="7200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</a:t>
            </a:r>
          </a:p>
          <a:p>
            <a:pPr algn="just"/>
            <a:endParaRPr lang="pt-BR" sz="135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6917-ADEA-8074-579F-B83B0BD4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4AE49-8675-F340-B223-D563A9248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B0D9A-9164-374D-7E24-15759A598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3500" b="1" dirty="0"/>
              <a:t>GLORIA IN EXCELSIS DEO ET IN TERRA PAX HOMINIBUS BONÆ VOLUNTATIS, BONÆ VOLUNTATIS!</a:t>
            </a:r>
          </a:p>
          <a:p>
            <a:pPr algn="l"/>
            <a:endParaRPr lang="pt-BR" sz="13500" b="1" dirty="0"/>
          </a:p>
          <a:p>
            <a:pPr algn="just"/>
            <a:r>
              <a:rPr lang="pt-BR" sz="13500" b="1" dirty="0"/>
              <a:t>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804559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89827" cy="2302324"/>
          </a:xfrm>
        </p:spPr>
        <p:txBody>
          <a:bodyPr>
            <a:normAutofit lnSpcReduction="10000"/>
          </a:bodyPr>
          <a:lstStyle/>
          <a:p>
            <a:r>
              <a:rPr lang="pt-BR" sz="5400" b="1" dirty="0"/>
              <a:t>SOBRE NÓS VENHA, SENHOR, A VOSSA GRAÇA, DA MESMA FORMA QUE EM VÓS NÓS ESPERAMOS,</a:t>
            </a:r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773802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618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EU SOU O CAMINHO, A VERDADE E A VIDA. NINGUÉM CHEGA AO PAI SENÃO POR MIM.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 (2X)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A MINH'ALMA TEM SEDE DE VÓS,</a:t>
            </a:r>
          </a:p>
          <a:p>
            <a:pPr algn="l"/>
            <a:r>
              <a:rPr lang="pt-BR" sz="8800" dirty="0"/>
              <a:t>MINHA CARNE TAMBÉM VOS DESEJA.</a:t>
            </a:r>
          </a:p>
        </p:txBody>
      </p:sp>
    </p:spTree>
    <p:extLst>
      <p:ext uri="{BB962C8B-B14F-4D97-AF65-F5344CB8AC3E}">
        <p14:creationId xmlns:p14="http://schemas.microsoft.com/office/powerpoint/2010/main" val="49907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50BA-5882-60B9-98AB-5A990623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E2FF6-9620-24EC-0DBE-EDBE9172B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1C1E0E-5EC8-345B-9085-93329B997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2. VENHO, ASSIM, CONTEMPLAR-VOS NO TEMPLO,</a:t>
            </a:r>
          </a:p>
          <a:p>
            <a:pPr algn="l"/>
            <a:r>
              <a:rPr lang="pt-BR" sz="8800" dirty="0"/>
              <a:t>PARA VER VOSSA GLÓRIA E PODER.</a:t>
            </a:r>
          </a:p>
        </p:txBody>
      </p:sp>
    </p:spTree>
    <p:extLst>
      <p:ext uri="{BB962C8B-B14F-4D97-AF65-F5344CB8AC3E}">
        <p14:creationId xmlns:p14="http://schemas.microsoft.com/office/powerpoint/2010/main" val="3638615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5C48-85BF-1522-03D4-6FF4E4D5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673E3-8A8A-CB23-7669-395B72D44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801CED-29C6-B6D4-C4F2-5107E37F3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VOSSO AMOR VALE MAIS DO QUE A VIDA:</a:t>
            </a:r>
          </a:p>
          <a:p>
            <a:pPr algn="l"/>
            <a:r>
              <a:rPr lang="pt-BR" sz="8800" dirty="0"/>
              <a:t>E POR ISSO MEUS LÁBIOS VOS LOUVAM.</a:t>
            </a:r>
          </a:p>
        </p:txBody>
      </p:sp>
    </p:spTree>
    <p:extLst>
      <p:ext uri="{BB962C8B-B14F-4D97-AF65-F5344CB8AC3E}">
        <p14:creationId xmlns:p14="http://schemas.microsoft.com/office/powerpoint/2010/main" val="1239053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43C8-6413-BE3E-9C0D-EB12B63B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4F02E-D75E-0549-955D-C6F3FD467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84625C-479D-68FE-FB13-4B45968AA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QUERO, POIS, VOS LOUVAR PELA VIDA,</a:t>
            </a:r>
          </a:p>
          <a:p>
            <a:pPr algn="l"/>
            <a:r>
              <a:rPr lang="pt-BR" sz="8800" dirty="0"/>
              <a:t>E ELEVAR PARA VÓS MINHAS MÃOS!</a:t>
            </a:r>
          </a:p>
        </p:txBody>
      </p:sp>
    </p:spTree>
    <p:extLst>
      <p:ext uri="{BB962C8B-B14F-4D97-AF65-F5344CB8AC3E}">
        <p14:creationId xmlns:p14="http://schemas.microsoft.com/office/powerpoint/2010/main" val="1556747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SENHOR, MOSTRA-NOS O PAI E ISTO NOS BASTA.</a:t>
            </a:r>
          </a:p>
          <a:p>
            <a:pPr algn="l"/>
            <a:r>
              <a:rPr lang="pt-BR" sz="6600" b="1" dirty="0"/>
              <a:t>FILIPE, QUE ME VÊ, VÊ TAMBÉM O PAI. (2X)</a:t>
            </a:r>
          </a:p>
          <a:p>
            <a:pPr algn="l"/>
            <a:r>
              <a:rPr lang="pt-BR" sz="6600" b="1" dirty="0"/>
              <a:t>ALELUIA.</a:t>
            </a:r>
          </a:p>
        </p:txBody>
      </p:sp>
    </p:spTree>
    <p:extLst>
      <p:ext uri="{BB962C8B-B14F-4D97-AF65-F5344CB8AC3E}">
        <p14:creationId xmlns:p14="http://schemas.microsoft.com/office/powerpoint/2010/main" val="3931642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1124-C74F-DB42-2DF9-71A1FF1B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23C8E-99D5-F803-7707-7BB85AAFF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840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61F38B-6A29-C0C6-863F-7A5C50BF5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39" y="1045209"/>
            <a:ext cx="11640477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dirty="0"/>
              <a:t>OS CÉUS PROCLAMAM A GLÓRIA DO SENHOR, </a:t>
            </a:r>
          </a:p>
          <a:p>
            <a:pPr algn="l"/>
            <a:r>
              <a:rPr lang="pt-BR" sz="5400" dirty="0"/>
              <a:t>E O FIRMAMENTO, A OBRA DE SUAS MÃOS; </a:t>
            </a:r>
          </a:p>
          <a:p>
            <a:pPr algn="l"/>
            <a:r>
              <a:rPr lang="pt-BR" sz="5400" dirty="0"/>
              <a:t>O DIA AO DIA TRANSMITE ESTA MENSAGEM, </a:t>
            </a:r>
          </a:p>
          <a:p>
            <a:pPr algn="l"/>
            <a:r>
              <a:rPr lang="pt-BR" sz="5400" dirty="0"/>
              <a:t>A NOITE À NOITE PUBLICA ESTA NOTÍCIA.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60792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AD9EF-F779-82F6-2103-372B2FBC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9C96A-5F8D-4256-761C-A7DB9A8CE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AF8C16-6610-5B10-7F78-762E00822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SENHOR, MOSTRA-NOS O PAI E ISTO NOS BASTA.</a:t>
            </a:r>
          </a:p>
          <a:p>
            <a:pPr algn="l"/>
            <a:r>
              <a:rPr lang="pt-BR" sz="6600" b="1" dirty="0"/>
              <a:t>FILIPE, QUE ME VÊ, VÊ TAMBÉM O PAI. (2X)</a:t>
            </a:r>
          </a:p>
          <a:p>
            <a:pPr algn="l"/>
            <a:r>
              <a:rPr lang="pt-BR" sz="6600" b="1" dirty="0"/>
              <a:t>ALELUIA.</a:t>
            </a:r>
          </a:p>
        </p:txBody>
      </p:sp>
    </p:spTree>
    <p:extLst>
      <p:ext uri="{BB962C8B-B14F-4D97-AF65-F5344CB8AC3E}">
        <p14:creationId xmlns:p14="http://schemas.microsoft.com/office/powerpoint/2010/main" val="1607381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CA55C-4620-1029-650E-2591C20C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A53F0-E0DA-727F-3FC0-644AFC7AC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840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DD078E-D29A-BBAB-B604-9168E84AD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39" y="1045209"/>
            <a:ext cx="11640477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dirty="0"/>
              <a:t>NÃO SÃO DISCURSOS NEM FRASES OU PALAVRAS, </a:t>
            </a:r>
          </a:p>
          <a:p>
            <a:pPr algn="l"/>
            <a:r>
              <a:rPr lang="pt-BR" sz="5400" dirty="0"/>
              <a:t>NEM SÃO VOZES QUE POSSAM SER OUVIDAS;</a:t>
            </a:r>
          </a:p>
          <a:p>
            <a:pPr algn="l"/>
            <a:r>
              <a:rPr lang="pt-BR" sz="5400" dirty="0"/>
              <a:t>SEU SOM RESSOA E SE ESPALHA EM TODA A TERRA, </a:t>
            </a:r>
          </a:p>
          <a:p>
            <a:pPr algn="l"/>
            <a:r>
              <a:rPr lang="pt-BR" sz="5400" dirty="0"/>
              <a:t>CHEGA AOS CONFINS DO UNIVERSO A SUA VOZ.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031461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96B9F-2313-69E5-0279-6B70F4D6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5BE98-511C-FAF2-F67C-0DB00AF35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552CCA-1686-A341-35F6-7B569C032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SENHOR, MOSTRA-NOS O PAI E ISTO NOS BASTA.</a:t>
            </a:r>
          </a:p>
          <a:p>
            <a:pPr algn="l"/>
            <a:r>
              <a:rPr lang="pt-BR" sz="6600" b="1" dirty="0"/>
              <a:t>FILIPE, QUE ME VÊ, VÊ TAMBÉM O PAI. (2X)</a:t>
            </a:r>
          </a:p>
          <a:p>
            <a:pPr algn="l"/>
            <a:r>
              <a:rPr lang="pt-BR" sz="6600" b="1" dirty="0"/>
              <a:t>ALELUIA.</a:t>
            </a:r>
          </a:p>
        </p:txBody>
      </p:sp>
    </p:spTree>
    <p:extLst>
      <p:ext uri="{BB962C8B-B14F-4D97-AF65-F5344CB8AC3E}">
        <p14:creationId xmlns:p14="http://schemas.microsoft.com/office/powerpoint/2010/main" val="2509196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A0EB3-2E5D-53F2-2BBD-B01C8124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85AF7-9C4F-437E-2EAA-0687AFA55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840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3AAB18-2495-0AF3-2498-C7AB41EC2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39" y="1045209"/>
            <a:ext cx="11640477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dirty="0"/>
              <a:t>ARMOU NO ALTO UMA TENDA PARA O SOL; </a:t>
            </a:r>
          </a:p>
          <a:p>
            <a:pPr algn="l"/>
            <a:r>
              <a:rPr lang="pt-BR" sz="5400" dirty="0"/>
              <a:t>ELE DESPONTA NO CÉU E SE LEVANTA</a:t>
            </a:r>
          </a:p>
          <a:p>
            <a:pPr algn="l"/>
            <a:r>
              <a:rPr lang="pt-BR" sz="5400" dirty="0"/>
              <a:t>COMO UM ESPOSO DO QUARTO NUPCIAL,</a:t>
            </a:r>
          </a:p>
          <a:p>
            <a:pPr algn="l"/>
            <a:r>
              <a:rPr lang="pt-BR" sz="5400" dirty="0"/>
              <a:t>COMO UM HERÓI EXULTANTE EM SEU CAMINHO.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5005769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91667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NO TEU AMOR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FORÇA QUE SUSTENTA 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NO TEU SORRISO QUE FAZ BRILHAR O CÉU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NO TEU CANTO QUE ME DÁ ALEGRIA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18425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2" y="1298223"/>
            <a:ext cx="11571111" cy="576554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NA TUA PAZ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VIDA QUE FAZ BELA A TERRA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LUZ QUE CLAREIA A NOITE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ROTA SEGURA NO MEU CAMINHO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628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QUE TU ME AMAS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SUSTENTAS, QUE ME DÁS O PERDÃO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TU ME GUIAS PELAS ESTRADAS DO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DARÁS A VIDA ETERNA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51487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0BC-FDDE-78BD-EDE4-44197611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7AFB16-5C75-CED6-69E8-28537BC470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2639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A ESCURIDÃO PASSOU... A LUZ DO SOL SURGIU.</a:t>
            </a:r>
          </a:p>
          <a:p>
            <a:pPr algn="l"/>
            <a:r>
              <a:rPr lang="pt-BR" sz="6600" dirty="0"/>
              <a:t>O CRISTO, NOSSO IRMÃO, SEU POVO REDIMIU!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0987480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A NOVA LEI DO AMOR CONDUZ O POVO SEU.</a:t>
            </a:r>
          </a:p>
          <a:p>
            <a:pPr algn="l"/>
            <a:r>
              <a:rPr lang="pt-BR" sz="6600" dirty="0"/>
              <a:t>VIVENDO A LEI DO AMOR POR TODOS NÓS SE DEU!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1114454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966494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469512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3. POR SUA RESSURREIÇÃO, CANTAMOS SEU AMOR,</a:t>
            </a:r>
          </a:p>
          <a:p>
            <a:pPr algn="l"/>
            <a:r>
              <a:rPr lang="pt-BR" sz="6600" dirty="0"/>
              <a:t>LIBERTOS DO POVO DAS GARRAS DO OPRESSOR.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9512796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8358</TotalTime>
  <Words>1147</Words>
  <Application>Microsoft Office PowerPoint</Application>
  <PresentationFormat>Widescreen</PresentationFormat>
  <Paragraphs>177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1" baseType="lpstr">
      <vt:lpstr>-apple-system</vt:lpstr>
      <vt:lpstr>Arial</vt:lpstr>
      <vt:lpstr>Calibri</vt:lpstr>
      <vt:lpstr>Calibri Light</vt:lpstr>
      <vt:lpstr>Roboto</vt:lpstr>
      <vt:lpstr>Times New Roman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54</cp:revision>
  <dcterms:created xsi:type="dcterms:W3CDTF">2023-05-06T17:01:55Z</dcterms:created>
  <dcterms:modified xsi:type="dcterms:W3CDTF">2026-05-02T18:18:03Z</dcterms:modified>
</cp:coreProperties>
</file>