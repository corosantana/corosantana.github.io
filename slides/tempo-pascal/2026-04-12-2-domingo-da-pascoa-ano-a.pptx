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75" r:id="rId2"/>
    <p:sldId id="354" r:id="rId3"/>
    <p:sldId id="547" r:id="rId4"/>
    <p:sldId id="548" r:id="rId5"/>
    <p:sldId id="549" r:id="rId6"/>
    <p:sldId id="516" r:id="rId7"/>
    <p:sldId id="517" r:id="rId8"/>
    <p:sldId id="538" r:id="rId9"/>
    <p:sldId id="539" r:id="rId10"/>
    <p:sldId id="540" r:id="rId11"/>
    <p:sldId id="541" r:id="rId12"/>
    <p:sldId id="260" r:id="rId13"/>
    <p:sldId id="261" r:id="rId14"/>
    <p:sldId id="338" r:id="rId15"/>
    <p:sldId id="339" r:id="rId16"/>
    <p:sldId id="340" r:id="rId17"/>
    <p:sldId id="377" r:id="rId18"/>
    <p:sldId id="264" r:id="rId19"/>
    <p:sldId id="532" r:id="rId20"/>
    <p:sldId id="533" r:id="rId21"/>
    <p:sldId id="267" r:id="rId22"/>
    <p:sldId id="271" r:id="rId23"/>
    <p:sldId id="531" r:id="rId24"/>
    <p:sldId id="503" r:id="rId25"/>
    <p:sldId id="504" r:id="rId26"/>
    <p:sldId id="505" r:id="rId27"/>
    <p:sldId id="292" r:id="rId28"/>
    <p:sldId id="506" r:id="rId29"/>
    <p:sldId id="361" r:id="rId30"/>
    <p:sldId id="507" r:id="rId31"/>
    <p:sldId id="542" r:id="rId32"/>
    <p:sldId id="543" r:id="rId33"/>
    <p:sldId id="544" r:id="rId34"/>
    <p:sldId id="545" r:id="rId35"/>
    <p:sldId id="404" r:id="rId36"/>
    <p:sldId id="546" r:id="rId37"/>
    <p:sldId id="534" r:id="rId38"/>
    <p:sldId id="425" r:id="rId39"/>
    <p:sldId id="443" r:id="rId40"/>
    <p:sldId id="514" r:id="rId41"/>
    <p:sldId id="522" r:id="rId4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Oliveira" initials="O" lastIdx="1" clrIdx="0">
    <p:extLst>
      <p:ext uri="{19B8F6BF-5375-455C-9EA6-DF929625EA0E}">
        <p15:presenceInfo xmlns:p15="http://schemas.microsoft.com/office/powerpoint/2012/main" userId="Oliveira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805" autoAdjust="0"/>
    <p:restoredTop sz="94660"/>
  </p:normalViewPr>
  <p:slideViewPr>
    <p:cSldViewPr snapToGrid="0">
      <p:cViewPr varScale="1">
        <p:scale>
          <a:sx n="69" d="100"/>
          <a:sy n="69" d="100"/>
        </p:scale>
        <p:origin x="58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commentAuthors" Target="commentAuthor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75746C-981B-DB7C-F3D3-C84CB7E468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83BAFC4-CFE8-DA0B-A3DF-F4001B8344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609E6F8-2DBC-09CB-DBA6-5CB7B9BAF0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18/04/2026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88B365A-3B26-66CD-9D24-4367E82B8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99A8C3B-630C-B6E0-FC51-7BDEEDF1E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479369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CBBCDE-EE93-E1B9-DFC4-CD4BA0688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C705EC5-7DEC-2E08-C99B-47CF3FB5C0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29EA133-5667-C6A0-816F-7211D8A90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18/04/2026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0676FB5-6941-D7F6-8C22-9135C70849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CA7668A-5F33-AF5F-C51A-5D86111A2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602168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6CF12F-08E2-2AA1-B402-630CF57C77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5FE783E-B7D7-AC22-F66F-796611319D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E16B7AD-1710-4CD3-4A22-E88574502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18/04/2026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21FC751-3305-BB51-AA15-54E12F11B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22F7B73-8093-D5E2-CAC4-03F572BDC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585818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47092F-B59C-7924-4A19-515844306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FE3394C-133A-224A-BCDB-000937916A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6AAA661-EC79-7613-F4AC-F331C012D4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EE4AEED-E9F1-69E2-2AE8-EC1957BD2B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18/04/2026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2123F4B-01A6-51C8-AEB4-E1AC48AA88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056211B-1D00-34BF-17F6-4C30BA6E9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91533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722ED3-E34E-45C4-596D-799F506982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0A23E38-B855-5F20-08F2-F0716B37EE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60AA198-9C71-DBD5-2DA8-9E6C54D985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782B1456-FF7A-2419-EDE6-2F2B28322A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86C57A7-513F-2472-12D1-E14D9BF15C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34E3205C-CDB4-96EE-62E8-150AE7415D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18/04/2026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A3A62C0-3C60-1E47-29C2-C79E123802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69D97A16-135B-09CD-79D8-EA458784E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311596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980BC6-A8F2-6382-99AC-152FC6E10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ED4F30A-6FB1-2C45-39A5-99E50B6D1A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18/04/2026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592C8CB-16E2-22E6-6464-F9BBD633E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48FE6A5-BBF0-2BAF-D866-1F551FC8D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36664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F8B764A4-531E-D809-F5D0-127A1A4CCD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18/04/2026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5764C7A1-A52E-B63C-6B3F-9FC9F97C3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42630A4-F3A3-D58A-06ED-BCD03CDB4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64487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89FA7F-88F6-16F6-8ECA-ADE185E908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FDA3F1B-0694-BD83-53AF-C7950F6CBF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9594C00-1CA6-500C-9162-0E0F6F0911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44DB114-76BE-F5EA-F170-281F0DA049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18/04/2026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D7238A8-285F-1735-D9B5-569DAF45A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4A8BF5C-0A98-FCAF-F426-137B14568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203770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56AED0-8488-BA7C-C2E4-07712F8F6B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3BA242C3-D20F-43FD-4853-84A71AB1A3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CBDDE27-1CD4-780A-7D80-511F881747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8A38D9E-A624-D4D9-F7B3-DBBDC80BC7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18/04/2026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9407EF3-D9E0-9C43-4FA6-F1118DCF91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FF0DC0D-1C83-103D-7428-FE661E872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650759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A418C1-E1BC-6623-1236-54C03F8E1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658C9B5-3C5D-4BA9-BBEE-E642ED0990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8877FB8-9D1B-58A9-EB55-3D125391D2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18/04/2026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7E3B181-0E48-0916-F698-355E6EEC6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BCED669-A055-D7E8-129B-54BBD2EC5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051698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1A45A97-5108-1EED-26EF-9FE9B26203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1D946A7-B4D7-7EE9-1234-EDD47F41F7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7482BBF-AF49-0D20-C141-FE4AEA692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18/04/2026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4BD554E-AD86-83BF-9B3C-C7EF0387C3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9ADC73E-D7C1-E472-838F-4CC456C20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579663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0C5B5E5-77A5-D0B0-C8CF-4B2148E86E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A8CFF8A-B079-FBDE-96A4-D95E9CB3A8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BBC425F-B706-AF6E-05C3-9DD8B3847B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ADB375-1491-4444-9FE7-F0D57218A44F}" type="datetimeFigureOut">
              <a:rPr lang="pt-BR" smtClean="0"/>
              <a:t>18/04/2026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1D9E827-BD5E-38C5-A58E-6A12B746C1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602C6BA-4483-59CD-6323-071F88AF4B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89130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9DE08B89-06F6-6C5A-62C1-B074195A8C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2191999" cy="6853688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FDE5B5AD-CD71-C2BA-2DE7-294D0B6E29B5}"/>
              </a:ext>
            </a:extLst>
          </p:cNvPr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chemeClr val="tx1">
              <a:alpha val="20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6BC42A13-94D8-1373-BB98-025A5C022561}"/>
              </a:ext>
            </a:extLst>
          </p:cNvPr>
          <p:cNvSpPr txBox="1"/>
          <p:nvPr/>
        </p:nvSpPr>
        <p:spPr>
          <a:xfrm>
            <a:off x="1437944" y="3558040"/>
            <a:ext cx="915806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7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3º DOMINGO DA PÁSCOA</a:t>
            </a:r>
          </a:p>
        </p:txBody>
      </p:sp>
    </p:spTree>
    <p:extLst>
      <p:ext uri="{BB962C8B-B14F-4D97-AF65-F5344CB8AC3E}">
        <p14:creationId xmlns:p14="http://schemas.microsoft.com/office/powerpoint/2010/main" val="7256591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108364"/>
            <a:ext cx="11516592" cy="5749636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5400" b="1" dirty="0"/>
              <a:t>ACLAMAI O SENHOR DEUS, Ó TERRA INTEIRA, CANTAI SALMOS A SEU NOME GLORIOSO, DAI A DEUS A MAIS SUBLIME LOUVAÇÃO, ALELUIA, ALELUIA!</a:t>
            </a:r>
            <a:endParaRPr lang="pt-BR" sz="5400" b="1" i="0" dirty="0">
              <a:solidFill>
                <a:srgbClr val="000000"/>
              </a:solidFill>
              <a:effectLst/>
            </a:endParaRPr>
          </a:p>
          <a:p>
            <a:pPr algn="l"/>
            <a:endParaRPr lang="pt-BR" sz="6000" b="1" i="0" dirty="0">
              <a:solidFill>
                <a:srgbClr val="000000"/>
              </a:solidFill>
              <a:effectLst/>
              <a:latin typeface="-apple-system"/>
            </a:endParaRPr>
          </a:p>
          <a:p>
            <a:pPr algn="l"/>
            <a:r>
              <a:rPr lang="pt-BR" sz="6000" i="0" dirty="0">
                <a:solidFill>
                  <a:srgbClr val="000000"/>
                </a:solidFill>
                <a:effectLst/>
                <a:latin typeface="-apple-system"/>
              </a:rPr>
              <a:t>1. PELA GRANDEZA E O PODER DE VOSSA FORÇA</a:t>
            </a:r>
            <a:r>
              <a:rPr lang="pt-BR" sz="6000" dirty="0">
                <a:solidFill>
                  <a:srgbClr val="000000"/>
                </a:solidFill>
                <a:latin typeface="-apple-system"/>
              </a:rPr>
              <a:t>, VOSSOS PRÓPRIOS INIMIGOS VOS BAJULAM.</a:t>
            </a: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8804663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BE5F8F-1A88-48C2-7B96-77FA2B91DA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E12C3F7-FD41-92E9-8650-EC3403F402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A3BADB1-8815-D7AF-5936-CF423EC9B1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108364"/>
            <a:ext cx="11516592" cy="5749636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5400" b="1" dirty="0"/>
              <a:t>ACLAMAI O SENHOR DEUS, Ó TERRA INTEIRA, CANTAI SALMOS A SEU NOME GLORIOSO, DAI A DEUS A MAIS SUBLIME LOUVAÇÃO, ALELUIA, ALELUIA!</a:t>
            </a:r>
            <a:endParaRPr lang="pt-BR" sz="5400" b="1" i="0" dirty="0">
              <a:solidFill>
                <a:srgbClr val="000000"/>
              </a:solidFill>
              <a:effectLst/>
            </a:endParaRPr>
          </a:p>
          <a:p>
            <a:pPr algn="l"/>
            <a:endParaRPr lang="pt-BR" sz="6000" b="1" i="0" dirty="0">
              <a:solidFill>
                <a:srgbClr val="000000"/>
              </a:solidFill>
              <a:effectLst/>
              <a:latin typeface="-apple-system"/>
            </a:endParaRPr>
          </a:p>
          <a:p>
            <a:pPr algn="l"/>
            <a:r>
              <a:rPr lang="pt-BR" sz="6000" dirty="0">
                <a:solidFill>
                  <a:srgbClr val="000000"/>
                </a:solidFill>
                <a:latin typeface="-apple-system"/>
              </a:rPr>
              <a:t>2. TODA A TERRA VOS ADORE COM RESPEITO E PROCLAME O LOUVOR DE VOSSO.</a:t>
            </a: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20577348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09A2A5-8464-C438-1C1B-C39437EE9C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7BC994-8AF6-129D-2051-D41EF232E2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4B0C8BE-C789-AE46-5E88-2DC1A6179A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108364"/>
            <a:ext cx="11516592" cy="5749636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5400" b="1" dirty="0"/>
              <a:t>ACLAMAI O SENHOR DEUS, Ó TERRA INTEIRA, CANTAI SALMOS A SEU NOME GLORIOSO, DAI A DEUS A MAIS SUBLIME LOUVAÇÃO, ALELUIA, ALELUIA!</a:t>
            </a:r>
            <a:endParaRPr lang="pt-BR" sz="5400" b="1" i="0" dirty="0">
              <a:solidFill>
                <a:srgbClr val="000000"/>
              </a:solidFill>
              <a:effectLst/>
            </a:endParaRPr>
          </a:p>
          <a:p>
            <a:pPr algn="l"/>
            <a:endParaRPr lang="pt-BR" sz="6000" b="1" i="0" dirty="0">
              <a:solidFill>
                <a:srgbClr val="000000"/>
              </a:solidFill>
              <a:effectLst/>
              <a:latin typeface="-apple-system"/>
            </a:endParaRPr>
          </a:p>
          <a:p>
            <a:pPr algn="l"/>
            <a:r>
              <a:rPr lang="pt-BR" sz="6000" dirty="0">
                <a:solidFill>
                  <a:srgbClr val="000000"/>
                </a:solidFill>
                <a:latin typeface="-apple-system"/>
              </a:rPr>
              <a:t>3. VINDE VER TODAS AS OBRAS DO SENHOR: SEUS PRODÍGIOS ESTUPENDOS ENTRE OS HOMENS!</a:t>
            </a: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42938433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48A6A1-E4E2-3C1E-1FA9-B377E6A464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5A8A0F3-F0F9-F8CA-E0DE-F7F5F7EC96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363DC43-1170-CCF6-2F9A-EEB2991364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108364"/>
            <a:ext cx="11516592" cy="5749636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5400" b="1" dirty="0"/>
              <a:t>ACLAMAI O SENHOR DEUS, Ó TERRA INTEIRA, CANTAI SALMOS A SEU NOME GLORIOSO, DAI A DEUS A MAIS SUBLIME LOUVAÇÃO, ALELUIA, ALELUIA!</a:t>
            </a:r>
            <a:endParaRPr lang="pt-BR" sz="5400" b="1" i="0" dirty="0">
              <a:solidFill>
                <a:srgbClr val="000000"/>
              </a:solidFill>
              <a:effectLst/>
            </a:endParaRPr>
          </a:p>
          <a:p>
            <a:pPr algn="l"/>
            <a:endParaRPr lang="pt-BR" sz="6000" b="1" i="0" dirty="0">
              <a:solidFill>
                <a:srgbClr val="000000"/>
              </a:solidFill>
              <a:effectLst/>
              <a:latin typeface="-apple-system"/>
            </a:endParaRPr>
          </a:p>
          <a:p>
            <a:pPr algn="l"/>
            <a:r>
              <a:rPr lang="pt-BR" sz="6000" dirty="0">
                <a:solidFill>
                  <a:srgbClr val="000000"/>
                </a:solidFill>
                <a:latin typeface="-apple-system"/>
              </a:rPr>
              <a:t>4. </a:t>
            </a:r>
            <a:r>
              <a:rPr lang="pt-BR" sz="6000">
                <a:solidFill>
                  <a:srgbClr val="000000"/>
                </a:solidFill>
                <a:latin typeface="-apple-system"/>
              </a:rPr>
              <a:t>É ELE QUEM DÁ VIDA À NOSSA VIDA, E NÃO PERMITE QUE VACILEM NOSSOS PÉS.</a:t>
            </a: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31516817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AB2E74-2AE5-F4D4-6166-4DE76A1B57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CD827D-CC79-EA71-B167-67E241114C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9E1B497-B198-5E3B-18B2-0A6E7D1CCF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108364"/>
            <a:ext cx="11516592" cy="5749636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pt-BR" sz="6000" b="1" i="0" dirty="0">
                <a:solidFill>
                  <a:srgbClr val="000000"/>
                </a:solidFill>
                <a:effectLst/>
                <a:latin typeface="-apple-system"/>
              </a:rPr>
              <a:t>CRISTO VENCEU, ALELUIA!</a:t>
            </a:r>
          </a:p>
          <a:p>
            <a:pPr algn="l"/>
            <a:r>
              <a:rPr lang="pt-BR" sz="6000" b="1" i="0" dirty="0">
                <a:solidFill>
                  <a:srgbClr val="000000"/>
                </a:solidFill>
                <a:effectLst/>
                <a:latin typeface="-apple-system"/>
              </a:rPr>
              <a:t>RESSUSCITOU, ALELUIA!</a:t>
            </a:r>
          </a:p>
          <a:p>
            <a:pPr algn="l"/>
            <a:r>
              <a:rPr lang="pt-BR" sz="6000" b="1" i="0" dirty="0">
                <a:solidFill>
                  <a:srgbClr val="000000"/>
                </a:solidFill>
                <a:effectLst/>
                <a:latin typeface="-apple-system"/>
              </a:rPr>
              <a:t>O PAI LHE DEU GLÓRIA E PODER</a:t>
            </a:r>
          </a:p>
          <a:p>
            <a:pPr algn="l"/>
            <a:r>
              <a:rPr lang="pt-BR" sz="6000" b="1" i="0" dirty="0">
                <a:solidFill>
                  <a:srgbClr val="000000"/>
                </a:solidFill>
                <a:effectLst/>
                <a:latin typeface="-apple-system"/>
              </a:rPr>
              <a:t>EIS NOSSO CANTO, ALELUIA!</a:t>
            </a:r>
          </a:p>
          <a:p>
            <a:pPr algn="l"/>
            <a:endParaRPr lang="pt-BR" sz="6000" i="0" dirty="0">
              <a:solidFill>
                <a:srgbClr val="000000"/>
              </a:solidFill>
              <a:effectLst/>
              <a:latin typeface="-apple-system"/>
            </a:endParaRPr>
          </a:p>
          <a:p>
            <a:pPr algn="l"/>
            <a:r>
              <a:rPr lang="pt-BR" sz="6000" i="0" dirty="0">
                <a:solidFill>
                  <a:srgbClr val="000000"/>
                </a:solidFill>
                <a:effectLst/>
                <a:latin typeface="-apple-system"/>
              </a:rPr>
              <a:t>2. SUAVE AURORA VEIO ANUNCIANDO</a:t>
            </a:r>
          </a:p>
          <a:p>
            <a:pPr algn="l"/>
            <a:r>
              <a:rPr lang="pt-BR" sz="6000" i="0" dirty="0">
                <a:solidFill>
                  <a:srgbClr val="000000"/>
                </a:solidFill>
                <a:effectLst/>
                <a:latin typeface="-apple-system"/>
              </a:rPr>
              <a:t>QUE NOVA ERA FOI INAUGURADA</a:t>
            </a:r>
          </a:p>
          <a:p>
            <a:pPr algn="l"/>
            <a:r>
              <a:rPr lang="pt-BR" sz="6000" i="0" dirty="0">
                <a:solidFill>
                  <a:srgbClr val="000000"/>
                </a:solidFill>
                <a:effectLst/>
                <a:latin typeface="-apple-system"/>
              </a:rPr>
              <a:t>NÓS FOMOS SALVOS PARA SEMPRE.</a:t>
            </a: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14787936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5A1F9F-DF25-AC42-0597-8120F0CEC6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91C636-7D85-EAB6-7D26-ABD6CE614A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563144F-1D6C-FF92-72E6-9916EC23E4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108364"/>
            <a:ext cx="11516592" cy="5749636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pt-BR" sz="6000" b="1" i="0" dirty="0">
                <a:solidFill>
                  <a:srgbClr val="000000"/>
                </a:solidFill>
                <a:effectLst/>
                <a:latin typeface="-apple-system"/>
              </a:rPr>
              <a:t>CRISTO VENCEU, ALELUIA!</a:t>
            </a:r>
          </a:p>
          <a:p>
            <a:pPr algn="l"/>
            <a:r>
              <a:rPr lang="pt-BR" sz="6000" b="1" i="0" dirty="0">
                <a:solidFill>
                  <a:srgbClr val="000000"/>
                </a:solidFill>
                <a:effectLst/>
                <a:latin typeface="-apple-system"/>
              </a:rPr>
              <a:t>RESSUSCITOU, ALELUIA!</a:t>
            </a:r>
          </a:p>
          <a:p>
            <a:pPr algn="l"/>
            <a:r>
              <a:rPr lang="pt-BR" sz="6000" b="1" i="0" dirty="0">
                <a:solidFill>
                  <a:srgbClr val="000000"/>
                </a:solidFill>
                <a:effectLst/>
                <a:latin typeface="-apple-system"/>
              </a:rPr>
              <a:t>O PAI LHE DEU GLÓRIA E PODER</a:t>
            </a:r>
          </a:p>
          <a:p>
            <a:pPr algn="l"/>
            <a:r>
              <a:rPr lang="pt-BR" sz="6000" b="1" i="0" dirty="0">
                <a:solidFill>
                  <a:srgbClr val="000000"/>
                </a:solidFill>
                <a:effectLst/>
                <a:latin typeface="-apple-system"/>
              </a:rPr>
              <a:t>EIS NOSSO CANTO, ALELUIA!</a:t>
            </a:r>
          </a:p>
          <a:p>
            <a:pPr algn="l"/>
            <a:endParaRPr lang="pt-BR" sz="6000" b="1" i="0" dirty="0">
              <a:solidFill>
                <a:srgbClr val="000000"/>
              </a:solidFill>
              <a:effectLst/>
              <a:latin typeface="-apple-system"/>
            </a:endParaRPr>
          </a:p>
          <a:p>
            <a:pPr algn="l"/>
            <a:r>
              <a:rPr lang="pt-BR" sz="6000" i="0" dirty="0">
                <a:solidFill>
                  <a:srgbClr val="000000"/>
                </a:solidFill>
                <a:effectLst/>
                <a:latin typeface="-apple-system"/>
              </a:rPr>
              <a:t>3. NO CORAÇÃO DE TODOS NÓS RENASCE</a:t>
            </a:r>
          </a:p>
          <a:p>
            <a:pPr algn="l"/>
            <a:r>
              <a:rPr lang="pt-BR" sz="6000" i="0" dirty="0">
                <a:solidFill>
                  <a:srgbClr val="000000"/>
                </a:solidFill>
                <a:effectLst/>
                <a:latin typeface="-apple-system"/>
              </a:rPr>
              <a:t>A ESPERANÇA DE UM NOVO TEMPO</a:t>
            </a:r>
          </a:p>
          <a:p>
            <a:pPr algn="l"/>
            <a:r>
              <a:rPr lang="pt-BR" sz="6000" i="0" dirty="0">
                <a:solidFill>
                  <a:srgbClr val="000000"/>
                </a:solidFill>
                <a:effectLst/>
                <a:latin typeface="-apple-system"/>
              </a:rPr>
              <a:t>NÓS FOMOS SALVOS PARA SEMPRE.</a:t>
            </a: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16606138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536235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7867" y="374072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7867" y="845127"/>
            <a:ext cx="11002243" cy="6373092"/>
          </a:xfrm>
        </p:spPr>
        <p:txBody>
          <a:bodyPr>
            <a:normAutofit/>
          </a:bodyPr>
          <a:lstStyle/>
          <a:p>
            <a:pPr algn="just"/>
            <a:r>
              <a:rPr lang="pt-BR" sz="7200" dirty="0"/>
              <a:t>SENHOR, NOSSA PAZ, TENDE PIEDADE DE NÓS!</a:t>
            </a:r>
          </a:p>
          <a:p>
            <a:pPr algn="just"/>
            <a:r>
              <a:rPr lang="pt-BR" sz="7200" b="1" dirty="0"/>
              <a:t>SENHOR, TENDE PIEDADE DE NÓS!</a:t>
            </a:r>
          </a:p>
        </p:txBody>
      </p:sp>
    </p:spTree>
    <p:extLst>
      <p:ext uri="{BB962C8B-B14F-4D97-AF65-F5344CB8AC3E}">
        <p14:creationId xmlns:p14="http://schemas.microsoft.com/office/powerpoint/2010/main" val="5141465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A4E8EC-06AA-5769-14B9-0495353C6B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CA4199-B698-D8B4-B6AC-4E463D7143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7867" y="374072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5A772C0-0AD5-A038-10C7-C82A50000F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7867" y="845127"/>
            <a:ext cx="11002243" cy="6373092"/>
          </a:xfrm>
        </p:spPr>
        <p:txBody>
          <a:bodyPr>
            <a:normAutofit/>
          </a:bodyPr>
          <a:lstStyle/>
          <a:p>
            <a:pPr algn="just"/>
            <a:r>
              <a:rPr lang="pt-BR" sz="7200" dirty="0"/>
              <a:t>CRISTO, NOSSA PÁSCOA, TENDE PIEDADE DE NÓS!</a:t>
            </a:r>
          </a:p>
          <a:p>
            <a:pPr algn="just"/>
            <a:r>
              <a:rPr lang="pt-BR" sz="7200" b="1" dirty="0"/>
              <a:t>CRISTO, TENDE PIEDADE DE NÓS!</a:t>
            </a:r>
          </a:p>
        </p:txBody>
      </p:sp>
    </p:spTree>
    <p:extLst>
      <p:ext uri="{BB962C8B-B14F-4D97-AF65-F5344CB8AC3E}">
        <p14:creationId xmlns:p14="http://schemas.microsoft.com/office/powerpoint/2010/main" val="3471865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5602FF-9A33-63A8-9E16-7656C1C390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AFB0D1-C58F-F90A-567A-278B47ACEF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7867" y="374072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8EAD9EC-F753-8A3B-657B-7085291E11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7867" y="845127"/>
            <a:ext cx="11002243" cy="6373092"/>
          </a:xfrm>
        </p:spPr>
        <p:txBody>
          <a:bodyPr>
            <a:normAutofit/>
          </a:bodyPr>
          <a:lstStyle/>
          <a:p>
            <a:pPr algn="just"/>
            <a:r>
              <a:rPr lang="pt-BR" sz="7200" dirty="0"/>
              <a:t>SENHOR, NOSSA VIDA, TENDE PIEDADE DE NÓS!</a:t>
            </a:r>
          </a:p>
          <a:p>
            <a:pPr algn="just"/>
            <a:r>
              <a:rPr lang="pt-BR" sz="7200" b="1" dirty="0"/>
              <a:t>SENHOR, TENDE PIEDADE DE NÓS!</a:t>
            </a:r>
          </a:p>
        </p:txBody>
      </p:sp>
    </p:spTree>
    <p:extLst>
      <p:ext uri="{BB962C8B-B14F-4D97-AF65-F5344CB8AC3E}">
        <p14:creationId xmlns:p14="http://schemas.microsoft.com/office/powerpoint/2010/main" val="38718419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234528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284528" cy="5570040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pt-BR" sz="9400" b="1" dirty="0"/>
              <a:t>GLÓRIA A DEUS NAS ALTURAS (2X)</a:t>
            </a:r>
          </a:p>
          <a:p>
            <a:pPr algn="just"/>
            <a:r>
              <a:rPr lang="pt-BR" sz="9400" b="1" dirty="0"/>
              <a:t>E PAZ NA TERRA AOS HOMENS POR ELE AMADOS!</a:t>
            </a:r>
            <a:r>
              <a:rPr lang="pt-BR" sz="9400" dirty="0"/>
              <a:t> </a:t>
            </a:r>
          </a:p>
          <a:p>
            <a:pPr algn="just"/>
            <a:endParaRPr lang="pt-BR" sz="6000" dirty="0"/>
          </a:p>
          <a:p>
            <a:pPr algn="just"/>
            <a:r>
              <a:rPr lang="pt-BR" sz="9600" dirty="0"/>
              <a:t>SENHOR DEUS, REI DOS CÉUS, DEUS PAI TODO PODEROSO</a:t>
            </a:r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376616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215255" cy="5846618"/>
          </a:xfrm>
        </p:spPr>
        <p:txBody>
          <a:bodyPr>
            <a:normAutofit fontScale="62500" lnSpcReduction="20000"/>
          </a:bodyPr>
          <a:lstStyle/>
          <a:p>
            <a:pPr algn="just"/>
            <a:r>
              <a:rPr lang="pt-BR" sz="11000" dirty="0"/>
              <a:t>NÓS VOS LOUVAMOS, NÓS VOS BENDIZEMOS</a:t>
            </a:r>
          </a:p>
          <a:p>
            <a:pPr algn="just"/>
            <a:r>
              <a:rPr lang="pt-BR" sz="11000" dirty="0"/>
              <a:t>NÓS VOS ADORAMOS, NÓS VOS GLORIFICAMOS</a:t>
            </a:r>
          </a:p>
          <a:p>
            <a:pPr algn="just"/>
            <a:r>
              <a:rPr lang="pt-BR" sz="11000" dirty="0"/>
              <a:t>NÓS VOS DAMOS GRAÇAS, POR VOSSA IMENSA GLÓRIA. </a:t>
            </a:r>
          </a:p>
        </p:txBody>
      </p:sp>
    </p:spTree>
    <p:extLst>
      <p:ext uri="{BB962C8B-B14F-4D97-AF65-F5344CB8AC3E}">
        <p14:creationId xmlns:p14="http://schemas.microsoft.com/office/powerpoint/2010/main" val="17336671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886691"/>
            <a:ext cx="10986656" cy="6216732"/>
          </a:xfrm>
        </p:spPr>
        <p:txBody>
          <a:bodyPr>
            <a:normAutofit/>
          </a:bodyPr>
          <a:lstStyle/>
          <a:p>
            <a:pPr algn="l"/>
            <a:r>
              <a:rPr lang="pt-BR" sz="5400" dirty="0"/>
              <a:t>SENHOR JESUS CRISTO, FILHO UNIGÊNITO</a:t>
            </a:r>
          </a:p>
          <a:p>
            <a:pPr algn="l"/>
            <a:r>
              <a:rPr lang="pt-BR" sz="5400" dirty="0"/>
              <a:t>SENHOR DEUS, CORDEIRO DE DEUS, FILHO DE DEUS PAI</a:t>
            </a:r>
          </a:p>
          <a:p>
            <a:pPr algn="l"/>
            <a:r>
              <a:rPr lang="pt-BR" sz="5400" dirty="0"/>
              <a:t>VÓS QUE TIRAIS O PECADO DO MUNDO,</a:t>
            </a:r>
          </a:p>
          <a:p>
            <a:pPr algn="l"/>
            <a:r>
              <a:rPr lang="pt-BR" sz="5400" dirty="0"/>
              <a:t>TENDE PIEDADE DE NÓS</a:t>
            </a:r>
          </a:p>
          <a:p>
            <a:pPr algn="l"/>
            <a:endParaRPr lang="pt-BR" sz="5400" dirty="0"/>
          </a:p>
        </p:txBody>
      </p:sp>
    </p:spTree>
    <p:extLst>
      <p:ext uri="{BB962C8B-B14F-4D97-AF65-F5344CB8AC3E}">
        <p14:creationId xmlns:p14="http://schemas.microsoft.com/office/powerpoint/2010/main" val="27038948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357099" cy="5846618"/>
          </a:xfrm>
        </p:spPr>
        <p:txBody>
          <a:bodyPr>
            <a:normAutofit fontScale="62500" lnSpcReduction="20000"/>
          </a:bodyPr>
          <a:lstStyle/>
          <a:p>
            <a:pPr algn="just"/>
            <a:r>
              <a:rPr lang="pt-BR" sz="12300" dirty="0"/>
              <a:t>VÓS QUE TIRAIS O PECADO DO MUNDO, </a:t>
            </a:r>
          </a:p>
          <a:p>
            <a:pPr algn="just"/>
            <a:r>
              <a:rPr lang="pt-BR" sz="12300" dirty="0"/>
              <a:t>ACOLHEI A NOSSA SÚPLICA</a:t>
            </a:r>
          </a:p>
          <a:p>
            <a:pPr algn="just"/>
            <a:r>
              <a:rPr lang="pt-BR" sz="12300" dirty="0"/>
              <a:t>VÓS QUE ESTAIS À DIREITA DO PAI, </a:t>
            </a:r>
          </a:p>
          <a:p>
            <a:pPr algn="just"/>
            <a:r>
              <a:rPr lang="pt-BR" sz="12300" dirty="0"/>
              <a:t>TENDE PIEDADE DE NÓS</a:t>
            </a:r>
          </a:p>
        </p:txBody>
      </p:sp>
    </p:spTree>
    <p:extLst>
      <p:ext uri="{BB962C8B-B14F-4D97-AF65-F5344CB8AC3E}">
        <p14:creationId xmlns:p14="http://schemas.microsoft.com/office/powerpoint/2010/main" val="6419554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357099" cy="5846618"/>
          </a:xfrm>
        </p:spPr>
        <p:txBody>
          <a:bodyPr>
            <a:normAutofit fontScale="85000" lnSpcReduction="20000"/>
          </a:bodyPr>
          <a:lstStyle/>
          <a:p>
            <a:pPr algn="just"/>
            <a:r>
              <a:rPr lang="pt-BR" sz="9600" dirty="0"/>
              <a:t>SÓ VÓS SOIS SANTO, SÓ VÓS O SENHOR, SÓ VÓS O ALTÍSSIMO, JESUS CRISTO, COM O ESPÍRITO SANTO NA GLÓRIA DE DEUS PAI. AMÉM!</a:t>
            </a:r>
          </a:p>
        </p:txBody>
      </p:sp>
    </p:spTree>
    <p:extLst>
      <p:ext uri="{BB962C8B-B14F-4D97-AF65-F5344CB8AC3E}">
        <p14:creationId xmlns:p14="http://schemas.microsoft.com/office/powerpoint/2010/main" val="37335241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2205986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SALMO RESPONSORIAL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20040" y="2529320"/>
            <a:ext cx="10189827" cy="2302324"/>
          </a:xfrm>
        </p:spPr>
        <p:txBody>
          <a:bodyPr>
            <a:normAutofit lnSpcReduction="10000"/>
          </a:bodyPr>
          <a:lstStyle/>
          <a:p>
            <a:r>
              <a:rPr lang="pt-BR" sz="5400" b="1" dirty="0"/>
              <a:t>DAI GRAÇAS AO SENHOR, PORQUE ELE É BOM; ETERNA É A SUA MISERICÓRDIA!</a:t>
            </a:r>
          </a:p>
          <a:p>
            <a:endParaRPr lang="pt-BR" sz="5400" b="1" dirty="0"/>
          </a:p>
        </p:txBody>
      </p:sp>
    </p:spTree>
    <p:extLst>
      <p:ext uri="{BB962C8B-B14F-4D97-AF65-F5344CB8AC3E}">
        <p14:creationId xmlns:p14="http://schemas.microsoft.com/office/powerpoint/2010/main" val="177380283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8461851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71053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ACLAMAÇÃO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3900" y="1274619"/>
            <a:ext cx="10744200" cy="5389418"/>
          </a:xfrm>
        </p:spPr>
        <p:txBody>
          <a:bodyPr>
            <a:normAutofit/>
          </a:bodyPr>
          <a:lstStyle/>
          <a:p>
            <a:r>
              <a:rPr lang="pt-BR" sz="4800" b="1" dirty="0"/>
              <a:t>ALELUIA, ALELUIA, ALELUIA (2X)</a:t>
            </a:r>
          </a:p>
          <a:p>
            <a:endParaRPr lang="pt-BR" sz="4800" b="1" dirty="0"/>
          </a:p>
          <a:p>
            <a:r>
              <a:rPr lang="pt-BR" sz="4800" dirty="0"/>
              <a:t>ACREDITASTE, TOMÉ, PORQUE ME VISTE. FELIZES OS QUE CRERAM SEM TER VISTO!</a:t>
            </a:r>
          </a:p>
          <a:p>
            <a:endParaRPr lang="pt-BR" sz="4800" b="1" dirty="0"/>
          </a:p>
          <a:p>
            <a:r>
              <a:rPr lang="pt-BR" sz="4800" b="1" dirty="0"/>
              <a:t>ALELUIA, ALELUIA, ALELUIA (2X)</a:t>
            </a:r>
          </a:p>
          <a:p>
            <a:endParaRPr lang="pt-BR" sz="4800" dirty="0"/>
          </a:p>
          <a:p>
            <a:endParaRPr lang="pt-BR" sz="1200" dirty="0"/>
          </a:p>
        </p:txBody>
      </p:sp>
    </p:spTree>
    <p:extLst>
      <p:ext uri="{BB962C8B-B14F-4D97-AF65-F5344CB8AC3E}">
        <p14:creationId xmlns:p14="http://schemas.microsoft.com/office/powerpoint/2010/main" val="267181744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2815659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765D70-BE7B-DB45-1943-A16C106A4A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E2D20F5-B509-BD0F-08C6-C5FE4D678F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1941" y="308758"/>
            <a:ext cx="859674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20520E0-F325-122E-7795-075A05F28D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1941" y="1017320"/>
            <a:ext cx="10785764" cy="6262253"/>
          </a:xfrm>
        </p:spPr>
        <p:txBody>
          <a:bodyPr>
            <a:normAutofit fontScale="62500" lnSpcReduction="20000"/>
          </a:bodyPr>
          <a:lstStyle/>
          <a:p>
            <a:pPr algn="l"/>
            <a:r>
              <a:rPr lang="pt-BR" sz="8800" b="1" dirty="0"/>
              <a:t>ANSIOSO, DESDE A AURORA VOS BUSCO PARA VER VOSSO PODER, Ó SENHOR DEUS.:/ ALELUIA.</a:t>
            </a:r>
          </a:p>
          <a:p>
            <a:pPr algn="l"/>
            <a:endParaRPr lang="pt-BR" sz="8800" b="1" dirty="0"/>
          </a:p>
          <a:p>
            <a:pPr algn="l"/>
            <a:r>
              <a:rPr lang="pt-BR" sz="8800" dirty="0"/>
              <a:t>1. A MINH'ALMA TEM SEDE DE VÓS,</a:t>
            </a:r>
          </a:p>
          <a:p>
            <a:pPr algn="l"/>
            <a:r>
              <a:rPr lang="pt-BR" sz="8800" dirty="0"/>
              <a:t>MINHA CARNE TAMBÉM VOS DESEJA.</a:t>
            </a:r>
          </a:p>
        </p:txBody>
      </p:sp>
    </p:spTree>
    <p:extLst>
      <p:ext uri="{BB962C8B-B14F-4D97-AF65-F5344CB8AC3E}">
        <p14:creationId xmlns:p14="http://schemas.microsoft.com/office/powerpoint/2010/main" val="4990723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0350BA-5882-60B9-98AB-5A99062381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BE2FF6-9620-24EC-0DBE-EDBE9172BC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1941" y="308758"/>
            <a:ext cx="859674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B1C1E0E-5EC8-345B-9085-93329B9973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1941" y="1017320"/>
            <a:ext cx="10785764" cy="6262253"/>
          </a:xfrm>
        </p:spPr>
        <p:txBody>
          <a:bodyPr>
            <a:normAutofit fontScale="62500" lnSpcReduction="20000"/>
          </a:bodyPr>
          <a:lstStyle/>
          <a:p>
            <a:pPr algn="l"/>
            <a:r>
              <a:rPr lang="pt-BR" sz="8800" b="1" dirty="0"/>
              <a:t>ANSIOSO, DESDE A AURORA VOS BUSCO PARA VER VOSSO PODER, Ó SENHOR DEUS.:/ ALELUIA.</a:t>
            </a:r>
          </a:p>
          <a:p>
            <a:pPr algn="l"/>
            <a:endParaRPr lang="pt-BR" sz="8800" b="1" dirty="0"/>
          </a:p>
          <a:p>
            <a:pPr algn="l"/>
            <a:r>
              <a:rPr lang="pt-BR" sz="8800" dirty="0"/>
              <a:t>2. VENHO, ASSIM, CONTEMPLAR-VOS NO TEMPLO,</a:t>
            </a:r>
          </a:p>
          <a:p>
            <a:pPr algn="l"/>
            <a:r>
              <a:rPr lang="pt-BR" sz="8800" dirty="0"/>
              <a:t>PARA VER VOSSA GLÓRIA E PODER.</a:t>
            </a:r>
          </a:p>
        </p:txBody>
      </p:sp>
    </p:spTree>
    <p:extLst>
      <p:ext uri="{BB962C8B-B14F-4D97-AF65-F5344CB8AC3E}">
        <p14:creationId xmlns:p14="http://schemas.microsoft.com/office/powerpoint/2010/main" val="363861516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15C48-85BF-1522-03D4-6FF4E4D542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3B673E3-8A8A-CB23-7669-395B72D447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1941" y="308758"/>
            <a:ext cx="859674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8801CED-29C6-B6D4-C4F2-5107E37F35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1941" y="1017320"/>
            <a:ext cx="10785764" cy="6262253"/>
          </a:xfrm>
        </p:spPr>
        <p:txBody>
          <a:bodyPr>
            <a:normAutofit fontScale="62500" lnSpcReduction="20000"/>
          </a:bodyPr>
          <a:lstStyle/>
          <a:p>
            <a:pPr algn="l"/>
            <a:r>
              <a:rPr lang="pt-BR" sz="8800" b="1" dirty="0"/>
              <a:t>ANSIOSO, DESDE A AURORA VOS BUSCO PARA VER VOSSO PODER, Ó SENHOR DEUS.:/ ALELUIA.</a:t>
            </a:r>
          </a:p>
          <a:p>
            <a:pPr algn="l"/>
            <a:endParaRPr lang="pt-BR" sz="8800" b="1" dirty="0"/>
          </a:p>
          <a:p>
            <a:pPr algn="l"/>
            <a:r>
              <a:rPr lang="pt-BR" sz="8800" dirty="0"/>
              <a:t>3. VOSSO AMOR VALE MAIS DO QUE A VIDA:</a:t>
            </a:r>
          </a:p>
          <a:p>
            <a:pPr algn="l"/>
            <a:r>
              <a:rPr lang="pt-BR" sz="8800" dirty="0"/>
              <a:t>E POR ISSO MEUS LÁBIOS VOS LOUVAM.</a:t>
            </a:r>
          </a:p>
        </p:txBody>
      </p:sp>
    </p:spTree>
    <p:extLst>
      <p:ext uri="{BB962C8B-B14F-4D97-AF65-F5344CB8AC3E}">
        <p14:creationId xmlns:p14="http://schemas.microsoft.com/office/powerpoint/2010/main" val="123905313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2F43C8-6413-BE3E-9C0D-EB12B63B2F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D14F02E-D75E-0549-955D-C6F3FD4676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1941" y="308758"/>
            <a:ext cx="859674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884625C-479D-68FE-FB13-4B45968AA7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1941" y="1017320"/>
            <a:ext cx="10785764" cy="6262253"/>
          </a:xfrm>
        </p:spPr>
        <p:txBody>
          <a:bodyPr>
            <a:normAutofit fontScale="62500" lnSpcReduction="20000"/>
          </a:bodyPr>
          <a:lstStyle/>
          <a:p>
            <a:pPr algn="l"/>
            <a:r>
              <a:rPr lang="pt-BR" sz="8800" b="1" dirty="0"/>
              <a:t>ANSIOSO, DESDE A AURORA VOS BUSCO PARA VER VOSSO PODER, Ó SENHOR DEUS.:/ ALELUIA.</a:t>
            </a:r>
          </a:p>
          <a:p>
            <a:pPr algn="l"/>
            <a:endParaRPr lang="pt-BR" sz="8800" b="1" dirty="0"/>
          </a:p>
          <a:p>
            <a:pPr algn="l"/>
            <a:r>
              <a:rPr lang="pt-BR" sz="8800" dirty="0"/>
              <a:t>4. QUERO, POIS, VOS LOUVAR PELA VIDA,</a:t>
            </a:r>
          </a:p>
          <a:p>
            <a:pPr algn="l"/>
            <a:r>
              <a:rPr lang="pt-BR" sz="8800" dirty="0"/>
              <a:t>E ELEVAR PARA VÓS MINHAS MÃOS!</a:t>
            </a:r>
          </a:p>
        </p:txBody>
      </p:sp>
    </p:spTree>
    <p:extLst>
      <p:ext uri="{BB962C8B-B14F-4D97-AF65-F5344CB8AC3E}">
        <p14:creationId xmlns:p14="http://schemas.microsoft.com/office/powerpoint/2010/main" val="155674796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7246103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7B2728-CA8D-8BF0-E8FF-0ED37C53CD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374286E-5239-8A4E-7141-F1DA10AD12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SANTO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822AFA9-0119-B90B-BDF8-5453E83E0C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990168"/>
            <a:ext cx="10851573" cy="5424487"/>
          </a:xfrm>
        </p:spPr>
        <p:txBody>
          <a:bodyPr>
            <a:normAutofit fontScale="77500" lnSpcReduction="20000"/>
          </a:bodyPr>
          <a:lstStyle/>
          <a:p>
            <a:pPr algn="just"/>
            <a:r>
              <a:rPr lang="pt-BR" sz="6600" b="1" dirty="0"/>
              <a:t>SANTO, SANTO, SANTO</a:t>
            </a:r>
          </a:p>
          <a:p>
            <a:pPr algn="just"/>
            <a:r>
              <a:rPr lang="pt-BR" sz="6600" dirty="0"/>
              <a:t>SENHOR DEUS DO UNIVERSO</a:t>
            </a:r>
          </a:p>
          <a:p>
            <a:pPr algn="just"/>
            <a:r>
              <a:rPr lang="pt-BR" sz="6600" dirty="0"/>
              <a:t>O CÉU E A TERRA PROCLAMAM</a:t>
            </a:r>
          </a:p>
          <a:p>
            <a:pPr algn="just"/>
            <a:r>
              <a:rPr lang="pt-BR" sz="6600" dirty="0"/>
              <a:t>A VOSSA GLÓRIA</a:t>
            </a:r>
          </a:p>
          <a:p>
            <a:pPr algn="just"/>
            <a:r>
              <a:rPr lang="pt-BR" sz="6600" b="1" dirty="0"/>
              <a:t>HOSANA NAS ALTURAS (2X)</a:t>
            </a:r>
          </a:p>
          <a:p>
            <a:pPr algn="just"/>
            <a:r>
              <a:rPr lang="pt-BR" sz="6600" dirty="0"/>
              <a:t>BENDITO O QUE VEM</a:t>
            </a:r>
          </a:p>
          <a:p>
            <a:pPr algn="just"/>
            <a:r>
              <a:rPr lang="pt-BR" sz="6600" dirty="0"/>
              <a:t>EM NOME DO SENHOR</a:t>
            </a:r>
          </a:p>
          <a:p>
            <a:pPr algn="l"/>
            <a:r>
              <a:rPr lang="pt-BR" sz="6600" b="1" dirty="0"/>
              <a:t>HOSANA NAS ALTURAS (2X)</a:t>
            </a:r>
          </a:p>
          <a:p>
            <a:pPr algn="just"/>
            <a:endParaRPr lang="pt-BR" sz="66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219138468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4172737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388304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/>
          </a:bodyPr>
          <a:lstStyle/>
          <a:p>
            <a:pPr algn="l"/>
            <a:r>
              <a:rPr lang="pt-BR" sz="4400" b="1" dirty="0"/>
              <a:t>ESTENDE A TUA MÃO,</a:t>
            </a:r>
          </a:p>
          <a:p>
            <a:pPr algn="l"/>
            <a:r>
              <a:rPr lang="pt-BR" sz="4400" b="1" dirty="0"/>
              <a:t>TOCA O LUGAR DOS CRAVOS,</a:t>
            </a:r>
          </a:p>
          <a:p>
            <a:pPr algn="l"/>
            <a:r>
              <a:rPr lang="pt-BR" sz="4400" b="1" dirty="0"/>
              <a:t>E NÃO SEJAS INCRÉDULO, MAS FIEL,</a:t>
            </a:r>
          </a:p>
          <a:p>
            <a:pPr algn="l"/>
            <a:r>
              <a:rPr lang="pt-BR" sz="4400" b="1" dirty="0"/>
              <a:t>ALELUIA, ALELUIA!</a:t>
            </a:r>
          </a:p>
          <a:p>
            <a:pPr algn="l"/>
            <a:endParaRPr lang="pt-BR" sz="4400" dirty="0"/>
          </a:p>
          <a:p>
            <a:pPr algn="l"/>
            <a:r>
              <a:rPr lang="pt-BR" sz="4400" dirty="0"/>
              <a:t>1. DAI GRAÇAS AO SENHOR PORQUE ELE É BOM!</a:t>
            </a:r>
          </a:p>
          <a:p>
            <a:pPr algn="l"/>
            <a:r>
              <a:rPr lang="pt-BR" sz="4400" dirty="0"/>
              <a:t>ETERNA É A SUA MISERICÓRDIA!</a:t>
            </a:r>
            <a:endParaRPr lang="pt-BR" sz="4400" b="1" dirty="0"/>
          </a:p>
        </p:txBody>
      </p:sp>
    </p:spTree>
    <p:extLst>
      <p:ext uri="{BB962C8B-B14F-4D97-AF65-F5344CB8AC3E}">
        <p14:creationId xmlns:p14="http://schemas.microsoft.com/office/powerpoint/2010/main" val="393164298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CFBE68-F68C-61C7-5C32-52CB8D15EF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705A3E-8C34-04FD-7EE2-63EA6D78DE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388304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B97CFE5-81D9-0E41-3447-09F038101E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/>
          </a:bodyPr>
          <a:lstStyle/>
          <a:p>
            <a:pPr algn="l"/>
            <a:r>
              <a:rPr lang="pt-BR" sz="4400" b="1" dirty="0"/>
              <a:t>ESTENDE A TUA MÃO,</a:t>
            </a:r>
          </a:p>
          <a:p>
            <a:pPr algn="l"/>
            <a:r>
              <a:rPr lang="pt-BR" sz="4400" b="1" dirty="0"/>
              <a:t>TOCA O LUGAR DOS CRAVOS,</a:t>
            </a:r>
          </a:p>
          <a:p>
            <a:pPr algn="l"/>
            <a:r>
              <a:rPr lang="pt-BR" sz="4400" b="1" dirty="0"/>
              <a:t>E NÃO SEJAS INCRÉDULO, MAS FIEL,</a:t>
            </a:r>
          </a:p>
          <a:p>
            <a:pPr algn="l"/>
            <a:r>
              <a:rPr lang="pt-BR" sz="4400" b="1" dirty="0"/>
              <a:t>ALELUIA, ALELUIA!</a:t>
            </a:r>
          </a:p>
          <a:p>
            <a:pPr algn="l"/>
            <a:endParaRPr lang="pt-BR" sz="4400" dirty="0"/>
          </a:p>
          <a:p>
            <a:pPr algn="l"/>
            <a:r>
              <a:rPr lang="pt-BR" sz="4400" dirty="0"/>
              <a:t>2. A CASA DE ISRAEL AGORA O DIGA:</a:t>
            </a:r>
          </a:p>
          <a:p>
            <a:pPr algn="l"/>
            <a:r>
              <a:rPr lang="pt-BR" sz="4400" dirty="0"/>
              <a:t>ETERNA É A SUA MISERICÓRDIA!</a:t>
            </a:r>
            <a:endParaRPr lang="pt-BR" sz="4400" b="1" dirty="0"/>
          </a:p>
        </p:txBody>
      </p:sp>
    </p:spTree>
    <p:extLst>
      <p:ext uri="{BB962C8B-B14F-4D97-AF65-F5344CB8AC3E}">
        <p14:creationId xmlns:p14="http://schemas.microsoft.com/office/powerpoint/2010/main" val="292326300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486099-7A6D-9266-16E1-C67AB22D46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C437FA-8A55-62C2-7C71-7F7FDDC71B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388304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4ED651D-C808-B8FC-9385-85DDF92488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/>
          </a:bodyPr>
          <a:lstStyle/>
          <a:p>
            <a:pPr algn="l"/>
            <a:r>
              <a:rPr lang="pt-BR" sz="4400" b="1" dirty="0"/>
              <a:t>ESTENDE A TUA MÃO,</a:t>
            </a:r>
          </a:p>
          <a:p>
            <a:pPr algn="l"/>
            <a:r>
              <a:rPr lang="pt-BR" sz="4400" b="1" dirty="0"/>
              <a:t>TOCA O LUGAR DOS CRAVOS,</a:t>
            </a:r>
          </a:p>
          <a:p>
            <a:pPr algn="l"/>
            <a:r>
              <a:rPr lang="pt-BR" sz="4400" b="1" dirty="0"/>
              <a:t>E NÃO SEJAS INCRÉDULO, MAS FIEL,</a:t>
            </a:r>
          </a:p>
          <a:p>
            <a:pPr algn="l"/>
            <a:r>
              <a:rPr lang="pt-BR" sz="4400" b="1" dirty="0"/>
              <a:t>ALELUIA, ALELUIA!</a:t>
            </a:r>
          </a:p>
          <a:p>
            <a:pPr algn="l"/>
            <a:endParaRPr lang="pt-BR" sz="4400" dirty="0"/>
          </a:p>
          <a:p>
            <a:pPr algn="l"/>
            <a:r>
              <a:rPr lang="pt-BR" sz="4400" dirty="0"/>
              <a:t>3. OS QUE TEMEM O SENHOR AGORA O DIGAM:</a:t>
            </a:r>
          </a:p>
          <a:p>
            <a:pPr algn="l"/>
            <a:r>
              <a:rPr lang="pt-BR" sz="4400" dirty="0"/>
              <a:t>ETERNA É A SUA MISERICÓRDIA!</a:t>
            </a:r>
          </a:p>
        </p:txBody>
      </p:sp>
    </p:spTree>
    <p:extLst>
      <p:ext uri="{BB962C8B-B14F-4D97-AF65-F5344CB8AC3E}">
        <p14:creationId xmlns:p14="http://schemas.microsoft.com/office/powerpoint/2010/main" val="192693359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22CB16-029A-927B-DCC1-E8882B0EE3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649C43-B725-6188-B4DA-E1F9CB066A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388304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9FF5AAB-9FFD-17E0-C08D-7F9EE28544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4400" b="1" dirty="0"/>
              <a:t>ESTENDE A TUA MÃO,</a:t>
            </a:r>
          </a:p>
          <a:p>
            <a:pPr algn="l"/>
            <a:r>
              <a:rPr lang="pt-BR" sz="4400" b="1" dirty="0"/>
              <a:t>TOCA O LUGAR DOS CRAVOS,</a:t>
            </a:r>
          </a:p>
          <a:p>
            <a:pPr algn="l"/>
            <a:r>
              <a:rPr lang="pt-BR" sz="4400" b="1" dirty="0"/>
              <a:t>E NÃO SEJAS INCRÉDULO, MAS FIEL,</a:t>
            </a:r>
          </a:p>
          <a:p>
            <a:pPr algn="l"/>
            <a:r>
              <a:rPr lang="pt-BR" sz="4400" b="1" dirty="0"/>
              <a:t>ALELUIA, ALELUIA!</a:t>
            </a:r>
          </a:p>
          <a:p>
            <a:pPr algn="l"/>
            <a:endParaRPr lang="pt-BR" sz="4400" dirty="0"/>
          </a:p>
          <a:p>
            <a:pPr algn="l"/>
            <a:r>
              <a:rPr lang="pt-BR" sz="4400" dirty="0"/>
              <a:t>4. NA MINHA ANGÚSTIA EU CLAMEI PELO SENHOR</a:t>
            </a:r>
          </a:p>
          <a:p>
            <a:pPr algn="l"/>
            <a:r>
              <a:rPr lang="pt-BR" sz="4400" dirty="0"/>
              <a:t>E O SENHOR ME ATENDEU E LIBERTOU!</a:t>
            </a:r>
          </a:p>
        </p:txBody>
      </p:sp>
    </p:spTree>
    <p:extLst>
      <p:ext uri="{BB962C8B-B14F-4D97-AF65-F5344CB8AC3E}">
        <p14:creationId xmlns:p14="http://schemas.microsoft.com/office/powerpoint/2010/main" val="131508143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8E0303-DAEE-CDE7-3047-526C71F5D6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64DAE5-45FB-08C6-0F65-2FABCF3B17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388304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084F711-DFCD-80F3-7FFD-C24DCB3D57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/>
          </a:bodyPr>
          <a:lstStyle/>
          <a:p>
            <a:pPr algn="l"/>
            <a:r>
              <a:rPr lang="pt-BR" sz="4400" b="1" dirty="0"/>
              <a:t>ESTENDE A TUA MÃO,</a:t>
            </a:r>
          </a:p>
          <a:p>
            <a:pPr algn="l"/>
            <a:r>
              <a:rPr lang="pt-BR" sz="4400" b="1" dirty="0"/>
              <a:t>TOCA O LUGAR DOS CRAVOS,</a:t>
            </a:r>
          </a:p>
          <a:p>
            <a:pPr algn="l"/>
            <a:r>
              <a:rPr lang="pt-BR" sz="4400" b="1" dirty="0"/>
              <a:t>E NÃO SEJAS INCRÉDULO, MAS FIEL,</a:t>
            </a:r>
          </a:p>
          <a:p>
            <a:pPr algn="l"/>
            <a:r>
              <a:rPr lang="pt-BR" sz="4400" b="1" dirty="0"/>
              <a:t>ALELUIA, ALELUIA!</a:t>
            </a:r>
          </a:p>
          <a:p>
            <a:pPr algn="l"/>
            <a:endParaRPr lang="pt-BR" sz="4400" dirty="0"/>
          </a:p>
          <a:p>
            <a:pPr algn="l"/>
            <a:r>
              <a:rPr lang="pt-BR" sz="4400" dirty="0"/>
              <a:t>5. É MELHOR BUSCAR REFÚGIO NO SENHOR,</a:t>
            </a:r>
          </a:p>
          <a:p>
            <a:pPr algn="l"/>
            <a:r>
              <a:rPr lang="pt-BR" sz="4400" dirty="0"/>
              <a:t>DO QUE PÔR NO SER HUMANO A ESPERANÇA.</a:t>
            </a:r>
          </a:p>
        </p:txBody>
      </p:sp>
    </p:spTree>
    <p:extLst>
      <p:ext uri="{BB962C8B-B14F-4D97-AF65-F5344CB8AC3E}">
        <p14:creationId xmlns:p14="http://schemas.microsoft.com/office/powerpoint/2010/main" val="240955656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0401532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290945"/>
            <a:ext cx="297609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PÓS-COMUNHÃO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6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Roboto" panose="02000000000000000000" pitchFamily="2" charset="0"/>
              </a:rPr>
              <a:t>Ó HÓSTIA SANTA</a:t>
            </a:r>
          </a:p>
          <a:p>
            <a:pPr algn="l"/>
            <a:r>
              <a:rPr lang="pt-BR" sz="6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Roboto" panose="02000000000000000000" pitchFamily="2" charset="0"/>
              </a:rPr>
              <a:t>TU ÉS O TESTAMENTO</a:t>
            </a:r>
          </a:p>
          <a:p>
            <a:pPr algn="l"/>
            <a:r>
              <a:rPr lang="pt-BR" sz="6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Roboto" panose="02000000000000000000" pitchFamily="2" charset="0"/>
              </a:rPr>
              <a:t>DA TÃO GRANDE DIVINA MISERICÓRDIA</a:t>
            </a:r>
          </a:p>
          <a:p>
            <a:pPr algn="l"/>
            <a:r>
              <a:rPr lang="pt-BR" sz="6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Roboto" panose="02000000000000000000" pitchFamily="2" charset="0"/>
              </a:rPr>
              <a:t>TU ÉS O CORPO E O SANGUE DO SENHOR</a:t>
            </a:r>
          </a:p>
          <a:p>
            <a:pPr algn="l"/>
            <a:r>
              <a:rPr lang="pt-BR" sz="6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Roboto" panose="02000000000000000000" pitchFamily="2" charset="0"/>
              </a:rPr>
              <a:t>SINAL DE AMOR POR NÓS PECADORES</a:t>
            </a:r>
          </a:p>
        </p:txBody>
      </p:sp>
    </p:spTree>
    <p:extLst>
      <p:ext uri="{BB962C8B-B14F-4D97-AF65-F5344CB8AC3E}">
        <p14:creationId xmlns:p14="http://schemas.microsoft.com/office/powerpoint/2010/main" val="51842504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5422" y="448989"/>
            <a:ext cx="297609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PÓS-COMUNHÃO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5422" y="1298223"/>
            <a:ext cx="11571111" cy="5765544"/>
          </a:xfrm>
        </p:spPr>
        <p:txBody>
          <a:bodyPr>
            <a:normAutofit fontScale="62500" lnSpcReduction="20000"/>
          </a:bodyPr>
          <a:lstStyle/>
          <a:p>
            <a:pPr algn="l"/>
            <a:r>
              <a:rPr lang="pt-BR" sz="106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Roboto" panose="02000000000000000000" pitchFamily="2" charset="0"/>
              </a:rPr>
              <a:t>Ó HÓSTIA SANTA</a:t>
            </a:r>
          </a:p>
          <a:p>
            <a:pPr algn="l"/>
            <a:r>
              <a:rPr lang="pt-BR" sz="106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Roboto" panose="02000000000000000000" pitchFamily="2" charset="0"/>
              </a:rPr>
              <a:t>TU ÉS A NASCENTE</a:t>
            </a:r>
          </a:p>
          <a:p>
            <a:pPr algn="l"/>
            <a:r>
              <a:rPr lang="pt-BR" sz="106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Roboto" panose="02000000000000000000" pitchFamily="2" charset="0"/>
              </a:rPr>
              <a:t>DA ÁGUA VIVA PRA NÓS PECADORES</a:t>
            </a:r>
          </a:p>
          <a:p>
            <a:pPr algn="l"/>
            <a:r>
              <a:rPr lang="pt-BR" sz="106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Roboto" panose="02000000000000000000" pitchFamily="2" charset="0"/>
              </a:rPr>
              <a:t>EM TI, O FOGO PURÍSSIMO DO AMOR</a:t>
            </a:r>
          </a:p>
          <a:p>
            <a:pPr algn="l"/>
            <a:r>
              <a:rPr lang="pt-BR" sz="106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Roboto" panose="02000000000000000000" pitchFamily="2" charset="0"/>
              </a:rPr>
              <a:t>A TUA DIVINA MISERICÓRDIA</a:t>
            </a:r>
          </a:p>
        </p:txBody>
      </p:sp>
    </p:spTree>
    <p:extLst>
      <p:ext uri="{BB962C8B-B14F-4D97-AF65-F5344CB8AC3E}">
        <p14:creationId xmlns:p14="http://schemas.microsoft.com/office/powerpoint/2010/main" val="276284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290945"/>
            <a:ext cx="297609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PÓS-COMUNHÃO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311902"/>
            <a:ext cx="11386320" cy="5424487"/>
          </a:xfrm>
        </p:spPr>
        <p:txBody>
          <a:bodyPr>
            <a:normAutofit fontScale="55000" lnSpcReduction="20000"/>
          </a:bodyPr>
          <a:lstStyle/>
          <a:p>
            <a:pPr algn="l"/>
            <a:r>
              <a:rPr lang="pt-BR" sz="106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Roboto" panose="02000000000000000000" pitchFamily="2" charset="0"/>
              </a:rPr>
              <a:t>Ó HÓSTIA SANTA</a:t>
            </a:r>
          </a:p>
          <a:p>
            <a:pPr algn="l"/>
            <a:r>
              <a:rPr lang="pt-BR" sz="106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Roboto" panose="02000000000000000000" pitchFamily="2" charset="0"/>
              </a:rPr>
              <a:t>EM TI O REMÉDIO</a:t>
            </a:r>
          </a:p>
          <a:p>
            <a:pPr algn="l"/>
            <a:r>
              <a:rPr lang="pt-BR" sz="106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Roboto" panose="02000000000000000000" pitchFamily="2" charset="0"/>
              </a:rPr>
              <a:t>QUE DÁ ALÍVIO À NOSSA FRAQUEZA</a:t>
            </a:r>
          </a:p>
          <a:p>
            <a:pPr algn="l"/>
            <a:r>
              <a:rPr lang="pt-BR" sz="106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Roboto" panose="02000000000000000000" pitchFamily="2" charset="0"/>
              </a:rPr>
              <a:t>UNIÃO SAGRADA ENTRE DEUS E CADA HOMEM</a:t>
            </a:r>
          </a:p>
          <a:p>
            <a:pPr algn="l"/>
            <a:r>
              <a:rPr lang="pt-BR" sz="106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Roboto" panose="02000000000000000000" pitchFamily="2" charset="0"/>
              </a:rPr>
              <a:t>QUE CONFIA NO TEU AMOR</a:t>
            </a:r>
          </a:p>
        </p:txBody>
      </p:sp>
    </p:spTree>
    <p:extLst>
      <p:ext uri="{BB962C8B-B14F-4D97-AF65-F5344CB8AC3E}">
        <p14:creationId xmlns:p14="http://schemas.microsoft.com/office/powerpoint/2010/main" val="283514872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290945"/>
            <a:ext cx="297609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PÓS-COMUNHÃO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2840" y="1900472"/>
            <a:ext cx="11386320" cy="4772122"/>
          </a:xfrm>
        </p:spPr>
        <p:txBody>
          <a:bodyPr>
            <a:normAutofit/>
          </a:bodyPr>
          <a:lstStyle/>
          <a:p>
            <a:r>
              <a:rPr lang="pt-BR" sz="60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Roboto" panose="02000000000000000000" pitchFamily="2" charset="0"/>
              </a:rPr>
              <a:t>CONFIO EM TI, Ó HÓSTIA SANTA</a:t>
            </a:r>
          </a:p>
          <a:p>
            <a:r>
              <a:rPr lang="pt-BR" sz="60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Roboto" panose="02000000000000000000" pitchFamily="2" charset="0"/>
              </a:rPr>
              <a:t>CONFIO EM TI, HÓSTIA SANTA</a:t>
            </a:r>
          </a:p>
        </p:txBody>
      </p:sp>
    </p:spTree>
    <p:extLst>
      <p:ext uri="{BB962C8B-B14F-4D97-AF65-F5344CB8AC3E}">
        <p14:creationId xmlns:p14="http://schemas.microsoft.com/office/powerpoint/2010/main" val="381990848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7070BC-FDDE-78BD-EDE4-441976119A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2F7AFB16-5C75-CED6-69E8-28537BC4705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0026399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F61723-1D27-38BF-FC72-FA2857CF34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E78DEE4-5B09-B798-DAA6-2D8CCED9E7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9856" y="21573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FF599BF-15DD-9E64-6CED-93C0F79A9C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9856" y="686788"/>
            <a:ext cx="11893122" cy="6338125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6600" dirty="0"/>
              <a:t>RAINHA DO CÉU, ALEGRAI-VOS, ALELUIA,</a:t>
            </a:r>
            <a:br>
              <a:rPr lang="pt-BR" sz="23900" dirty="0"/>
            </a:br>
            <a:r>
              <a:rPr lang="pt-BR" sz="6600" dirty="0"/>
              <a:t>PORQUE QUEM MERECESTES</a:t>
            </a:r>
            <a:br>
              <a:rPr lang="pt-BR" sz="23900" dirty="0"/>
            </a:br>
            <a:r>
              <a:rPr lang="pt-BR" sz="6600" dirty="0"/>
              <a:t>CONCEBER, ALELUIA,</a:t>
            </a:r>
            <a:br>
              <a:rPr lang="pt-BR" sz="23900" dirty="0"/>
            </a:br>
            <a:r>
              <a:rPr lang="pt-BR" sz="6600" dirty="0"/>
              <a:t>RESSUSCITOU, COMO DISSE, ALELUIA;</a:t>
            </a:r>
            <a:br>
              <a:rPr lang="pt-BR" sz="23900" dirty="0"/>
            </a:br>
            <a:r>
              <a:rPr lang="pt-BR" sz="6600" dirty="0"/>
              <a:t>ROGAI A DEUS POR NÓS, ALELUIA.</a:t>
            </a:r>
            <a:endParaRPr lang="pt-BR" sz="11500" dirty="0"/>
          </a:p>
        </p:txBody>
      </p:sp>
    </p:spTree>
    <p:extLst>
      <p:ext uri="{BB962C8B-B14F-4D97-AF65-F5344CB8AC3E}">
        <p14:creationId xmlns:p14="http://schemas.microsoft.com/office/powerpoint/2010/main" val="342543324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8475</TotalTime>
  <Words>1057</Words>
  <Application>Microsoft Office PowerPoint</Application>
  <PresentationFormat>Widescreen</PresentationFormat>
  <Paragraphs>167</Paragraphs>
  <Slides>41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41</vt:i4>
      </vt:variant>
    </vt:vector>
  </HeadingPairs>
  <TitlesOfParts>
    <vt:vector size="48" baseType="lpstr">
      <vt:lpstr>-apple-system</vt:lpstr>
      <vt:lpstr>Arial</vt:lpstr>
      <vt:lpstr>Calibri</vt:lpstr>
      <vt:lpstr>Calibri Light</vt:lpstr>
      <vt:lpstr>Roboto</vt:lpstr>
      <vt:lpstr>Times New Roman</vt:lpstr>
      <vt:lpstr>Tema do Office</vt:lpstr>
      <vt:lpstr>Apresentação do PowerPoint</vt:lpstr>
      <vt:lpstr>ENTRADA</vt:lpstr>
      <vt:lpstr>ENTRADA</vt:lpstr>
      <vt:lpstr>ENTRADA</vt:lpstr>
      <vt:lpstr>ENTRADA</vt:lpstr>
      <vt:lpstr>ENTRADA</vt:lpstr>
      <vt:lpstr>ENTRADA</vt:lpstr>
      <vt:lpstr>Apresentação do PowerPoint</vt:lpstr>
      <vt:lpstr>ATO PENITENCIAL</vt:lpstr>
      <vt:lpstr>ATO PENITENCIAL</vt:lpstr>
      <vt:lpstr>ATO PENITENCIAL</vt:lpstr>
      <vt:lpstr>Apresentação do PowerPoint</vt:lpstr>
      <vt:lpstr>HINO DE LOUVOR</vt:lpstr>
      <vt:lpstr>HINO DE LOUVOR</vt:lpstr>
      <vt:lpstr>HINO DE LOUVOR</vt:lpstr>
      <vt:lpstr>HINO DE LOUVOR</vt:lpstr>
      <vt:lpstr>HINO DE LOUVOR</vt:lpstr>
      <vt:lpstr>Apresentação do PowerPoint</vt:lpstr>
      <vt:lpstr>SALMO RESPONSORIAL</vt:lpstr>
      <vt:lpstr>Apresentação do PowerPoint</vt:lpstr>
      <vt:lpstr>ACLAMAÇÃO</vt:lpstr>
      <vt:lpstr>Apresentação do PowerPoint</vt:lpstr>
      <vt:lpstr>APRESENTAÇÃO DAS OFERENDAS</vt:lpstr>
      <vt:lpstr>APRESENTAÇÃO DAS OFERENDAS</vt:lpstr>
      <vt:lpstr>APRESENTAÇÃO DAS OFERENDAS</vt:lpstr>
      <vt:lpstr>APRESENTAÇÃO DAS OFERENDAS</vt:lpstr>
      <vt:lpstr>Apresentação do PowerPoint</vt:lpstr>
      <vt:lpstr>SANTO</vt:lpstr>
      <vt:lpstr>Apresentação do PowerPoint</vt:lpstr>
      <vt:lpstr>COMUNHÃO</vt:lpstr>
      <vt:lpstr>COMUNHÃO</vt:lpstr>
      <vt:lpstr>COMUNHÃO</vt:lpstr>
      <vt:lpstr>COMUNHÃO</vt:lpstr>
      <vt:lpstr>COMUNHÃO</vt:lpstr>
      <vt:lpstr>Apresentação do PowerPoint</vt:lpstr>
      <vt:lpstr>PÓS-COMUNHÃO</vt:lpstr>
      <vt:lpstr>PÓS-COMUNHÃO</vt:lpstr>
      <vt:lpstr>PÓS-COMUNHÃO</vt:lpstr>
      <vt:lpstr>PÓS-COMUNHÃO</vt:lpstr>
      <vt:lpstr>Apresentação do PowerPoint</vt:lpstr>
      <vt:lpstr>FINAL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ENTRADA</dc:title>
  <dc:creator>anaclaracosta116@gmail.com</dc:creator>
  <cp:lastModifiedBy>anaclaracosta116@gmail.com</cp:lastModifiedBy>
  <cp:revision>61</cp:revision>
  <dcterms:created xsi:type="dcterms:W3CDTF">2023-05-06T17:01:55Z</dcterms:created>
  <dcterms:modified xsi:type="dcterms:W3CDTF">2026-04-18T19:11:17Z</dcterms:modified>
</cp:coreProperties>
</file>