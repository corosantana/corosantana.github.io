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39" r:id="rId3"/>
    <p:sldId id="256" r:id="rId4"/>
    <p:sldId id="376" r:id="rId5"/>
    <p:sldId id="282" r:id="rId6"/>
    <p:sldId id="377" r:id="rId7"/>
    <p:sldId id="258" r:id="rId8"/>
    <p:sldId id="259" r:id="rId9"/>
    <p:sldId id="279" r:id="rId10"/>
    <p:sldId id="260" r:id="rId11"/>
    <p:sldId id="261" r:id="rId12"/>
    <p:sldId id="262" r:id="rId13"/>
    <p:sldId id="263" r:id="rId14"/>
    <p:sldId id="283" r:id="rId15"/>
    <p:sldId id="378" r:id="rId16"/>
    <p:sldId id="264" r:id="rId17"/>
    <p:sldId id="265" r:id="rId18"/>
    <p:sldId id="266" r:id="rId19"/>
    <p:sldId id="267" r:id="rId20"/>
    <p:sldId id="268" r:id="rId21"/>
    <p:sldId id="291" r:id="rId22"/>
    <p:sldId id="293" r:id="rId23"/>
    <p:sldId id="294" r:id="rId24"/>
    <p:sldId id="295" r:id="rId25"/>
    <p:sldId id="438" r:id="rId26"/>
    <p:sldId id="269" r:id="rId27"/>
    <p:sldId id="379" r:id="rId28"/>
    <p:sldId id="380" r:id="rId29"/>
    <p:sldId id="284" r:id="rId30"/>
    <p:sldId id="271" r:id="rId31"/>
    <p:sldId id="272" r:id="rId32"/>
    <p:sldId id="273" r:id="rId33"/>
    <p:sldId id="286" r:id="rId34"/>
    <p:sldId id="382" r:id="rId35"/>
    <p:sldId id="383" r:id="rId36"/>
    <p:sldId id="384" r:id="rId37"/>
    <p:sldId id="385" r:id="rId38"/>
    <p:sldId id="386" r:id="rId39"/>
    <p:sldId id="387" r:id="rId40"/>
    <p:sldId id="288" r:id="rId41"/>
    <p:sldId id="289" r:id="rId42"/>
    <p:sldId id="290" r:id="rId43"/>
    <p:sldId id="277" r:id="rId44"/>
    <p:sldId id="440" r:id="rId45"/>
    <p:sldId id="442" r:id="rId46"/>
    <p:sldId id="441" r:id="rId47"/>
    <p:sldId id="323" r:id="rId48"/>
    <p:sldId id="298" r:id="rId49"/>
    <p:sldId id="299" r:id="rId50"/>
    <p:sldId id="300" r:id="rId51"/>
    <p:sldId id="388" r:id="rId52"/>
    <p:sldId id="278" r:id="rId53"/>
    <p:sldId id="433" r:id="rId54"/>
    <p:sldId id="437" r:id="rId55"/>
    <p:sldId id="389" r:id="rId5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346" autoAdjust="0"/>
  </p:normalViewPr>
  <p:slideViewPr>
    <p:cSldViewPr snapToGrid="0">
      <p:cViewPr varScale="1">
        <p:scale>
          <a:sx n="61" d="100"/>
          <a:sy n="61" d="100"/>
        </p:scale>
        <p:origin x="10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7C061307-D285-4CDD-B0E0-FBE8F59991B9}"/>
    <pc:docChg chg="undo custSel addSld modSld sldOrd">
      <pc:chgData name="anaclaracosta116@gmail.com" userId="a793634777582c92" providerId="LiveId" clId="{7C061307-D285-4CDD-B0E0-FBE8F59991B9}" dt="2024-05-11T20:00:20.639" v="771" actId="20577"/>
      <pc:docMkLst>
        <pc:docMk/>
      </pc:docMkLst>
      <pc:sldChg chg="modSp mod">
        <pc:chgData name="anaclaracosta116@gmail.com" userId="a793634777582c92" providerId="LiveId" clId="{7C061307-D285-4CDD-B0E0-FBE8F59991B9}" dt="2024-05-11T19:29:31.623" v="661" actId="20577"/>
        <pc:sldMkLst>
          <pc:docMk/>
          <pc:sldMk cId="630913396" sldId="256"/>
        </pc:sldMkLst>
        <pc:spChg chg="mod">
          <ac:chgData name="anaclaracosta116@gmail.com" userId="a793634777582c92" providerId="LiveId" clId="{7C061307-D285-4CDD-B0E0-FBE8F59991B9}" dt="2024-05-11T19:29:31.623" v="661" actId="20577"/>
          <ac:spMkLst>
            <pc:docMk/>
            <pc:sldMk cId="630913396" sldId="25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C061307-D285-4CDD-B0E0-FBE8F59991B9}" dt="2024-05-11T19:37:23.319" v="717" actId="20577"/>
        <pc:sldMkLst>
          <pc:docMk/>
          <pc:sldMk cId="2490480151" sldId="259"/>
        </pc:sldMkLst>
        <pc:spChg chg="mod">
          <ac:chgData name="anaclaracosta116@gmail.com" userId="a793634777582c92" providerId="LiveId" clId="{7C061307-D285-4CDD-B0E0-FBE8F59991B9}" dt="2024-05-11T19:37:23.319" v="717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C061307-D285-4CDD-B0E0-FBE8F59991B9}" dt="2024-05-11T19:19:06.994" v="348" actId="113"/>
        <pc:sldMkLst>
          <pc:docMk/>
          <pc:sldMk cId="337661645" sldId="261"/>
        </pc:sldMkLst>
        <pc:spChg chg="mod">
          <ac:chgData name="anaclaracosta116@gmail.com" userId="a793634777582c92" providerId="LiveId" clId="{7C061307-D285-4CDD-B0E0-FBE8F59991B9}" dt="2024-05-11T19:19:06.994" v="348" actId="113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C061307-D285-4CDD-B0E0-FBE8F59991B9}" dt="2024-05-11T19:19:32.581" v="358" actId="27636"/>
        <pc:sldMkLst>
          <pc:docMk/>
          <pc:sldMk cId="3868190215" sldId="262"/>
        </pc:sldMkLst>
        <pc:spChg chg="mod">
          <ac:chgData name="anaclaracosta116@gmail.com" userId="a793634777582c92" providerId="LiveId" clId="{7C061307-D285-4CDD-B0E0-FBE8F59991B9}" dt="2024-05-11T19:19:32.581" v="358" actId="27636"/>
          <ac:spMkLst>
            <pc:docMk/>
            <pc:sldMk cId="3868190215" sldId="2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C061307-D285-4CDD-B0E0-FBE8F59991B9}" dt="2024-05-11T19:20:29.056" v="372" actId="27636"/>
        <pc:sldMkLst>
          <pc:docMk/>
          <pc:sldMk cId="1799863211" sldId="263"/>
        </pc:sldMkLst>
        <pc:spChg chg="mod">
          <ac:chgData name="anaclaracosta116@gmail.com" userId="a793634777582c92" providerId="LiveId" clId="{7C061307-D285-4CDD-B0E0-FBE8F59991B9}" dt="2024-05-11T19:20:29.056" v="372" actId="27636"/>
          <ac:spMkLst>
            <pc:docMk/>
            <pc:sldMk cId="1799863211" sldId="2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C061307-D285-4CDD-B0E0-FBE8F59991B9}" dt="2024-05-11T19:21:55.774" v="399" actId="20577"/>
        <pc:sldMkLst>
          <pc:docMk/>
          <pc:sldMk cId="1261703118" sldId="272"/>
        </pc:sldMkLst>
        <pc:spChg chg="mod">
          <ac:chgData name="anaclaracosta116@gmail.com" userId="a793634777582c92" providerId="LiveId" clId="{7C061307-D285-4CDD-B0E0-FBE8F59991B9}" dt="2024-05-11T19:21:55.774" v="399" actId="20577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C061307-D285-4CDD-B0E0-FBE8F59991B9}" dt="2024-05-11T19:22:05.725" v="409" actId="20577"/>
        <pc:sldMkLst>
          <pc:docMk/>
          <pc:sldMk cId="1344366557" sldId="273"/>
        </pc:sldMkLst>
        <pc:spChg chg="mod">
          <ac:chgData name="anaclaracosta116@gmail.com" userId="a793634777582c92" providerId="LiveId" clId="{7C061307-D285-4CDD-B0E0-FBE8F59991B9}" dt="2024-05-11T19:22:05.725" v="409" actId="20577"/>
          <ac:spMkLst>
            <pc:docMk/>
            <pc:sldMk cId="1344366557" sldId="273"/>
            <ac:spMk id="3" creationId="{FC8F7E34-DB8C-1CEE-BAF4-E537563F9CD2}"/>
          </ac:spMkLst>
        </pc:spChg>
      </pc:sldChg>
      <pc:sldChg chg="ord">
        <pc:chgData name="anaclaracosta116@gmail.com" userId="a793634777582c92" providerId="LiveId" clId="{7C061307-D285-4CDD-B0E0-FBE8F59991B9}" dt="2024-05-11T19:53:32.774" v="747"/>
        <pc:sldMkLst>
          <pc:docMk/>
          <pc:sldMk cId="1963412704" sldId="275"/>
        </pc:sldMkLst>
      </pc:sldChg>
      <pc:sldChg chg="modSp mod">
        <pc:chgData name="anaclaracosta116@gmail.com" userId="a793634777582c92" providerId="LiveId" clId="{7C061307-D285-4CDD-B0E0-FBE8F59991B9}" dt="2024-05-11T19:38:02.764" v="745" actId="20577"/>
        <pc:sldMkLst>
          <pc:docMk/>
          <pc:sldMk cId="4082794164" sldId="279"/>
        </pc:sldMkLst>
        <pc:spChg chg="mod">
          <ac:chgData name="anaclaracosta116@gmail.com" userId="a793634777582c92" providerId="LiveId" clId="{7C061307-D285-4CDD-B0E0-FBE8F59991B9}" dt="2024-05-11T19:38:02.764" v="745" actId="20577"/>
          <ac:spMkLst>
            <pc:docMk/>
            <pc:sldMk cId="4082794164" sldId="27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C061307-D285-4CDD-B0E0-FBE8F59991B9}" dt="2024-05-11T19:21:04.755" v="387" actId="27636"/>
        <pc:sldMkLst>
          <pc:docMk/>
          <pc:sldMk cId="2109729473" sldId="283"/>
        </pc:sldMkLst>
        <pc:spChg chg="mod">
          <ac:chgData name="anaclaracosta116@gmail.com" userId="a793634777582c92" providerId="LiveId" clId="{7C061307-D285-4CDD-B0E0-FBE8F59991B9}" dt="2024-05-11T19:21:04.755" v="387" actId="27636"/>
          <ac:spMkLst>
            <pc:docMk/>
            <pc:sldMk cId="2109729473" sldId="283"/>
            <ac:spMk id="3" creationId="{FC8F7E34-DB8C-1CEE-BAF4-E537563F9CD2}"/>
          </ac:spMkLst>
        </pc:spChg>
      </pc:sldChg>
      <pc:sldChg chg="ord">
        <pc:chgData name="anaclaracosta116@gmail.com" userId="a793634777582c92" providerId="LiveId" clId="{7C061307-D285-4CDD-B0E0-FBE8F59991B9}" dt="2024-05-11T19:53:38.435" v="749"/>
        <pc:sldMkLst>
          <pc:docMk/>
          <pc:sldMk cId="887139133" sldId="287"/>
        </pc:sldMkLst>
      </pc:sldChg>
      <pc:sldChg chg="add ord">
        <pc:chgData name="anaclaracosta116@gmail.com" userId="a793634777582c92" providerId="LiveId" clId="{7C061307-D285-4CDD-B0E0-FBE8F59991B9}" dt="2024-05-11T19:53:43.772" v="751"/>
        <pc:sldMkLst>
          <pc:docMk/>
          <pc:sldMk cId="1111054159" sldId="288"/>
        </pc:sldMkLst>
      </pc:sldChg>
      <pc:sldChg chg="modSp add mod ord">
        <pc:chgData name="anaclaracosta116@gmail.com" userId="a793634777582c92" providerId="LiveId" clId="{7C061307-D285-4CDD-B0E0-FBE8F59991B9}" dt="2024-05-11T20:00:20.639" v="771" actId="20577"/>
        <pc:sldMkLst>
          <pc:docMk/>
          <pc:sldMk cId="835584887" sldId="289"/>
        </pc:sldMkLst>
        <pc:spChg chg="mod">
          <ac:chgData name="anaclaracosta116@gmail.com" userId="a793634777582c92" providerId="LiveId" clId="{7C061307-D285-4CDD-B0E0-FBE8F59991B9}" dt="2024-05-11T19:23:04.568" v="427" actId="14100"/>
          <ac:spMkLst>
            <pc:docMk/>
            <pc:sldMk cId="835584887" sldId="289"/>
            <ac:spMk id="2" creationId="{F0E406B4-85AC-B67B-F9E2-21AAF8067483}"/>
          </ac:spMkLst>
        </pc:spChg>
        <pc:spChg chg="mod">
          <ac:chgData name="anaclaracosta116@gmail.com" userId="a793634777582c92" providerId="LiveId" clId="{7C061307-D285-4CDD-B0E0-FBE8F59991B9}" dt="2024-05-11T20:00:20.639" v="771" actId="20577"/>
          <ac:spMkLst>
            <pc:docMk/>
            <pc:sldMk cId="835584887" sldId="28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C061307-D285-4CDD-B0E0-FBE8F59991B9}" dt="2024-05-11T19:26:39.790" v="444" actId="27636"/>
        <pc:sldMkLst>
          <pc:docMk/>
          <pc:sldMk cId="2554784265" sldId="290"/>
        </pc:sldMkLst>
        <pc:spChg chg="mod">
          <ac:chgData name="anaclaracosta116@gmail.com" userId="a793634777582c92" providerId="LiveId" clId="{7C061307-D285-4CDD-B0E0-FBE8F59991B9}" dt="2024-05-11T19:26:39.790" v="444" actId="27636"/>
          <ac:spMkLst>
            <pc:docMk/>
            <pc:sldMk cId="2554784265" sldId="29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C061307-D285-4CDD-B0E0-FBE8F59991B9}" dt="2024-05-11T19:27:02.656" v="447"/>
        <pc:sldMkLst>
          <pc:docMk/>
          <pc:sldMk cId="3813136527" sldId="291"/>
        </pc:sldMkLst>
        <pc:spChg chg="mod">
          <ac:chgData name="anaclaracosta116@gmail.com" userId="a793634777582c92" providerId="LiveId" clId="{7C061307-D285-4CDD-B0E0-FBE8F59991B9}" dt="2024-05-11T19:27:02.656" v="447"/>
          <ac:spMkLst>
            <pc:docMk/>
            <pc:sldMk cId="3813136527" sldId="291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C061307-D285-4CDD-B0E0-FBE8F59991B9}" dt="2024-05-11T19:27:37.634" v="450"/>
        <pc:sldMkLst>
          <pc:docMk/>
          <pc:sldMk cId="462944219" sldId="292"/>
        </pc:sldMkLst>
        <pc:spChg chg="mod">
          <ac:chgData name="anaclaracosta116@gmail.com" userId="a793634777582c92" providerId="LiveId" clId="{7C061307-D285-4CDD-B0E0-FBE8F59991B9}" dt="2024-05-11T19:27:37.634" v="450"/>
          <ac:spMkLst>
            <pc:docMk/>
            <pc:sldMk cId="462944219" sldId="292"/>
            <ac:spMk id="3" creationId="{FC8F7E34-DB8C-1CEE-BAF4-E537563F9CD2}"/>
          </ac:spMkLst>
        </pc:spChg>
      </pc:sldChg>
    </pc:docChg>
  </pc:docChgLst>
  <pc:docChgLst>
    <pc:chgData name="anaclaracosta116@gmail.com" userId="a793634777582c92" providerId="LiveId" clId="{1DBE864B-ED8B-4757-BAF2-26266C321114}"/>
    <pc:docChg chg="custSel addSld modSld sldOrd">
      <pc:chgData name="anaclaracosta116@gmail.com" userId="a793634777582c92" providerId="LiveId" clId="{1DBE864B-ED8B-4757-BAF2-26266C321114}" dt="2024-05-12T19:17:57.571" v="470" actId="1076"/>
      <pc:docMkLst>
        <pc:docMk/>
      </pc:docMkLst>
      <pc:sldChg chg="modSp mod">
        <pc:chgData name="anaclaracosta116@gmail.com" userId="a793634777582c92" providerId="LiveId" clId="{1DBE864B-ED8B-4757-BAF2-26266C321114}" dt="2024-05-12T18:55:52.167" v="6" actId="20577"/>
        <pc:sldMkLst>
          <pc:docMk/>
          <pc:sldMk cId="630913396" sldId="256"/>
        </pc:sldMkLst>
        <pc:spChg chg="mod">
          <ac:chgData name="anaclaracosta116@gmail.com" userId="a793634777582c92" providerId="LiveId" clId="{1DBE864B-ED8B-4757-BAF2-26266C321114}" dt="2024-05-12T18:55:52.167" v="6" actId="20577"/>
          <ac:spMkLst>
            <pc:docMk/>
            <pc:sldMk cId="630913396" sldId="25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8:54:45.210" v="1" actId="115"/>
        <pc:sldMkLst>
          <pc:docMk/>
          <pc:sldMk cId="2490480151" sldId="259"/>
        </pc:sldMkLst>
        <pc:spChg chg="mod">
          <ac:chgData name="anaclaracosta116@gmail.com" userId="a793634777582c92" providerId="LiveId" clId="{1DBE864B-ED8B-4757-BAF2-26266C321114}" dt="2024-05-12T18:54:45.210" v="1" actId="115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8:56:30.480" v="7" actId="255"/>
        <pc:sldMkLst>
          <pc:docMk/>
          <pc:sldMk cId="337661645" sldId="261"/>
        </pc:sldMkLst>
        <pc:spChg chg="mod">
          <ac:chgData name="anaclaracosta116@gmail.com" userId="a793634777582c92" providerId="LiveId" clId="{1DBE864B-ED8B-4757-BAF2-26266C321114}" dt="2024-05-12T18:56:30.480" v="7" actId="255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8:57:10.698" v="9" actId="255"/>
        <pc:sldMkLst>
          <pc:docMk/>
          <pc:sldMk cId="3868190215" sldId="262"/>
        </pc:sldMkLst>
        <pc:spChg chg="mod">
          <ac:chgData name="anaclaracosta116@gmail.com" userId="a793634777582c92" providerId="LiveId" clId="{1DBE864B-ED8B-4757-BAF2-26266C321114}" dt="2024-05-12T18:57:10.698" v="9" actId="255"/>
          <ac:spMkLst>
            <pc:docMk/>
            <pc:sldMk cId="3868190215" sldId="2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9:02:18.002" v="47" actId="20577"/>
        <pc:sldMkLst>
          <pc:docMk/>
          <pc:sldMk cId="1261703118" sldId="272"/>
        </pc:sldMkLst>
        <pc:spChg chg="mod">
          <ac:chgData name="anaclaracosta116@gmail.com" userId="a793634777582c92" providerId="LiveId" clId="{1DBE864B-ED8B-4757-BAF2-26266C321114}" dt="2024-05-12T19:02:18.002" v="47" actId="20577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9:03:29.464" v="78" actId="20577"/>
        <pc:sldMkLst>
          <pc:docMk/>
          <pc:sldMk cId="1344366557" sldId="273"/>
        </pc:sldMkLst>
        <pc:spChg chg="mod">
          <ac:chgData name="anaclaracosta116@gmail.com" userId="a793634777582c92" providerId="LiveId" clId="{1DBE864B-ED8B-4757-BAF2-26266C321114}" dt="2024-05-12T19:03:29.464" v="78" actId="20577"/>
          <ac:spMkLst>
            <pc:docMk/>
            <pc:sldMk cId="1344366557" sldId="27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9:09:31.373" v="422" actId="255"/>
        <pc:sldMkLst>
          <pc:docMk/>
          <pc:sldMk cId="2451993942" sldId="278"/>
        </pc:sldMkLst>
        <pc:spChg chg="mod">
          <ac:chgData name="anaclaracosta116@gmail.com" userId="a793634777582c92" providerId="LiveId" clId="{1DBE864B-ED8B-4757-BAF2-26266C321114}" dt="2024-05-12T19:09:31.373" v="422" actId="255"/>
          <ac:spMkLst>
            <pc:docMk/>
            <pc:sldMk cId="2451993942" sldId="27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8:55:22.487" v="2" actId="115"/>
        <pc:sldMkLst>
          <pc:docMk/>
          <pc:sldMk cId="4082794164" sldId="279"/>
        </pc:sldMkLst>
        <pc:spChg chg="mod">
          <ac:chgData name="anaclaracosta116@gmail.com" userId="a793634777582c92" providerId="LiveId" clId="{1DBE864B-ED8B-4757-BAF2-26266C321114}" dt="2024-05-12T18:55:22.487" v="2" actId="115"/>
          <ac:spMkLst>
            <pc:docMk/>
            <pc:sldMk cId="4082794164" sldId="27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8:58:02.049" v="15" actId="20577"/>
        <pc:sldMkLst>
          <pc:docMk/>
          <pc:sldMk cId="2109729473" sldId="283"/>
        </pc:sldMkLst>
        <pc:spChg chg="mod">
          <ac:chgData name="anaclaracosta116@gmail.com" userId="a793634777582c92" providerId="LiveId" clId="{1DBE864B-ED8B-4757-BAF2-26266C321114}" dt="2024-05-12T18:58:02.049" v="15" actId="20577"/>
          <ac:spMkLst>
            <pc:docMk/>
            <pc:sldMk cId="2109729473" sldId="28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9:04:23.625" v="98" actId="20577"/>
        <pc:sldMkLst>
          <pc:docMk/>
          <pc:sldMk cId="835584887" sldId="289"/>
        </pc:sldMkLst>
        <pc:spChg chg="mod">
          <ac:chgData name="anaclaracosta116@gmail.com" userId="a793634777582c92" providerId="LiveId" clId="{1DBE864B-ED8B-4757-BAF2-26266C321114}" dt="2024-05-12T19:04:23.625" v="98" actId="20577"/>
          <ac:spMkLst>
            <pc:docMk/>
            <pc:sldMk cId="835584887" sldId="289"/>
            <ac:spMk id="3" creationId="{FC8F7E34-DB8C-1CEE-BAF4-E537563F9CD2}"/>
          </ac:spMkLst>
        </pc:spChg>
      </pc:sldChg>
      <pc:sldChg chg="addSp delSp modSp add mod ord">
        <pc:chgData name="anaclaracosta116@gmail.com" userId="a793634777582c92" providerId="LiveId" clId="{1DBE864B-ED8B-4757-BAF2-26266C321114}" dt="2024-05-12T19:17:57.571" v="470" actId="1076"/>
        <pc:sldMkLst>
          <pc:docMk/>
          <pc:sldMk cId="725659120" sldId="375"/>
        </pc:sldMkLst>
        <pc:spChg chg="mod">
          <ac:chgData name="anaclaracosta116@gmail.com" userId="a793634777582c92" providerId="LiveId" clId="{1DBE864B-ED8B-4757-BAF2-26266C321114}" dt="2024-05-12T19:15:56.718" v="433" actId="1076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anaclaracosta116@gmail.com" userId="a793634777582c92" providerId="LiveId" clId="{1DBE864B-ED8B-4757-BAF2-26266C321114}" dt="2024-05-12T19:17:57.571" v="470" actId="1076"/>
          <ac:spMkLst>
            <pc:docMk/>
            <pc:sldMk cId="725659120" sldId="375"/>
            <ac:spMk id="4" creationId="{23B5BD68-62AE-07CF-D39A-D2ED40FE2B1C}"/>
          </ac:spMkLst>
        </pc:spChg>
        <pc:picChg chg="del">
          <ac:chgData name="anaclaracosta116@gmail.com" userId="a793634777582c92" providerId="LiveId" clId="{1DBE864B-ED8B-4757-BAF2-26266C321114}" dt="2024-05-12T19:15:29.239" v="427" actId="478"/>
          <ac:picMkLst>
            <pc:docMk/>
            <pc:sldMk cId="725659120" sldId="375"/>
            <ac:picMk id="2" creationId="{D0405FAA-6758-8BB3-9297-BECBE78955CE}"/>
          </ac:picMkLst>
        </pc:picChg>
        <pc:picChg chg="add mod">
          <ac:chgData name="anaclaracosta116@gmail.com" userId="a793634777582c92" providerId="LiveId" clId="{1DBE864B-ED8B-4757-BAF2-26266C321114}" dt="2024-05-12T19:15:50.516" v="431" actId="14100"/>
          <ac:picMkLst>
            <pc:docMk/>
            <pc:sldMk cId="725659120" sldId="375"/>
            <ac:picMk id="1026" creationId="{C8D78478-A90F-9545-0076-21917A57705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23B5BD68-62AE-07CF-D39A-D2ED40FE2B1C}"/>
              </a:ext>
            </a:extLst>
          </p:cNvPr>
          <p:cNvSpPr txBox="1">
            <a:spLocks/>
          </p:cNvSpPr>
          <p:nvPr/>
        </p:nvSpPr>
        <p:spPr>
          <a:xfrm>
            <a:off x="483174" y="2389909"/>
            <a:ext cx="11225647" cy="257694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9600" b="1" dirty="0">
                <a:solidFill>
                  <a:schemeClr val="bg1"/>
                </a:solidFill>
              </a:rPr>
              <a:t>SOLENIDADE DA</a:t>
            </a:r>
          </a:p>
          <a:p>
            <a:pPr marL="0" indent="0" algn="ctr">
              <a:buNone/>
            </a:pPr>
            <a:r>
              <a:rPr lang="pt-BR" sz="9600" b="1" dirty="0">
                <a:solidFill>
                  <a:schemeClr val="bg1"/>
                </a:solidFill>
              </a:rPr>
              <a:t>ASCENSÃO DO SENHOR</a:t>
            </a:r>
            <a:endParaRPr lang="pt-BR" sz="8000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862345-48E8-0089-A8D3-C144BC899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1796F-04CB-32C9-9200-95444DB62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o aconteceu a Ascensão do Senhor?">
            <a:extLst>
              <a:ext uri="{FF2B5EF4-FFF2-40B4-BE49-F238E27FC236}">
                <a16:creationId xmlns:a16="http://schemas.microsoft.com/office/drawing/2014/main" id="{E4539C3E-E511-5444-442F-B2648B6E7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569E03B-04BE-B986-FDAA-2FB35A5F2D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981C097F-B6F0-0C9D-4995-B54A49450B1A}"/>
              </a:ext>
            </a:extLst>
          </p:cNvPr>
          <p:cNvSpPr txBox="1">
            <a:spLocks/>
          </p:cNvSpPr>
          <p:nvPr/>
        </p:nvSpPr>
        <p:spPr>
          <a:xfrm>
            <a:off x="483174" y="2389909"/>
            <a:ext cx="11225647" cy="257694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9600" b="1" dirty="0">
                <a:solidFill>
                  <a:schemeClr val="bg1"/>
                </a:solidFill>
              </a:rPr>
              <a:t>SOLENIDADE DA</a:t>
            </a:r>
          </a:p>
          <a:p>
            <a:pPr marL="0" indent="0" algn="ctr">
              <a:buNone/>
            </a:pPr>
            <a:r>
              <a:rPr lang="pt-BR" sz="9600" b="1" dirty="0">
                <a:solidFill>
                  <a:schemeClr val="bg1"/>
                </a:solidFill>
              </a:rPr>
              <a:t>ASCENSÃO DO SENHOR</a:t>
            </a:r>
            <a:endParaRPr lang="pt-BR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373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219200"/>
            <a:ext cx="10522120" cy="5481637"/>
          </a:xfrm>
        </p:spPr>
        <p:txBody>
          <a:bodyPr>
            <a:normAutofit/>
          </a:bodyPr>
          <a:lstStyle/>
          <a:p>
            <a:pPr algn="just"/>
            <a:r>
              <a:rPr lang="pt-BR" sz="4000" b="1" dirty="0"/>
              <a:t>Ó HOMENS GALILEUS, </a:t>
            </a:r>
          </a:p>
          <a:p>
            <a:pPr algn="just"/>
            <a:r>
              <a:rPr lang="pt-BR" sz="4000" b="1" dirty="0"/>
              <a:t>POR QUE ESTAIS A OLHAR OS CÉUS?</a:t>
            </a:r>
          </a:p>
          <a:p>
            <a:pPr algn="just"/>
            <a:r>
              <a:rPr lang="pt-BR" sz="4000" b="1" dirty="0"/>
              <a:t>JESUS, QUE AOS CÉUS SUBIU, </a:t>
            </a:r>
          </a:p>
          <a:p>
            <a:pPr algn="just"/>
            <a:r>
              <a:rPr lang="pt-BR" sz="4000" b="1" dirty="0"/>
              <a:t>DA MESMA FORMA HÁ DE VIR, ALELUIA.</a:t>
            </a:r>
          </a:p>
          <a:p>
            <a:pPr algn="just"/>
            <a:endParaRPr lang="pt-BR" sz="4000" dirty="0"/>
          </a:p>
          <a:p>
            <a:pPr algn="l"/>
            <a:r>
              <a:rPr lang="pt-BR" sz="4000" dirty="0"/>
              <a:t>EIS QUE DEUS SE PÕE DE PÉ E OS INIMIGOS SE DISPERSAM!  * FOGEM LONGE DE SUA FACE OS QUE ODEIAM O SENHOR!</a:t>
            </a:r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219200"/>
            <a:ext cx="10293520" cy="548163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000" b="1" dirty="0"/>
              <a:t>Ó HOMENS GALILEUS, </a:t>
            </a:r>
          </a:p>
          <a:p>
            <a:pPr algn="l"/>
            <a:r>
              <a:rPr lang="pt-BR" sz="4000" b="1" dirty="0"/>
              <a:t>POR QUE ESTAIS A OLHAR OS CÉUS?</a:t>
            </a:r>
          </a:p>
          <a:p>
            <a:pPr algn="l"/>
            <a:r>
              <a:rPr lang="pt-BR" sz="4000" b="1" dirty="0"/>
              <a:t>JESUS, QUE AOS CÉUS SUBIU, </a:t>
            </a:r>
          </a:p>
          <a:p>
            <a:pPr algn="l"/>
            <a:r>
              <a:rPr lang="pt-BR" sz="4000" b="1" dirty="0"/>
              <a:t>DA MESMA FORMA HÁ DE VIR, ALELUIA.</a:t>
            </a:r>
          </a:p>
          <a:p>
            <a:pPr algn="l"/>
            <a:endParaRPr lang="pt-BR" sz="4000" dirty="0"/>
          </a:p>
          <a:p>
            <a:pPr algn="l"/>
            <a:r>
              <a:rPr lang="pt-BR" sz="4000" dirty="0"/>
              <a:t>VÓS SUBISTES PARA O ALTO E LEVASTES OS CATIVOS</a:t>
            </a:r>
          </a:p>
          <a:p>
            <a:pPr algn="l"/>
            <a:r>
              <a:rPr lang="pt-BR" sz="4000" dirty="0"/>
              <a:t>OS HOMENS PRISIONEIROS RECEBESTES DE PRESENTE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39419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452" y="1219200"/>
            <a:ext cx="11270673" cy="5481637"/>
          </a:xfrm>
        </p:spPr>
        <p:txBody>
          <a:bodyPr>
            <a:normAutofit/>
          </a:bodyPr>
          <a:lstStyle/>
          <a:p>
            <a:pPr algn="l"/>
            <a:r>
              <a:rPr lang="pt-BR" sz="4000" b="1" dirty="0"/>
              <a:t>Ó HOMENS GALILEUS, </a:t>
            </a:r>
          </a:p>
          <a:p>
            <a:pPr algn="l"/>
            <a:r>
              <a:rPr lang="pt-BR" sz="4000" b="1" dirty="0"/>
              <a:t>POR QUE ESTAIS A OLHAR OS CÉUS?</a:t>
            </a:r>
          </a:p>
          <a:p>
            <a:pPr algn="l"/>
            <a:r>
              <a:rPr lang="pt-BR" sz="4000" b="1" dirty="0"/>
              <a:t>JESUS, QUE AOS CÉUS SUBIU, </a:t>
            </a:r>
          </a:p>
          <a:p>
            <a:pPr algn="l"/>
            <a:r>
              <a:rPr lang="pt-BR" sz="4000" b="1" dirty="0"/>
              <a:t>DA MESMA FORMA HÁ DE VIR, ALELUIA.</a:t>
            </a:r>
          </a:p>
          <a:p>
            <a:pPr algn="l"/>
            <a:endParaRPr lang="pt-BR" sz="4000" dirty="0"/>
          </a:p>
          <a:p>
            <a:pPr algn="l"/>
            <a:r>
              <a:rPr lang="pt-BR" sz="4000" dirty="0"/>
              <a:t>É ASSIM O NOSSO DEUS EM SUA SANTA HABITAÇÃO. </a:t>
            </a:r>
          </a:p>
          <a:p>
            <a:pPr algn="l"/>
            <a:r>
              <a:rPr lang="pt-BR" sz="4000" dirty="0"/>
              <a:t>É O SENHOR QUEM DÁ ABRIGO, DÁ UM LAR AOS DESERDADOS</a:t>
            </a:r>
          </a:p>
        </p:txBody>
      </p:sp>
    </p:spTree>
    <p:extLst>
      <p:ext uri="{BB962C8B-B14F-4D97-AF65-F5344CB8AC3E}">
        <p14:creationId xmlns:p14="http://schemas.microsoft.com/office/powerpoint/2010/main" val="3078161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4000" b="1" dirty="0"/>
              <a:t>Ó HOMENS GALILEUS, </a:t>
            </a:r>
          </a:p>
          <a:p>
            <a:pPr algn="just"/>
            <a:r>
              <a:rPr lang="pt-BR" sz="4000" b="1" dirty="0"/>
              <a:t>POR QUE ESTAIS A OLHAR OS CÉUS?</a:t>
            </a:r>
          </a:p>
          <a:p>
            <a:pPr algn="just"/>
            <a:r>
              <a:rPr lang="pt-BR" sz="4000" b="1" dirty="0"/>
              <a:t>JESUS, QUE AOS CÉUS SUBIU, </a:t>
            </a:r>
          </a:p>
          <a:p>
            <a:pPr algn="just"/>
            <a:r>
              <a:rPr lang="pt-BR" sz="4000" b="1" dirty="0"/>
              <a:t>DA MESMA FORMA HÁ DE VIR, ALELUIA.</a:t>
            </a:r>
          </a:p>
          <a:p>
            <a:pPr algn="just"/>
            <a:endParaRPr lang="pt-BR" sz="4000" dirty="0"/>
          </a:p>
          <a:p>
            <a:pPr algn="just"/>
            <a:r>
              <a:rPr lang="pt-BR" sz="4000" dirty="0"/>
              <a:t>BENDITO SEJA DEUS, BENDITO SEJA A CADA DIA</a:t>
            </a:r>
          </a:p>
          <a:p>
            <a:pPr algn="l"/>
            <a:r>
              <a:rPr lang="pt-BR" sz="4000" dirty="0"/>
              <a:t>DEUS DA NOSSA SALVAÇÃO, QUE CARREGA OS NOSSOS FARDOS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2737566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6000" dirty="0"/>
              <a:t>CONFESSO A DEUS TODO PODEROSO</a:t>
            </a:r>
          </a:p>
          <a:p>
            <a:pPr algn="just"/>
            <a:r>
              <a:rPr lang="pt-BR" sz="6000" dirty="0"/>
              <a:t>E A VÓS IRMÃOS E IRMÃS</a:t>
            </a:r>
          </a:p>
          <a:p>
            <a:pPr algn="just"/>
            <a:r>
              <a:rPr lang="pt-BR" sz="6000" dirty="0"/>
              <a:t>QUE PEQUEI MUITAS VEZES POR PENSAMENTOS</a:t>
            </a:r>
          </a:p>
          <a:p>
            <a:pPr algn="just"/>
            <a:r>
              <a:rPr lang="pt-BR" sz="6000" dirty="0"/>
              <a:t>PALAVRAS, ATOS E OMISSÕES</a:t>
            </a:r>
          </a:p>
          <a:p>
            <a:pPr algn="just"/>
            <a:r>
              <a:rPr lang="pt-BR" sz="6000" dirty="0"/>
              <a:t>POR MINHA CULPA, MINHA TÃO GRANDE CULPA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000" dirty="0"/>
              <a:t>E PEÇO À VIRGEM MARIA</a:t>
            </a:r>
          </a:p>
          <a:p>
            <a:pPr algn="just"/>
            <a:r>
              <a:rPr lang="pt-BR" sz="6000" dirty="0"/>
              <a:t>AOS ANJOS E SANTOS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ROGUEIS POR MIM, E A DEUS</a:t>
            </a:r>
          </a:p>
          <a:p>
            <a:pPr algn="just"/>
            <a:r>
              <a:rPr lang="pt-BR" sz="6000" dirty="0"/>
              <a:t>NOSSO SENHOR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200" b="1" dirty="0"/>
              <a:t>GLÓRIA A DEUS NAS ALTURAS  </a:t>
            </a:r>
          </a:p>
          <a:p>
            <a:pPr algn="just"/>
            <a:r>
              <a:rPr lang="pt-BR" sz="6200" b="1" dirty="0"/>
              <a:t>GLÓRIA A DEUS NAS ALTURAS  </a:t>
            </a:r>
          </a:p>
          <a:p>
            <a:pPr algn="just"/>
            <a:r>
              <a:rPr lang="pt-BR" sz="6200" b="1" dirty="0"/>
              <a:t>GLÓRIA A DEUS NAS ALTURAS  </a:t>
            </a:r>
          </a:p>
          <a:p>
            <a:pPr algn="just"/>
            <a:endParaRPr lang="pt-BR" sz="6200" b="1" dirty="0"/>
          </a:p>
          <a:p>
            <a:pPr algn="just"/>
            <a:r>
              <a:rPr lang="pt-BR" sz="5600" dirty="0"/>
              <a:t>E PAZ NA TERRA AOS HOMENS POR ELE AMADOS</a:t>
            </a:r>
          </a:p>
          <a:p>
            <a:pPr algn="just"/>
            <a:endParaRPr lang="pt-BR" sz="7100" dirty="0"/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l"/>
            <a:r>
              <a:rPr lang="pt-BR" sz="5300" dirty="0"/>
              <a:t>SENHOR DEUS, REI DOS CÉUS, DEUS PAI TODO PODEROSO, NÓS VOS LOUVAMOS, </a:t>
            </a:r>
          </a:p>
          <a:p>
            <a:pPr algn="l"/>
            <a:r>
              <a:rPr lang="pt-BR" sz="5300" dirty="0"/>
              <a:t>NÓS VOS BENDIZEMOS, NÓS VOS ADORAMOS, NÓS VOS GLORIFICAMOS</a:t>
            </a:r>
          </a:p>
          <a:p>
            <a:pPr algn="l"/>
            <a:r>
              <a:rPr lang="pt-BR" sz="5300" dirty="0"/>
              <a:t>NÓS VOS DAMOS GRAÇAS, </a:t>
            </a:r>
          </a:p>
          <a:p>
            <a:pPr algn="l"/>
            <a:r>
              <a:rPr lang="pt-BR" sz="5300" dirty="0"/>
              <a:t>POR VOSSA IMENSA GLÓRIA.</a:t>
            </a:r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57200"/>
            <a:ext cx="11236036" cy="6137564"/>
          </a:xfrm>
        </p:spPr>
        <p:txBody>
          <a:bodyPr>
            <a:noAutofit/>
          </a:bodyPr>
          <a:lstStyle/>
          <a:p>
            <a:pPr algn="l"/>
            <a:r>
              <a:rPr lang="pt-BR" sz="5400" dirty="0"/>
              <a:t>SENHOR JESUS CRISTO, FILHO UNIGÊNITO, SENHOR DEUS, </a:t>
            </a:r>
          </a:p>
          <a:p>
            <a:pPr algn="just"/>
            <a:r>
              <a:rPr lang="pt-BR" sz="5400" dirty="0"/>
              <a:t>CORDEIRO DE DEUS, FILHO DE DEUS PAI,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720436"/>
            <a:ext cx="11236036" cy="569465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VÓS QUE TIRAIS O PECADO DO MUNDO, </a:t>
            </a:r>
          </a:p>
          <a:p>
            <a:pPr algn="l"/>
            <a:r>
              <a:rPr lang="pt-BR" sz="5400" dirty="0"/>
              <a:t>ACOLHEI A NOSSA SÚPLICA!</a:t>
            </a:r>
          </a:p>
          <a:p>
            <a:pPr algn="l"/>
            <a:r>
              <a:rPr lang="pt-BR" sz="5400" dirty="0"/>
              <a:t>VÓS QUE ESTAIS À DIREITA DO PAI, </a:t>
            </a:r>
          </a:p>
          <a:p>
            <a:pPr algn="l"/>
            <a:r>
              <a:rPr lang="pt-BR" sz="5400" dirty="0"/>
              <a:t>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720436"/>
            <a:ext cx="11236036" cy="569465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SÓ VÓS SOIS SANTO, </a:t>
            </a:r>
          </a:p>
          <a:p>
            <a:pPr algn="l"/>
            <a:r>
              <a:rPr lang="pt-BR" sz="5400" dirty="0"/>
              <a:t>SÓ VÓS O SENHOR, </a:t>
            </a:r>
          </a:p>
          <a:p>
            <a:pPr algn="l"/>
            <a:r>
              <a:rPr lang="pt-BR" sz="5400" dirty="0"/>
              <a:t>SÓ VÓS O ALTÍSSIMO, JESUS CRISTO, </a:t>
            </a:r>
          </a:p>
          <a:p>
            <a:pPr algn="l"/>
            <a:r>
              <a:rPr lang="pt-BR" sz="5400" dirty="0"/>
              <a:t>COM O ESPÍRITO SANTO </a:t>
            </a:r>
          </a:p>
          <a:p>
            <a:pPr algn="l"/>
            <a:r>
              <a:rPr lang="pt-BR" sz="5400" dirty="0"/>
              <a:t>NA GLÓRIA DE DEUS PAI. </a:t>
            </a:r>
          </a:p>
          <a:p>
            <a:pPr algn="l"/>
            <a:r>
              <a:rPr lang="pt-BR" sz="5400" dirty="0"/>
              <a:t>AMÉM.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2508045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452255"/>
            <a:ext cx="10349345" cy="1953490"/>
          </a:xfrm>
        </p:spPr>
        <p:txBody>
          <a:bodyPr>
            <a:normAutofit/>
          </a:bodyPr>
          <a:lstStyle/>
          <a:p>
            <a:r>
              <a:rPr lang="pt-BR" sz="4400" b="1"/>
              <a:t>POR ENTRE </a:t>
            </a:r>
            <a:r>
              <a:rPr lang="pt-BR" sz="4400" b="1" dirty="0"/>
              <a:t>ACLAMAÇÕES DEUS SE ELEVOU, O SENHOR SUBIU AO TOQUE DA TROMBETA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04365"/>
            <a:ext cx="10349345" cy="480549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pt-BR" sz="4800" b="1" dirty="0"/>
              <a:t>ALELUIA, ALELUIA, ALELUIA</a:t>
            </a:r>
          </a:p>
          <a:p>
            <a:pPr>
              <a:lnSpc>
                <a:spcPct val="110000"/>
              </a:lnSpc>
            </a:pPr>
            <a:endParaRPr lang="pt-BR" sz="4800" b="1" dirty="0"/>
          </a:p>
          <a:p>
            <a:pPr>
              <a:lnSpc>
                <a:spcPct val="110000"/>
              </a:lnSpc>
            </a:pPr>
            <a:r>
              <a:rPr lang="pt-BR" sz="4800" dirty="0"/>
              <a:t>IDE AO MUNDO, ENSINAI AOS POVOS TODOS; CONVOSCO ESTAREI TODOS OS DIAS, ATÉ O FIM DOS TEMPOS, DIZ JESUS</a:t>
            </a:r>
          </a:p>
          <a:p>
            <a:pPr>
              <a:lnSpc>
                <a:spcPct val="110000"/>
              </a:lnSpc>
            </a:pPr>
            <a:endParaRPr lang="pt-BR" sz="4800" b="1" dirty="0"/>
          </a:p>
          <a:p>
            <a:pPr>
              <a:lnSpc>
                <a:spcPct val="110000"/>
              </a:lnSpc>
            </a:pPr>
            <a:r>
              <a:rPr lang="pt-BR" sz="4800" b="1" dirty="0"/>
              <a:t>ALELUIA, ALELUIA, ALELUIA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2462963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141271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752049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93528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56FDC-08D2-841D-FA9E-89E740895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9FE9144-83FE-9AD1-C1AB-ED2273E3D7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367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POR ENTRE ACLAMAÇÕES DEUS SE ELEVOU, O SENHOR SUBIU AO TOQUE DA TROMBETA, ALELUIA, ALELUIA!</a:t>
            </a:r>
          </a:p>
          <a:p>
            <a:pPr algn="just"/>
            <a:endParaRPr lang="pt-BR" sz="4800" b="1" dirty="0"/>
          </a:p>
          <a:p>
            <a:pPr algn="l"/>
            <a:r>
              <a:rPr lang="pt-BR" sz="4800" dirty="0"/>
              <a:t>1. POVOS TODOS DO UNIVERSO BATEI PALMAS,  GRITAI A DEUS ACLAMAÇÕES DE ALEGRIA! 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POR ENTRE ACLAMAÇÕES DEUS SE ELEVOU, O SENHOR SUBIU AO TOQUE DA TROMBETA, ALELUIA, ALELUIA!</a:t>
            </a:r>
          </a:p>
          <a:p>
            <a:pPr algn="just"/>
            <a:endParaRPr lang="pt-BR" sz="4800" b="1" dirty="0"/>
          </a:p>
          <a:p>
            <a:pPr algn="l"/>
            <a:r>
              <a:rPr lang="pt-BR" sz="4800" dirty="0"/>
              <a:t>2. PORQUE SUBLIME É O SENHOR, O DEUS ALTÍSSIMO, O SOBERANO QUE DOMINA TODA A TERRA. 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14827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05912" cy="5496393"/>
          </a:xfrm>
        </p:spPr>
        <p:txBody>
          <a:bodyPr>
            <a:noAutofit/>
          </a:bodyPr>
          <a:lstStyle/>
          <a:p>
            <a:pPr algn="l"/>
            <a:r>
              <a:rPr lang="pt-BR" sz="4800" b="1" dirty="0"/>
              <a:t>POR ENTRE ACLAMAÇÕES DEUS SE ELEVOU, O SENHOR SUBIU AO TOQUE DA TROMBETA, ALELUIA, ALELUIA!</a:t>
            </a:r>
          </a:p>
          <a:p>
            <a:pPr algn="just"/>
            <a:endParaRPr lang="pt-BR" sz="4800" b="1" dirty="0"/>
          </a:p>
          <a:p>
            <a:pPr algn="l"/>
            <a:r>
              <a:rPr lang="pt-BR" sz="4800" dirty="0"/>
              <a:t>3. SALMODIAI AO NOSSO DEUS AO SOM DA HARPA,  SALMODIAI AO SOM DA HARPA AO NOSSO REI! </a:t>
            </a:r>
          </a:p>
        </p:txBody>
      </p:sp>
    </p:spTree>
    <p:extLst>
      <p:ext uri="{BB962C8B-B14F-4D97-AF65-F5344CB8AC3E}">
        <p14:creationId xmlns:p14="http://schemas.microsoft.com/office/powerpoint/2010/main" val="2678123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025834" cy="5638800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POR ENTRE ACLAMAÇÕES DEUS SE ELEVOU, O SENHOR SUBIU AO TOQUE DA TROMBETA, ALELUIA, ALELUIA!</a:t>
            </a:r>
          </a:p>
          <a:p>
            <a:pPr algn="just"/>
            <a:endParaRPr lang="pt-BR" sz="4800" b="1" dirty="0"/>
          </a:p>
          <a:p>
            <a:pPr algn="l"/>
            <a:r>
              <a:rPr lang="pt-BR" sz="4800" dirty="0"/>
              <a:t>4. DEUS REINA SOBRE TODAS AS NAÇÕES, </a:t>
            </a:r>
          </a:p>
          <a:p>
            <a:pPr algn="l"/>
            <a:r>
              <a:rPr lang="pt-BR" sz="4800" dirty="0"/>
              <a:t>ESTÁ SENTADO NO SEU TRONO GLORIOSO. 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358606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l">
              <a:lnSpc>
                <a:spcPct val="120000"/>
              </a:lnSpc>
            </a:pPr>
            <a:r>
              <a:rPr lang="pt-BR" sz="7300" b="1" dirty="0"/>
              <a:t>SANTO, SANTO, SANTO SENHOR DEUS DO UNIVERSO 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O CÉU E TERRA PROCLAMAM A VOSSA GLÓRIA!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HOSANA,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349345" cy="519545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sz="6600" dirty="0"/>
              <a:t>BENDITO O QUE VEM EM NOME DO SENHOR</a:t>
            </a:r>
          </a:p>
          <a:p>
            <a:pPr algn="l">
              <a:lnSpc>
                <a:spcPct val="100000"/>
              </a:lnSpc>
            </a:pPr>
            <a:r>
              <a:rPr lang="pt-BR" sz="6600" dirty="0"/>
              <a:t>HOSANA, NAS ALTURAS! (2x)</a:t>
            </a:r>
          </a:p>
          <a:p>
            <a:pPr algn="l">
              <a:lnSpc>
                <a:spcPct val="100000"/>
              </a:lnSpc>
            </a:pPr>
            <a:endParaRPr lang="pt-BR" sz="57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56B0F66-50E8-41CC-9409-E9F0D7744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</a:t>
            </a:r>
          </a:p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 </a:t>
            </a:r>
          </a:p>
          <a:p>
            <a:pPr algn="just"/>
            <a:endParaRPr lang="pt-BR" sz="17600" b="1" dirty="0"/>
          </a:p>
          <a:p>
            <a:pPr algn="just"/>
            <a:r>
              <a:rPr lang="pt-BR" sz="17600" dirty="0"/>
              <a:t>1. LEVANTA-SE DEUS, CADÊ OS INIMIGOS?</a:t>
            </a:r>
          </a:p>
          <a:p>
            <a:pPr algn="just"/>
            <a:r>
              <a:rPr lang="pt-BR" sz="17600" dirty="0"/>
              <a:t>NA SUA PRESENÇA PERECEM OS INÍQUOS!</a:t>
            </a:r>
          </a:p>
          <a:p>
            <a:pPr algn="just"/>
            <a:r>
              <a:rPr lang="pt-BR" sz="17600" dirty="0"/>
              <a:t>SÃO COMO FUMAÇA QUE DESAPARECE,</a:t>
            </a:r>
          </a:p>
          <a:p>
            <a:pPr algn="just"/>
            <a:r>
              <a:rPr lang="pt-BR" sz="17600" dirty="0"/>
              <a:t>SÃO CERA NO FOGO, QUE LOGO DERRETE!</a:t>
            </a:r>
            <a:endParaRPr lang="pt-BR" sz="176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54325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</a:t>
            </a:r>
          </a:p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 </a:t>
            </a:r>
          </a:p>
          <a:p>
            <a:pPr algn="just"/>
            <a:endParaRPr lang="pt-BR" sz="17600" b="1" dirty="0"/>
          </a:p>
          <a:p>
            <a:pPr algn="l"/>
            <a:r>
              <a:rPr lang="pt-BR" sz="17600" dirty="0"/>
              <a:t>2. DOS ÓRFÃOS É PAI, DAS VIÚVAS JUIZ,</a:t>
            </a:r>
          </a:p>
          <a:p>
            <a:pPr algn="l"/>
            <a:r>
              <a:rPr lang="pt-BR" sz="17600" dirty="0"/>
              <a:t>EM SUA MORADA SÓ ELE É QUEM DIZ:</a:t>
            </a:r>
          </a:p>
          <a:p>
            <a:pPr algn="l"/>
            <a:r>
              <a:rPr lang="pt-BR" sz="17600" dirty="0"/>
              <a:t>QUEM ESTAVA SOZINHO, FAMÍLIA ENCONTROU; QUEM ESTAVA OPRIMIDO, SUA MÃO LIBERTOU!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55320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</a:t>
            </a:r>
          </a:p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 </a:t>
            </a:r>
          </a:p>
          <a:p>
            <a:pPr algn="just"/>
            <a:endParaRPr lang="pt-BR" sz="17600" b="1" dirty="0"/>
          </a:p>
          <a:p>
            <a:pPr algn="just"/>
            <a:r>
              <a:rPr lang="pt-BR" sz="17600" dirty="0"/>
              <a:t>3. À FRENTE DO POVO SAÍSTE, Ó DEUS,</a:t>
            </a:r>
          </a:p>
          <a:p>
            <a:pPr algn="just"/>
            <a:r>
              <a:rPr lang="pt-BR" sz="17600" dirty="0"/>
              <a:t>OS CÉUS GOTEJARAM, A TERRA TREMEU:</a:t>
            </a:r>
          </a:p>
          <a:p>
            <a:pPr algn="just"/>
            <a:r>
              <a:rPr lang="pt-BR" sz="17600" dirty="0"/>
              <a:t>NA SUA PRESENÇA SE ABALA O SINAI,</a:t>
            </a:r>
          </a:p>
          <a:p>
            <a:pPr algn="just"/>
            <a:r>
              <a:rPr lang="pt-BR" sz="17600" dirty="0"/>
              <a:t>É DEUS QUE AVANÇA, QUE AVANÇA E VAI!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92036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</a:t>
            </a:r>
          </a:p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 </a:t>
            </a:r>
          </a:p>
          <a:p>
            <a:pPr algn="just"/>
            <a:endParaRPr lang="pt-BR" sz="17600" b="1" dirty="0"/>
          </a:p>
          <a:p>
            <a:pPr algn="l"/>
            <a:r>
              <a:rPr lang="pt-BR" sz="17600" dirty="0"/>
              <a:t>4. UMA CHUVA ABUNDANTE DO CÉU DERRAMASTE</a:t>
            </a:r>
          </a:p>
          <a:p>
            <a:pPr algn="l"/>
            <a:r>
              <a:rPr lang="pt-BR" sz="17600" dirty="0"/>
              <a:t>E A TUA HERANÇA EXAUSTA SACIASTE;</a:t>
            </a:r>
          </a:p>
          <a:p>
            <a:pPr algn="l"/>
            <a:r>
              <a:rPr lang="pt-BR" sz="17600" dirty="0"/>
              <a:t>FIZESTE EM TUA PAZ VIVER TEU REBANHO</a:t>
            </a:r>
          </a:p>
          <a:p>
            <a:pPr algn="l"/>
            <a:r>
              <a:rPr lang="pt-BR" sz="17600" dirty="0"/>
              <a:t>E OS NECESSITADOS TIVERAM SEU GANHO.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42420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</a:t>
            </a:r>
          </a:p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 </a:t>
            </a:r>
          </a:p>
          <a:p>
            <a:pPr algn="just"/>
            <a:endParaRPr lang="pt-BR" sz="17600" b="1" dirty="0"/>
          </a:p>
          <a:p>
            <a:pPr algn="l"/>
            <a:r>
              <a:rPr lang="pt-BR" sz="17600" dirty="0"/>
              <a:t>5. FALOU SUA PALAVRA, SAEM OS PORTADORES,</a:t>
            </a:r>
          </a:p>
          <a:p>
            <a:pPr algn="l"/>
            <a:r>
              <a:rPr lang="pt-BR" sz="17600" dirty="0"/>
              <a:t>DEBANDAM OS REIS E FARTAM-SE OS POBRES!</a:t>
            </a:r>
          </a:p>
          <a:p>
            <a:pPr algn="l"/>
            <a:r>
              <a:rPr lang="pt-BR" sz="17600" dirty="0"/>
              <a:t>IMENSO É O PODER DE NOSSO SENHOR,</a:t>
            </a:r>
          </a:p>
          <a:p>
            <a:pPr algn="l"/>
            <a:r>
              <a:rPr lang="pt-BR" sz="17600" dirty="0"/>
              <a:t>SUBINDO ÀS ALTURAS, CATIVOS LEVOU.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25412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</a:t>
            </a:r>
          </a:p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 </a:t>
            </a:r>
          </a:p>
          <a:p>
            <a:pPr algn="just"/>
            <a:endParaRPr lang="pt-BR" sz="17600" b="1" dirty="0"/>
          </a:p>
          <a:p>
            <a:pPr algn="l"/>
            <a:r>
              <a:rPr lang="pt-BR" sz="17600" dirty="0"/>
              <a:t>6. BENDITO TU SEJAS, SENHOR, TODO DIA,</a:t>
            </a:r>
          </a:p>
          <a:p>
            <a:pPr algn="l"/>
            <a:r>
              <a:rPr lang="pt-BR" sz="17600" dirty="0"/>
              <a:t>TU ÉS QUEM NOS SALVA, QUEM NOS ALIVIA;</a:t>
            </a:r>
          </a:p>
          <a:p>
            <a:pPr algn="l"/>
            <a:r>
              <a:rPr lang="pt-BR" sz="17600" dirty="0"/>
              <a:t>ÉS TU NOSSO DEUS, O LIBERTADOR!</a:t>
            </a:r>
          </a:p>
          <a:p>
            <a:pPr algn="l"/>
            <a:r>
              <a:rPr lang="pt-BR" sz="17600" dirty="0"/>
              <a:t>QUEM LIVRA DA MORTE, SÓ MESMO O SENHOR!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05365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0541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6115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718" y="990168"/>
            <a:ext cx="11090564" cy="5867832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6500" b="1" dirty="0"/>
              <a:t>GLÓRIA A JESUS NA HÓSTIA SANTA</a:t>
            </a:r>
          </a:p>
          <a:p>
            <a:pPr algn="just"/>
            <a:r>
              <a:rPr lang="pt-BR" sz="16500" b="1" dirty="0"/>
              <a:t>QUE SE CONSAGRA SOBRE O ALTAR</a:t>
            </a:r>
          </a:p>
          <a:p>
            <a:pPr algn="just"/>
            <a:r>
              <a:rPr lang="pt-BR" sz="16500" b="1" dirty="0"/>
              <a:t>E AOS NOSSOS OLHOS SE LEVANTA</a:t>
            </a:r>
          </a:p>
          <a:p>
            <a:pPr algn="just"/>
            <a:r>
              <a:rPr lang="pt-BR" sz="16500" b="1" dirty="0"/>
              <a:t>PARA O BRASIL ABENÇOAR!</a:t>
            </a:r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55848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6115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1090564" cy="5867832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QUE O SANTO SACRAMENTO</a:t>
            </a:r>
          </a:p>
          <a:p>
            <a:pPr algn="just"/>
            <a:r>
              <a:rPr lang="pt-BR" sz="6000" dirty="0"/>
              <a:t>QUE É O PRÓPRIO CRISTO JESUS</a:t>
            </a:r>
          </a:p>
          <a:p>
            <a:pPr algn="just"/>
            <a:r>
              <a:rPr lang="pt-BR" sz="6000" dirty="0"/>
              <a:t>SEJA ADORADO E SEJA AMADO</a:t>
            </a:r>
          </a:p>
          <a:p>
            <a:pPr algn="just"/>
            <a:r>
              <a:rPr lang="pt-BR" sz="6000" dirty="0"/>
              <a:t>NESTA TERRA DE SANTA CRUZ!</a:t>
            </a:r>
          </a:p>
          <a:p>
            <a:pPr algn="just"/>
            <a:r>
              <a:rPr lang="pt-BR" sz="6000" dirty="0"/>
              <a:t>SEJA ADORADO E SEJA AMADO</a:t>
            </a:r>
          </a:p>
          <a:p>
            <a:pPr algn="just"/>
            <a:r>
              <a:rPr lang="pt-BR" sz="6000" dirty="0"/>
              <a:t>NESTA TERRA DE SANTA CRUZ!</a:t>
            </a:r>
          </a:p>
        </p:txBody>
      </p:sp>
    </p:spTree>
    <p:extLst>
      <p:ext uri="{BB962C8B-B14F-4D97-AF65-F5344CB8AC3E}">
        <p14:creationId xmlns:p14="http://schemas.microsoft.com/office/powerpoint/2010/main" val="25547842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6514-6D19-4E39-3ADD-65AAFC36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E55DF-5DFA-7581-CC39-C4C70329A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SUBTEMA DA NOITE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1F4BF5-FF9D-7E54-4DB9-E5A2A2719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427889"/>
            <a:ext cx="10349345" cy="3986765"/>
          </a:xfrm>
        </p:spPr>
        <p:txBody>
          <a:bodyPr>
            <a:normAutofit/>
          </a:bodyPr>
          <a:lstStyle/>
          <a:p>
            <a:r>
              <a:rPr lang="pt-BR" sz="6000" b="1" dirty="0"/>
              <a:t>CHAMA VIVA DA MINHA ESPERANÇA</a:t>
            </a:r>
          </a:p>
        </p:txBody>
      </p:sp>
    </p:spTree>
    <p:extLst>
      <p:ext uri="{BB962C8B-B14F-4D97-AF65-F5344CB8AC3E}">
        <p14:creationId xmlns:p14="http://schemas.microsoft.com/office/powerpoint/2010/main" val="11344261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0E159-5C2A-5F9E-DDFA-9761053AB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86437-C128-4B2D-09EA-DF8ACCF1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CC3216-BD40-48B1-CF50-6737F0121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1372784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F092-935B-868A-D829-D0A0DECF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B811D-E8E4-898E-9D92-3B017709D6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6361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13461-175C-7E2F-7728-1C51939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21AF66-494E-1584-5F6F-578A9F97EC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7418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JUBILOSOS VOS SAUDAMOS,</a:t>
            </a:r>
          </a:p>
          <a:p>
            <a:pPr algn="l"/>
            <a:r>
              <a:rPr lang="pt-BR" sz="4800" dirty="0"/>
              <a:t>GRANDE SERVO DO SENHOR,       </a:t>
            </a:r>
          </a:p>
          <a:p>
            <a:pPr algn="l"/>
            <a:r>
              <a:rPr lang="pt-BR" sz="4800" dirty="0"/>
              <a:t>SANTO ANTONIO NESTA VIDA</a:t>
            </a:r>
          </a:p>
          <a:p>
            <a:pPr algn="l"/>
            <a:r>
              <a:rPr lang="pt-BR" sz="4800" dirty="0"/>
              <a:t>SOIS O NOSSO PROTETOR.</a:t>
            </a:r>
          </a:p>
          <a:p>
            <a:pPr algn="l"/>
            <a:r>
              <a:rPr lang="pt-BR" sz="4800" dirty="0"/>
              <a:t> </a:t>
            </a:r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ENTRE OS SANTOS QUE JÁ REINAM</a:t>
            </a:r>
          </a:p>
          <a:p>
            <a:pPr algn="l"/>
            <a:r>
              <a:rPr lang="pt-BR" sz="6000" dirty="0"/>
              <a:t>GLORIOSOS LÁ NO CÉU,</a:t>
            </a:r>
          </a:p>
          <a:p>
            <a:pPr algn="l"/>
            <a:r>
              <a:rPr lang="pt-BR" sz="6000" dirty="0"/>
              <a:t>SOIS CONSTANTE DESPENSEIRO</a:t>
            </a:r>
          </a:p>
          <a:p>
            <a:pPr algn="l"/>
            <a:r>
              <a:rPr lang="pt-BR" sz="6000" dirty="0"/>
              <a:t>DOS MAIS RICOS DONS DE DEUS. 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SANTO ANTÔNIO, ROGAI POR NÓS</a:t>
            </a:r>
          </a:p>
          <a:p>
            <a:pPr algn="l"/>
            <a:r>
              <a:rPr lang="pt-BR" sz="60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38090823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AO MENINO-DEUS NOS BRAÇOS</a:t>
            </a:r>
          </a:p>
          <a:p>
            <a:pPr algn="l"/>
            <a:r>
              <a:rPr lang="pt-BR" sz="4800" dirty="0"/>
              <a:t>NOSSOS ROGOS TRANSMITI,   </a:t>
            </a:r>
          </a:p>
          <a:p>
            <a:pPr algn="l"/>
            <a:r>
              <a:rPr lang="pt-BR" sz="4800" dirty="0"/>
              <a:t>AH! VALEI-NOS SEMPRE, SEMPRE</a:t>
            </a:r>
          </a:p>
          <a:p>
            <a:pPr algn="l"/>
            <a:r>
              <a:rPr lang="pt-BR" sz="4800" dirty="0"/>
              <a:t>E A JESUS NOS CONDUZIR. </a:t>
            </a:r>
          </a:p>
          <a:p>
            <a:pPr algn="l"/>
            <a:endParaRPr lang="pt-BR" sz="4800" dirty="0"/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3073403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B7826-15EE-B7F4-2F80-99C14FC8B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35F5447-29A5-901B-FC4F-019806D591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2150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1518</Words>
  <Application>Microsoft Office PowerPoint</Application>
  <PresentationFormat>Widescreen</PresentationFormat>
  <Paragraphs>277</Paragraphs>
  <Slides>55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55</vt:i4>
      </vt:variant>
    </vt:vector>
  </HeadingPairs>
  <TitlesOfParts>
    <vt:vector size="5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CANTOS DAS OFERENDAS</vt:lpstr>
      <vt:lpstr>CANTOS DAS OFERENDAS</vt:lpstr>
      <vt:lpstr>CANTOS DAS OFERENDAS</vt:lpstr>
      <vt:lpstr>CANTOS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 </vt:lpstr>
      <vt:lpstr>PÓS-COMUNHÃO </vt:lpstr>
      <vt:lpstr>Apresentação do PowerPoint</vt:lpstr>
      <vt:lpstr>SUBTEMA DA NOITE</vt:lpstr>
      <vt:lpstr>HINO DO JUBILEU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22</cp:revision>
  <dcterms:created xsi:type="dcterms:W3CDTF">2023-05-06T17:01:55Z</dcterms:created>
  <dcterms:modified xsi:type="dcterms:W3CDTF">2025-06-02T00:52:41Z</dcterms:modified>
</cp:coreProperties>
</file>