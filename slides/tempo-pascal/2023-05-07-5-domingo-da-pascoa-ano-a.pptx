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58" r:id="rId4"/>
    <p:sldId id="259" r:id="rId5"/>
    <p:sldId id="279" r:id="rId6"/>
    <p:sldId id="260" r:id="rId7"/>
    <p:sldId id="261" r:id="rId8"/>
    <p:sldId id="262" r:id="rId9"/>
    <p:sldId id="263" r:id="rId10"/>
    <p:sldId id="283" r:id="rId11"/>
    <p:sldId id="264" r:id="rId12"/>
    <p:sldId id="265" r:id="rId13"/>
    <p:sldId id="266" r:id="rId14"/>
    <p:sldId id="267" r:id="rId15"/>
    <p:sldId id="268" r:id="rId16"/>
    <p:sldId id="269" r:id="rId17"/>
    <p:sldId id="284" r:id="rId18"/>
    <p:sldId id="271" r:id="rId19"/>
    <p:sldId id="272" r:id="rId20"/>
    <p:sldId id="273" r:id="rId21"/>
    <p:sldId id="286" r:id="rId22"/>
    <p:sldId id="275" r:id="rId23"/>
    <p:sldId id="287" r:id="rId24"/>
    <p:sldId id="277" r:id="rId25"/>
    <p:sldId id="278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703437-B183-4F99-9884-B4261C195CEA}" v="2" dt="2023-06-01T18:45:27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13703437-B183-4F99-9884-B4261C195CEA}"/>
    <pc:docChg chg="undo redo custSel addSld delSld modSld sldOrd">
      <pc:chgData name="anaclaracosta116@gmail.com" userId="a793634777582c92" providerId="LiveId" clId="{13703437-B183-4F99-9884-B4261C195CEA}" dt="2023-06-01T19:02:33.839" v="1621" actId="20577"/>
      <pc:docMkLst>
        <pc:docMk/>
      </pc:docMkLst>
      <pc:sldChg chg="modSp mod">
        <pc:chgData name="anaclaracosta116@gmail.com" userId="a793634777582c92" providerId="LiveId" clId="{13703437-B183-4F99-9884-B4261C195CEA}" dt="2023-06-01T18:42:52.349" v="1269" actId="113"/>
        <pc:sldMkLst>
          <pc:docMk/>
          <pc:sldMk cId="630913396" sldId="256"/>
        </pc:sldMkLst>
        <pc:spChg chg="mod">
          <ac:chgData name="anaclaracosta116@gmail.com" userId="a793634777582c92" providerId="LiveId" clId="{13703437-B183-4F99-9884-B4261C195CEA}" dt="2023-06-01T18:42:52.349" v="1269" actId="113"/>
          <ac:spMkLst>
            <pc:docMk/>
            <pc:sldMk cId="630913396" sldId="256"/>
            <ac:spMk id="3" creationId="{FC8F7E34-DB8C-1CEE-BAF4-E537563F9CD2}"/>
          </ac:spMkLst>
        </pc:spChg>
      </pc:sldChg>
      <pc:sldChg chg="addSp delSp modSp add del mod">
        <pc:chgData name="anaclaracosta116@gmail.com" userId="a793634777582c92" providerId="LiveId" clId="{13703437-B183-4F99-9884-B4261C195CEA}" dt="2023-05-13T18:29:11.086" v="424" actId="2696"/>
        <pc:sldMkLst>
          <pc:docMk/>
          <pc:sldMk cId="4115504349" sldId="257"/>
        </pc:sldMkLst>
        <pc:spChg chg="del">
          <ac:chgData name="anaclaracosta116@gmail.com" userId="a793634777582c92" providerId="LiveId" clId="{13703437-B183-4F99-9884-B4261C195CEA}" dt="2023-05-06T17:02:13.577" v="1" actId="21"/>
          <ac:spMkLst>
            <pc:docMk/>
            <pc:sldMk cId="4115504349" sldId="257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5-06T17:02:51.452" v="11" actId="1076"/>
          <ac:spMkLst>
            <pc:docMk/>
            <pc:sldMk cId="4115504349" sldId="257"/>
            <ac:spMk id="3" creationId="{FC8F7E34-DB8C-1CEE-BAF4-E537563F9CD2}"/>
          </ac:spMkLst>
        </pc:spChg>
        <pc:spChg chg="add del mod">
          <ac:chgData name="anaclaracosta116@gmail.com" userId="a793634777582c92" providerId="LiveId" clId="{13703437-B183-4F99-9884-B4261C195CEA}" dt="2023-05-06T17:02:18.633" v="2" actId="21"/>
          <ac:spMkLst>
            <pc:docMk/>
            <pc:sldMk cId="4115504349" sldId="257"/>
            <ac:spMk id="5" creationId="{CFF01C2E-555E-C121-D971-885F801FB1D4}"/>
          </ac:spMkLst>
        </pc:spChg>
      </pc:sldChg>
      <pc:sldChg chg="addSp modSp new mod">
        <pc:chgData name="anaclaracosta116@gmail.com" userId="a793634777582c92" providerId="LiveId" clId="{13703437-B183-4F99-9884-B4261C195CEA}" dt="2023-05-06T17:03:22.272" v="16" actId="207"/>
        <pc:sldMkLst>
          <pc:docMk/>
          <pc:sldMk cId="4192705753" sldId="258"/>
        </pc:sldMkLst>
        <pc:spChg chg="add mod">
          <ac:chgData name="anaclaracosta116@gmail.com" userId="a793634777582c92" providerId="LiveId" clId="{13703437-B183-4F99-9884-B4261C195CEA}" dt="2023-05-06T17:03:22.272" v="16" actId="207"/>
          <ac:spMkLst>
            <pc:docMk/>
            <pc:sldMk cId="4192705753" sldId="258"/>
            <ac:spMk id="2" creationId="{9E54A745-F7E1-3C86-F83C-1FFF7E55BED7}"/>
          </ac:spMkLst>
        </pc:spChg>
      </pc:sldChg>
      <pc:sldChg chg="modSp add mod ord">
        <pc:chgData name="anaclaracosta116@gmail.com" userId="a793634777582c92" providerId="LiveId" clId="{13703437-B183-4F99-9884-B4261C195CEA}" dt="2023-06-01T18:52:24.437" v="1445" actId="20577"/>
        <pc:sldMkLst>
          <pc:docMk/>
          <pc:sldMk cId="2490480151" sldId="259"/>
        </pc:sldMkLst>
        <pc:spChg chg="mod">
          <ac:chgData name="anaclaracosta116@gmail.com" userId="a793634777582c92" providerId="LiveId" clId="{13703437-B183-4F99-9884-B4261C195CEA}" dt="2023-05-06T17:03:54.864" v="39" actId="14100"/>
          <ac:spMkLst>
            <pc:docMk/>
            <pc:sldMk cId="2490480151" sldId="259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6-01T18:52:24.437" v="1445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3703437-B183-4F99-9884-B4261C195CEA}" dt="2023-05-06T17:05:52.819" v="47"/>
        <pc:sldMkLst>
          <pc:docMk/>
          <pc:sldMk cId="3723452890" sldId="260"/>
        </pc:sldMkLst>
      </pc:sldChg>
      <pc:sldChg chg="modSp add mod ord">
        <pc:chgData name="anaclaracosta116@gmail.com" userId="a793634777582c92" providerId="LiveId" clId="{13703437-B183-4F99-9884-B4261C195CEA}" dt="2023-06-01T18:47:54.659" v="1302" actId="14100"/>
        <pc:sldMkLst>
          <pc:docMk/>
          <pc:sldMk cId="337661645" sldId="261"/>
        </pc:sldMkLst>
        <pc:spChg chg="mod">
          <ac:chgData name="anaclaracosta116@gmail.com" userId="a793634777582c92" providerId="LiveId" clId="{13703437-B183-4F99-9884-B4261C195CEA}" dt="2023-05-06T17:06:37.082" v="64" actId="20577"/>
          <ac:spMkLst>
            <pc:docMk/>
            <pc:sldMk cId="337661645" sldId="261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6-01T18:47:54.659" v="1302" actId="14100"/>
          <ac:spMkLst>
            <pc:docMk/>
            <pc:sldMk cId="337661645" sldId="261"/>
            <ac:spMk id="3" creationId="{FC8F7E34-DB8C-1CEE-BAF4-E537563F9CD2}"/>
          </ac:spMkLst>
        </pc:spChg>
      </pc:sldChg>
      <pc:sldChg chg="addSp delSp modSp add mod ord">
        <pc:chgData name="anaclaracosta116@gmail.com" userId="a793634777582c92" providerId="LiveId" clId="{13703437-B183-4F99-9884-B4261C195CEA}" dt="2023-05-19T15:40:27.953" v="1051" actId="1076"/>
        <pc:sldMkLst>
          <pc:docMk/>
          <pc:sldMk cId="3868190215" sldId="262"/>
        </pc:sldMkLst>
        <pc:spChg chg="del">
          <ac:chgData name="anaclaracosta116@gmail.com" userId="a793634777582c92" providerId="LiveId" clId="{13703437-B183-4F99-9884-B4261C195CEA}" dt="2023-05-06T17:10:38.197" v="91" actId="21"/>
          <ac:spMkLst>
            <pc:docMk/>
            <pc:sldMk cId="3868190215" sldId="262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5-19T15:40:27.953" v="1051" actId="1076"/>
          <ac:spMkLst>
            <pc:docMk/>
            <pc:sldMk cId="3868190215" sldId="262"/>
            <ac:spMk id="3" creationId="{FC8F7E34-DB8C-1CEE-BAF4-E537563F9CD2}"/>
          </ac:spMkLst>
        </pc:spChg>
        <pc:spChg chg="add del mod">
          <ac:chgData name="anaclaracosta116@gmail.com" userId="a793634777582c92" providerId="LiveId" clId="{13703437-B183-4F99-9884-B4261C195CEA}" dt="2023-05-06T17:10:43.521" v="92" actId="21"/>
          <ac:spMkLst>
            <pc:docMk/>
            <pc:sldMk cId="3868190215" sldId="262"/>
            <ac:spMk id="5" creationId="{21380FEC-12A5-461C-E4E0-4D3E42787FE6}"/>
          </ac:spMkLst>
        </pc:spChg>
      </pc:sldChg>
      <pc:sldChg chg="modSp add mod">
        <pc:chgData name="anaclaracosta116@gmail.com" userId="a793634777582c92" providerId="LiveId" clId="{13703437-B183-4F99-9884-B4261C195CEA}" dt="2023-05-19T15:41:03.129" v="1056" actId="20577"/>
        <pc:sldMkLst>
          <pc:docMk/>
          <pc:sldMk cId="1799863211" sldId="263"/>
        </pc:sldMkLst>
        <pc:spChg chg="mod">
          <ac:chgData name="anaclaracosta116@gmail.com" userId="a793634777582c92" providerId="LiveId" clId="{13703437-B183-4F99-9884-B4261C195CEA}" dt="2023-05-19T15:41:03.129" v="1056" actId="20577"/>
          <ac:spMkLst>
            <pc:docMk/>
            <pc:sldMk cId="1799863211" sldId="263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3703437-B183-4F99-9884-B4261C195CEA}" dt="2023-05-06T17:13:36.127" v="125"/>
        <pc:sldMkLst>
          <pc:docMk/>
          <pc:sldMk cId="3222059865" sldId="264"/>
        </pc:sldMkLst>
      </pc:sldChg>
      <pc:sldChg chg="modSp add mod ord">
        <pc:chgData name="anaclaracosta116@gmail.com" userId="a793634777582c92" providerId="LiveId" clId="{13703437-B183-4F99-9884-B4261C195CEA}" dt="2023-06-01T18:59:06.527" v="1517" actId="1076"/>
        <pc:sldMkLst>
          <pc:docMk/>
          <pc:sldMk cId="3388034860" sldId="265"/>
        </pc:sldMkLst>
        <pc:spChg chg="mod">
          <ac:chgData name="anaclaracosta116@gmail.com" userId="a793634777582c92" providerId="LiveId" clId="{13703437-B183-4F99-9884-B4261C195CEA}" dt="2023-05-06T17:14:05.984" v="151" actId="14100"/>
          <ac:spMkLst>
            <pc:docMk/>
            <pc:sldMk cId="3388034860" sldId="265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6-01T18:59:06.527" v="1517" actId="1076"/>
          <ac:spMkLst>
            <pc:docMk/>
            <pc:sldMk cId="3388034860" sldId="265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3703437-B183-4F99-9884-B4261C195CEA}" dt="2023-05-06T17:15:40.461" v="167"/>
        <pc:sldMkLst>
          <pc:docMk/>
          <pc:sldMk cId="2267849453" sldId="266"/>
        </pc:sldMkLst>
      </pc:sldChg>
      <pc:sldChg chg="modSp add mod ord">
        <pc:chgData name="anaclaracosta116@gmail.com" userId="a793634777582c92" providerId="LiveId" clId="{13703437-B183-4F99-9884-B4261C195CEA}" dt="2023-06-01T19:02:33.839" v="1621" actId="20577"/>
        <pc:sldMkLst>
          <pc:docMk/>
          <pc:sldMk cId="2671817442" sldId="267"/>
        </pc:sldMkLst>
        <pc:spChg chg="mod">
          <ac:chgData name="anaclaracosta116@gmail.com" userId="a793634777582c92" providerId="LiveId" clId="{13703437-B183-4F99-9884-B4261C195CEA}" dt="2023-05-06T17:19:02.200" v="275" actId="1076"/>
          <ac:spMkLst>
            <pc:docMk/>
            <pc:sldMk cId="2671817442" sldId="267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6-01T19:02:33.839" v="1621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3703437-B183-4F99-9884-B4261C195CEA}" dt="2023-05-06T17:19:28.149" v="279"/>
        <pc:sldMkLst>
          <pc:docMk/>
          <pc:sldMk cId="1071343473" sldId="268"/>
        </pc:sldMkLst>
      </pc:sldChg>
      <pc:sldChg chg="modSp add mod ord">
        <pc:chgData name="anaclaracosta116@gmail.com" userId="a793634777582c92" providerId="LiveId" clId="{13703437-B183-4F99-9884-B4261C195CEA}" dt="2023-05-19T15:53:03.640" v="1207" actId="120"/>
        <pc:sldMkLst>
          <pc:docMk/>
          <pc:sldMk cId="2786277918" sldId="269"/>
        </pc:sldMkLst>
        <pc:spChg chg="mod">
          <ac:chgData name="anaclaracosta116@gmail.com" userId="a793634777582c92" providerId="LiveId" clId="{13703437-B183-4F99-9884-B4261C195CEA}" dt="2023-05-06T17:24:02.667" v="315" actId="1076"/>
          <ac:spMkLst>
            <pc:docMk/>
            <pc:sldMk cId="2786277918" sldId="269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5-19T15:53:03.640" v="1207" actId="120"/>
          <ac:spMkLst>
            <pc:docMk/>
            <pc:sldMk cId="2786277918" sldId="269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13703437-B183-4F99-9884-B4261C195CEA}" dt="2023-05-19T15:53:21.924" v="1208" actId="2696"/>
        <pc:sldMkLst>
          <pc:docMk/>
          <pc:sldMk cId="1097977225" sldId="270"/>
        </pc:sldMkLst>
        <pc:spChg chg="mod">
          <ac:chgData name="anaclaracosta116@gmail.com" userId="a793634777582c92" providerId="LiveId" clId="{13703437-B183-4F99-9884-B4261C195CEA}" dt="2023-05-06T17:23:39.555" v="311"/>
          <ac:spMkLst>
            <pc:docMk/>
            <pc:sldMk cId="1097977225" sldId="270"/>
            <ac:spMk id="3" creationId="{FC8F7E34-DB8C-1CEE-BAF4-E537563F9CD2}"/>
          </ac:spMkLst>
        </pc:spChg>
      </pc:sldChg>
      <pc:sldChg chg="addSp delSp add ord">
        <pc:chgData name="anaclaracosta116@gmail.com" userId="a793634777582c92" providerId="LiveId" clId="{13703437-B183-4F99-9884-B4261C195CEA}" dt="2023-05-19T15:57:16.992" v="1233"/>
        <pc:sldMkLst>
          <pc:docMk/>
          <pc:sldMk cId="2728156593" sldId="271"/>
        </pc:sldMkLst>
        <pc:picChg chg="add del">
          <ac:chgData name="anaclaracosta116@gmail.com" userId="a793634777582c92" providerId="LiveId" clId="{13703437-B183-4F99-9884-B4261C195CEA}" dt="2023-05-19T15:57:16.992" v="1233"/>
          <ac:picMkLst>
            <pc:docMk/>
            <pc:sldMk cId="2728156593" sldId="271"/>
            <ac:picMk id="3" creationId="{B656EF50-C0E9-72F6-F88B-E76D842A272D}"/>
          </ac:picMkLst>
        </pc:picChg>
      </pc:sldChg>
      <pc:sldChg chg="modSp add del mod ord">
        <pc:chgData name="anaclaracosta116@gmail.com" userId="a793634777582c92" providerId="LiveId" clId="{13703437-B183-4F99-9884-B4261C195CEA}" dt="2023-05-19T15:57:42.811" v="1239"/>
        <pc:sldMkLst>
          <pc:docMk/>
          <pc:sldMk cId="1261703118" sldId="272"/>
        </pc:sldMkLst>
        <pc:spChg chg="mod">
          <ac:chgData name="anaclaracosta116@gmail.com" userId="a793634777582c92" providerId="LiveId" clId="{13703437-B183-4F99-9884-B4261C195CEA}" dt="2023-05-06T17:24:15.059" v="323" actId="20577"/>
          <ac:spMkLst>
            <pc:docMk/>
            <pc:sldMk cId="1261703118" sldId="272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5-06T17:26:10.205" v="326" actId="113"/>
          <ac:spMkLst>
            <pc:docMk/>
            <pc:sldMk cId="1261703118" sldId="272"/>
            <ac:spMk id="3" creationId="{FC8F7E34-DB8C-1CEE-BAF4-E537563F9CD2}"/>
          </ac:spMkLst>
        </pc:spChg>
      </pc:sldChg>
      <pc:sldChg chg="addSp delSp modSp add del mod">
        <pc:chgData name="anaclaracosta116@gmail.com" userId="a793634777582c92" providerId="LiveId" clId="{13703437-B183-4F99-9884-B4261C195CEA}" dt="2023-05-19T15:58:00.335" v="1240"/>
        <pc:sldMkLst>
          <pc:docMk/>
          <pc:sldMk cId="1344366557" sldId="273"/>
        </pc:sldMkLst>
        <pc:spChg chg="del">
          <ac:chgData name="anaclaracosta116@gmail.com" userId="a793634777582c92" providerId="LiveId" clId="{13703437-B183-4F99-9884-B4261C195CEA}" dt="2023-05-06T17:26:26.964" v="328" actId="21"/>
          <ac:spMkLst>
            <pc:docMk/>
            <pc:sldMk cId="1344366557" sldId="273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5-06T17:26:56.526" v="331" actId="1076"/>
          <ac:spMkLst>
            <pc:docMk/>
            <pc:sldMk cId="1344366557" sldId="273"/>
            <ac:spMk id="3" creationId="{FC8F7E34-DB8C-1CEE-BAF4-E537563F9CD2}"/>
          </ac:spMkLst>
        </pc:spChg>
        <pc:spChg chg="add del mod">
          <ac:chgData name="anaclaracosta116@gmail.com" userId="a793634777582c92" providerId="LiveId" clId="{13703437-B183-4F99-9884-B4261C195CEA}" dt="2023-05-06T17:26:31.028" v="329" actId="21"/>
          <ac:spMkLst>
            <pc:docMk/>
            <pc:sldMk cId="1344366557" sldId="273"/>
            <ac:spMk id="5" creationId="{F7FE082E-28F1-E248-F6B8-B8556B36C5F9}"/>
          </ac:spMkLst>
        </pc:spChg>
      </pc:sldChg>
      <pc:sldChg chg="add del ord">
        <pc:chgData name="anaclaracosta116@gmail.com" userId="a793634777582c92" providerId="LiveId" clId="{13703437-B183-4F99-9884-B4261C195CEA}" dt="2023-05-13T18:47:43.230" v="620" actId="2696"/>
        <pc:sldMkLst>
          <pc:docMk/>
          <pc:sldMk cId="3626384605" sldId="274"/>
        </pc:sldMkLst>
      </pc:sldChg>
      <pc:sldChg chg="modSp add mod ord">
        <pc:chgData name="anaclaracosta116@gmail.com" userId="a793634777582c92" providerId="LiveId" clId="{13703437-B183-4F99-9884-B4261C195CEA}" dt="2023-05-19T16:00:43.279" v="1253" actId="113"/>
        <pc:sldMkLst>
          <pc:docMk/>
          <pc:sldMk cId="1963412704" sldId="275"/>
        </pc:sldMkLst>
        <pc:spChg chg="mod">
          <ac:chgData name="anaclaracosta116@gmail.com" userId="a793634777582c92" providerId="LiveId" clId="{13703437-B183-4F99-9884-B4261C195CEA}" dt="2023-05-06T17:27:47.340" v="346" actId="14100"/>
          <ac:spMkLst>
            <pc:docMk/>
            <pc:sldMk cId="1963412704" sldId="275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5-19T16:00:43.279" v="1253" actId="113"/>
          <ac:spMkLst>
            <pc:docMk/>
            <pc:sldMk cId="1963412704" sldId="275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13703437-B183-4F99-9884-B4261C195CEA}" dt="2023-05-13T18:45:23.671" v="613" actId="2696"/>
        <pc:sldMkLst>
          <pc:docMk/>
          <pc:sldMk cId="540457209" sldId="276"/>
        </pc:sldMkLst>
        <pc:spChg chg="mod">
          <ac:chgData name="anaclaracosta116@gmail.com" userId="a793634777582c92" providerId="LiveId" clId="{13703437-B183-4F99-9884-B4261C195CEA}" dt="2023-05-06T17:30:11.227" v="390" actId="20577"/>
          <ac:spMkLst>
            <pc:docMk/>
            <pc:sldMk cId="540457209" sldId="276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13703437-B183-4F99-9884-B4261C195CEA}" dt="2023-05-06T17:30:24.348" v="393"/>
        <pc:sldMkLst>
          <pc:docMk/>
          <pc:sldMk cId="3989404531" sldId="277"/>
        </pc:sldMkLst>
      </pc:sldChg>
      <pc:sldChg chg="modSp add mod ord">
        <pc:chgData name="anaclaracosta116@gmail.com" userId="a793634777582c92" providerId="LiveId" clId="{13703437-B183-4F99-9884-B4261C195CEA}" dt="2023-05-06T17:32:31.849" v="414" actId="403"/>
        <pc:sldMkLst>
          <pc:docMk/>
          <pc:sldMk cId="2451993942" sldId="278"/>
        </pc:sldMkLst>
        <pc:spChg chg="mod">
          <ac:chgData name="anaclaracosta116@gmail.com" userId="a793634777582c92" providerId="LiveId" clId="{13703437-B183-4F99-9884-B4261C195CEA}" dt="2023-05-06T17:31:42.147" v="401" actId="20577"/>
          <ac:spMkLst>
            <pc:docMk/>
            <pc:sldMk cId="2451993942" sldId="278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5-06T17:32:31.849" v="414" actId="403"/>
          <ac:spMkLst>
            <pc:docMk/>
            <pc:sldMk cId="2451993942" sldId="278"/>
            <ac:spMk id="3" creationId="{FC8F7E34-DB8C-1CEE-BAF4-E537563F9CD2}"/>
          </ac:spMkLst>
        </pc:spChg>
      </pc:sldChg>
      <pc:sldChg chg="addSp delSp modSp add mod">
        <pc:chgData name="anaclaracosta116@gmail.com" userId="a793634777582c92" providerId="LiveId" clId="{13703437-B183-4F99-9884-B4261C195CEA}" dt="2023-06-01T18:52:54.974" v="1480"/>
        <pc:sldMkLst>
          <pc:docMk/>
          <pc:sldMk cId="4082794164" sldId="279"/>
        </pc:sldMkLst>
        <pc:spChg chg="add del">
          <ac:chgData name="anaclaracosta116@gmail.com" userId="a793634777582c92" providerId="LiveId" clId="{13703437-B183-4F99-9884-B4261C195CEA}" dt="2023-05-13T18:34:07.061" v="515" actId="21"/>
          <ac:spMkLst>
            <pc:docMk/>
            <pc:sldMk cId="4082794164" sldId="279"/>
            <ac:spMk id="2" creationId="{F0E406B4-85AC-B67B-F9E2-21AAF8067483}"/>
          </ac:spMkLst>
        </pc:spChg>
        <pc:spChg chg="mod">
          <ac:chgData name="anaclaracosta116@gmail.com" userId="a793634777582c92" providerId="LiveId" clId="{13703437-B183-4F99-9884-B4261C195CEA}" dt="2023-06-01T18:52:54.974" v="1480"/>
          <ac:spMkLst>
            <pc:docMk/>
            <pc:sldMk cId="4082794164" sldId="279"/>
            <ac:spMk id="3" creationId="{FC8F7E34-DB8C-1CEE-BAF4-E537563F9CD2}"/>
          </ac:spMkLst>
        </pc:spChg>
        <pc:spChg chg="add del mod">
          <ac:chgData name="anaclaracosta116@gmail.com" userId="a793634777582c92" providerId="LiveId" clId="{13703437-B183-4F99-9884-B4261C195CEA}" dt="2023-05-13T18:34:07.061" v="515" actId="21"/>
          <ac:spMkLst>
            <pc:docMk/>
            <pc:sldMk cId="4082794164" sldId="279"/>
            <ac:spMk id="5" creationId="{466068B2-5B59-6AF1-CAE2-15B89C211A94}"/>
          </ac:spMkLst>
        </pc:spChg>
        <pc:spChg chg="add del mod">
          <ac:chgData name="anaclaracosta116@gmail.com" userId="a793634777582c92" providerId="LiveId" clId="{13703437-B183-4F99-9884-B4261C195CEA}" dt="2023-05-13T18:34:17.429" v="519"/>
          <ac:spMkLst>
            <pc:docMk/>
            <pc:sldMk cId="4082794164" sldId="279"/>
            <ac:spMk id="6" creationId="{B92B5576-BE0D-35C4-53EA-C2EBF51EDDEE}"/>
          </ac:spMkLst>
        </pc:spChg>
      </pc:sldChg>
      <pc:sldChg chg="modSp add del mod">
        <pc:chgData name="anaclaracosta116@gmail.com" userId="a793634777582c92" providerId="LiveId" clId="{13703437-B183-4F99-9884-B4261C195CEA}" dt="2023-05-19T16:00:55.377" v="1255" actId="2696"/>
        <pc:sldMkLst>
          <pc:docMk/>
          <pc:sldMk cId="661132331" sldId="280"/>
        </pc:sldMkLst>
        <pc:spChg chg="mod">
          <ac:chgData name="anaclaracosta116@gmail.com" userId="a793634777582c92" providerId="LiveId" clId="{13703437-B183-4F99-9884-B4261C195CEA}" dt="2023-05-13T18:46:50.041" v="615"/>
          <ac:spMkLst>
            <pc:docMk/>
            <pc:sldMk cId="661132331" sldId="280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13703437-B183-4F99-9884-B4261C195CEA}" dt="2023-05-19T16:00:58.415" v="1256" actId="2696"/>
        <pc:sldMkLst>
          <pc:docMk/>
          <pc:sldMk cId="355972301" sldId="281"/>
        </pc:sldMkLst>
        <pc:spChg chg="mod">
          <ac:chgData name="anaclaracosta116@gmail.com" userId="a793634777582c92" providerId="LiveId" clId="{13703437-B183-4F99-9884-B4261C195CEA}" dt="2023-05-13T18:47:18.764" v="617"/>
          <ac:spMkLst>
            <pc:docMk/>
            <pc:sldMk cId="355972301" sldId="281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13703437-B183-4F99-9884-B4261C195CEA}" dt="2023-06-01T18:43:09.051" v="1271" actId="2696"/>
        <pc:sldMkLst>
          <pc:docMk/>
          <pc:sldMk cId="3078161163" sldId="282"/>
        </pc:sldMkLst>
        <pc:spChg chg="mod">
          <ac:chgData name="anaclaracosta116@gmail.com" userId="a793634777582c92" providerId="LiveId" clId="{13703437-B183-4F99-9884-B4261C195CEA}" dt="2023-05-19T15:26:29.600" v="670" actId="1076"/>
          <ac:spMkLst>
            <pc:docMk/>
            <pc:sldMk cId="3078161163" sldId="282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3703437-B183-4F99-9884-B4261C195CEA}" dt="2023-06-01T18:48:30.601" v="1306" actId="27636"/>
        <pc:sldMkLst>
          <pc:docMk/>
          <pc:sldMk cId="2109729473" sldId="283"/>
        </pc:sldMkLst>
        <pc:spChg chg="mod">
          <ac:chgData name="anaclaracosta116@gmail.com" userId="a793634777582c92" providerId="LiveId" clId="{13703437-B183-4F99-9884-B4261C195CEA}" dt="2023-06-01T18:48:30.601" v="1306" actId="27636"/>
          <ac:spMkLst>
            <pc:docMk/>
            <pc:sldMk cId="2109729473" sldId="28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13703437-B183-4F99-9884-B4261C195CEA}" dt="2023-05-19T15:54:29.242" v="1231" actId="14100"/>
        <pc:sldMkLst>
          <pc:docMk/>
          <pc:sldMk cId="1358606533" sldId="284"/>
        </pc:sldMkLst>
        <pc:spChg chg="mod">
          <ac:chgData name="anaclaracosta116@gmail.com" userId="a793634777582c92" providerId="LiveId" clId="{13703437-B183-4F99-9884-B4261C195CEA}" dt="2023-05-19T15:54:29.242" v="1231" actId="14100"/>
          <ac:spMkLst>
            <pc:docMk/>
            <pc:sldMk cId="1358606533" sldId="284"/>
            <ac:spMk id="3" creationId="{FC8F7E34-DB8C-1CEE-BAF4-E537563F9CD2}"/>
          </ac:spMkLst>
        </pc:spChg>
      </pc:sldChg>
      <pc:sldChg chg="add del ord">
        <pc:chgData name="anaclaracosta116@gmail.com" userId="a793634777582c92" providerId="LiveId" clId="{13703437-B183-4F99-9884-B4261C195CEA}" dt="2023-05-19T15:58:29.831" v="1243" actId="2696"/>
        <pc:sldMkLst>
          <pc:docMk/>
          <pc:sldMk cId="2763349289" sldId="285"/>
        </pc:sldMkLst>
      </pc:sldChg>
      <pc:sldChg chg="add">
        <pc:chgData name="anaclaracosta116@gmail.com" userId="a793634777582c92" providerId="LiveId" clId="{13703437-B183-4F99-9884-B4261C195CEA}" dt="2023-05-19T15:57:26.783" v="1235" actId="2890"/>
        <pc:sldMkLst>
          <pc:docMk/>
          <pc:sldMk cId="176718355" sldId="286"/>
        </pc:sldMkLst>
      </pc:sldChg>
      <pc:sldChg chg="modSp add mod">
        <pc:chgData name="anaclaracosta116@gmail.com" userId="a793634777582c92" providerId="LiveId" clId="{13703437-B183-4F99-9884-B4261C195CEA}" dt="2023-05-19T16:01:16.921" v="1257"/>
        <pc:sldMkLst>
          <pc:docMk/>
          <pc:sldMk cId="887139133" sldId="287"/>
        </pc:sldMkLst>
        <pc:spChg chg="mod">
          <ac:chgData name="anaclaracosta116@gmail.com" userId="a793634777582c92" providerId="LiveId" clId="{13703437-B183-4F99-9884-B4261C195CEA}" dt="2023-05-19T16:01:16.921" v="1257"/>
          <ac:spMkLst>
            <pc:docMk/>
            <pc:sldMk cId="887139133" sldId="287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13703437-B183-4F99-9884-B4261C195CEA}" dt="2023-05-19T15:58:33.515" v="1244" actId="2696"/>
        <pc:sldMkLst>
          <pc:docMk/>
          <pc:sldMk cId="2824019761" sldId="287"/>
        </pc:sldMkLst>
      </pc:sldChg>
      <pc:sldChg chg="modSp add mod">
        <pc:chgData name="anaclaracosta116@gmail.com" userId="a793634777582c92" providerId="LiveId" clId="{13703437-B183-4F99-9884-B4261C195CEA}" dt="2023-06-01T18:45:31.604" v="1279" actId="20577"/>
        <pc:sldMkLst>
          <pc:docMk/>
          <pc:sldMk cId="2334603741" sldId="288"/>
        </pc:sldMkLst>
        <pc:spChg chg="mod">
          <ac:chgData name="anaclaracosta116@gmail.com" userId="a793634777582c92" providerId="LiveId" clId="{13703437-B183-4F99-9884-B4261C195CEA}" dt="2023-06-01T18:45:31.604" v="1279" actId="20577"/>
          <ac:spMkLst>
            <pc:docMk/>
            <pc:sldMk cId="2334603741" sldId="288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01/06/2023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4000" b="1" dirty="0"/>
              <a:t>BEM MERECESTES TER COM AMOR</a:t>
            </a:r>
          </a:p>
          <a:p>
            <a:pPr algn="just"/>
            <a:r>
              <a:rPr lang="pt-BR" sz="4000" b="1" dirty="0"/>
              <a:t>EM VOSSOS BRAÇOS O SALVADOR</a:t>
            </a:r>
          </a:p>
          <a:p>
            <a:pPr algn="just"/>
            <a:endParaRPr lang="pt-BR" sz="4000" b="1" dirty="0"/>
          </a:p>
          <a:p>
            <a:pPr algn="just"/>
            <a:r>
              <a:rPr lang="pt-BR" sz="4000" dirty="0"/>
              <a:t>1. SALVE, GRANDE ANTÔNIO, SANTO UNIVERSAL</a:t>
            </a:r>
          </a:p>
          <a:p>
            <a:pPr algn="just"/>
            <a:r>
              <a:rPr lang="pt-BR" sz="4000" dirty="0"/>
              <a:t>QUE AMPARAIS AFLITOS CONTRA TODO MAL</a:t>
            </a:r>
          </a:p>
          <a:p>
            <a:pPr algn="just"/>
            <a:endParaRPr lang="pt-BR" sz="4000" dirty="0"/>
          </a:p>
          <a:p>
            <a:pPr algn="just"/>
            <a:r>
              <a:rPr lang="pt-BR" sz="4000" dirty="0"/>
              <a:t>2. DESPREZANDO AS HONRAS PELA SÃ POBREZA</a:t>
            </a:r>
          </a:p>
          <a:p>
            <a:pPr algn="just"/>
            <a:r>
              <a:rPr lang="pt-BR" sz="4000" dirty="0"/>
              <a:t>A JESUS VOS DESTES COM ARDOR E FIRMEZA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270673" cy="5481637"/>
          </a:xfrm>
        </p:spPr>
        <p:txBody>
          <a:bodyPr>
            <a:normAutofit/>
          </a:bodyPr>
          <a:lstStyle/>
          <a:p>
            <a:pPr algn="just"/>
            <a:r>
              <a:rPr lang="pt-BR" sz="4000" b="1" dirty="0"/>
              <a:t>BEM MERECESTES TER COM AMOR</a:t>
            </a:r>
          </a:p>
          <a:p>
            <a:pPr algn="just"/>
            <a:r>
              <a:rPr lang="pt-BR" sz="4000" b="1" dirty="0"/>
              <a:t>EM VOSSOS BRAÇOS O SALVADOR</a:t>
            </a:r>
          </a:p>
          <a:p>
            <a:pPr algn="just"/>
            <a:endParaRPr lang="pt-BR" sz="4000" b="1" dirty="0"/>
          </a:p>
          <a:p>
            <a:pPr algn="just"/>
            <a:r>
              <a:rPr lang="pt-BR" sz="4000" dirty="0"/>
              <a:t>3. DO BERÇO SOIS GLÓRIA PARA OS LUSITANOS</a:t>
            </a:r>
          </a:p>
          <a:p>
            <a:pPr algn="just"/>
            <a:r>
              <a:rPr lang="pt-BR" sz="4000" dirty="0"/>
              <a:t>E DEPOIS GRANDEZA DOS ITALIANOS</a:t>
            </a:r>
          </a:p>
          <a:p>
            <a:pPr algn="just"/>
            <a:endParaRPr lang="pt-BR" sz="4000" dirty="0"/>
          </a:p>
          <a:p>
            <a:pPr algn="just"/>
            <a:r>
              <a:rPr lang="pt-BR" sz="4000" dirty="0"/>
              <a:t>4. EM SANTAS MISSÕES, POVOS CONVERTEU</a:t>
            </a:r>
          </a:p>
          <a:p>
            <a:pPr algn="just"/>
            <a:r>
              <a:rPr lang="pt-BR" sz="4000" dirty="0"/>
              <a:t>VOSSA LÍNGUA SANTA QUE NÃO PERECEU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2334603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9000" dirty="0"/>
              <a:t>SENHOR, QUE SOIS O CAMINHO QUE LEVA AO PAI,</a:t>
            </a:r>
          </a:p>
          <a:p>
            <a:pPr algn="just"/>
            <a:r>
              <a:rPr lang="pt-BR" sz="9000" dirty="0"/>
              <a:t>TENDE PIEDADE DE NÓS.</a:t>
            </a:r>
          </a:p>
          <a:p>
            <a:pPr algn="just"/>
            <a:r>
              <a:rPr lang="pt-BR" sz="9000" b="1" dirty="0"/>
              <a:t>SENHOR, TENDE, TENDE PIEDADE, TENDE PIEDADE, PIEDADE DE NÓS</a:t>
            </a:r>
          </a:p>
          <a:p>
            <a:pPr algn="just"/>
            <a:endParaRPr lang="pt-BR" sz="9000" dirty="0"/>
          </a:p>
          <a:p>
            <a:pPr algn="just"/>
            <a:r>
              <a:rPr lang="pt-BR" sz="9000" dirty="0"/>
              <a:t>CRISTO, QUE SOIS A VERDADE QUE ILUMINA OS POVOS,</a:t>
            </a:r>
          </a:p>
          <a:p>
            <a:pPr algn="just"/>
            <a:r>
              <a:rPr lang="pt-BR" sz="9000" dirty="0"/>
              <a:t>TENDE PIEDADE DE NÓS.</a:t>
            </a:r>
          </a:p>
          <a:p>
            <a:pPr algn="just"/>
            <a:r>
              <a:rPr lang="pt-BR" sz="9000" b="1" dirty="0"/>
              <a:t>CRISTO, TENDE, TENDE PIEDADE, TENDE PIEDADE, PIEDADE DE NÓS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4000" dirty="0"/>
              <a:t>SENHOR, QUE SOIS A VIDA QUE RENOVA O MUNDO</a:t>
            </a:r>
          </a:p>
          <a:p>
            <a:pPr algn="just"/>
            <a:r>
              <a:rPr lang="pt-BR" sz="4000" dirty="0"/>
              <a:t>TENDE PIEDADE DE NÓS.</a:t>
            </a:r>
          </a:p>
          <a:p>
            <a:pPr algn="just"/>
            <a:r>
              <a:rPr lang="pt-BR" sz="4000" b="1" dirty="0"/>
              <a:t>SENHOR, TENDE, TENDE PIEDADE, TENDE PIEDADE,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799618" cy="5389417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7700" b="1" dirty="0"/>
              <a:t>GLÓRIA A DEUS NAS ALTURAS(3X)</a:t>
            </a:r>
          </a:p>
          <a:p>
            <a:pPr algn="just"/>
            <a:endParaRPr lang="pt-BR" sz="7700" b="1" dirty="0"/>
          </a:p>
          <a:p>
            <a:pPr algn="just"/>
            <a:r>
              <a:rPr lang="pt-BR" sz="7700" b="1" dirty="0"/>
              <a:t>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PAI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4400" dirty="0"/>
              <a:t>NÓS VOS LOUVAMOS, NÓS VOS BENDIZEMOS</a:t>
            </a:r>
          </a:p>
          <a:p>
            <a:pPr algn="just"/>
            <a:r>
              <a:rPr lang="pt-BR" sz="4400" dirty="0"/>
              <a:t>NÓS VOS ADORAMOS, NÓS VOS GLORIFICAMOS</a:t>
            </a:r>
          </a:p>
          <a:p>
            <a:pPr algn="just"/>
            <a:r>
              <a:rPr lang="pt-BR" sz="4400" dirty="0"/>
              <a:t>NÓS VOS DAMOS GRAÇAS, POR VOSSA IMENSA GLÓRIA. </a:t>
            </a:r>
          </a:p>
          <a:p>
            <a:pPr algn="just"/>
            <a:endParaRPr lang="pt-BR" sz="4400" dirty="0"/>
          </a:p>
          <a:p>
            <a:pPr algn="just"/>
            <a:r>
              <a:rPr lang="pt-BR" sz="4400" dirty="0"/>
              <a:t>SENHOR JESUS CRISTO, FILHO UNIGÊNITO</a:t>
            </a:r>
          </a:p>
          <a:p>
            <a:pPr algn="just"/>
            <a:r>
              <a:rPr lang="pt-BR" sz="4400" dirty="0"/>
              <a:t>SENHOR DEUS, CORDEIRO DE DEUS, FILHO DE DEUS PAI</a:t>
            </a:r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57200"/>
            <a:ext cx="11236036" cy="6137564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TIRAIS O PECADO DO MUNDO, </a:t>
            </a:r>
          </a:p>
          <a:p>
            <a:pPr algn="l"/>
            <a:r>
              <a:rPr lang="pt-BR" sz="6000" dirty="0"/>
              <a:t>ACOLHEI A NOSSA SÚPLICA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ESTAIS À DIREITA DO PAI, </a:t>
            </a:r>
          </a:p>
          <a:p>
            <a:pPr algn="l"/>
            <a:r>
              <a:rPr lang="pt-BR" sz="6000" dirty="0"/>
              <a:t>TENDE PIEDADE DE NÓS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SÓ VÓS SOIS SANTO, SÓ VÓS O SENHOR, SÓ VÓS O ALTÍSSIMO, JESUS CRISTO, COM O ESPÍRITO SANTO NA GLÓRIA DE DEUS PAI. </a:t>
            </a:r>
            <a:endParaRPr lang="pt-BR" sz="6000" b="1" dirty="0"/>
          </a:p>
          <a:p>
            <a:pPr algn="l"/>
            <a:endParaRPr lang="pt-BR" sz="6000" b="1" dirty="0"/>
          </a:p>
          <a:p>
            <a:pPr algn="l"/>
            <a:r>
              <a:rPr lang="pt-BR" sz="6000" dirty="0"/>
              <a:t>AMÉM!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3013364"/>
            <a:ext cx="10349345" cy="831272"/>
          </a:xfrm>
        </p:spPr>
        <p:txBody>
          <a:bodyPr>
            <a:normAutofit/>
          </a:bodyPr>
          <a:lstStyle/>
          <a:p>
            <a:r>
              <a:rPr lang="pt-BR" sz="4800" b="1" dirty="0"/>
              <a:t>A PALAVRA DO SENHOR CRIOU OS CÉUS</a:t>
            </a: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648691"/>
            <a:ext cx="10349345" cy="4461164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/>
              <a:t>EU SOU A LUZ DO MUNDO, AQUELE QUE ME SEGUE NÃO CAMINHA ENTRE AS TREVAS, M</a:t>
            </a:r>
            <a:endParaRPr lang="pt-BR" sz="4400" dirty="0"/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7300" b="1" dirty="0"/>
              <a:t>POR ENTRE ACLAMAÇÕES DEUS SE ELEVOU,</a:t>
            </a:r>
          </a:p>
          <a:p>
            <a:pPr algn="l"/>
            <a:r>
              <a:rPr lang="pt-BR" sz="7300" b="1" dirty="0"/>
              <a:t>O SENHOR SUBIU AO TOQUE DA TROMBETA, ALELUIA, ALELUIA!</a:t>
            </a:r>
          </a:p>
          <a:p>
            <a:pPr algn="just"/>
            <a:endParaRPr lang="pt-BR" sz="7300" b="1" dirty="0"/>
          </a:p>
          <a:p>
            <a:pPr algn="l"/>
            <a:r>
              <a:rPr lang="pt-BR" sz="7300" dirty="0"/>
              <a:t>1. POVOS TODOS DO UNIVERSO BATEI PALMAS, </a:t>
            </a:r>
          </a:p>
          <a:p>
            <a:pPr algn="l"/>
            <a:r>
              <a:rPr lang="pt-BR" sz="7300" dirty="0"/>
              <a:t>GRITAI A DEUS ACLAMAÇÕES DE ALEGRIA! 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2. PORQUE SUBLIME É O SENHOR, O DEUS ALTÍSSIMO, </a:t>
            </a:r>
          </a:p>
          <a:p>
            <a:pPr algn="l"/>
            <a:r>
              <a:rPr lang="pt-BR" sz="7300" dirty="0"/>
              <a:t>O SOBERANO QUE DOMINA TODA A TERRA.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1465936" cy="58674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7300" b="1" dirty="0"/>
              <a:t>POR ENTRE ACLAMAÇÕES DEUS SE ELEVOU,</a:t>
            </a:r>
          </a:p>
          <a:p>
            <a:pPr algn="l"/>
            <a:r>
              <a:rPr lang="pt-BR" sz="7300" b="1" dirty="0"/>
              <a:t>O SENHOR SUBIU AO TOQUE DA TROMBETA, ALELUIA, ALELUIA!</a:t>
            </a:r>
          </a:p>
          <a:p>
            <a:pPr algn="just"/>
            <a:endParaRPr lang="pt-BR" sz="7300" b="1" dirty="0"/>
          </a:p>
          <a:p>
            <a:pPr algn="l"/>
            <a:r>
              <a:rPr lang="pt-BR" sz="7300" dirty="0"/>
              <a:t>3. SALMODIAI AO NOSSO DEUS AO SOM DA HARPA, </a:t>
            </a:r>
          </a:p>
          <a:p>
            <a:pPr algn="l"/>
            <a:r>
              <a:rPr lang="pt-BR" sz="7300" dirty="0"/>
              <a:t>SALMODIAI AO SOM DA HARPA AO NOSSO REI! 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4. DEUS REINA SOBRE TODAS AS NAÇÕES, </a:t>
            </a:r>
          </a:p>
          <a:p>
            <a:pPr algn="l"/>
            <a:r>
              <a:rPr lang="pt-BR" sz="7300" dirty="0"/>
              <a:t>ESTÁ SENTADO NO SEU TRONO GLORIOSO.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8606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TERRA PROCLAMAM,</a:t>
            </a:r>
          </a:p>
          <a:p>
            <a:pPr algn="just"/>
            <a:r>
              <a:rPr lang="pt-BR" sz="7300" dirty="0"/>
              <a:t>PROCLAMAM A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HOSANA, HOSANA!</a:t>
            </a:r>
          </a:p>
          <a:p>
            <a:pPr algn="just"/>
            <a:r>
              <a:rPr lang="pt-BR" sz="7300" b="1" dirty="0"/>
              <a:t>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SENHOR,</a:t>
            </a:r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HOSANA, HOSANA!</a:t>
            </a:r>
          </a:p>
          <a:p>
            <a:pPr algn="just"/>
            <a:r>
              <a:rPr lang="pt-BR" sz="7300" b="1" dirty="0"/>
              <a:t>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4400" b="1" dirty="0"/>
              <a:t>O SENHOR SUBIU AO CÉU, ALELUIA, ALELUIA! (BIS)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dirty="0"/>
              <a:t>1. LEVANTA-SE DEUS, CADÊ OS INIMIGOS?</a:t>
            </a:r>
          </a:p>
          <a:p>
            <a:pPr algn="just"/>
            <a:r>
              <a:rPr lang="pt-BR" sz="14400" dirty="0"/>
              <a:t>NA SUA PRESENÇA PERECEM OS INÍQUOS!</a:t>
            </a:r>
          </a:p>
          <a:p>
            <a:pPr algn="just"/>
            <a:r>
              <a:rPr lang="pt-BR" sz="14400" dirty="0"/>
              <a:t>SÃO COMO FUMAÇA QUE DESAPARECE,</a:t>
            </a:r>
          </a:p>
          <a:p>
            <a:pPr algn="just"/>
            <a:r>
              <a:rPr lang="pt-BR" sz="14400" dirty="0"/>
              <a:t>SÃO CERA NO FOGO, QUE LOGO DERRETE!</a:t>
            </a:r>
          </a:p>
          <a:p>
            <a:pPr algn="just"/>
            <a:endParaRPr lang="pt-BR" sz="14400" dirty="0"/>
          </a:p>
          <a:p>
            <a:pPr algn="just"/>
            <a:r>
              <a:rPr lang="pt-BR" sz="14400" dirty="0"/>
              <a:t>2. OS JUSTOS SE ALEGRAM DIANTE DE DEUS;</a:t>
            </a:r>
          </a:p>
          <a:p>
            <a:pPr algn="just"/>
            <a:r>
              <a:rPr lang="pt-BR" sz="14400" dirty="0"/>
              <a:t>CANTAI AO SENHOR, VIBRAI, FILHOS SEUS!</a:t>
            </a:r>
          </a:p>
          <a:p>
            <a:pPr algn="just"/>
            <a:r>
              <a:rPr lang="pt-BR" sz="14400" dirty="0"/>
              <a:t>ABRI O CAMINHO AO GRÃO-CAVALEIRO,</a:t>
            </a:r>
          </a:p>
          <a:p>
            <a:pPr algn="just"/>
            <a:r>
              <a:rPr lang="pt-BR" sz="14400" dirty="0"/>
              <a:t>DANÇAI DIANTE DELE, SENHOR JUSTICEIRO.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4400" b="1" dirty="0"/>
              <a:t>O SENHOR SUBIU AO CÉU, ALELUIA, ALELUIA! (BIS)</a:t>
            </a:r>
          </a:p>
          <a:p>
            <a:pPr algn="just"/>
            <a:endParaRPr lang="pt-BR" sz="14400" b="1" dirty="0"/>
          </a:p>
          <a:p>
            <a:pPr algn="just"/>
            <a:r>
              <a:rPr lang="pt-BR" sz="14400" dirty="0"/>
              <a:t>3. DOS ÓRFÃOS É PAI, DAS VIÚVAS JUIZ,</a:t>
            </a:r>
          </a:p>
          <a:p>
            <a:pPr algn="just"/>
            <a:r>
              <a:rPr lang="pt-BR" sz="14400" dirty="0"/>
              <a:t>EM SUA MORADA SÓ ELE É QUEM DIZ:</a:t>
            </a:r>
          </a:p>
          <a:p>
            <a:pPr algn="just"/>
            <a:r>
              <a:rPr lang="pt-BR" sz="14400" dirty="0"/>
              <a:t>QUEM ESTAVA SOZINHO, FAMÍLIA ENCONTROU;</a:t>
            </a:r>
          </a:p>
          <a:p>
            <a:pPr algn="just"/>
            <a:r>
              <a:rPr lang="pt-BR" sz="14400" dirty="0"/>
              <a:t>QUEM ESTAVA OPRIMIDO, TUA MÃO LIBERTOU!</a:t>
            </a:r>
          </a:p>
          <a:p>
            <a:pPr algn="just"/>
            <a:endParaRPr lang="pt-BR" sz="14400" dirty="0"/>
          </a:p>
          <a:p>
            <a:pPr algn="just"/>
            <a:r>
              <a:rPr lang="pt-BR" sz="14400" dirty="0"/>
              <a:t>4. À FRENTE DO POVO SAÍSTE, Ó DEUS,</a:t>
            </a:r>
          </a:p>
          <a:p>
            <a:pPr algn="just"/>
            <a:r>
              <a:rPr lang="pt-BR" sz="14400" dirty="0"/>
              <a:t>OS CÉUS GOTEJARAM, A TERRA TREMEU:</a:t>
            </a:r>
          </a:p>
          <a:p>
            <a:pPr algn="just"/>
            <a:r>
              <a:rPr lang="pt-BR" sz="14400" dirty="0"/>
              <a:t>NA SUA PRESENÇA SE ABALA O SINAI,</a:t>
            </a:r>
          </a:p>
          <a:p>
            <a:pPr algn="just"/>
            <a:r>
              <a:rPr lang="pt-BR" sz="14400"/>
              <a:t>É DEUS QUE AVANÇA, QUE AVANÇA E VAI!</a:t>
            </a:r>
          </a:p>
          <a:p>
            <a:pPr algn="just"/>
            <a:endParaRPr lang="pt-BR" sz="14400" b="1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7139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000" dirty="0"/>
              <a:t>A TREZE DE MAIO NA COVA DA IRIA</a:t>
            </a:r>
          </a:p>
          <a:p>
            <a:pPr algn="l"/>
            <a:r>
              <a:rPr lang="pt-BR" sz="4000" dirty="0"/>
              <a:t>NO CÉU APARECE A VIRGEM MARIA</a:t>
            </a:r>
          </a:p>
          <a:p>
            <a:pPr algn="l"/>
            <a:r>
              <a:rPr lang="pt-BR" sz="4000" b="1" dirty="0"/>
              <a:t>AVE, AVE, AVE MARIA (BIS)</a:t>
            </a:r>
          </a:p>
          <a:p>
            <a:pPr algn="l"/>
            <a:endParaRPr lang="pt-BR" sz="4000" b="1" dirty="0"/>
          </a:p>
          <a:p>
            <a:pPr algn="l"/>
            <a:r>
              <a:rPr lang="pt-BR" sz="4000" dirty="0"/>
              <a:t>A TRÊS PASTORINHOS, CERCADA DE LUZ</a:t>
            </a:r>
          </a:p>
          <a:p>
            <a:pPr algn="l"/>
            <a:r>
              <a:rPr lang="pt-BR" sz="4000" dirty="0"/>
              <a:t>VISITA MARIA, A MÃE DE JESUS</a:t>
            </a:r>
          </a:p>
          <a:p>
            <a:pPr algn="l"/>
            <a:r>
              <a:rPr lang="pt-BR" sz="4000" b="1" dirty="0"/>
              <a:t>AVE, AVE, AVE MARIA (BIS)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746</Words>
  <Application>Microsoft Office PowerPoint</Application>
  <PresentationFormat>Widescreen</PresentationFormat>
  <Paragraphs>131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Tema do Office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CANTOS DAS OFERENDAS</vt:lpstr>
      <vt:lpstr>CANTOS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3</cp:revision>
  <dcterms:created xsi:type="dcterms:W3CDTF">2023-05-06T17:01:55Z</dcterms:created>
  <dcterms:modified xsi:type="dcterms:W3CDTF">2023-06-01T19:03:31Z</dcterms:modified>
</cp:coreProperties>
</file>