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20" r:id="rId4"/>
    <p:sldId id="421" r:id="rId5"/>
    <p:sldId id="258" r:id="rId6"/>
    <p:sldId id="430" r:id="rId7"/>
    <p:sldId id="431" r:id="rId8"/>
    <p:sldId id="260" r:id="rId9"/>
    <p:sldId id="544" r:id="rId10"/>
    <p:sldId id="545" r:id="rId11"/>
    <p:sldId id="546" r:id="rId12"/>
    <p:sldId id="547" r:id="rId13"/>
    <p:sldId id="548" r:id="rId14"/>
    <p:sldId id="264" r:id="rId15"/>
    <p:sldId id="265" r:id="rId16"/>
    <p:sldId id="266" r:id="rId17"/>
    <p:sldId id="551" r:id="rId18"/>
    <p:sldId id="553" r:id="rId19"/>
    <p:sldId id="554" r:id="rId20"/>
    <p:sldId id="555" r:id="rId21"/>
    <p:sldId id="556" r:id="rId22"/>
    <p:sldId id="552" r:id="rId23"/>
    <p:sldId id="432" r:id="rId24"/>
    <p:sldId id="271" r:id="rId25"/>
    <p:sldId id="438" r:id="rId26"/>
    <p:sldId id="503" r:id="rId27"/>
    <p:sldId id="504" r:id="rId28"/>
    <p:sldId id="505" r:id="rId29"/>
    <p:sldId id="292" r:id="rId30"/>
    <p:sldId id="506" r:id="rId31"/>
    <p:sldId id="361" r:id="rId32"/>
    <p:sldId id="550" r:id="rId33"/>
    <p:sldId id="534" r:id="rId34"/>
    <p:sldId id="535" r:id="rId35"/>
    <p:sldId id="536" r:id="rId36"/>
    <p:sldId id="537" r:id="rId37"/>
    <p:sldId id="404" r:id="rId38"/>
    <p:sldId id="422" r:id="rId39"/>
    <p:sldId id="424" r:id="rId40"/>
    <p:sldId id="425" r:id="rId41"/>
    <p:sldId id="512" r:id="rId42"/>
    <p:sldId id="549" r:id="rId43"/>
    <p:sldId id="374" r:id="rId44"/>
    <p:sldId id="450" r:id="rId45"/>
    <p:sldId id="451" r:id="rId46"/>
    <p:sldId id="452" r:id="rId47"/>
    <p:sldId id="453" r:id="rId4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805" autoAdjust="0"/>
    <p:restoredTop sz="94660"/>
  </p:normalViewPr>
  <p:slideViewPr>
    <p:cSldViewPr snapToGrid="0">
      <p:cViewPr varScale="1">
        <p:scale>
          <a:sx n="86" d="100"/>
          <a:sy n="86" d="100"/>
        </p:scale>
        <p:origin x="120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4A0C6FD-0660-DB9A-0445-9D8B2FCBA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chemeClr val="tx1">
              <a:alpha val="56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437944" y="3558040"/>
            <a:ext cx="915806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DOMINGO DE PÁSCOA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O SENHOR RESSURGIU, ALELUIA, ALELUIA!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É O CORDEIRO PASCAL, ALELUIA, ALELUIA!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IMOLADO POR NÓS, ALELUIA, ALELUIA!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É O CRISTO SENHOR, ELE VIVE E VENCEU, ALELUIA!</a:t>
            </a: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1. O CRISTO, SENHOR RESSUSCITOU,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A NOSSA ESPERANÇA REALIZOU: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VENCIDA A MORTE PARA SEMPRE,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TRIUNFA A VIDA ETERNAMENTE!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FDEED-EB52-0F85-5F80-0679672D5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04FF05-4F69-406B-2CB5-815A49C3C7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E336E86-1AB4-1D4F-81E8-6668CB1009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O SENHOR RESSURGIU, ALELUIA, ALELUIA!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É O CORDEIRO PASCAL, ALELUIA, ALELUIA!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IMOLADO POR NÓS, ALELUIA, ALELUIA!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É O CRISTO SENHOR, ELE VIVE E VENCEU, ALELUIA!</a:t>
            </a: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2. O CRISTO REMIU A SEUS IRMÃOS,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AO PAI OS CONDUZIU POR SUA MÃO;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NO ESPÍRITO SANTO UNIDA ESTEJA,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A FAMÍLIA DE DEUS, QUE É A IGREJA!</a:t>
            </a:r>
          </a:p>
        </p:txBody>
      </p:sp>
    </p:spTree>
    <p:extLst>
      <p:ext uri="{BB962C8B-B14F-4D97-AF65-F5344CB8AC3E}">
        <p14:creationId xmlns:p14="http://schemas.microsoft.com/office/powerpoint/2010/main" val="2453177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02AFB-3DFE-BE28-47D7-4E8FCA345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7E333C-0E7F-BFF5-0233-9126DC4B68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16FA33-59B0-2CFB-4391-BCC66BBD80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O SENHOR RESSURGIU, ALELUIA, ALELUIA!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É O CORDEIRO PASCAL, ALELUIA, ALELUIA!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IMOLADO POR NÓS, ALELUIA, ALELUIA!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É O CRISTO SENHOR, ELE VIVE E VENCEU, ALELUIA!</a:t>
            </a:r>
          </a:p>
          <a:p>
            <a:pPr algn="l"/>
            <a:endParaRPr lang="pt-BR" sz="60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3. O CRISTO, NOSSA PÁSCOA SE IMOLOU,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SEU SANGUE DA MORTE NOS LIVROU: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INCÓLUMES O MAR ATRAVESSAMOS,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E À TERRA PROMETIDA CAMINHAMOS!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61195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845127"/>
            <a:ext cx="11002243" cy="6373092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6000" dirty="0"/>
              <a:t>CONFESSO A DEUS TODO-PODEROSO</a:t>
            </a:r>
          </a:p>
          <a:p>
            <a:pPr algn="just"/>
            <a:r>
              <a:rPr lang="pt-BR" sz="6000" dirty="0"/>
              <a:t>E A VÓS, IRMÃOS E IRMÃS,</a:t>
            </a:r>
          </a:p>
          <a:p>
            <a:pPr algn="just"/>
            <a:r>
              <a:rPr lang="pt-BR" sz="6000" dirty="0"/>
              <a:t>QUE PEQUEI MUITAS VEZES POR PENSAMENTOS,</a:t>
            </a:r>
          </a:p>
          <a:p>
            <a:pPr algn="just"/>
            <a:r>
              <a:rPr lang="pt-BR" sz="6000" dirty="0"/>
              <a:t>PALAVRAS, ATOS E OMISSÕES,</a:t>
            </a:r>
          </a:p>
          <a:p>
            <a:pPr algn="just"/>
            <a:r>
              <a:rPr lang="pt-BR" sz="6000" dirty="0"/>
              <a:t>POR MINHA CULPA, MINHA CULPA, MINHA TÃO GRANDE CULPA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3571382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6" y="1011381"/>
            <a:ext cx="10988389" cy="5846619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E PEÇO À VIRGEM MARIA,</a:t>
            </a:r>
          </a:p>
          <a:p>
            <a:pPr algn="just"/>
            <a:r>
              <a:rPr lang="pt-BR" sz="7200" dirty="0"/>
              <a:t>AOS ANJOS E SANTOS</a:t>
            </a:r>
          </a:p>
          <a:p>
            <a:pPr algn="just"/>
            <a:r>
              <a:rPr lang="pt-BR" sz="7200" dirty="0"/>
              <a:t>E A VÓS, IRMÃOS E IRMÃS,</a:t>
            </a:r>
          </a:p>
          <a:p>
            <a:pPr algn="just"/>
            <a:r>
              <a:rPr lang="pt-BR" sz="7200" dirty="0"/>
              <a:t>QUE ROGUEIS POR MIM A DEUS, NOSSO SENHOR.</a:t>
            </a:r>
            <a:endParaRPr lang="pt-BR" sz="7200" b="1" dirty="0"/>
          </a:p>
        </p:txBody>
      </p:sp>
    </p:spTree>
    <p:extLst>
      <p:ext uri="{BB962C8B-B14F-4D97-AF65-F5344CB8AC3E}">
        <p14:creationId xmlns:p14="http://schemas.microsoft.com/office/powerpoint/2010/main" val="382056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137772" cy="5265240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21600" b="1" dirty="0"/>
              <a:t>GLÓRIA, GLÓRIA, GLÓRIA A DEUS! GLÓRIA A DEUS NAS ALTURAS! (2X)</a:t>
            </a:r>
          </a:p>
          <a:p>
            <a:pPr algn="just"/>
            <a:endParaRPr lang="pt-BR" sz="11200" b="1" dirty="0"/>
          </a:p>
          <a:p>
            <a:pPr algn="just"/>
            <a:r>
              <a:rPr lang="pt-BR" sz="21600" dirty="0"/>
              <a:t>E PAZ NA TERRA AOS HOMENS POR ELE AMADOS.</a:t>
            </a:r>
          </a:p>
          <a:p>
            <a:pPr algn="just"/>
            <a:r>
              <a:rPr lang="pt-BR" sz="21600" dirty="0"/>
              <a:t>SENHOR DEUS, REI DOS CÉUS, DEUS PAI TODO-PODEROSO:</a:t>
            </a:r>
          </a:p>
          <a:p>
            <a:pPr algn="just"/>
            <a:r>
              <a:rPr lang="pt-BR" sz="21600" dirty="0"/>
              <a:t>NÓS VOS LOUVAMOS, NÓS VOS BENDIZEMOS,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51595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11000" dirty="0"/>
              <a:t>NÓS VOS ADORAMOS, NÓS VOS GLORIFICAMOS,</a:t>
            </a:r>
          </a:p>
          <a:p>
            <a:pPr algn="just"/>
            <a:r>
              <a:rPr lang="pt-BR" sz="11000" dirty="0"/>
              <a:t>NÓS VOS DAMOS GRAÇAS, POR VOSSA IMENSA GLÓRIA.</a:t>
            </a:r>
          </a:p>
          <a:p>
            <a:pPr algn="just"/>
            <a:endParaRPr lang="pt-BR" sz="11000" dirty="0"/>
          </a:p>
          <a:p>
            <a:pPr algn="just"/>
            <a:r>
              <a:rPr lang="pt-BR" sz="11000" b="1" dirty="0"/>
              <a:t>GLÓRIA, GLÓRIA, GLÓRIA A DEUS! GLÓRIA A DEUS NAS ALTURAS! (2X)</a:t>
            </a:r>
          </a:p>
        </p:txBody>
      </p:sp>
    </p:spTree>
    <p:extLst>
      <p:ext uri="{BB962C8B-B14F-4D97-AF65-F5344CB8AC3E}">
        <p14:creationId xmlns:p14="http://schemas.microsoft.com/office/powerpoint/2010/main" val="3730378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487064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7200" dirty="0"/>
              <a:t>SENHOR JESUS CRISTO, FILHO UNIGÊNITO,</a:t>
            </a:r>
          </a:p>
          <a:p>
            <a:pPr algn="l"/>
            <a:r>
              <a:rPr lang="pt-BR" sz="7200" dirty="0"/>
              <a:t>SENHOR DEUS, CORDEIRO DE DEUS, FILHO DE DEUS PAI.</a:t>
            </a:r>
          </a:p>
          <a:p>
            <a:pPr algn="l"/>
            <a:r>
              <a:rPr lang="pt-BR" sz="7200" dirty="0"/>
              <a:t>VÓS QUE TIRAIS O PECADO DO MUNDO, TENDE PIEDADE DE NÓS.</a:t>
            </a:r>
          </a:p>
        </p:txBody>
      </p:sp>
    </p:spTree>
    <p:extLst>
      <p:ext uri="{BB962C8B-B14F-4D97-AF65-F5344CB8AC3E}">
        <p14:creationId xmlns:p14="http://schemas.microsoft.com/office/powerpoint/2010/main" val="18649147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2600" dirty="0"/>
              <a:t>VÓS QUE TIRAIS O PECADO DO MUNDO, ACOLHEI A NOSSA SÚPLICA.</a:t>
            </a:r>
          </a:p>
          <a:p>
            <a:pPr algn="l"/>
            <a:r>
              <a:rPr lang="pt-BR" sz="12600" dirty="0"/>
              <a:t>VÓS QUE ESTAIS À DIREITA DO PAI, TENDE PIEDADE DE NÓS.</a:t>
            </a:r>
          </a:p>
          <a:p>
            <a:pPr algn="l"/>
            <a:endParaRPr lang="pt-BR" sz="12600" dirty="0"/>
          </a:p>
          <a:p>
            <a:pPr algn="l"/>
            <a:r>
              <a:rPr lang="pt-BR" sz="12600" b="1" dirty="0"/>
              <a:t>GLÓRIA, GLÓRIA, GLÓRIA A DEUS! GLÓRIA A DEUS NAS ALTURAS! (2X)</a:t>
            </a:r>
          </a:p>
        </p:txBody>
      </p:sp>
    </p:spTree>
    <p:extLst>
      <p:ext uri="{BB962C8B-B14F-4D97-AF65-F5344CB8AC3E}">
        <p14:creationId xmlns:p14="http://schemas.microsoft.com/office/powerpoint/2010/main" val="3087243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5400" dirty="0"/>
              <a:t>SÓ VÓS SOIS O SANTO, SÓ VÓS O SENHOR,</a:t>
            </a:r>
          </a:p>
          <a:p>
            <a:pPr algn="just"/>
            <a:r>
              <a:rPr lang="pt-BR" sz="5400" dirty="0"/>
              <a:t>SÓ VÓS O ALTÍSSIMO, JESUS CRISTO,</a:t>
            </a:r>
          </a:p>
          <a:p>
            <a:pPr algn="just"/>
            <a:r>
              <a:rPr lang="pt-BR" sz="5400" dirty="0"/>
              <a:t>COM O ESPÍRITO SANTO, NA GLÓRIA DE DEUS PAI.</a:t>
            </a:r>
          </a:p>
          <a:p>
            <a:pPr algn="just"/>
            <a:endParaRPr lang="pt-BR" sz="5400" dirty="0"/>
          </a:p>
          <a:p>
            <a:pPr algn="just"/>
            <a:r>
              <a:rPr lang="pt-BR" sz="5400" b="1" dirty="0"/>
              <a:t>GLÓRIA, GLÓRIA, GLÓRIA A DEUS! GLÓRIA A DEUS NAS ALTURAS! (2X)</a:t>
            </a:r>
          </a:p>
          <a:p>
            <a:pPr algn="just"/>
            <a:r>
              <a:rPr lang="pt-BR" sz="5400" b="1" dirty="0"/>
              <a:t>AMÉM! AMÉM!</a:t>
            </a:r>
          </a:p>
        </p:txBody>
      </p:sp>
    </p:spTree>
    <p:extLst>
      <p:ext uri="{BB962C8B-B14F-4D97-AF65-F5344CB8AC3E}">
        <p14:creationId xmlns:p14="http://schemas.microsoft.com/office/powerpoint/2010/main" val="2455795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5805" y="2262694"/>
            <a:ext cx="10220389" cy="2332612"/>
          </a:xfrm>
        </p:spPr>
        <p:txBody>
          <a:bodyPr>
            <a:normAutofit/>
          </a:bodyPr>
          <a:lstStyle/>
          <a:p>
            <a:r>
              <a:rPr lang="pt-BR" sz="5400" b="1" i="0" dirty="0">
                <a:effectLst/>
              </a:rPr>
              <a:t>ESTE É O DIA QUE O SENHOR FEZ PARA NÓS: ALEGREMO-NOS E NELE EXULTEMOS!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6BBDA-6DE7-6453-DD04-8A450230C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2994C0-2761-A328-26F7-9AE94B501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9395" y="543706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SEQUÊNCIA DE PÁSCOA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A0AEDDE-937D-7444-E9DD-4B723F2480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9395" y="1292538"/>
            <a:ext cx="11024059" cy="5021756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effectLst/>
              </a:rPr>
              <a:t>1. CANTAI, CRISTÃOS, AFINAL:</a:t>
            </a:r>
          </a:p>
          <a:p>
            <a:pPr algn="l"/>
            <a:r>
              <a:rPr lang="pt-BR" sz="6000" b="1" i="0" dirty="0">
                <a:effectLst/>
              </a:rPr>
              <a:t>"SALVE Ó VÍTIMA PASCAL!"</a:t>
            </a:r>
          </a:p>
          <a:p>
            <a:pPr algn="l"/>
            <a:r>
              <a:rPr lang="pt-BR" sz="6000" b="1" i="0" dirty="0">
                <a:effectLst/>
              </a:rPr>
              <a:t>CORDEIRO INOCENTE, O CRISTO</a:t>
            </a:r>
          </a:p>
          <a:p>
            <a:pPr algn="l"/>
            <a:r>
              <a:rPr lang="pt-BR" sz="6000" b="1" i="0" dirty="0">
                <a:effectLst/>
              </a:rPr>
              <a:t>ABRIU-NOS DO PAI O APRISCO.</a:t>
            </a:r>
          </a:p>
          <a:p>
            <a:pPr algn="l"/>
            <a:endParaRPr lang="pt-BR" sz="5400" b="1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433991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4F05C-B2F0-60E5-AB2C-7F7D0C6BF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EB5109-20D8-1BB5-2631-B04D601C29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9395" y="543706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SEQUÊNCIA DE PÁSCOA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895CB90-B525-4024-826E-740D25888A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9395" y="1292538"/>
            <a:ext cx="11024059" cy="5021756"/>
          </a:xfrm>
        </p:spPr>
        <p:txBody>
          <a:bodyPr>
            <a:normAutofit fontScale="92500"/>
          </a:bodyPr>
          <a:lstStyle/>
          <a:p>
            <a:pPr algn="l"/>
            <a:r>
              <a:rPr lang="pt-BR" sz="6600" b="1" i="0" dirty="0">
                <a:effectLst/>
              </a:rPr>
              <a:t>2. POR TODA OVELHA IMOLADO,</a:t>
            </a:r>
          </a:p>
          <a:p>
            <a:pPr algn="l"/>
            <a:r>
              <a:rPr lang="pt-BR" sz="6600" b="1" i="0" dirty="0">
                <a:effectLst/>
              </a:rPr>
              <a:t>DO MUNDO LAVA O PECADO.</a:t>
            </a:r>
          </a:p>
          <a:p>
            <a:pPr algn="l"/>
            <a:r>
              <a:rPr lang="pt-BR" sz="6600" b="1" i="0" dirty="0">
                <a:effectLst/>
              </a:rPr>
              <a:t>DUELAM FORTE E MAIS FORTE:</a:t>
            </a:r>
          </a:p>
          <a:p>
            <a:pPr algn="l"/>
            <a:r>
              <a:rPr lang="pt-BR" sz="6600" b="1" i="0" dirty="0">
                <a:effectLst/>
              </a:rPr>
              <a:t>É A VIDA QUE VENCE A MORTE.</a:t>
            </a:r>
          </a:p>
        </p:txBody>
      </p:sp>
    </p:spTree>
    <p:extLst>
      <p:ext uri="{BB962C8B-B14F-4D97-AF65-F5344CB8AC3E}">
        <p14:creationId xmlns:p14="http://schemas.microsoft.com/office/powerpoint/2010/main" val="11500270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3E854-1650-2E14-171A-8D941BC99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7F30E8-3D7D-C39F-E53B-CCE5D2892F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9395" y="543706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SEQUÊNCIA DE PÁSCOA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E807B9-41C5-4903-002E-0A72EB2469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9395" y="1292538"/>
            <a:ext cx="11024059" cy="5021756"/>
          </a:xfrm>
        </p:spPr>
        <p:txBody>
          <a:bodyPr>
            <a:normAutofit/>
          </a:bodyPr>
          <a:lstStyle/>
          <a:p>
            <a:pPr algn="l"/>
            <a:r>
              <a:rPr lang="pt-BR" sz="6600" b="1" i="0" dirty="0">
                <a:effectLst/>
              </a:rPr>
              <a:t>3. O REI DA VIDA, CATIVO,</a:t>
            </a:r>
          </a:p>
          <a:p>
            <a:pPr algn="l"/>
            <a:r>
              <a:rPr lang="pt-BR" sz="6600" b="1" i="0" dirty="0">
                <a:effectLst/>
              </a:rPr>
              <a:t>FOI MORTO, MAS REINA VIVO!</a:t>
            </a:r>
          </a:p>
          <a:p>
            <a:pPr algn="l"/>
            <a:r>
              <a:rPr lang="pt-BR" sz="6600" b="1" i="0" dirty="0">
                <a:effectLst/>
              </a:rPr>
              <a:t>RESPONDE, POIS, Ó MARIA:</a:t>
            </a:r>
          </a:p>
          <a:p>
            <a:pPr algn="l"/>
            <a:r>
              <a:rPr lang="pt-BR" sz="6600" b="1" i="0" dirty="0">
                <a:effectLst/>
              </a:rPr>
              <a:t>NO CAMINHO O QUE HAVIA?</a:t>
            </a:r>
          </a:p>
        </p:txBody>
      </p:sp>
    </p:spTree>
    <p:extLst>
      <p:ext uri="{BB962C8B-B14F-4D97-AF65-F5344CB8AC3E}">
        <p14:creationId xmlns:p14="http://schemas.microsoft.com/office/powerpoint/2010/main" val="36352620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D56F4-D324-B80D-DFF4-CFA947D3C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D904B9-3E94-1861-4A4B-3202FC25E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9395" y="543706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SEQUÊNCIA DE PÁSCOA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A85F84-A676-EB3B-BCCF-382C62381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9395" y="1292538"/>
            <a:ext cx="11024059" cy="5021756"/>
          </a:xfrm>
        </p:spPr>
        <p:txBody>
          <a:bodyPr>
            <a:normAutofit/>
          </a:bodyPr>
          <a:lstStyle/>
          <a:p>
            <a:pPr algn="l"/>
            <a:r>
              <a:rPr lang="pt-BR" sz="6600" b="1" i="0" dirty="0">
                <a:effectLst/>
              </a:rPr>
              <a:t>4. "VI CRISTO RESSUSCITADO,</a:t>
            </a:r>
          </a:p>
          <a:p>
            <a:pPr algn="l"/>
            <a:r>
              <a:rPr lang="pt-BR" sz="6600" b="1" i="0" dirty="0">
                <a:effectLst/>
              </a:rPr>
              <a:t>O TÚMULO ABANDONADO.</a:t>
            </a:r>
          </a:p>
          <a:p>
            <a:pPr algn="l"/>
            <a:r>
              <a:rPr lang="pt-BR" sz="6600" b="1" i="0" dirty="0">
                <a:effectLst/>
              </a:rPr>
              <a:t>OS ANJOS DA COR DO SOL,</a:t>
            </a:r>
          </a:p>
          <a:p>
            <a:pPr algn="l"/>
            <a:r>
              <a:rPr lang="pt-BR" sz="6600" b="1" i="0" dirty="0">
                <a:effectLst/>
              </a:rPr>
              <a:t>DOBRADO NO CHÃO O LENÇOL.</a:t>
            </a:r>
          </a:p>
        </p:txBody>
      </p:sp>
    </p:spTree>
    <p:extLst>
      <p:ext uri="{BB962C8B-B14F-4D97-AF65-F5344CB8AC3E}">
        <p14:creationId xmlns:p14="http://schemas.microsoft.com/office/powerpoint/2010/main" val="40371423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AA583-237E-DB30-4843-92BCB790D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816F36-A68E-60FE-7F53-49A038652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9395" y="543706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SEQUÊNCIA DE PÁSCOA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CE3244D-2CFB-388F-BD8B-1213BB493E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9395" y="1292538"/>
            <a:ext cx="11024059" cy="5021756"/>
          </a:xfrm>
        </p:spPr>
        <p:txBody>
          <a:bodyPr>
            <a:normAutofit fontScale="92500"/>
          </a:bodyPr>
          <a:lstStyle/>
          <a:p>
            <a:pPr algn="l"/>
            <a:r>
              <a:rPr lang="pt-BR" sz="6600" b="1" i="0" dirty="0">
                <a:effectLst/>
              </a:rPr>
              <a:t>5. O CRISTO QUE LEVA AOS CÉUS,</a:t>
            </a:r>
          </a:p>
          <a:p>
            <a:pPr algn="l"/>
            <a:r>
              <a:rPr lang="pt-BR" sz="6600" b="1" i="0" dirty="0">
                <a:effectLst/>
              </a:rPr>
              <a:t>CAMINHA À FRENTE DOS SEUS!"</a:t>
            </a:r>
          </a:p>
          <a:p>
            <a:pPr algn="l"/>
            <a:r>
              <a:rPr lang="pt-BR" sz="6600" b="1" i="0" dirty="0">
                <a:effectLst/>
              </a:rPr>
              <a:t>RESSUSCITOU, DE VERDADE:</a:t>
            </a:r>
          </a:p>
          <a:p>
            <a:pPr algn="l"/>
            <a:r>
              <a:rPr lang="pt-BR" sz="6600" b="1" i="0" dirty="0">
                <a:effectLst/>
              </a:rPr>
              <a:t>Ó REI, Ó CRISTO, PIEDADE!</a:t>
            </a:r>
          </a:p>
        </p:txBody>
      </p:sp>
    </p:spTree>
    <p:extLst>
      <p:ext uri="{BB962C8B-B14F-4D97-AF65-F5344CB8AC3E}">
        <p14:creationId xmlns:p14="http://schemas.microsoft.com/office/powerpoint/2010/main" val="18479669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19009-C665-0A51-33E6-F324C5021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7381E09-CB66-F222-ACEE-FFA3D86015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50526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900" y="45917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fontScale="92500"/>
          </a:bodyPr>
          <a:lstStyle/>
          <a:p>
            <a:r>
              <a:rPr lang="pt-BR" sz="6000" b="1" dirty="0"/>
              <a:t>ALELUIA, ALELUIA, ALELUIA </a:t>
            </a:r>
            <a:r>
              <a:rPr lang="pt-BR" sz="6500" b="1" dirty="0"/>
              <a:t> </a:t>
            </a:r>
          </a:p>
          <a:p>
            <a:endParaRPr lang="pt-BR" sz="6500" b="1" dirty="0"/>
          </a:p>
          <a:p>
            <a:r>
              <a:rPr lang="pt-BR" sz="6500" dirty="0"/>
              <a:t>O NOSSO CORDEIRO PASCAL, JESUS CRISTO, JÁ FOI IMOLADO. CELEBREMOS, ASSIM, ESTA FESTA, NA SINCERIDADE E VERDADE.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28768372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65D70-BE7B-DB45-1943-A16C106A4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2D20F5-B509-BD0F-08C6-C5FE4D678F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0520E0-F325-122E-7795-075A05F28D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ANSIOSO, DESDE A AURORA VOS BUSCO PARA VER VOSSO PODER, Ó SENHOR DEUS.:/ ALELUIA.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1. A MINH'ALMA TEM SEDE DE VÓS,</a:t>
            </a:r>
          </a:p>
          <a:p>
            <a:pPr algn="l"/>
            <a:r>
              <a:rPr lang="pt-BR" sz="8800" dirty="0"/>
              <a:t>MINHA CARNE TAMBÉM VOS DESEJA.</a:t>
            </a:r>
          </a:p>
        </p:txBody>
      </p:sp>
    </p:spTree>
    <p:extLst>
      <p:ext uri="{BB962C8B-B14F-4D97-AF65-F5344CB8AC3E}">
        <p14:creationId xmlns:p14="http://schemas.microsoft.com/office/powerpoint/2010/main" val="10956307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350BA-5882-60B9-98AB-5A9906238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BE2FF6-9620-24EC-0DBE-EDBE9172BC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B1C1E0E-5EC8-345B-9085-93329B9973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ANSIOSO, DESDE A AURORA VOS BUSCO PARA VER VOSSO PODER, Ó SENHOR DEUS.:/ ALELUIA.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2. VENHO, ASSIM, CONTEMPLAR-VOS NO TEMPLO,</a:t>
            </a:r>
          </a:p>
          <a:p>
            <a:pPr algn="l"/>
            <a:r>
              <a:rPr lang="pt-BR" sz="8800" dirty="0"/>
              <a:t>PARA VER VOSSA GLÓRIA E PODER.</a:t>
            </a:r>
          </a:p>
        </p:txBody>
      </p:sp>
    </p:spTree>
    <p:extLst>
      <p:ext uri="{BB962C8B-B14F-4D97-AF65-F5344CB8AC3E}">
        <p14:creationId xmlns:p14="http://schemas.microsoft.com/office/powerpoint/2010/main" val="36386151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15C48-85BF-1522-03D4-6FF4E4D54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B673E3-8A8A-CB23-7669-395B72D447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8801CED-29C6-B6D4-C4F2-5107E37F35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ANSIOSO, DESDE A AURORA VOS BUSCO PARA VER VOSSO PODER, Ó SENHOR DEUS.:/ ALELUIA.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3. VOSSO AMOR VALE MAIS DO QUE A VIDA:</a:t>
            </a:r>
          </a:p>
          <a:p>
            <a:pPr algn="l"/>
            <a:r>
              <a:rPr lang="pt-BR" sz="8800" dirty="0"/>
              <a:t>E POR ISSO MEUS LÁBIOS VOS LOUVAM.</a:t>
            </a:r>
          </a:p>
        </p:txBody>
      </p:sp>
    </p:spTree>
    <p:extLst>
      <p:ext uri="{BB962C8B-B14F-4D97-AF65-F5344CB8AC3E}">
        <p14:creationId xmlns:p14="http://schemas.microsoft.com/office/powerpoint/2010/main" val="12390531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F43C8-6413-BE3E-9C0D-EB12B63B2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14F02E-D75E-0549-955D-C6F3FD4676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884625C-479D-68FE-FB13-4B45968AA7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ANSIOSO, DESDE A AURORA VOS BUSCO PARA VER VOSSO PODER, Ó SENHOR DEUS.:/ ALELUIA.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4. QUERO, POIS, VOS LOUVAR PELA VIDA,</a:t>
            </a:r>
          </a:p>
          <a:p>
            <a:pPr algn="l"/>
            <a:r>
              <a:rPr lang="pt-BR" sz="8800" dirty="0"/>
              <a:t>E ELEVAR PARA VÓS MINHAS MÃOS!</a:t>
            </a:r>
          </a:p>
        </p:txBody>
      </p:sp>
    </p:spTree>
    <p:extLst>
      <p:ext uri="{BB962C8B-B14F-4D97-AF65-F5344CB8AC3E}">
        <p14:creationId xmlns:p14="http://schemas.microsoft.com/office/powerpoint/2010/main" val="15567479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B2728-CA8D-8BF0-E8FF-0ED37C53C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74286E-5239-8A4E-7141-F1DA10AD12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22AFA9-0119-B90B-BDF8-5453E83E0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A VOSSA GLÓRIA</a:t>
            </a:r>
          </a:p>
          <a:p>
            <a:pPr algn="l"/>
            <a:r>
              <a:rPr lang="pt-BR" sz="6600" b="1" dirty="0"/>
              <a:t>HOSANA, HOSANA NAS ALTURAS </a:t>
            </a:r>
            <a:r>
              <a:rPr lang="pt-BR" sz="6600" dirty="0"/>
              <a:t>BENDITO O QUE VEM</a:t>
            </a:r>
          </a:p>
          <a:p>
            <a:pPr algn="just"/>
            <a:r>
              <a:rPr lang="pt-BR" sz="6600" dirty="0"/>
              <a:t>EM NOME DO SENHOR</a:t>
            </a:r>
          </a:p>
          <a:p>
            <a:pPr algn="l"/>
            <a:r>
              <a:rPr lang="pt-BR" sz="6600" b="1" dirty="0"/>
              <a:t>HOSANA, HOSANA NAS ALTURAS (2X)</a:t>
            </a:r>
          </a:p>
          <a:p>
            <a:pPr algn="just"/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1913846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388304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4400" dirty="0"/>
              <a:t>ANTES DA MORTE E RESSURREIÇÃO DE JESUS,</a:t>
            </a:r>
          </a:p>
          <a:p>
            <a:pPr algn="l"/>
            <a:r>
              <a:rPr lang="pt-BR" sz="4400" dirty="0"/>
              <a:t>ELE, NA CEIA, QUIS SE ENTREGAR:</a:t>
            </a:r>
          </a:p>
          <a:p>
            <a:pPr algn="l"/>
            <a:r>
              <a:rPr lang="pt-BR" sz="4400" dirty="0"/>
              <a:t>DEU-SE EM COMIDA E BEBIDA PRA NOS SALVAR.</a:t>
            </a:r>
          </a:p>
          <a:p>
            <a:pPr algn="l"/>
            <a:endParaRPr lang="pt-BR" sz="4400" dirty="0"/>
          </a:p>
          <a:p>
            <a:pPr algn="l"/>
            <a:r>
              <a:rPr lang="pt-BR" sz="4400" b="1" dirty="0"/>
              <a:t>E QUANDO AMANHECER</a:t>
            </a:r>
          </a:p>
          <a:p>
            <a:pPr algn="l"/>
            <a:r>
              <a:rPr lang="pt-BR" sz="4400" b="1" dirty="0"/>
              <a:t>O DIA ETERNO, A PLENA VISÃO,</a:t>
            </a:r>
          </a:p>
          <a:p>
            <a:pPr algn="l"/>
            <a:r>
              <a:rPr lang="pt-BR" sz="4400" b="1" dirty="0"/>
              <a:t>RESSURGIREMOS POR CRER,</a:t>
            </a:r>
          </a:p>
          <a:p>
            <a:pPr algn="l"/>
            <a:r>
              <a:rPr lang="pt-BR" sz="4400" b="1" dirty="0"/>
              <a:t>NESTA VIDA ESCONDIDA NO PÃO.</a:t>
            </a:r>
          </a:p>
        </p:txBody>
      </p:sp>
    </p:spTree>
    <p:extLst>
      <p:ext uri="{BB962C8B-B14F-4D97-AF65-F5344CB8AC3E}">
        <p14:creationId xmlns:p14="http://schemas.microsoft.com/office/powerpoint/2010/main" val="5782532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81124-C74F-DB42-2DF9-71A1FF1BB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523C8E-99D5-F803-7707-7BB85AAFF0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388304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161F38B-6A29-C0C6-863F-7A5C50BF5E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4400" dirty="0"/>
              <a:t>PARA LEMBRARMOS A MORTE, A CRUZ DO SENHOR,</a:t>
            </a:r>
          </a:p>
          <a:p>
            <a:pPr algn="l"/>
            <a:r>
              <a:rPr lang="pt-BR" sz="4400" dirty="0"/>
              <a:t>NÓS REPETIMOS, COMO ELE FEZ:</a:t>
            </a:r>
          </a:p>
          <a:p>
            <a:pPr algn="l"/>
            <a:r>
              <a:rPr lang="pt-BR" sz="4400" dirty="0"/>
              <a:t>GESTOS, PALAVRAS, ATÉ QUE VOLTE OUTRA VEZ.</a:t>
            </a:r>
          </a:p>
          <a:p>
            <a:pPr algn="l"/>
            <a:endParaRPr lang="pt-BR" sz="4400" b="1" dirty="0"/>
          </a:p>
          <a:p>
            <a:pPr algn="l"/>
            <a:r>
              <a:rPr lang="pt-BR" sz="4400" b="1" dirty="0"/>
              <a:t>E QUANDO AMANHECER</a:t>
            </a:r>
          </a:p>
          <a:p>
            <a:pPr algn="l"/>
            <a:r>
              <a:rPr lang="pt-BR" sz="4400" b="1" dirty="0"/>
              <a:t>O DIA ETERNO, A PLENA VISÃO,</a:t>
            </a:r>
          </a:p>
          <a:p>
            <a:pPr algn="l"/>
            <a:r>
              <a:rPr lang="pt-BR" sz="4400" b="1" dirty="0"/>
              <a:t>RESSURGIREMOS POR CRER,</a:t>
            </a:r>
          </a:p>
          <a:p>
            <a:pPr algn="l"/>
            <a:r>
              <a:rPr lang="pt-BR" sz="4400" b="1" dirty="0"/>
              <a:t>NESTA VIDA ESCONDIDA NO PÃO.</a:t>
            </a:r>
          </a:p>
        </p:txBody>
      </p:sp>
    </p:spTree>
    <p:extLst>
      <p:ext uri="{BB962C8B-B14F-4D97-AF65-F5344CB8AC3E}">
        <p14:creationId xmlns:p14="http://schemas.microsoft.com/office/powerpoint/2010/main" val="3607921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016E8-247D-120D-3E81-81DD90905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B27111-4CD1-CE99-4441-A2E29D3812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388304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32D21D7-D87C-9158-662C-EE5BC2496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4400" dirty="0"/>
              <a:t>ESTE BANQUETE ALIMENTA O AMOR DOS IRMÃOS,</a:t>
            </a:r>
          </a:p>
          <a:p>
            <a:pPr algn="l"/>
            <a:r>
              <a:rPr lang="pt-BR" sz="4400" dirty="0"/>
              <a:t>E NOS PREPARA A GLÓRIA DO CÉU:</a:t>
            </a:r>
          </a:p>
          <a:p>
            <a:pPr algn="l"/>
            <a:r>
              <a:rPr lang="pt-BR" sz="4400" dirty="0"/>
              <a:t>ELE É A FORÇA NA CAMINHADA PRA DEUS.</a:t>
            </a:r>
          </a:p>
          <a:p>
            <a:pPr algn="l"/>
            <a:endParaRPr lang="pt-BR" sz="4400" dirty="0"/>
          </a:p>
          <a:p>
            <a:pPr algn="l"/>
            <a:r>
              <a:rPr lang="pt-BR" sz="4400" b="1" dirty="0"/>
              <a:t>E QUANDO AMANHECER</a:t>
            </a:r>
          </a:p>
          <a:p>
            <a:pPr algn="l"/>
            <a:r>
              <a:rPr lang="pt-BR" sz="4400" b="1" dirty="0"/>
              <a:t>O DIA ETERNO, A PLENA VISÃO,</a:t>
            </a:r>
          </a:p>
          <a:p>
            <a:pPr algn="l"/>
            <a:r>
              <a:rPr lang="pt-BR" sz="4400" b="1" dirty="0"/>
              <a:t>RESSURGIREMOS POR CRER,</a:t>
            </a:r>
          </a:p>
          <a:p>
            <a:pPr algn="l"/>
            <a:r>
              <a:rPr lang="pt-BR" sz="4400" b="1" dirty="0"/>
              <a:t>NESTA VIDA ESCONDIDA NO PÃO.</a:t>
            </a:r>
          </a:p>
        </p:txBody>
      </p:sp>
    </p:spTree>
    <p:extLst>
      <p:ext uri="{BB962C8B-B14F-4D97-AF65-F5344CB8AC3E}">
        <p14:creationId xmlns:p14="http://schemas.microsoft.com/office/powerpoint/2010/main" val="16310601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B82C6-1336-8A9E-55ED-0E9A09D5A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0A3695-2B77-1B62-5A89-454B0B8E27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388304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BA219E-3C24-6FBD-EFF4-F203EE51D2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400" dirty="0"/>
              <a:t>EIS O PÃO VIVO MANDADO A NÓS POR DEUS PAI!</a:t>
            </a:r>
          </a:p>
          <a:p>
            <a:pPr algn="l"/>
            <a:r>
              <a:rPr lang="pt-BR" sz="4400" dirty="0"/>
              <a:t>QUEM O RECEBE, NÃO MORRERÁ:</a:t>
            </a:r>
          </a:p>
          <a:p>
            <a:pPr algn="l"/>
            <a:r>
              <a:rPr lang="pt-BR" sz="4400" dirty="0"/>
              <a:t>NO ÚLTIMO DIA VAI RESSURGIR, VIVERÁ.</a:t>
            </a:r>
          </a:p>
          <a:p>
            <a:pPr algn="l"/>
            <a:endParaRPr lang="pt-BR" sz="4400" dirty="0"/>
          </a:p>
          <a:p>
            <a:pPr algn="l"/>
            <a:r>
              <a:rPr lang="pt-BR" sz="4400" b="1" dirty="0"/>
              <a:t>E QUANDO AMANHECER</a:t>
            </a:r>
          </a:p>
          <a:p>
            <a:pPr algn="l"/>
            <a:r>
              <a:rPr lang="pt-BR" sz="4400" b="1" dirty="0"/>
              <a:t>O DIA ETERNO, A PLENA VISÃO,</a:t>
            </a:r>
          </a:p>
          <a:p>
            <a:pPr algn="l"/>
            <a:r>
              <a:rPr lang="pt-BR" sz="4400" b="1" dirty="0"/>
              <a:t>RESSURGIREMOS POR CRER,</a:t>
            </a:r>
          </a:p>
          <a:p>
            <a:pPr algn="l"/>
            <a:r>
              <a:rPr lang="pt-BR" sz="4400" b="1" dirty="0"/>
              <a:t>NESTA VIDA ESCONDIDA NO PÃO.</a:t>
            </a:r>
          </a:p>
        </p:txBody>
      </p:sp>
    </p:spTree>
    <p:extLst>
      <p:ext uri="{BB962C8B-B14F-4D97-AF65-F5344CB8AC3E}">
        <p14:creationId xmlns:p14="http://schemas.microsoft.com/office/powerpoint/2010/main" val="20569968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58EC3-A110-23AA-B313-47DF22748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471536-88C0-8D15-A258-05EA5DE106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388304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B15E8EE-4F17-94F3-24D0-E7DA3C4D4F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400" dirty="0"/>
              <a:t>CRISTO ESTÁ VIVO, RESSUSCITOU PARA NÓS!</a:t>
            </a:r>
          </a:p>
          <a:p>
            <a:pPr algn="l"/>
            <a:r>
              <a:rPr lang="pt-BR" sz="4400" dirty="0"/>
              <a:t>ESTA VERDADE VAI ANUNCIAR,</a:t>
            </a:r>
          </a:p>
          <a:p>
            <a:pPr algn="l"/>
            <a:r>
              <a:rPr lang="pt-BR" sz="4400" dirty="0"/>
              <a:t>A TODA TERRA, COM ALEGRIA A CANTAR.</a:t>
            </a:r>
          </a:p>
          <a:p>
            <a:pPr algn="l"/>
            <a:endParaRPr lang="pt-BR" sz="4400" b="1" dirty="0"/>
          </a:p>
          <a:p>
            <a:pPr algn="l"/>
            <a:r>
              <a:rPr lang="pt-BR" sz="4400" b="1" dirty="0"/>
              <a:t>E QUANDO AMANHECER</a:t>
            </a:r>
          </a:p>
          <a:p>
            <a:pPr algn="l"/>
            <a:r>
              <a:rPr lang="pt-BR" sz="4400" b="1" dirty="0"/>
              <a:t>O DIA ETERNO, A PLENA VISÃO,</a:t>
            </a:r>
          </a:p>
          <a:p>
            <a:pPr algn="l"/>
            <a:r>
              <a:rPr lang="pt-BR" sz="4400" b="1" dirty="0"/>
              <a:t>RESSURGIREMOS POR CRER,</a:t>
            </a:r>
          </a:p>
          <a:p>
            <a:pPr algn="l"/>
            <a:r>
              <a:rPr lang="pt-BR" sz="4400" b="1" dirty="0"/>
              <a:t>NESTA VIDA ESCONDIDA NO PÃO.</a:t>
            </a:r>
          </a:p>
        </p:txBody>
      </p:sp>
    </p:spTree>
    <p:extLst>
      <p:ext uri="{BB962C8B-B14F-4D97-AF65-F5344CB8AC3E}">
        <p14:creationId xmlns:p14="http://schemas.microsoft.com/office/powerpoint/2010/main" val="8403059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91667"/>
            <a:ext cx="29760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CREIO EM TI, SENHOR, CREIO NO TEU AMOR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NA TUA FORÇA QUE SUSTENTA O MUNDO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CREIO NO TEU SORRISO QUE FAZ BRILHAR O CÉU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E NO TEU CANTO QUE ME DÁ ALEGRIA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5184250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422" y="448989"/>
            <a:ext cx="29760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5422" y="1298223"/>
            <a:ext cx="11571111" cy="5765544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CREIO EM TI, SENHOR, CREIO NA TUA PAZ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NA TUA VIDA QUE FAZ BELA A TERRA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NA TUA LUZ QUE CLAREIA A NOITE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ROTA SEGURA NO MEU CAMINHO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7628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290945"/>
            <a:ext cx="29760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311902"/>
            <a:ext cx="11386320" cy="5424487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CREIO EM TI, SENHOR, CREIO QUE TU ME AMAS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QUE ME SUSTENTAS, QUE ME DÁS O PERDÃO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QUE TU ME GUIAS PELAS ESTRADAS DO MUNDO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QUE ME DARÁS A VIDA ETERNA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8351487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A7F54-229C-CC0A-1DEA-761238A02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BFA8E58-4925-A5E7-80D5-9BB2F00CBAF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66899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906" y="38718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906" y="1060213"/>
            <a:ext cx="11479672" cy="5410603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b="1" dirty="0"/>
              <a:t>ANUNCIAI COM GRITOS DE ALEGRIA,</a:t>
            </a:r>
          </a:p>
          <a:p>
            <a:pPr algn="l"/>
            <a:r>
              <a:rPr lang="pt-BR" sz="24000" b="1" dirty="0"/>
              <a:t>PROCLAMAI AOS CONFINS DE TODA TERRA:</a:t>
            </a:r>
          </a:p>
          <a:p>
            <a:pPr algn="l"/>
            <a:r>
              <a:rPr lang="pt-BR" sz="24000" b="1" dirty="0"/>
              <a:t>O SENHOR NOS LIBERTOU, ALELUIA.</a:t>
            </a:r>
          </a:p>
          <a:p>
            <a:pPr algn="l"/>
            <a:r>
              <a:rPr lang="pt-BR" sz="24000" b="1" dirty="0"/>
              <a:t>O SENHOR NOS LIBERTOU, ALELUIA!</a:t>
            </a:r>
          </a:p>
          <a:p>
            <a:pPr algn="l"/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9845752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4" y="25810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4" y="893185"/>
            <a:ext cx="11733774" cy="5964815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1. A ESCURIDÃO PASSOU... A LUZ DO SOL SURGIU.</a:t>
            </a:r>
          </a:p>
          <a:p>
            <a:pPr algn="l"/>
            <a:r>
              <a:rPr lang="pt-BR" sz="6600" dirty="0"/>
              <a:t>O CRISTO, NOSSO IRMÃO, SEU POVO REDIMIU!</a:t>
            </a:r>
          </a:p>
          <a:p>
            <a:pPr algn="l"/>
            <a:endParaRPr lang="pt-BR" sz="6600" dirty="0"/>
          </a:p>
          <a:p>
            <a:pPr algn="l"/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14578280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906" y="38718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906" y="1060213"/>
            <a:ext cx="11479672" cy="5410603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b="1" dirty="0"/>
              <a:t>ANUNCIAI COM GRITOS DE ALEGRIA,</a:t>
            </a:r>
          </a:p>
          <a:p>
            <a:pPr algn="l"/>
            <a:r>
              <a:rPr lang="pt-BR" sz="24000" b="1" dirty="0"/>
              <a:t>PROCLAMAI AOS CONFINS DE TODA TERRA:</a:t>
            </a:r>
          </a:p>
          <a:p>
            <a:pPr algn="l"/>
            <a:r>
              <a:rPr lang="pt-BR" sz="24000" b="1" dirty="0"/>
              <a:t>O SENHOR NOS LIBERTOU, ALELUIA.</a:t>
            </a:r>
          </a:p>
          <a:p>
            <a:pPr algn="l"/>
            <a:r>
              <a:rPr lang="pt-BR" sz="24000" b="1" dirty="0"/>
              <a:t>O SENHOR NOS LIBERTOU, ALELUIA!</a:t>
            </a:r>
          </a:p>
          <a:p>
            <a:pPr algn="l"/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40987480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4" y="25810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4" y="893185"/>
            <a:ext cx="11733774" cy="5964815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2. A NOVA LEI DO AMOR CONDUZ O POVO SEU.</a:t>
            </a:r>
          </a:p>
          <a:p>
            <a:pPr algn="l"/>
            <a:r>
              <a:rPr lang="pt-BR" sz="6600" dirty="0"/>
              <a:t>VIVENDO A LEI DO AMOR POR TODOS NÓS SE DEU!</a:t>
            </a:r>
          </a:p>
          <a:p>
            <a:pPr algn="l"/>
            <a:endParaRPr lang="pt-BR" sz="6600" dirty="0"/>
          </a:p>
          <a:p>
            <a:pPr algn="l"/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311144548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906" y="38718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906" y="1060213"/>
            <a:ext cx="11479672" cy="5410603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b="1" dirty="0"/>
              <a:t>ANUNCIAI COM GRITOS DE ALEGRIA,</a:t>
            </a:r>
          </a:p>
          <a:p>
            <a:pPr algn="l"/>
            <a:r>
              <a:rPr lang="pt-BR" sz="24000" b="1" dirty="0"/>
              <a:t>PROCLAMAI AOS CONFINS DE TODA TERRA:</a:t>
            </a:r>
          </a:p>
          <a:p>
            <a:pPr algn="l"/>
            <a:r>
              <a:rPr lang="pt-BR" sz="24000" b="1" dirty="0"/>
              <a:t>O SENHOR NOS LIBERTOU, ALELUIA.</a:t>
            </a:r>
          </a:p>
          <a:p>
            <a:pPr algn="l"/>
            <a:r>
              <a:rPr lang="pt-BR" sz="24000" b="1" dirty="0"/>
              <a:t>O SENHOR NOS LIBERTOU, ALELUIA!</a:t>
            </a:r>
          </a:p>
          <a:p>
            <a:pPr algn="l"/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4966494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4" y="25810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4" y="893185"/>
            <a:ext cx="11469512" cy="5964815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3. POR SUA RESSURREIÇÃO, CANTAMOS SEU AMOR,</a:t>
            </a:r>
          </a:p>
          <a:p>
            <a:pPr algn="l"/>
            <a:r>
              <a:rPr lang="pt-BR" sz="6600" dirty="0"/>
              <a:t>LIBERTOS DO POVO DAS GARRAS DO OPRESSOR.</a:t>
            </a:r>
          </a:p>
          <a:p>
            <a:pPr algn="l"/>
            <a:endParaRPr lang="pt-BR" sz="6600" dirty="0"/>
          </a:p>
          <a:p>
            <a:pPr algn="l"/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19512796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8308</TotalTime>
  <Words>1368</Words>
  <Application>Microsoft Office PowerPoint</Application>
  <PresentationFormat>Widescreen</PresentationFormat>
  <Paragraphs>214</Paragraphs>
  <Slides>47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47</vt:i4>
      </vt:variant>
    </vt:vector>
  </HeadingPairs>
  <TitlesOfParts>
    <vt:vector size="54" baseType="lpstr">
      <vt:lpstr>-apple-system</vt:lpstr>
      <vt:lpstr>Arial</vt:lpstr>
      <vt:lpstr>Calibri</vt:lpstr>
      <vt:lpstr>Calibri Light</vt:lpstr>
      <vt:lpstr>Roboto</vt:lpstr>
      <vt:lpstr>Times New Roman</vt:lpstr>
      <vt:lpstr>Tema do Office</vt:lpstr>
      <vt:lpstr>Apresentação do PowerPoint</vt:lpstr>
      <vt:lpstr>ENTRADA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SEQUÊNCIA DE PÁSCOA</vt:lpstr>
      <vt:lpstr>SEQUÊNCIA DE PÁSCOA</vt:lpstr>
      <vt:lpstr>SEQUÊNCIA DE PÁSCOA</vt:lpstr>
      <vt:lpstr>SEQUÊNCIA DE PÁSCOA</vt:lpstr>
      <vt:lpstr>SEQUÊNCIA DE PÁSCOA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Apresentação do PowerPoint</vt:lpstr>
      <vt:lpstr>FINAL</vt:lpstr>
      <vt:lpstr>FINAL</vt:lpstr>
      <vt:lpstr>FINAL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Oliveira</cp:lastModifiedBy>
  <cp:revision>45</cp:revision>
  <dcterms:created xsi:type="dcterms:W3CDTF">2023-05-06T17:01:55Z</dcterms:created>
  <dcterms:modified xsi:type="dcterms:W3CDTF">2026-04-05T16:17:28Z</dcterms:modified>
</cp:coreProperties>
</file>