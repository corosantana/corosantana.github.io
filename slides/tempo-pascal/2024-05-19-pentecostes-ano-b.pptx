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88" r:id="rId4"/>
    <p:sldId id="313" r:id="rId5"/>
    <p:sldId id="315" r:id="rId6"/>
    <p:sldId id="259" r:id="rId7"/>
    <p:sldId id="279" r:id="rId8"/>
    <p:sldId id="260" r:id="rId9"/>
    <p:sldId id="261" r:id="rId10"/>
    <p:sldId id="262" r:id="rId11"/>
    <p:sldId id="263" r:id="rId12"/>
    <p:sldId id="283" r:id="rId13"/>
    <p:sldId id="264" r:id="rId14"/>
    <p:sldId id="265" r:id="rId15"/>
    <p:sldId id="266" r:id="rId16"/>
    <p:sldId id="289" r:id="rId17"/>
    <p:sldId id="291" r:id="rId18"/>
    <p:sldId id="292" r:id="rId19"/>
    <p:sldId id="293" r:id="rId20"/>
    <p:sldId id="294" r:id="rId21"/>
    <p:sldId id="290" r:id="rId22"/>
    <p:sldId id="267" r:id="rId23"/>
    <p:sldId id="268" r:id="rId24"/>
    <p:sldId id="269" r:id="rId25"/>
    <p:sldId id="284" r:id="rId26"/>
    <p:sldId id="305" r:id="rId27"/>
    <p:sldId id="295" r:id="rId28"/>
    <p:sldId id="306" r:id="rId29"/>
    <p:sldId id="307" r:id="rId30"/>
    <p:sldId id="308" r:id="rId31"/>
    <p:sldId id="309" r:id="rId32"/>
    <p:sldId id="271" r:id="rId33"/>
    <p:sldId id="272" r:id="rId34"/>
    <p:sldId id="273" r:id="rId35"/>
    <p:sldId id="286" r:id="rId36"/>
    <p:sldId id="275" r:id="rId37"/>
    <p:sldId id="296" r:id="rId38"/>
    <p:sldId id="310" r:id="rId39"/>
    <p:sldId id="297" r:id="rId40"/>
    <p:sldId id="311" r:id="rId41"/>
    <p:sldId id="298" r:id="rId42"/>
    <p:sldId id="312" r:id="rId43"/>
    <p:sldId id="299" r:id="rId44"/>
    <p:sldId id="302" r:id="rId45"/>
    <p:sldId id="287" r:id="rId46"/>
    <p:sldId id="303" r:id="rId47"/>
    <p:sldId id="314" r:id="rId48"/>
    <p:sldId id="316" r:id="rId49"/>
    <p:sldId id="317" r:id="rId50"/>
    <p:sldId id="318" r:id="rId51"/>
    <p:sldId id="277" r:id="rId52"/>
    <p:sldId id="278" r:id="rId53"/>
    <p:sldId id="304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E997CAB-18B8-98BA-0D27-C6ACBF46C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F8EC3EB-66DF-DD80-67BB-3FA8AA06F364}"/>
              </a:ext>
            </a:extLst>
          </p:cNvPr>
          <p:cNvSpPr txBox="1">
            <a:spLocks/>
          </p:cNvSpPr>
          <p:nvPr/>
        </p:nvSpPr>
        <p:spPr>
          <a:xfrm>
            <a:off x="460663" y="2061029"/>
            <a:ext cx="11270673" cy="54816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1500" b="1" dirty="0">
                <a:solidFill>
                  <a:schemeClr val="bg1"/>
                </a:solidFill>
              </a:rPr>
              <a:t>SOLENIDADE DE PENTECOSTES</a:t>
            </a:r>
            <a:endParaRPr lang="pt-B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3600" dirty="0"/>
              <a:t>1. NINGUÉM PARA ESSE VENTO PASSANDO</a:t>
            </a:r>
          </a:p>
          <a:p>
            <a:pPr algn="just"/>
            <a:r>
              <a:rPr lang="pt-BR" sz="3600" dirty="0"/>
              <a:t>NINGUÉM VÊ, E ELE SOPRA ONDE QUER</a:t>
            </a:r>
          </a:p>
          <a:p>
            <a:pPr algn="just"/>
            <a:r>
              <a:rPr lang="pt-BR" sz="3600" dirty="0"/>
              <a:t>FORÇA IGUAL TÊM O ESPÍRITO QUANDO</a:t>
            </a:r>
          </a:p>
          <a:p>
            <a:pPr algn="just"/>
            <a:r>
              <a:rPr lang="pt-BR" sz="3600" dirty="0"/>
              <a:t>FAZ A IGREJA DE CRISTO CRESCER.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2. FEITA DE HOMENS A IGREJA É DIVINA</a:t>
            </a:r>
          </a:p>
          <a:p>
            <a:pPr algn="just"/>
            <a:r>
              <a:rPr lang="pt-BR" sz="3600" dirty="0"/>
              <a:t>POIS O ESPÍRITO SANTO A CONDUZ</a:t>
            </a:r>
          </a:p>
          <a:p>
            <a:pPr algn="just"/>
            <a:r>
              <a:rPr lang="pt-BR" sz="3600" dirty="0"/>
              <a:t>COMO UM FOGO QUE AQUECE E ILUMINA</a:t>
            </a:r>
          </a:p>
          <a:p>
            <a:pPr algn="just"/>
            <a:r>
              <a:rPr lang="pt-BR" sz="3600" dirty="0"/>
              <a:t>QUE É PUREZA, QUE É VIDA, QUE É LUZ.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07000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SUA IMAGEM SÃO LÍNGUAS ARDENTES</a:t>
            </a:r>
          </a:p>
          <a:p>
            <a:pPr algn="just"/>
            <a:r>
              <a:rPr lang="pt-BR" sz="3600" dirty="0"/>
              <a:t>POIS AMOR É COMUNICAÇÃO</a:t>
            </a:r>
          </a:p>
          <a:p>
            <a:pPr algn="just"/>
            <a:r>
              <a:rPr lang="pt-BR" sz="3600" dirty="0"/>
              <a:t>E É PRECISO QUE TODAS AS GENTES</a:t>
            </a:r>
          </a:p>
          <a:p>
            <a:pPr algn="just"/>
            <a:r>
              <a:rPr lang="pt-BR" sz="3600" dirty="0"/>
              <a:t>SAIBAM QUANTO FELIZES SERÃO.</a:t>
            </a:r>
          </a:p>
          <a:p>
            <a:pPr algn="just"/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54594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5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000" dirty="0"/>
              <a:t>CONFESSO A DEUS TODO-PODEROSO</a:t>
            </a:r>
          </a:p>
          <a:p>
            <a:pPr algn="just"/>
            <a:r>
              <a:rPr lang="pt-BR" sz="9000" dirty="0"/>
              <a:t>E A VÓS, IRMÃOS E IRMÃS,</a:t>
            </a:r>
          </a:p>
          <a:p>
            <a:pPr algn="just"/>
            <a:r>
              <a:rPr lang="pt-BR" sz="9000" dirty="0"/>
              <a:t>QUE PEQUEI MUITAS VEZES POR PENSAMENTOS,</a:t>
            </a:r>
          </a:p>
          <a:p>
            <a:pPr algn="just"/>
            <a:r>
              <a:rPr lang="pt-BR" sz="9000" dirty="0"/>
              <a:t>PALAVRAS, ATOS E OMISSÕES,</a:t>
            </a:r>
          </a:p>
          <a:p>
            <a:pPr algn="just"/>
            <a:r>
              <a:rPr lang="pt-BR" sz="9000" dirty="0"/>
              <a:t>POR MINHA CULPA, MINHA CULPA</a:t>
            </a:r>
          </a:p>
          <a:p>
            <a:pPr algn="just"/>
            <a:r>
              <a:rPr lang="pt-BR" sz="9000" dirty="0"/>
              <a:t>MINHA TÃO GRANDE CULPA.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dirty="0"/>
              <a:t>E PEÇO À VIRGEM MARIA,</a:t>
            </a:r>
          </a:p>
          <a:p>
            <a:pPr algn="just"/>
            <a:r>
              <a:rPr lang="pt-BR" sz="6600" dirty="0"/>
              <a:t>AOS ANJOS E SANTOS</a:t>
            </a:r>
          </a:p>
          <a:p>
            <a:pPr algn="just"/>
            <a:r>
              <a:rPr lang="pt-BR" sz="6600" dirty="0"/>
              <a:t>E A VÓS, IRMÃOS E IRMÃS,</a:t>
            </a:r>
          </a:p>
          <a:p>
            <a:pPr algn="just"/>
            <a:r>
              <a:rPr lang="pt-BR" sz="6600" dirty="0"/>
              <a:t>QUE ROGUEIS POR MIM A DEUS,</a:t>
            </a:r>
          </a:p>
          <a:p>
            <a:pPr algn="just"/>
            <a:r>
              <a:rPr lang="pt-BR" sz="66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4800" dirty="0"/>
              <a:t>NÓS VOS LOUVAMOS, NÓS VOS BENDIZEMOS</a:t>
            </a:r>
          </a:p>
          <a:p>
            <a:pPr algn="just"/>
            <a:r>
              <a:rPr lang="pt-BR" sz="4800" dirty="0"/>
              <a:t>NÓS VOS ADORAMOS, NÓS VOS GLORIFICAMOS</a:t>
            </a:r>
          </a:p>
          <a:p>
            <a:pPr algn="just"/>
            <a:r>
              <a:rPr lang="pt-BR" sz="4800" dirty="0"/>
              <a:t>NÓS VOS DAMOS GRAÇAS, POR VOSSA IMENSA GLÓRIA. </a:t>
            </a:r>
          </a:p>
          <a:p>
            <a:pPr algn="just"/>
            <a:endParaRPr lang="pt-BR" sz="4800" dirty="0"/>
          </a:p>
          <a:p>
            <a:pPr algn="just"/>
            <a:endParaRPr lang="pt-BR" sz="4400" dirty="0"/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VÓS QUE TIRAIS O PECADO DO MUNDO, </a:t>
            </a:r>
          </a:p>
          <a:p>
            <a:pPr algn="l"/>
            <a:r>
              <a:rPr lang="pt-BR" sz="4800" dirty="0"/>
              <a:t>ACOLHEI A NOSSA SÚPLICA</a:t>
            </a:r>
          </a:p>
          <a:p>
            <a:pPr algn="l"/>
            <a:r>
              <a:rPr lang="pt-BR" sz="4800" dirty="0"/>
              <a:t>VÓS QUE ESTAIS À DIREITA DO PAI, </a:t>
            </a:r>
          </a:p>
          <a:p>
            <a:pPr algn="l"/>
            <a:r>
              <a:rPr lang="pt-BR" sz="4800" dirty="0"/>
              <a:t>TENDE PIEDADE DE NÓS</a:t>
            </a:r>
          </a:p>
          <a:p>
            <a:pPr algn="l"/>
            <a:r>
              <a:rPr lang="pt-BR" sz="4800" dirty="0"/>
              <a:t>SÓ VÓS SOIS SANTO, SÓ VÓS O SENHOR, SÓ VÓS O ALTÍSSIMO, JESUS CRISTO, COM O ESPÍRITO SANTO NA GLÓRIA DE DEUS PAI. </a:t>
            </a:r>
            <a:endParaRPr lang="pt-BR" sz="4800" b="1" dirty="0"/>
          </a:p>
          <a:p>
            <a:pPr algn="l"/>
            <a:r>
              <a:rPr lang="pt-BR" sz="48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0754" y="2452254"/>
            <a:ext cx="8430491" cy="2618510"/>
          </a:xfrm>
        </p:spPr>
        <p:txBody>
          <a:bodyPr>
            <a:normAutofit fontScale="85000" lnSpcReduction="10000"/>
          </a:bodyPr>
          <a:lstStyle/>
          <a:p>
            <a:r>
              <a:rPr lang="pt-BR" sz="4400" b="1" dirty="0"/>
              <a:t> </a:t>
            </a:r>
            <a:r>
              <a:rPr lang="pt-BR" sz="6500" b="1" dirty="0"/>
              <a:t>ENVIAI O VOSSO ESPÍRITO, SENHOR, E DA TERRA TODA A FACE RENOVAI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1. ESPÍRITO DE DEUS,</a:t>
            </a:r>
          </a:p>
          <a:p>
            <a:pPr algn="just"/>
            <a:r>
              <a:rPr lang="pt-BR" sz="7700" b="1" dirty="0"/>
              <a:t>ENVIAI DOS CÉUS</a:t>
            </a:r>
          </a:p>
          <a:p>
            <a:pPr algn="just"/>
            <a:r>
              <a:rPr lang="pt-BR" sz="7700" b="1" dirty="0"/>
              <a:t>UM RAIO DE LUZ!</a:t>
            </a:r>
          </a:p>
          <a:p>
            <a:pPr algn="just"/>
            <a:r>
              <a:rPr lang="pt-BR" sz="7700" b="1" dirty="0"/>
              <a:t>VINDE, PAI DOS POBRES,</a:t>
            </a:r>
          </a:p>
          <a:p>
            <a:pPr algn="just"/>
            <a:r>
              <a:rPr lang="pt-BR" sz="7700" b="1" dirty="0"/>
              <a:t>DAI AOS CORAÇÕES</a:t>
            </a:r>
          </a:p>
          <a:p>
            <a:pPr algn="just"/>
            <a:r>
              <a:rPr lang="pt-BR" sz="7700" b="1" dirty="0"/>
              <a:t>VOSSOS SETE DONS.</a:t>
            </a:r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9612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2. CONSOLO QUE ACALMA,</a:t>
            </a:r>
          </a:p>
          <a:p>
            <a:pPr algn="just"/>
            <a:r>
              <a:rPr lang="pt-BR" sz="7700" b="1" dirty="0"/>
              <a:t>HÓSPEDE DA ALMA,</a:t>
            </a:r>
          </a:p>
          <a:p>
            <a:pPr algn="just"/>
            <a:r>
              <a:rPr lang="pt-BR" sz="7700" b="1" dirty="0"/>
              <a:t>DOCE ALÍVIO, VINDE!</a:t>
            </a:r>
          </a:p>
          <a:p>
            <a:pPr algn="just"/>
            <a:r>
              <a:rPr lang="pt-BR" sz="7700" b="1" dirty="0"/>
              <a:t>NO LABOR, DESCANSO;</a:t>
            </a:r>
          </a:p>
          <a:p>
            <a:pPr algn="just"/>
            <a:r>
              <a:rPr lang="pt-BR" sz="7700" b="1" dirty="0"/>
              <a:t>NA AFLIÇÃO, REMANSO;</a:t>
            </a:r>
          </a:p>
          <a:p>
            <a:pPr algn="just"/>
            <a:r>
              <a:rPr lang="pt-BR" sz="7700" b="1" dirty="0"/>
              <a:t>NO CALOR, ARAGEM.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9861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3. ENCHEI, LUZ BENDITA,</a:t>
            </a:r>
          </a:p>
          <a:p>
            <a:pPr algn="just"/>
            <a:r>
              <a:rPr lang="pt-BR" sz="7700" b="1" dirty="0"/>
              <a:t>CHAMA QUE CREPITA,</a:t>
            </a:r>
          </a:p>
          <a:p>
            <a:pPr algn="just"/>
            <a:r>
              <a:rPr lang="pt-BR" sz="7700" b="1" dirty="0"/>
              <a:t>O ÍNTIMO DE NÓS!</a:t>
            </a:r>
          </a:p>
          <a:p>
            <a:pPr algn="just"/>
            <a:r>
              <a:rPr lang="pt-BR" sz="7700" b="1" dirty="0"/>
              <a:t>SEM A LUZ QUE ACODE,</a:t>
            </a:r>
          </a:p>
          <a:p>
            <a:pPr algn="just"/>
            <a:r>
              <a:rPr lang="pt-BR" sz="7700" b="1" dirty="0"/>
              <a:t>NADA O HOMEM PODE,</a:t>
            </a:r>
          </a:p>
          <a:p>
            <a:pPr algn="just"/>
            <a:r>
              <a:rPr lang="pt-BR" sz="7700" b="1" dirty="0"/>
              <a:t>NENHUM BEM HÁ NELE.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5879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4. AO SUJO, LAVAI;</a:t>
            </a:r>
          </a:p>
          <a:p>
            <a:pPr algn="just"/>
            <a:r>
              <a:rPr lang="pt-BR" sz="7700" b="1" dirty="0"/>
              <a:t>AO SECO, REGAI;</a:t>
            </a:r>
          </a:p>
          <a:p>
            <a:pPr algn="just"/>
            <a:r>
              <a:rPr lang="pt-BR" sz="7700" b="1" dirty="0"/>
              <a:t>CURAI O DOENTE.</a:t>
            </a:r>
          </a:p>
          <a:p>
            <a:pPr algn="just"/>
            <a:r>
              <a:rPr lang="pt-BR" sz="7700" b="1" dirty="0"/>
              <a:t>DOBRAI O QUE É DURO,</a:t>
            </a:r>
          </a:p>
          <a:p>
            <a:pPr algn="just"/>
            <a:r>
              <a:rPr lang="pt-BR" sz="7700" b="1" dirty="0"/>
              <a:t>GUIAI NO ESCURO,</a:t>
            </a:r>
          </a:p>
          <a:p>
            <a:pPr algn="just"/>
            <a:r>
              <a:rPr lang="pt-BR" sz="7700" b="1" dirty="0"/>
              <a:t>O FRIO AQUECEI.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441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5. DAI À VOSSA IGREJA,</a:t>
            </a:r>
          </a:p>
          <a:p>
            <a:pPr algn="just"/>
            <a:r>
              <a:rPr lang="pt-BR" sz="7700" b="1" dirty="0"/>
              <a:t>QUE ESPERA E DESEJA,</a:t>
            </a:r>
          </a:p>
          <a:p>
            <a:pPr algn="just"/>
            <a:r>
              <a:rPr lang="pt-BR" sz="7700" b="1" dirty="0"/>
              <a:t>VOSSOS SETE DONS.</a:t>
            </a:r>
          </a:p>
          <a:p>
            <a:pPr algn="just"/>
            <a:r>
              <a:rPr lang="pt-BR" sz="7700" b="1" dirty="0"/>
              <a:t>DAI, EM PRÊMIO AO FORTE,</a:t>
            </a:r>
          </a:p>
          <a:p>
            <a:pPr algn="just"/>
            <a:r>
              <a:rPr lang="pt-BR" sz="7700" b="1" dirty="0"/>
              <a:t>UMA SANTA MORTE,</a:t>
            </a:r>
          </a:p>
          <a:p>
            <a:pPr algn="just"/>
            <a:r>
              <a:rPr lang="pt-BR" sz="7700" b="1" dirty="0"/>
              <a:t>ALEGRIA ETERNA. AMÉM!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2993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 lnSpcReduction="2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VINDE, ESPÍRITO DIVINO E ENCHEI COM VOSSOS DONS</a:t>
            </a:r>
          </a:p>
          <a:p>
            <a:r>
              <a:rPr lang="pt-BR" sz="4400" dirty="0"/>
              <a:t>OS CORAÇÕES DOS FIÉIS;</a:t>
            </a:r>
          </a:p>
          <a:p>
            <a:r>
              <a:rPr lang="pt-BR" sz="4400" dirty="0"/>
              <a:t>ACENDEI NELES O AMOR COMO UM FOGO ABRASADOR!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300" b="1" dirty="0"/>
              <a:t>R. 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/>
          </a:bodyPr>
          <a:lstStyle/>
          <a:p>
            <a:pPr algn="l"/>
            <a:r>
              <a:rPr lang="pt-BR" sz="7300" dirty="0"/>
              <a:t>EIS QUE DEUS SE PÕE DE PÉ E OS INIMIGOS SE DISPERSAM, </a:t>
            </a:r>
          </a:p>
          <a:p>
            <a:pPr algn="l"/>
            <a:r>
              <a:rPr lang="pt-BR" sz="7300" dirty="0"/>
              <a:t>FOGEM LONGE DE SUA FACE OS QUE ODEIAM O SENHOR.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606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300" b="1" dirty="0"/>
              <a:t>R. 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</p:txBody>
      </p:sp>
    </p:spTree>
    <p:extLst>
      <p:ext uri="{BB962C8B-B14F-4D97-AF65-F5344CB8AC3E}">
        <p14:creationId xmlns:p14="http://schemas.microsoft.com/office/powerpoint/2010/main" val="2009990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/>
          </a:bodyPr>
          <a:lstStyle/>
          <a:p>
            <a:pPr algn="l"/>
            <a:r>
              <a:rPr lang="pt-BR" sz="7300" dirty="0"/>
              <a:t>ELE ESMAGA A CABEÇA DOS QUE SÃO SEUS INIMIGOS, *</a:t>
            </a:r>
          </a:p>
          <a:p>
            <a:pPr algn="l"/>
            <a:r>
              <a:rPr lang="pt-BR" sz="7300" dirty="0"/>
              <a:t>E OS CRÂNIOS CONTUMAZES DOS QUE VIVEM NO PECADO. R.</a:t>
            </a:r>
          </a:p>
        </p:txBody>
      </p:sp>
    </p:spTree>
    <p:extLst>
      <p:ext uri="{BB962C8B-B14F-4D97-AF65-F5344CB8AC3E}">
        <p14:creationId xmlns:p14="http://schemas.microsoft.com/office/powerpoint/2010/main" val="3528290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300" b="1" dirty="0"/>
              <a:t>R. 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</p:txBody>
      </p:sp>
    </p:spTree>
    <p:extLst>
      <p:ext uri="{BB962C8B-B14F-4D97-AF65-F5344CB8AC3E}">
        <p14:creationId xmlns:p14="http://schemas.microsoft.com/office/powerpoint/2010/main" val="90359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300" dirty="0"/>
              <a:t>CONTEMPLAMOS, Ó SENHOR, VOSSO CORTEJO QUE DESFILA, *</a:t>
            </a:r>
          </a:p>
          <a:p>
            <a:pPr algn="l"/>
            <a:r>
              <a:rPr lang="pt-BR" sz="7300" dirty="0"/>
              <a:t>É A ENTRADA DO MEU DEUS, DO MEU REI NO SANTUÁRIO. R.</a:t>
            </a:r>
          </a:p>
        </p:txBody>
      </p:sp>
    </p:spTree>
    <p:extLst>
      <p:ext uri="{BB962C8B-B14F-4D97-AF65-F5344CB8AC3E}">
        <p14:creationId xmlns:p14="http://schemas.microsoft.com/office/powerpoint/2010/main" val="4162346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300" b="1" dirty="0"/>
              <a:t>R. 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</p:txBody>
      </p:sp>
    </p:spTree>
    <p:extLst>
      <p:ext uri="{BB962C8B-B14F-4D97-AF65-F5344CB8AC3E}">
        <p14:creationId xmlns:p14="http://schemas.microsoft.com/office/powerpoint/2010/main" val="1923955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300" dirty="0"/>
              <a:t>EM SEU TEMPLO ELE É ADMIRÁVEL E A SEU POVO DÁ PODER. </a:t>
            </a:r>
          </a:p>
          <a:p>
            <a:pPr algn="l"/>
            <a:r>
              <a:rPr lang="pt-BR" sz="7300" dirty="0"/>
              <a:t>BENDITO SEJA O SENHOR DEUS, AGORA E SEMPRE. AMÉM, AMÉM. R</a:t>
            </a:r>
          </a:p>
        </p:txBody>
      </p:sp>
    </p:spTree>
    <p:extLst>
      <p:ext uri="{BB962C8B-B14F-4D97-AF65-F5344CB8AC3E}">
        <p14:creationId xmlns:p14="http://schemas.microsoft.com/office/powerpoint/2010/main" val="2223120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PROCLAMAM,</a:t>
            </a:r>
          </a:p>
          <a:p>
            <a:pPr algn="just"/>
            <a:r>
              <a:rPr lang="pt-BR" sz="7300" dirty="0"/>
              <a:t>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5200" b="1" dirty="0"/>
              <a:t>TODOS FICARAM CHEIOS DO ESPÍRITO SANTO</a:t>
            </a:r>
          </a:p>
          <a:p>
            <a:pPr algn="l"/>
            <a:r>
              <a:rPr lang="pt-BR" sz="15200" b="1" dirty="0"/>
              <a:t>E PROCLAMAVAM AS MARAVILHAS DE DEUS,</a:t>
            </a:r>
          </a:p>
          <a:p>
            <a:pPr algn="just"/>
            <a:r>
              <a:rPr lang="pt-BR" sz="15200" b="1" dirty="0"/>
              <a:t>ALELUIA, ALELUIA!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4800" dirty="0"/>
              <a:t>1. EIS QUE DEUS SE PÕE DE PÉ, E OS INIMIGOS SE DISPERSAM!</a:t>
            </a:r>
          </a:p>
          <a:p>
            <a:pPr algn="just"/>
            <a:r>
              <a:rPr lang="pt-BR" sz="14800" dirty="0"/>
              <a:t>FOGEM LONGE DE SUA FACE OS QUE ODEIAM O SENHOR.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1607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5200" b="1" dirty="0"/>
              <a:t>TODOS FICARAM CHEIOS DO ESPÍRITO SANTO</a:t>
            </a:r>
          </a:p>
          <a:p>
            <a:pPr algn="l"/>
            <a:r>
              <a:rPr lang="pt-BR" sz="15200" b="1" dirty="0"/>
              <a:t>E PROCLAMAVAM AS MARAVILHAS DE DEUS,</a:t>
            </a:r>
          </a:p>
          <a:p>
            <a:pPr algn="just"/>
            <a:r>
              <a:rPr lang="pt-BR" sz="15200" b="1" dirty="0"/>
              <a:t>ALELUIA, ALELUIA!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9848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4800" dirty="0"/>
              <a:t>2. MAS OS JUSTOS SE ALEGRAM NA PRESENÇA DO SENHOR,</a:t>
            </a:r>
          </a:p>
          <a:p>
            <a:pPr algn="just"/>
            <a:r>
              <a:rPr lang="pt-BR" sz="14800" dirty="0"/>
              <a:t>REJUBILAM SATISFEITOS E EXULTAM DE ALEGRIA.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2704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5200" b="1" dirty="0"/>
              <a:t>TODOS FICARAM CHEIOS DO ESPÍRITO SANTO</a:t>
            </a:r>
          </a:p>
          <a:p>
            <a:pPr algn="l"/>
            <a:r>
              <a:rPr lang="pt-BR" sz="15200" b="1" dirty="0"/>
              <a:t>E PROCLAMAVAM AS MARAVILHAS DE DEUS,</a:t>
            </a:r>
          </a:p>
          <a:p>
            <a:pPr algn="just"/>
            <a:r>
              <a:rPr lang="pt-BR" sz="15200" b="1" dirty="0"/>
              <a:t>ALELUIA, ALELUIA!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46572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4800" dirty="0"/>
              <a:t>DOS ÓRFÃO ELE É PAI, E DAS VIÚVAS PROTETOR;</a:t>
            </a:r>
          </a:p>
          <a:p>
            <a:pPr algn="just"/>
            <a:r>
              <a:rPr lang="pt-BR" sz="14800" dirty="0"/>
              <a:t>É ASSIM O NOSSO DEUS EM SUA SANTA HABITAÇÃO.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9720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5200" b="1" dirty="0"/>
              <a:t>TODOS FICARAM CHEIOS DO ESPÍRITO SANTO</a:t>
            </a:r>
          </a:p>
          <a:p>
            <a:pPr algn="l"/>
            <a:r>
              <a:rPr lang="pt-BR" sz="15200" b="1" dirty="0"/>
              <a:t>E PROCLAMAVAM AS MARAVILHAS DE DEUS,</a:t>
            </a:r>
          </a:p>
          <a:p>
            <a:pPr algn="just"/>
            <a:r>
              <a:rPr lang="pt-BR" sz="15200" b="1" dirty="0"/>
              <a:t>ALELUIA, ALELUIA!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92274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4800" dirty="0"/>
              <a:t>QUANDO SAÍSTES COM O POVO, CAMINHANDO À SUA FRENTE</a:t>
            </a:r>
          </a:p>
          <a:p>
            <a:pPr algn="l"/>
            <a:r>
              <a:rPr lang="pt-BR" sz="14800" dirty="0"/>
              <a:t>E ATRAVESSANDO O DESERTO, A TERRA TODA ESTREMECEU.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1030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938164" cy="5673868"/>
          </a:xfrm>
        </p:spPr>
        <p:txBody>
          <a:bodyPr>
            <a:noAutofit/>
          </a:bodyPr>
          <a:lstStyle/>
          <a:p>
            <a:pPr algn="just"/>
            <a:r>
              <a:rPr lang="pt-BR" sz="8000" dirty="0"/>
              <a:t>Ó, vinde, Espírito Criador,</a:t>
            </a:r>
          </a:p>
          <a:p>
            <a:pPr algn="just"/>
            <a:r>
              <a:rPr lang="pt-BR" sz="8000" dirty="0"/>
              <a:t>as nossas almas visitai e enchei os nossos corações com vossos dons celestiais.</a:t>
            </a:r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938164" cy="5673868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Vós sois chamado o Intercessor, do Deus excelso o dom sem par, a fonte viva, o fogo, o amor, a unção divina e salutar.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0826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938164" cy="5673868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Sois doador dos sete dons, e sois poder na mão do Pai, por ele prometido a nós, por nós seus feitos proclamais.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7897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938164" cy="5673868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nossa mente iluminai, os corações enchei de amor, nossa fraqueza encorajai, qual força eterna e protetor.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06604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938164" cy="5673868"/>
          </a:xfrm>
        </p:spPr>
        <p:txBody>
          <a:bodyPr>
            <a:normAutofit/>
          </a:bodyPr>
          <a:lstStyle/>
          <a:p>
            <a:pPr algn="just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inimigo repeli, e concede i-nos vossa paz; se pela graça nos guiais, o mal deixamos para trás.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3348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938164" cy="567386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Ao Pai e ao Filho Salvador por vós possamos conhecer. Que procedeis do seu amor fazei-nos sempre firmes crer. </a:t>
            </a:r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Amém</a:t>
            </a:r>
            <a:endParaRPr lang="pt-BR" sz="80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just"/>
            <a:endParaRPr lang="pt-BR" sz="8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57426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5100" b="1" dirty="0"/>
              <a:t>ANUNCIAI COM GRITOS DE ALEGRIA,</a:t>
            </a:r>
          </a:p>
          <a:p>
            <a:pPr algn="l"/>
            <a:r>
              <a:rPr lang="pt-BR" sz="5100" b="1" dirty="0"/>
              <a:t>PROCLAMAI AOS CONFINS DE TODA TERRA:</a:t>
            </a:r>
          </a:p>
          <a:p>
            <a:pPr algn="l"/>
            <a:r>
              <a:rPr lang="pt-BR" sz="5100" b="1" dirty="0"/>
              <a:t>O SENHOR NOS LIBERTOU, ALELUIA.</a:t>
            </a:r>
          </a:p>
          <a:p>
            <a:pPr algn="l"/>
            <a:r>
              <a:rPr lang="pt-BR" sz="5100" b="1" dirty="0"/>
              <a:t>O SENHOR NOS LIBERTOU, ALELUIA!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1. A ESCURIDÃO PASSOU... A LUZ DO SOL SURGIU.</a:t>
            </a:r>
          </a:p>
          <a:p>
            <a:pPr algn="l"/>
            <a:r>
              <a:rPr lang="pt-BR" sz="7200" dirty="0"/>
              <a:t>O CRISTO, NOSSO IRMÃO, SEU POVO REDIMIU!</a:t>
            </a:r>
          </a:p>
        </p:txBody>
      </p:sp>
    </p:spTree>
    <p:extLst>
      <p:ext uri="{BB962C8B-B14F-4D97-AF65-F5344CB8AC3E}">
        <p14:creationId xmlns:p14="http://schemas.microsoft.com/office/powerpoint/2010/main" val="3765462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1222</Words>
  <Application>Microsoft Office PowerPoint</Application>
  <PresentationFormat>Widescreen</PresentationFormat>
  <Paragraphs>202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SEQUÊNCIA</vt:lpstr>
      <vt:lpstr>SEQUÊNCIA</vt:lpstr>
      <vt:lpstr>SEQUÊNCIA</vt:lpstr>
      <vt:lpstr>SEQUÊNCIA</vt:lpstr>
      <vt:lpstr>SEQUÊNCIA</vt:lpstr>
      <vt:lpstr>Apresentação do PowerPoint</vt:lpstr>
      <vt:lpstr>ACLAMAÇÃO</vt:lpstr>
      <vt:lpstr>Apresentação do PowerPoint</vt:lpstr>
      <vt:lpstr>CANTOS DAS OFERENDAS</vt:lpstr>
      <vt:lpstr>CANTOS DAS OFERENDAS</vt:lpstr>
      <vt:lpstr>CANTOS DAS OFERENDAS</vt:lpstr>
      <vt:lpstr>CANTOS DAS OFERENDAS</vt:lpstr>
      <vt:lpstr>CANTOS DAS OFERENDAS</vt:lpstr>
      <vt:lpstr>CANTOS DAS OFERENDAS</vt:lpstr>
      <vt:lpstr>CANTOS DAS OFERENDAS</vt:lpstr>
      <vt:lpstr>CANTOS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7</cp:revision>
  <dcterms:created xsi:type="dcterms:W3CDTF">2023-05-06T17:01:55Z</dcterms:created>
  <dcterms:modified xsi:type="dcterms:W3CDTF">2024-05-19T16:21:06Z</dcterms:modified>
</cp:coreProperties>
</file>