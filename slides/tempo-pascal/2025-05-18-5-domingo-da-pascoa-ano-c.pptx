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525" r:id="rId3"/>
    <p:sldId id="420" r:id="rId4"/>
    <p:sldId id="421" r:id="rId5"/>
    <p:sldId id="258" r:id="rId6"/>
    <p:sldId id="430" r:id="rId7"/>
    <p:sldId id="518" r:id="rId8"/>
    <p:sldId id="519" r:id="rId9"/>
    <p:sldId id="260" r:id="rId10"/>
    <p:sldId id="526" r:id="rId11"/>
    <p:sldId id="527" r:id="rId12"/>
    <p:sldId id="528" r:id="rId13"/>
    <p:sldId id="529" r:id="rId14"/>
    <p:sldId id="530" r:id="rId15"/>
    <p:sldId id="264" r:id="rId16"/>
    <p:sldId id="532" r:id="rId17"/>
    <p:sldId id="533" r:id="rId18"/>
    <p:sldId id="267" r:id="rId19"/>
    <p:sldId id="271" r:id="rId20"/>
    <p:sldId id="531" r:id="rId21"/>
    <p:sldId id="503" r:id="rId22"/>
    <p:sldId id="504" r:id="rId23"/>
    <p:sldId id="505" r:id="rId24"/>
    <p:sldId id="292" r:id="rId25"/>
    <p:sldId id="506" r:id="rId26"/>
    <p:sldId id="361" r:id="rId27"/>
    <p:sldId id="507" r:id="rId28"/>
    <p:sldId id="534" r:id="rId29"/>
    <p:sldId id="535" r:id="rId30"/>
    <p:sldId id="536" r:id="rId31"/>
    <p:sldId id="537" r:id="rId32"/>
    <p:sldId id="404" r:id="rId33"/>
    <p:sldId id="477" r:id="rId34"/>
    <p:sldId id="479" r:id="rId35"/>
    <p:sldId id="480" r:id="rId36"/>
    <p:sldId id="481" r:id="rId37"/>
    <p:sldId id="514" r:id="rId38"/>
    <p:sldId id="337" r:id="rId39"/>
    <p:sldId id="374" r:id="rId40"/>
    <p:sldId id="450" r:id="rId41"/>
    <p:sldId id="451" r:id="rId42"/>
    <p:sldId id="452" r:id="rId43"/>
    <p:sldId id="453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Oliveira" initials="O" lastIdx="1" clrIdx="0">
    <p:extLst>
      <p:ext uri="{19B8F6BF-5375-455C-9EA6-DF929625EA0E}">
        <p15:presenceInfo xmlns:p15="http://schemas.microsoft.com/office/powerpoint/2012/main" userId="Olivei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0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17/05/2025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0B6CA10-8AAB-DFEE-D96F-4256E07FA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437944" y="3558040"/>
            <a:ext cx="915806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5º DOMINGO DA PÁSCOA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1. O CRISTO, SENHOR RESSUSCITOU,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NOSSA ESPERANÇA REALIZOU: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VENCIDA A MORTE PARA SEMPRE,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TRIUNFA A VIDA ETERNAMENTE!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057489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FDEED-EB52-0F85-5F80-0679672D5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FF05-4F69-406B-2CB5-815A49C3C7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336E86-1AB4-1D4F-81E8-6668CB1009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2. O CRISTO REMIU A SEUS IRMÃOS,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AO PAI OS CONDUZIU POR SUA MÃO;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NO ESPÍRITO SANTO UNIDA ESTEJA,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A FAMÍLIA DE DEUS, QUE É A IGREJA!</a:t>
            </a:r>
          </a:p>
        </p:txBody>
      </p:sp>
    </p:spTree>
    <p:extLst>
      <p:ext uri="{BB962C8B-B14F-4D97-AF65-F5344CB8AC3E}">
        <p14:creationId xmlns:p14="http://schemas.microsoft.com/office/powerpoint/2010/main" val="2453177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02AFB-3DFE-BE28-47D7-4E8FCA345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7E333C-0E7F-BFF5-0233-9126DC4B6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16FA33-59B0-2CFB-4391-BCC66BBD80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O SENHOR RESSURGIU,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CORDEIRO PASCAL,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IMOLADO POR NÓS, ALELUIA, ALELUIA!</a:t>
            </a:r>
          </a:p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É O CRISTO SENHOR, ELE VIVE E VENCEU, ALELUIA!</a:t>
            </a:r>
          </a:p>
          <a:p>
            <a:pPr algn="l"/>
            <a:endParaRPr lang="pt-BR" sz="6000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3. O CRISTO, NOSSA PÁSCOA SE IMOLOU,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SEU SANGUE DA MORTE NOS LIVROU: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INCÓLUMES O MAR ATRAVESSAMOS,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E À TERRA PROMETIDA CAMINHAMOS!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61195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PAZ, TENDE PIEDADE DE NÓS!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5713821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4E8EC-06AA-5769-14B9-0495353C6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A4199-B698-D8B4-B6AC-4E463D7143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A772C0-0AD5-A038-10C7-C82A50000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CRISTO, NOSSA PÁSCOA, TENDE PIEDADE DE NÓS!</a:t>
            </a:r>
          </a:p>
          <a:p>
            <a:pPr algn="just"/>
            <a:r>
              <a:rPr lang="pt-BR" sz="7200" b="1" dirty="0"/>
              <a:t>CRISTO,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2566667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02FF-9A33-63A8-9E16-7656C1C3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FB0D1-C58F-F90A-567A-278B47ACEF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AD9EC-F753-8A3B-657B-7085291E1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845127"/>
            <a:ext cx="11002243" cy="6373092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SENHOR, NOSSA VIDA, TENDE PIEDADE DE NÓS!</a:t>
            </a:r>
          </a:p>
          <a:p>
            <a:pPr algn="just"/>
            <a:r>
              <a:rPr lang="pt-BR" sz="7200" b="1" dirty="0"/>
              <a:t>SENHOR, TENDE PIEDADE DE NÓS! (2X)</a:t>
            </a:r>
          </a:p>
        </p:txBody>
      </p:sp>
    </p:spTree>
    <p:extLst>
      <p:ext uri="{BB962C8B-B14F-4D97-AF65-F5344CB8AC3E}">
        <p14:creationId xmlns:p14="http://schemas.microsoft.com/office/powerpoint/2010/main" val="31297793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37772" cy="5265240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pt-BR" sz="21600" b="1" dirty="0"/>
              <a:t>GLÓRIA, GLÓRIA, GLÓRIA A DEUS! GLÓRIA A DEUS NAS ALTURAS! (2X)</a:t>
            </a:r>
          </a:p>
          <a:p>
            <a:pPr algn="just"/>
            <a:endParaRPr lang="pt-BR" sz="11200" b="1" dirty="0"/>
          </a:p>
          <a:p>
            <a:pPr algn="just"/>
            <a:r>
              <a:rPr lang="pt-BR" sz="21600" dirty="0"/>
              <a:t>E PAZ NA TERRA AOS HOMENS POR ELE AMADOS.</a:t>
            </a:r>
          </a:p>
          <a:p>
            <a:pPr algn="just"/>
            <a:r>
              <a:rPr lang="pt-BR" sz="21600" dirty="0"/>
              <a:t>SENHOR DEUS, REI DOS CÉUS, DEUS PAI TODO-PODEROSO:</a:t>
            </a:r>
          </a:p>
          <a:p>
            <a:pPr algn="just"/>
            <a:r>
              <a:rPr lang="pt-BR" sz="21600" dirty="0"/>
              <a:t>NÓS VOS LOUVAMOS, NÓS VOS BENDIZEMOS,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3480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ADORAMOS, NÓS VOS GLORIFICAMOS,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1665388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0986656" cy="487064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7200" dirty="0"/>
              <a:t>SENHOR JESUS CRISTO, FILHO UNIGÊNITO,</a:t>
            </a:r>
          </a:p>
          <a:p>
            <a:pPr algn="l"/>
            <a:r>
              <a:rPr lang="pt-BR" sz="7200" dirty="0"/>
              <a:t>SENHOR DEUS, CORDEIRO DE DEUS, FILHO DE DEUS PAI.</a:t>
            </a:r>
          </a:p>
          <a:p>
            <a:pPr algn="l"/>
            <a:r>
              <a:rPr lang="pt-BR" sz="7200" dirty="0"/>
              <a:t>VÓS QUE TIRAIS O PECADO DO MUNDO,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16668142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2600" dirty="0"/>
              <a:t>VÓS QUE TIRAIS O PECADO DO MUNDO, ACOLHEI A NOSSA SÚPLICA.</a:t>
            </a:r>
          </a:p>
          <a:p>
            <a:pPr algn="l"/>
            <a:r>
              <a:rPr lang="pt-BR" sz="12600" dirty="0"/>
              <a:t>VÓS QUE ESTAIS À DIREITA DO PAI, TENDE PIEDADE DE NÓS.</a:t>
            </a:r>
          </a:p>
          <a:p>
            <a:pPr algn="l"/>
            <a:endParaRPr lang="pt-BR" sz="12600" dirty="0"/>
          </a:p>
          <a:p>
            <a:pPr algn="l"/>
            <a:r>
              <a:rPr lang="pt-BR" sz="12600" b="1" dirty="0"/>
              <a:t>GLÓRIA, GLÓRIA, GLÓRIA A DEUS! GLÓRIA A DEUS NAS ALTURAS! (2X)</a:t>
            </a:r>
          </a:p>
        </p:txBody>
      </p:sp>
    </p:spTree>
    <p:extLst>
      <p:ext uri="{BB962C8B-B14F-4D97-AF65-F5344CB8AC3E}">
        <p14:creationId xmlns:p14="http://schemas.microsoft.com/office/powerpoint/2010/main" val="3996876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sz="5400" dirty="0"/>
              <a:t>SÓ VÓS SOIS O SANTO, SÓ VÓS O SENHOR,</a:t>
            </a:r>
          </a:p>
          <a:p>
            <a:pPr algn="just"/>
            <a:r>
              <a:rPr lang="pt-BR" sz="5400" dirty="0"/>
              <a:t>SÓ VÓS O ALTÍSSIMO, JESUS CRISTO,</a:t>
            </a:r>
          </a:p>
          <a:p>
            <a:pPr algn="just"/>
            <a:r>
              <a:rPr lang="pt-BR" sz="5400" dirty="0"/>
              <a:t>COM O ESPÍRITO SANTO, NA GLÓRIA DE DEUS PAI.</a:t>
            </a:r>
          </a:p>
          <a:p>
            <a:pPr algn="just"/>
            <a:endParaRPr lang="pt-BR" sz="5400" dirty="0"/>
          </a:p>
          <a:p>
            <a:pPr algn="just"/>
            <a:r>
              <a:rPr lang="pt-BR" sz="5400" b="1" dirty="0"/>
              <a:t>GLÓRIA, GLÓRIA, GLÓRIA A DEUS! GLÓRIA A DEUS NAS ALTURAS! (2X)</a:t>
            </a:r>
          </a:p>
          <a:p>
            <a:pPr algn="just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2686466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89827" cy="2302324"/>
          </a:xfrm>
        </p:spPr>
        <p:txBody>
          <a:bodyPr>
            <a:normAutofit lnSpcReduction="10000"/>
          </a:bodyPr>
          <a:lstStyle/>
          <a:p>
            <a:r>
              <a:rPr lang="pt-BR" sz="5400" b="1" dirty="0"/>
              <a:t>BENDIREI O VOSSO NOME, Ó MEU DEUS, MEU SENHOR E MEU REI PARA SEMPRE.</a:t>
            </a:r>
          </a:p>
          <a:p>
            <a:endParaRPr lang="pt-BR" sz="5400" b="1" dirty="0"/>
          </a:p>
        </p:txBody>
      </p:sp>
    </p:spTree>
    <p:extLst>
      <p:ext uri="{BB962C8B-B14F-4D97-AF65-F5344CB8AC3E}">
        <p14:creationId xmlns:p14="http://schemas.microsoft.com/office/powerpoint/2010/main" val="1773802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618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 (2X)</a:t>
            </a:r>
          </a:p>
          <a:p>
            <a:endParaRPr lang="pt-BR" sz="4800" b="1" dirty="0"/>
          </a:p>
          <a:p>
            <a:r>
              <a:rPr lang="pt-BR" sz="4800" dirty="0"/>
              <a:t>EU VOS DOU NOVO PRECEITO: QUE UNS AOS OUTROS VOS AMEIS, COMO EU VOS TENHO AMADO.</a:t>
            </a:r>
          </a:p>
          <a:p>
            <a:endParaRPr lang="pt-BR" sz="4800" b="1" dirty="0"/>
          </a:p>
          <a:p>
            <a:r>
              <a:rPr lang="pt-BR" sz="4800" b="1" dirty="0"/>
              <a:t>ALELUIA, ALELUIA</a:t>
            </a:r>
            <a:r>
              <a:rPr lang="pt-BR" sz="4800" b="1"/>
              <a:t>, ALELUIA, ALELUIA </a:t>
            </a:r>
            <a:endParaRPr lang="pt-BR" sz="4800" b="1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65D70-BE7B-DB45-1943-A16C106A4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2D20F5-B509-BD0F-08C6-C5FE4D678F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0520E0-F325-122E-7795-075A05F28D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1. A MINH'ALMA TEM SEDE DE VÓS,</a:t>
            </a:r>
          </a:p>
          <a:p>
            <a:pPr algn="l"/>
            <a:r>
              <a:rPr lang="pt-BR" sz="88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4990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350BA-5882-60B9-98AB-5A9906238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E2FF6-9620-24EC-0DBE-EDBE9172BC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B1C1E0E-5EC8-345B-9085-93329B997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2. VENHO, ASSIM, CONTEMPLAR-VOS NO TEMPLO,</a:t>
            </a:r>
          </a:p>
          <a:p>
            <a:pPr algn="l"/>
            <a:r>
              <a:rPr lang="pt-BR" sz="88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638615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15C48-85BF-1522-03D4-6FF4E4D54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673E3-8A8A-CB23-7669-395B72D447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8801CED-29C6-B6D4-C4F2-5107E37F35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3. VOSSO AMOR VALE MAIS DO QUE A VIDA:</a:t>
            </a:r>
          </a:p>
          <a:p>
            <a:pPr algn="l"/>
            <a:r>
              <a:rPr lang="pt-BR" sz="88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2390531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F43C8-6413-BE3E-9C0D-EB12B63B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14F02E-D75E-0549-955D-C6F3FD4676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41" y="308758"/>
            <a:ext cx="8596745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84625C-479D-68FE-FB13-4B45968AA7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941" y="1017320"/>
            <a:ext cx="10785764" cy="6262253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pt-BR" sz="8800" b="1" dirty="0"/>
              <a:t>ANSIOSO, DESDE A AURORA VOS BUSCO PARA VER VOSSO PODER, Ó SENHOR DEUS.:/ ALELUIA.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dirty="0"/>
              <a:t>4. QUERO, POIS, VOS LOUVAR PELA VIDA,</a:t>
            </a:r>
          </a:p>
          <a:p>
            <a:pPr algn="l"/>
            <a:r>
              <a:rPr lang="pt-BR" sz="8800" dirty="0"/>
              <a:t>E ELEVAR PARA VÓS MINHAS MÃOS!</a:t>
            </a:r>
          </a:p>
        </p:txBody>
      </p:sp>
    </p:spTree>
    <p:extLst>
      <p:ext uri="{BB962C8B-B14F-4D97-AF65-F5344CB8AC3E}">
        <p14:creationId xmlns:p14="http://schemas.microsoft.com/office/powerpoint/2010/main" val="15567479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B2728-CA8D-8BF0-E8FF-0ED37C53C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4286E-5239-8A4E-7141-F1DA10AD1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822AFA9-0119-B90B-BDF8-5453E83E0C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600" b="1" dirty="0"/>
              <a:t>SANTO, SANTO, SANTO</a:t>
            </a:r>
          </a:p>
          <a:p>
            <a:pPr algn="just"/>
            <a:r>
              <a:rPr lang="pt-BR" sz="6600" dirty="0"/>
              <a:t>SENHOR DEUS DO UNIVERSO</a:t>
            </a:r>
          </a:p>
          <a:p>
            <a:pPr algn="just"/>
            <a:r>
              <a:rPr lang="pt-BR" sz="6600" dirty="0"/>
              <a:t>O CÉU E A TERRA PROCLAMAM</a:t>
            </a:r>
          </a:p>
          <a:p>
            <a:pPr algn="just"/>
            <a:r>
              <a:rPr lang="pt-BR" sz="6600" dirty="0"/>
              <a:t>A VOSSA GLÓRIA</a:t>
            </a:r>
          </a:p>
          <a:p>
            <a:pPr algn="just"/>
            <a:r>
              <a:rPr lang="pt-BR" sz="6600" b="1" dirty="0"/>
              <a:t>HOSANA NAS ALTURAS (2X)</a:t>
            </a:r>
          </a:p>
          <a:p>
            <a:pPr algn="just"/>
            <a:r>
              <a:rPr lang="pt-BR" sz="6600" dirty="0"/>
              <a:t>BENDITO O QUE VEM</a:t>
            </a:r>
          </a:p>
          <a:p>
            <a:pPr algn="just"/>
            <a:r>
              <a:rPr lang="pt-BR" sz="6600" dirty="0"/>
              <a:t>EM NOME DO SENHOR</a:t>
            </a:r>
          </a:p>
          <a:p>
            <a:pPr algn="l"/>
            <a:r>
              <a:rPr lang="pt-BR" sz="6600" b="1" dirty="0"/>
              <a:t>HOSANA NAS ALTURAS (2X)</a:t>
            </a:r>
          </a:p>
          <a:p>
            <a:pPr algn="just"/>
            <a:endParaRPr lang="pt-BR" sz="66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1913846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ANTES DA MORTE E RESSURREIÇÃO DE JESUS,</a:t>
            </a:r>
          </a:p>
          <a:p>
            <a:pPr algn="l"/>
            <a:r>
              <a:rPr lang="pt-BR" sz="4400" dirty="0"/>
              <a:t>ELE, NA CEIA, QUIS SE ENTREGAR:</a:t>
            </a:r>
          </a:p>
          <a:p>
            <a:pPr algn="l"/>
            <a:r>
              <a:rPr lang="pt-BR" sz="4400" dirty="0"/>
              <a:t>DEU-SE EM COMIDA E BEBIDA PRA NOS SALVAR.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3931642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1124-C74F-DB42-2DF9-71A1FF1B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523C8E-99D5-F803-7707-7BB85AAFF0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161F38B-6A29-C0C6-863F-7A5C50BF5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PARA LEMBRARMOS A MORTE, A CRUZ DO SENHOR,</a:t>
            </a:r>
          </a:p>
          <a:p>
            <a:pPr algn="l"/>
            <a:r>
              <a:rPr lang="pt-BR" sz="4400" dirty="0"/>
              <a:t>NÓS REPETIMOS, COMO ELE FEZ:</a:t>
            </a:r>
          </a:p>
          <a:p>
            <a:pPr algn="l"/>
            <a:r>
              <a:rPr lang="pt-BR" sz="4400" dirty="0"/>
              <a:t>GESTOS, PALAVRAS, ATÉ QUE VOLTE OUTRA VEZ.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3607921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016E8-247D-120D-3E81-81DD90905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27111-4CD1-CE99-4441-A2E29D3812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2D21D7-D87C-9158-662C-EE5BC2496E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4400" dirty="0"/>
              <a:t>ESTE BANQUETE ALIMENTA O AMOR DOS IRMÃOS,</a:t>
            </a:r>
          </a:p>
          <a:p>
            <a:pPr algn="l"/>
            <a:r>
              <a:rPr lang="pt-BR" sz="4400" dirty="0"/>
              <a:t>E NOS PREPARA A GLÓRIA DO CÉU:</a:t>
            </a:r>
          </a:p>
          <a:p>
            <a:pPr algn="l"/>
            <a:r>
              <a:rPr lang="pt-BR" sz="4400" dirty="0"/>
              <a:t>ELE É A FORÇA NA CAMINHADA PRA DEUS.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16310601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82C6-1336-8A9E-55ED-0E9A09D5A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A3695-2B77-1B62-5A89-454B0B8E27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BA219E-3C24-6FBD-EFF4-F203EE51D2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EIS O PÃO VIVO MANDADO A NÓS POR DEUS PAI!</a:t>
            </a:r>
          </a:p>
          <a:p>
            <a:pPr algn="l"/>
            <a:r>
              <a:rPr lang="pt-BR" sz="4400" dirty="0"/>
              <a:t>QUEM O RECEBE, NÃO MORRERÁ:</a:t>
            </a:r>
          </a:p>
          <a:p>
            <a:pPr algn="l"/>
            <a:r>
              <a:rPr lang="pt-BR" sz="4400" dirty="0"/>
              <a:t>NO ÚLTIMO DIA VAI RESSURGIR, VIVERÁ.</a:t>
            </a:r>
          </a:p>
          <a:p>
            <a:pPr algn="l"/>
            <a:endParaRPr lang="pt-BR" sz="4400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2056996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58EC3-A110-23AA-B313-47DF22748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71536-88C0-8D15-A258-05EA5DE10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388304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15E8EE-4F17-94F3-24D0-E7DA3C4D4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4400" dirty="0"/>
              <a:t>CRISTO ESTÁ VIVO, RESSUSCITOU PARA NÓS!</a:t>
            </a:r>
          </a:p>
          <a:p>
            <a:pPr algn="l"/>
            <a:r>
              <a:rPr lang="pt-BR" sz="4400" dirty="0"/>
              <a:t>ESTA VERDADE VAI ANUNCIAR,</a:t>
            </a:r>
          </a:p>
          <a:p>
            <a:pPr algn="l"/>
            <a:r>
              <a:rPr lang="pt-BR" sz="4400" dirty="0"/>
              <a:t>A TODA TERRA, COM ALEGRIA A CANTAR.</a:t>
            </a:r>
          </a:p>
          <a:p>
            <a:pPr algn="l"/>
            <a:endParaRPr lang="pt-BR" sz="4400" b="1" dirty="0"/>
          </a:p>
          <a:p>
            <a:pPr algn="l"/>
            <a:r>
              <a:rPr lang="pt-BR" sz="4400" b="1" dirty="0"/>
              <a:t>E QUANDO AMANHECER</a:t>
            </a:r>
          </a:p>
          <a:p>
            <a:pPr algn="l"/>
            <a:r>
              <a:rPr lang="pt-BR" sz="4400" b="1" dirty="0"/>
              <a:t>O DIA ETERNO, A PLENA VISÃO,</a:t>
            </a:r>
          </a:p>
          <a:p>
            <a:pPr algn="l"/>
            <a:r>
              <a:rPr lang="pt-BR" sz="4400" b="1" dirty="0"/>
              <a:t>RESSURGIREMOS POR CRER,</a:t>
            </a:r>
          </a:p>
          <a:p>
            <a:pPr algn="l"/>
            <a:r>
              <a:rPr lang="pt-BR" sz="4400" b="1" dirty="0"/>
              <a:t>NESTA VIDA ESCONDIDA NO PÃO.</a:t>
            </a:r>
          </a:p>
        </p:txBody>
      </p:sp>
    </p:spTree>
    <p:extLst>
      <p:ext uri="{BB962C8B-B14F-4D97-AF65-F5344CB8AC3E}">
        <p14:creationId xmlns:p14="http://schemas.microsoft.com/office/powerpoint/2010/main" val="840305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59903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6739626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37564113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214" y="334321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>
                <a:solidFill>
                  <a:srgbClr val="FF0000"/>
                </a:solidFill>
              </a:rPr>
              <a:t>PÓS-COMUNHÃO</a:t>
            </a:r>
            <a:endParaRPr lang="pt-BR" sz="2800" b="1" dirty="0">
              <a:solidFill>
                <a:srgbClr val="FF000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840" y="900546"/>
            <a:ext cx="11670319" cy="595745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  <a:endParaRPr lang="pt-BR" sz="9600" b="1" dirty="0"/>
          </a:p>
        </p:txBody>
      </p:sp>
    </p:spTree>
    <p:extLst>
      <p:ext uri="{BB962C8B-B14F-4D97-AF65-F5344CB8AC3E}">
        <p14:creationId xmlns:p14="http://schemas.microsoft.com/office/powerpoint/2010/main" val="24030974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070BC-FDDE-78BD-EDE4-441976119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2F7AFB16-5C75-CED6-69E8-28537BC470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02639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1. A ESCURIDÃO PASSOU... A LUZ DO SOL SURGIU.</a:t>
            </a:r>
          </a:p>
          <a:p>
            <a:pPr algn="l"/>
            <a:r>
              <a:rPr lang="pt-BR" sz="6600" dirty="0"/>
              <a:t>O CRISTO, NOSSO IRMÃO, SEU POVO REDIMIU!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457828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0987480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733774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2. A NOVA LEI DO AMOR CONDUZ O POVO SEU.</a:t>
            </a:r>
          </a:p>
          <a:p>
            <a:pPr algn="l"/>
            <a:r>
              <a:rPr lang="pt-BR" sz="6600" dirty="0"/>
              <a:t>VIVENDO A LEI DO AMOR POR TODOS NÓS SE DEU!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1114454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906" y="38718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906" y="1060213"/>
            <a:ext cx="11479672" cy="5410603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4000" b="1" dirty="0"/>
              <a:t>ANUNCIAI COM GRITOS DE ALEGRIA,</a:t>
            </a:r>
          </a:p>
          <a:p>
            <a:pPr algn="l"/>
            <a:r>
              <a:rPr lang="pt-BR" sz="24000" b="1" dirty="0"/>
              <a:t>PROCLAMAI AOS CONFINS DE TODA TERRA:</a:t>
            </a:r>
          </a:p>
          <a:p>
            <a:pPr algn="l"/>
            <a:r>
              <a:rPr lang="pt-BR" sz="24000" b="1" dirty="0"/>
              <a:t>O SENHOR NOS LIBERTOU, ALELUIA.</a:t>
            </a:r>
          </a:p>
          <a:p>
            <a:pPr algn="l"/>
            <a:r>
              <a:rPr lang="pt-BR" sz="24000" b="1" dirty="0"/>
              <a:t>O SENHOR NOS LIBERTOU, ALELUIA!</a:t>
            </a:r>
          </a:p>
          <a:p>
            <a:pPr algn="l"/>
            <a:endParaRPr lang="pt-BR" sz="8800" b="1" dirty="0"/>
          </a:p>
        </p:txBody>
      </p:sp>
    </p:spTree>
    <p:extLst>
      <p:ext uri="{BB962C8B-B14F-4D97-AF65-F5344CB8AC3E}">
        <p14:creationId xmlns:p14="http://schemas.microsoft.com/office/powerpoint/2010/main" val="4966494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244" y="25810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1244" y="893185"/>
            <a:ext cx="11469512" cy="5964815"/>
          </a:xfrm>
        </p:spPr>
        <p:txBody>
          <a:bodyPr>
            <a:normAutofit/>
          </a:bodyPr>
          <a:lstStyle/>
          <a:p>
            <a:pPr algn="l"/>
            <a:r>
              <a:rPr lang="pt-BR" sz="6600" dirty="0"/>
              <a:t>3. POR SUA RESSURREIÇÃO, CANTAMOS SEU AMOR,</a:t>
            </a:r>
          </a:p>
          <a:p>
            <a:pPr algn="l"/>
            <a:r>
              <a:rPr lang="pt-BR" sz="6600" dirty="0"/>
              <a:t>LIBERTOS DO POVO DAS GARRAS DO OPRESSOR.</a:t>
            </a:r>
          </a:p>
          <a:p>
            <a:pPr algn="l"/>
            <a:endParaRPr lang="pt-BR" sz="6600" dirty="0"/>
          </a:p>
          <a:p>
            <a:pPr algn="l"/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1951279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8351</TotalTime>
  <Words>1262</Words>
  <Application>Microsoft Office PowerPoint</Application>
  <PresentationFormat>Widescreen</PresentationFormat>
  <Paragraphs>195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49" baseType="lpstr">
      <vt:lpstr>-apple-system</vt:lpstr>
      <vt:lpstr>Arial</vt:lpstr>
      <vt:lpstr>Calibri</vt:lpstr>
      <vt:lpstr>Calibri Light</vt:lpstr>
      <vt:lpstr>Times New Roman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  <vt:lpstr>FINAL</vt:lpstr>
      <vt:lpstr>FINAL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53</cp:revision>
  <dcterms:created xsi:type="dcterms:W3CDTF">2023-05-06T17:01:55Z</dcterms:created>
  <dcterms:modified xsi:type="dcterms:W3CDTF">2025-05-17T19:58:06Z</dcterms:modified>
</cp:coreProperties>
</file>