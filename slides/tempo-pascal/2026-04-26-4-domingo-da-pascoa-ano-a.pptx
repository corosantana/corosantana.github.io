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516" r:id="rId4"/>
    <p:sldId id="517" r:id="rId5"/>
    <p:sldId id="518" r:id="rId6"/>
    <p:sldId id="258" r:id="rId7"/>
    <p:sldId id="430" r:id="rId8"/>
    <p:sldId id="431" r:id="rId9"/>
    <p:sldId id="260" r:id="rId10"/>
    <p:sldId id="261" r:id="rId11"/>
    <p:sldId id="338" r:id="rId12"/>
    <p:sldId id="339" r:id="rId13"/>
    <p:sldId id="340" r:id="rId14"/>
    <p:sldId id="377" r:id="rId15"/>
    <p:sldId id="264" r:id="rId16"/>
    <p:sldId id="265" r:id="rId17"/>
    <p:sldId id="266" r:id="rId18"/>
    <p:sldId id="432" r:id="rId19"/>
    <p:sldId id="271" r:id="rId20"/>
    <p:sldId id="519" r:id="rId21"/>
    <p:sldId id="520" r:id="rId22"/>
    <p:sldId id="292" r:id="rId23"/>
    <p:sldId id="506" r:id="rId24"/>
    <p:sldId id="361" r:id="rId25"/>
    <p:sldId id="507" r:id="rId26"/>
    <p:sldId id="508" r:id="rId27"/>
    <p:sldId id="521" r:id="rId28"/>
    <p:sldId id="400" r:id="rId29"/>
    <p:sldId id="522" r:id="rId30"/>
    <p:sldId id="509" r:id="rId31"/>
    <p:sldId id="523" r:id="rId32"/>
    <p:sldId id="510" r:id="rId33"/>
    <p:sldId id="404" r:id="rId34"/>
    <p:sldId id="524" r:id="rId35"/>
    <p:sldId id="525" r:id="rId36"/>
    <p:sldId id="526" r:id="rId37"/>
    <p:sldId id="527" r:id="rId38"/>
    <p:sldId id="514" r:id="rId39"/>
    <p:sldId id="528" r:id="rId40"/>
    <p:sldId id="529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0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4A0C6FD-0660-DB9A-0445-9D8B2FCBA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437944" y="3558040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4º DOMINGO DA PÁSCOA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A PALAVRA DO SENHOR CRIOU OS CÉUS,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TRANSBORDA EM TODA A TERRA A SUA GRAÇA,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TRANSBORDA EM TODA A TERRA A SUA GRAÇA,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ALELUIA, ALELUIA!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Ó JUSTOS, ALEGRAI-VOS NO SENHOR! *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AOS RETOS FICA BEM GLORIFICÁ-LO.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39148-4E82-9958-9BDE-B6BB739C2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A0280-1FAF-969D-C837-72FF783AE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F0EB52-8442-C3E4-14FE-40FA3BB5C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4400" b="1" i="0" dirty="0">
                <a:solidFill>
                  <a:srgbClr val="000000"/>
                </a:solidFill>
                <a:effectLst/>
                <a:latin typeface="-apple-system"/>
              </a:rPr>
              <a:t>A PALAVRA DO SENHOR CRIOU OS CÉUS,</a:t>
            </a:r>
          </a:p>
          <a:p>
            <a:pPr algn="l"/>
            <a:r>
              <a:rPr lang="pt-BR" sz="4400" b="1" i="0" dirty="0">
                <a:solidFill>
                  <a:srgbClr val="000000"/>
                </a:solidFill>
                <a:effectLst/>
                <a:latin typeface="-apple-system"/>
              </a:rPr>
              <a:t>TRANSBORDA EM TODA A TERRA A SUA GRAÇA,</a:t>
            </a:r>
          </a:p>
          <a:p>
            <a:pPr algn="l"/>
            <a:r>
              <a:rPr lang="pt-BR" sz="4400" b="1" i="0" dirty="0">
                <a:solidFill>
                  <a:srgbClr val="000000"/>
                </a:solidFill>
                <a:effectLst/>
                <a:latin typeface="-apple-system"/>
              </a:rPr>
              <a:t>TRANSBORDA EM TODA A TERRA A SUA GRAÇA,</a:t>
            </a:r>
          </a:p>
          <a:p>
            <a:pPr algn="l"/>
            <a:r>
              <a:rPr lang="pt-BR" sz="4400" b="1" i="0" dirty="0">
                <a:solidFill>
                  <a:srgbClr val="000000"/>
                </a:solidFill>
                <a:effectLst/>
                <a:latin typeface="-apple-system"/>
              </a:rPr>
              <a:t>ALELUIA, ALELUIA!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400" i="0" dirty="0">
                <a:solidFill>
                  <a:srgbClr val="000000"/>
                </a:solidFill>
                <a:effectLst/>
                <a:latin typeface="-apple-system"/>
              </a:rPr>
              <a:t>DAI GRAÇAS AO SENHOR AO SOM DA HARPA, *</a:t>
            </a:r>
          </a:p>
          <a:p>
            <a:pPr algn="l"/>
            <a:r>
              <a:rPr lang="pt-BR" sz="4400" i="0" dirty="0">
                <a:solidFill>
                  <a:srgbClr val="000000"/>
                </a:solidFill>
                <a:effectLst/>
                <a:latin typeface="-apple-system"/>
              </a:rPr>
              <a:t>NA LIRA DE DEZ CORDAS CELEBRAI-O! R.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333534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906F2-E6D7-959D-3EA7-442E7678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B88ED-702F-B4D1-0D14-57AF1DBCB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0DD611-1244-F63C-AAAE-BC0F9F559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4400" b="1" i="0" dirty="0">
                <a:solidFill>
                  <a:srgbClr val="000000"/>
                </a:solidFill>
                <a:effectLst/>
                <a:latin typeface="-apple-system"/>
              </a:rPr>
              <a:t>A PALAVRA DO SENHOR CRIOU OS CÉUS,</a:t>
            </a:r>
          </a:p>
          <a:p>
            <a:pPr algn="l"/>
            <a:r>
              <a:rPr lang="pt-BR" sz="4400" b="1" i="0" dirty="0">
                <a:solidFill>
                  <a:srgbClr val="000000"/>
                </a:solidFill>
                <a:effectLst/>
                <a:latin typeface="-apple-system"/>
              </a:rPr>
              <a:t>TRANSBORDA EM TODA A TERRA A SUA GRAÇA,</a:t>
            </a:r>
          </a:p>
          <a:p>
            <a:pPr algn="l"/>
            <a:r>
              <a:rPr lang="pt-BR" sz="4400" b="1" i="0" dirty="0">
                <a:solidFill>
                  <a:srgbClr val="000000"/>
                </a:solidFill>
                <a:effectLst/>
                <a:latin typeface="-apple-system"/>
              </a:rPr>
              <a:t>TRANSBORDA EM TODA A TERRA A SUA GRAÇA,</a:t>
            </a:r>
          </a:p>
          <a:p>
            <a:pPr algn="l"/>
            <a:r>
              <a:rPr lang="pt-BR" sz="4400" b="1" i="0" dirty="0">
                <a:solidFill>
                  <a:srgbClr val="000000"/>
                </a:solidFill>
                <a:effectLst/>
                <a:latin typeface="-apple-system"/>
              </a:rPr>
              <a:t>ALELUIA, ALELUIA!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400" i="0" dirty="0">
                <a:solidFill>
                  <a:srgbClr val="000000"/>
                </a:solidFill>
                <a:effectLst/>
                <a:latin typeface="-apple-system"/>
              </a:rPr>
              <a:t>CANTAI PARA O SENHOR UM CANTO NOVO, *</a:t>
            </a:r>
          </a:p>
          <a:p>
            <a:pPr algn="l"/>
            <a:r>
              <a:rPr lang="pt-BR" sz="4400" i="0" dirty="0">
                <a:solidFill>
                  <a:srgbClr val="000000"/>
                </a:solidFill>
                <a:effectLst/>
                <a:latin typeface="-apple-system"/>
              </a:rPr>
              <a:t>COM ARTE SUSTENTAI A LOUVAÇÃO! R.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321421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2E6C4-B283-664D-AE33-EE74A3B98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A1B94-CB23-EDE9-CFC8-EA6B5BE9D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175672-BDA4-116B-C9E7-8D681339C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4400" b="1" i="0" dirty="0">
                <a:solidFill>
                  <a:srgbClr val="000000"/>
                </a:solidFill>
                <a:effectLst/>
                <a:latin typeface="-apple-system"/>
              </a:rPr>
              <a:t>A PALAVRA DO SENHOR CRIOU OS CÉUS,</a:t>
            </a:r>
          </a:p>
          <a:p>
            <a:pPr algn="l"/>
            <a:r>
              <a:rPr lang="pt-BR" sz="4400" b="1" i="0" dirty="0">
                <a:solidFill>
                  <a:srgbClr val="000000"/>
                </a:solidFill>
                <a:effectLst/>
                <a:latin typeface="-apple-system"/>
              </a:rPr>
              <a:t>TRANSBORDA EM TODA A TERRA A SUA GRAÇA,</a:t>
            </a:r>
          </a:p>
          <a:p>
            <a:pPr algn="l"/>
            <a:r>
              <a:rPr lang="pt-BR" sz="4400" b="1" i="0" dirty="0">
                <a:solidFill>
                  <a:srgbClr val="000000"/>
                </a:solidFill>
                <a:effectLst/>
                <a:latin typeface="-apple-system"/>
              </a:rPr>
              <a:t>TRANSBORDA EM TODA A TERRA A SUA GRAÇA,</a:t>
            </a:r>
          </a:p>
          <a:p>
            <a:pPr algn="l"/>
            <a:r>
              <a:rPr lang="pt-BR" sz="4400" b="1" i="0" dirty="0">
                <a:solidFill>
                  <a:srgbClr val="000000"/>
                </a:solidFill>
                <a:effectLst/>
                <a:latin typeface="-apple-system"/>
              </a:rPr>
              <a:t>ALELUIA, ALELUIA!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400" i="0" dirty="0">
                <a:solidFill>
                  <a:srgbClr val="000000"/>
                </a:solidFill>
                <a:effectLst/>
                <a:latin typeface="-apple-system"/>
              </a:rPr>
              <a:t>POIS RETA É A PALAVRA DO SENHOR, *</a:t>
            </a:r>
          </a:p>
          <a:p>
            <a:pPr algn="l"/>
            <a:r>
              <a:rPr lang="pt-BR" sz="4400" i="0" dirty="0">
                <a:solidFill>
                  <a:srgbClr val="000000"/>
                </a:solidFill>
                <a:effectLst/>
                <a:latin typeface="-apple-system"/>
              </a:rPr>
              <a:t>E TUDO O QUE ELE FAZ MERECE FÉ. R.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1471140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IRMÃS,</a:t>
            </a:r>
          </a:p>
          <a:p>
            <a:pPr algn="just"/>
            <a:r>
              <a:rPr lang="pt-BR" sz="6000" dirty="0"/>
              <a:t>QUE PEQUEI MUITAS VEZES POR PENSAMENTOS,</a:t>
            </a:r>
          </a:p>
          <a:p>
            <a:pPr algn="just"/>
            <a:r>
              <a:rPr lang="pt-BR" sz="6000" dirty="0"/>
              <a:t>PALAVRAS, ATOS E OMISSÕES,</a:t>
            </a:r>
          </a:p>
          <a:p>
            <a:pPr algn="just"/>
            <a:r>
              <a:rPr lang="pt-BR" sz="6000" dirty="0"/>
              <a:t>POR MINHA CULPA, MINHA CULPA, MINHA TÃO GRANDE CULPA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571382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0988389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IRMÃS,</a:t>
            </a:r>
          </a:p>
          <a:p>
            <a:pPr algn="just"/>
            <a:r>
              <a:rPr lang="pt-BR" sz="7200" dirty="0"/>
              <a:t>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(3X)</a:t>
            </a:r>
          </a:p>
          <a:p>
            <a:pPr algn="just"/>
            <a:r>
              <a:rPr lang="pt-BR" sz="9400" b="1" dirty="0"/>
              <a:t>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220389" cy="2332612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O SENHOR É O PASTOR QUE ME CONDUZ; PARA AS ÁGUAS REPOUSANTES ME ENCAMINHA.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45917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6000" b="1" dirty="0"/>
              <a:t>ALELUIA, ALELUIA, ALELUIA </a:t>
            </a:r>
            <a:r>
              <a:rPr lang="pt-BR" sz="6500" b="1" dirty="0"/>
              <a:t> </a:t>
            </a:r>
          </a:p>
          <a:p>
            <a:endParaRPr lang="pt-BR" sz="6500" b="1" dirty="0"/>
          </a:p>
          <a:p>
            <a:r>
              <a:rPr lang="pt-BR" sz="6500" dirty="0"/>
              <a:t>EU SOU O BOM PASTOR, DIZ O SENHOR; EU CONHEÇO AS MINHAS OVELHAS E ELAS ME CONHECEM.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876837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8800" b="1" dirty="0"/>
              <a:t>SOU BOM PASTOR, OVELHAS GUARDAREI:</a:t>
            </a:r>
          </a:p>
          <a:p>
            <a:pPr algn="l"/>
            <a:r>
              <a:rPr lang="pt-BR" sz="8800" b="1" dirty="0"/>
              <a:t>NÃO TENHO OUTRO OFÍCIO NEM TEREI.</a:t>
            </a:r>
          </a:p>
          <a:p>
            <a:pPr algn="l"/>
            <a:r>
              <a:rPr lang="pt-BR" sz="8800" b="1" dirty="0"/>
              <a:t>QUANTAS VIDAS EU TIVER EU LHES DAREI!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1. MAUS PASTORES NUM DIA DE SOMBRA,</a:t>
            </a:r>
          </a:p>
          <a:p>
            <a:pPr algn="l"/>
            <a:r>
              <a:rPr lang="pt-BR" sz="8800" dirty="0"/>
              <a:t>NÃO CUIDARAM E O REBANHO SE PERDEU.</a:t>
            </a:r>
          </a:p>
          <a:p>
            <a:pPr algn="l"/>
            <a:r>
              <a:rPr lang="pt-BR" sz="8800" dirty="0"/>
              <a:t>VOU SAIR PELO CAMPO, REUNIR O QUE É MEU,</a:t>
            </a:r>
          </a:p>
          <a:p>
            <a:pPr algn="l"/>
            <a:r>
              <a:rPr lang="pt-BR" sz="8800" dirty="0"/>
              <a:t>CONDUZIR E SALVAR.</a:t>
            </a:r>
          </a:p>
        </p:txBody>
      </p:sp>
    </p:spTree>
    <p:extLst>
      <p:ext uri="{BB962C8B-B14F-4D97-AF65-F5344CB8AC3E}">
        <p14:creationId xmlns:p14="http://schemas.microsoft.com/office/powerpoint/2010/main" val="3513021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592FA-D97F-17C2-181F-2B30E254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A58E3-D3CE-9464-53A8-DD6DDF857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C1DF0E-2CA7-70DF-F85D-A06F3061C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8800" b="1" dirty="0"/>
              <a:t>SOU BOM PASTOR, OVELHAS GUARDAREI:</a:t>
            </a:r>
          </a:p>
          <a:p>
            <a:pPr algn="l"/>
            <a:r>
              <a:rPr lang="pt-BR" sz="8800" b="1" dirty="0"/>
              <a:t>NÃO TENHO OUTRO OFÍCIO NEM TEREI.</a:t>
            </a:r>
          </a:p>
          <a:p>
            <a:pPr algn="l"/>
            <a:r>
              <a:rPr lang="pt-BR" sz="8800" b="1" dirty="0"/>
              <a:t>QUANTAS VIDAS EU TIVER EU LHES DAREI!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2. VERDES PRADOS E BELAS MONTANHAS</a:t>
            </a:r>
          </a:p>
          <a:p>
            <a:pPr algn="l"/>
            <a:r>
              <a:rPr lang="pt-BR" sz="8800" dirty="0"/>
              <a:t>HÃO DE VER O PASTOR REBANHO ATRÁS.</a:t>
            </a:r>
          </a:p>
          <a:p>
            <a:pPr algn="l"/>
            <a:r>
              <a:rPr lang="pt-BR" sz="8800" dirty="0"/>
              <a:t>JUNTO A MIM AS OVELHAS TERÃO MUITA PAZ,</a:t>
            </a:r>
          </a:p>
          <a:p>
            <a:pPr algn="l"/>
            <a:r>
              <a:rPr lang="pt-BR" sz="8800" dirty="0"/>
              <a:t>PODERÃO DESCANSAR!</a:t>
            </a:r>
          </a:p>
        </p:txBody>
      </p:sp>
    </p:spTree>
    <p:extLst>
      <p:ext uri="{BB962C8B-B14F-4D97-AF65-F5344CB8AC3E}">
        <p14:creationId xmlns:p14="http://schemas.microsoft.com/office/powerpoint/2010/main" val="196017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B2728-CA8D-8BF0-E8FF-0ED37C53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286E-5239-8A4E-7141-F1DA10AD1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22AFA9-0119-B90B-BDF8-5453E83E0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91384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EU SOU O BOM PASTOR, ALELUIA. </a:t>
            </a:r>
          </a:p>
          <a:p>
            <a:pPr algn="l"/>
            <a:r>
              <a:rPr lang="pt-BR" sz="6600" b="1" dirty="0"/>
              <a:t>EU CONHEÇO AS MINHAS OVELHAS, </a:t>
            </a:r>
          </a:p>
          <a:p>
            <a:pPr algn="l"/>
            <a:r>
              <a:rPr lang="pt-BR" sz="6600" b="1" dirty="0"/>
              <a:t>E ELAS ME CONHECEM, ALELUIA, ALELUIA.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31642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O SENHOR É O PASTOR QUE ME CONDUZ; *NÃO ME FALTA COISA ALGUMA. </a:t>
            </a:r>
          </a:p>
          <a:p>
            <a:pPr algn="l"/>
            <a:r>
              <a:rPr lang="pt-BR" sz="6600" dirty="0"/>
              <a:t>PELOS PRADOS E CAMPINAS VERDEJANTES *ELE ME LEVA A DESCANSAR. </a:t>
            </a:r>
          </a:p>
          <a:p>
            <a:pPr algn="l"/>
            <a:r>
              <a:rPr lang="pt-BR" sz="6600" dirty="0"/>
              <a:t>PARA AS ÁGUAS REPOUSANTES ME ENCAMINHA, * E RESTAURA AS MINHAS FORÇAS. 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654475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0FA4B-0ECB-E091-6DFF-C73D8B584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0BC01-C391-AFAC-A957-0D60A746A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AD7B9B-3AEE-E50E-3C4E-FB09FB9E6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EU SOU O BOM PASTOR, ALELUIA. </a:t>
            </a:r>
          </a:p>
          <a:p>
            <a:pPr algn="l"/>
            <a:r>
              <a:rPr lang="pt-BR" sz="6600" b="1" dirty="0"/>
              <a:t>EU CONHEÇO AS MINHAS OVELHAS, </a:t>
            </a:r>
          </a:p>
          <a:p>
            <a:pPr algn="l"/>
            <a:r>
              <a:rPr lang="pt-BR" sz="6600" b="1" dirty="0"/>
              <a:t>E ELAS ME CONHECEM, ALELUIA, ALELUIA.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17300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ELE ME GUIA NO CAMINHO MAIS SEGURO, * PELA HONRA DO SEU NOME. </a:t>
            </a:r>
          </a:p>
          <a:p>
            <a:pPr algn="l"/>
            <a:r>
              <a:rPr lang="pt-BR" sz="6600" dirty="0"/>
              <a:t>MESMO QUE EU PASSE PELO VALE TENEBROSO, * NENHUM MAL EU TEMEREI; </a:t>
            </a:r>
          </a:p>
          <a:p>
            <a:pPr algn="l"/>
            <a:r>
              <a:rPr lang="pt-BR" sz="6600" dirty="0"/>
              <a:t>ESTAIS COMIGO COM BASTÃO E COM CAJADO; * ELES ME DÃO A SEGURANÇA! 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037305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B70AC-0575-0CEE-8CD0-8DFF6A0C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EBA5D-E9EC-E779-1718-9C5D36EA1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B22D21-7297-99F0-0D12-439F3FF8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EU SOU O BOM PASTOR, ALELUIA. </a:t>
            </a:r>
          </a:p>
          <a:p>
            <a:pPr algn="l"/>
            <a:r>
              <a:rPr lang="pt-BR" sz="6600" b="1" dirty="0"/>
              <a:t>EU CONHEÇO AS MINHAS OVELHAS, </a:t>
            </a:r>
          </a:p>
          <a:p>
            <a:pPr algn="l"/>
            <a:r>
              <a:rPr lang="pt-BR" sz="6600" b="1" dirty="0"/>
              <a:t>E ELAS ME CONHECEM, ALELUIA, ALELUIA.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015191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PREPARAIS À MINHA FRENTE UMA MESA, *BEM À VISTA DO INIMIGO, </a:t>
            </a:r>
          </a:p>
          <a:p>
            <a:pPr algn="l"/>
            <a:r>
              <a:rPr lang="pt-BR" sz="6600" dirty="0"/>
              <a:t>E COM ÓLEO VÓS UNGIS MINHA CABEÇA; * O MEU CÁLICE TRANSBORDA.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9370935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6C01A-B5F2-5C1F-8AAB-7FD506E84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880AF-95C7-6171-2778-D063792F1F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5E63DA-C0EC-B483-E4C2-2D691F38E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EU SOU O BOM PASTOR, ALELUIA. </a:t>
            </a:r>
          </a:p>
          <a:p>
            <a:pPr algn="l"/>
            <a:r>
              <a:rPr lang="pt-BR" sz="6600" b="1" dirty="0"/>
              <a:t>EU CONHEÇO AS MINHAS OVELHAS, </a:t>
            </a:r>
          </a:p>
          <a:p>
            <a:pPr algn="l"/>
            <a:r>
              <a:rPr lang="pt-BR" sz="6600" b="1" dirty="0"/>
              <a:t>E ELAS ME CONHECEM, ALELUIA, ALELUIA.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538497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FELICIDADE E TODO BEM HÃO DE SEGUIR-ME * POR TODA A MINHA VIDA; </a:t>
            </a:r>
          </a:p>
          <a:p>
            <a:pPr algn="l"/>
            <a:r>
              <a:rPr lang="pt-BR" sz="6600" dirty="0"/>
              <a:t>E, NA CASA DO SENHOR, HABITAREI * PELOS TEMPOS INFINITOS.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8233696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1. PELOS PRADOS E CAMPINAS VERDEJANTES EU VOU</a:t>
            </a:r>
          </a:p>
          <a:p>
            <a:pPr algn="l"/>
            <a:r>
              <a:rPr lang="pt-BR" sz="6600" dirty="0"/>
              <a:t>É O SENHOR QUE ME LEVA A DESCANSAR</a:t>
            </a:r>
          </a:p>
          <a:p>
            <a:pPr algn="l"/>
            <a:r>
              <a:rPr lang="pt-BR" sz="6600" dirty="0"/>
              <a:t>JUNTO ÀS FONTES DE ÁGUAS PURAS REPOUSANTES EU VOU</a:t>
            </a:r>
          </a:p>
          <a:p>
            <a:pPr algn="l"/>
            <a:r>
              <a:rPr lang="pt-BR" sz="6600" dirty="0"/>
              <a:t>MINHAS FORÇAS O SENHOR VAI ANIMAR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TU ÉS, SENHOR, O MEU PASTOR</a:t>
            </a:r>
          </a:p>
          <a:p>
            <a:pPr algn="l"/>
            <a:r>
              <a:rPr lang="pt-BR" sz="6600" b="1" dirty="0"/>
              <a:t>POR ISSO NADA EM MINHA VIDA FALTARÁ!</a:t>
            </a:r>
          </a:p>
        </p:txBody>
      </p:sp>
    </p:spTree>
    <p:extLst>
      <p:ext uri="{BB962C8B-B14F-4D97-AF65-F5344CB8AC3E}">
        <p14:creationId xmlns:p14="http://schemas.microsoft.com/office/powerpoint/2010/main" val="2221148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1133D-1AAF-7679-D510-5DCA4AD78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72EA2E-719C-5E33-3DA7-95A40B335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6A308E-CA63-FAD7-195E-7070B63D4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2. NOS CAMINHOS MAIS SEGUROS JUNTO D'ELE EU VOU</a:t>
            </a:r>
          </a:p>
          <a:p>
            <a:pPr algn="l"/>
            <a:r>
              <a:rPr lang="pt-BR" sz="6600" dirty="0"/>
              <a:t>E PRA SEMPRE O SEU NOME EU HONRAREI</a:t>
            </a:r>
          </a:p>
          <a:p>
            <a:pPr algn="l"/>
            <a:r>
              <a:rPr lang="pt-BR" sz="6600" dirty="0"/>
              <a:t>SE EU ENCONTRO MIL ABISMOS NOS CAMINHOS EU VOU</a:t>
            </a:r>
          </a:p>
          <a:p>
            <a:pPr algn="l"/>
            <a:r>
              <a:rPr lang="pt-BR" sz="6600" dirty="0"/>
              <a:t>SEGURANÇA SEMPRE TENHO EM SUAS MÃOS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TU ÉS, SENHOR, O MEU PASTOR</a:t>
            </a:r>
          </a:p>
          <a:p>
            <a:pPr algn="l"/>
            <a:r>
              <a:rPr lang="pt-BR" sz="6600" b="1" dirty="0"/>
              <a:t>POR ISSO NADA EM MINHA VIDA FALTARÁ!</a:t>
            </a:r>
          </a:p>
        </p:txBody>
      </p:sp>
    </p:spTree>
    <p:extLst>
      <p:ext uri="{BB962C8B-B14F-4D97-AF65-F5344CB8AC3E}">
        <p14:creationId xmlns:p14="http://schemas.microsoft.com/office/powerpoint/2010/main" val="4967320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52B07-ECD7-B868-4C83-5B8E3C33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F7A98-C046-FA70-E8E7-08DC555DD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0E595F-076D-CD89-DA9C-6C76A52CB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3. AO BANQUETE EM SUA CASA MUITO ALEGRE EU VOU</a:t>
            </a:r>
          </a:p>
          <a:p>
            <a:pPr algn="l"/>
            <a:r>
              <a:rPr lang="pt-BR" sz="6600" dirty="0"/>
              <a:t>UM LUGAR EM SUA MESA ME PREPAROU</a:t>
            </a:r>
          </a:p>
          <a:p>
            <a:pPr algn="l"/>
            <a:r>
              <a:rPr lang="pt-BR" sz="6600" dirty="0"/>
              <a:t>ELE UNGE MINHA FRONTE E ME FAZ SER FELIZ</a:t>
            </a:r>
          </a:p>
          <a:p>
            <a:pPr algn="l"/>
            <a:r>
              <a:rPr lang="pt-BR" sz="6600" dirty="0"/>
              <a:t>E TRANSBORDA A MINHA TAÇA EM SEU AMOR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TU ÉS, SENHOR, O MEU PASTOR</a:t>
            </a:r>
          </a:p>
          <a:p>
            <a:pPr algn="l"/>
            <a:r>
              <a:rPr lang="pt-BR" sz="6600" b="1" dirty="0"/>
              <a:t>POR ISSO NADA EM MINHA VIDA FALTARÁ!</a:t>
            </a:r>
          </a:p>
        </p:txBody>
      </p:sp>
    </p:spTree>
    <p:extLst>
      <p:ext uri="{BB962C8B-B14F-4D97-AF65-F5344CB8AC3E}">
        <p14:creationId xmlns:p14="http://schemas.microsoft.com/office/powerpoint/2010/main" val="1048501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FFDD-3B9E-F4FA-957B-530FE843C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8AD46-0F4B-4000-7496-40FEEE0B3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BFB2C6-C890-9003-CBF4-ED6AA4DB5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4. BEM A FRENTE DO INIMIGO CONFIANTE EU VOU</a:t>
            </a:r>
          </a:p>
          <a:p>
            <a:pPr algn="l"/>
            <a:r>
              <a:rPr lang="pt-BR" sz="6600" dirty="0"/>
              <a:t>TENHO SEMPRE O SENHOR JUNTO DE MIM</a:t>
            </a:r>
          </a:p>
          <a:p>
            <a:pPr algn="l"/>
            <a:r>
              <a:rPr lang="pt-BR" sz="6600" dirty="0"/>
              <a:t>SEU CAJADO ME PROTEGE EU JAMAIS TEMEREI</a:t>
            </a:r>
          </a:p>
          <a:p>
            <a:pPr algn="l"/>
            <a:r>
              <a:rPr lang="pt-BR" sz="6600" dirty="0"/>
              <a:t>SEMPRE JUNTO DO SENHOR EU ESTAREI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TU ÉS, SENHOR, O MEU PASTOR</a:t>
            </a:r>
          </a:p>
          <a:p>
            <a:pPr algn="l"/>
            <a:r>
              <a:rPr lang="pt-BR" sz="6600" b="1" dirty="0"/>
              <a:t>POR ISSO NADA EM MINHA VIDA FALTARÁ!</a:t>
            </a:r>
          </a:p>
        </p:txBody>
      </p:sp>
    </p:spTree>
    <p:extLst>
      <p:ext uri="{BB962C8B-B14F-4D97-AF65-F5344CB8AC3E}">
        <p14:creationId xmlns:p14="http://schemas.microsoft.com/office/powerpoint/2010/main" val="7318754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70BC-FDDE-78BD-EDE4-44197611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F7AFB16-5C75-CED6-69E8-28537BC470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2639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REGÍNA CÆLI, LÆTÁRE, ALLELUIA;</a:t>
            </a:r>
          </a:p>
          <a:p>
            <a:pPr algn="l"/>
            <a:r>
              <a:rPr lang="pt-BR" dirty="0"/>
              <a:t>RAINHA DO CÉU, ALEGRAI-VOS, ALELUIA.</a:t>
            </a:r>
          </a:p>
          <a:p>
            <a:pPr algn="l"/>
            <a:r>
              <a:rPr lang="pt-BR" sz="4400" b="1" dirty="0"/>
              <a:t>QUIA QUEM MERUÍSTI PORTÁRE, ALLELUIA;</a:t>
            </a:r>
          </a:p>
          <a:p>
            <a:pPr algn="l"/>
            <a:r>
              <a:rPr lang="pt-BR" dirty="0"/>
              <a:t>PORQUE QUEM MERECESTES TRAZER EM VOSSO SEIO, ALELUIA.</a:t>
            </a:r>
          </a:p>
          <a:p>
            <a:pPr algn="l"/>
            <a:r>
              <a:rPr lang="pt-BR" sz="4800" b="1" dirty="0"/>
              <a:t>RESURRÉXIT, SICUT DIXIT, ALLELUIA;</a:t>
            </a:r>
          </a:p>
          <a:p>
            <a:pPr algn="l"/>
            <a:r>
              <a:rPr lang="pt-BR" dirty="0"/>
              <a:t>RESSUSCITOU COMO DISSE, ALELUIA.</a:t>
            </a:r>
          </a:p>
          <a:p>
            <a:pPr algn="l"/>
            <a:r>
              <a:rPr lang="pt-BR" sz="4800" b="1" dirty="0"/>
              <a:t>ORA PRO NÓBIS DEUM, ALLELUIA.</a:t>
            </a:r>
            <a:endParaRPr lang="pt-BR" b="1" dirty="0"/>
          </a:p>
          <a:p>
            <a:pPr algn="l"/>
            <a:r>
              <a:rPr lang="pt-BR" dirty="0"/>
              <a:t>ROGAI A DEUS POR NÓS, ALELUIA.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8270002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B2E74-2AE5-F4D4-6166-4DE76A1B5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9E1B497-B198-5E3B-18B2-0A6E7D1CC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153" y="554182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GAUDE ET LÆTÁRE, VIRGO MARIA, ALLELUIA.</a:t>
            </a:r>
          </a:p>
          <a:p>
            <a:pPr algn="l"/>
            <a:r>
              <a:rPr lang="pt-BR" dirty="0"/>
              <a:t>EXULTAI E ALEGRAI-VOS, Ó VIRGEM MARIA, ALELUIA.</a:t>
            </a:r>
          </a:p>
          <a:p>
            <a:pPr algn="l"/>
            <a:r>
              <a:rPr lang="pt-BR" sz="4800" b="1" dirty="0"/>
              <a:t>QUIA SURRÉXIT DÓMINUS VERE, ALLELUIA.</a:t>
            </a:r>
          </a:p>
          <a:p>
            <a:pPr algn="l"/>
            <a:r>
              <a:rPr lang="pt-BR" dirty="0"/>
              <a:t>PORQUE O SENHOR RESSUSCITOU VERDADEIRAMENTE, ALELUIA.</a:t>
            </a:r>
          </a:p>
          <a:p>
            <a:pPr algn="l"/>
            <a:r>
              <a:rPr lang="pt-BR" sz="4800" b="1" dirty="0"/>
              <a:t>RESURRÉXIT, SICUT DIXIT, ALLELUIA;</a:t>
            </a:r>
            <a:endParaRPr lang="pt-BR" b="1" dirty="0"/>
          </a:p>
          <a:p>
            <a:pPr algn="l"/>
            <a:r>
              <a:rPr lang="pt-BR" dirty="0"/>
              <a:t>RESSUSCITOU COMO DISSE, ALELUIA.</a:t>
            </a:r>
          </a:p>
          <a:p>
            <a:pPr algn="l"/>
            <a:r>
              <a:rPr lang="pt-BR" sz="4800" b="1" dirty="0"/>
              <a:t>ORA PRO NÓBIS DEUM, ALLELUIA.</a:t>
            </a:r>
          </a:p>
          <a:p>
            <a:pPr algn="l"/>
            <a:r>
              <a:rPr lang="pt-BR" dirty="0"/>
              <a:t>ROGAI A DEUS POR NÓS, ALELUIA.</a:t>
            </a:r>
          </a:p>
          <a:p>
            <a:endParaRPr lang="pt-BR" dirty="0"/>
          </a:p>
          <a:p>
            <a:endParaRPr lang="pt-BR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4787936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8379</TotalTime>
  <Words>1166</Words>
  <Application>Microsoft Office PowerPoint</Application>
  <PresentationFormat>Widescreen</PresentationFormat>
  <Paragraphs>179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6" baseType="lpstr">
      <vt:lpstr>-apple-system</vt:lpstr>
      <vt:lpstr>Arial</vt:lpstr>
      <vt:lpstr>Calibri</vt:lpstr>
      <vt:lpstr>Calibri Light</vt:lpstr>
      <vt:lpstr>Times New Roman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50</cp:revision>
  <dcterms:created xsi:type="dcterms:W3CDTF">2023-05-06T17:01:55Z</dcterms:created>
  <dcterms:modified xsi:type="dcterms:W3CDTF">2026-04-25T20:23:21Z</dcterms:modified>
</cp:coreProperties>
</file>