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2" r:id="rId3"/>
    <p:sldId id="488" r:id="rId4"/>
    <p:sldId id="258" r:id="rId5"/>
    <p:sldId id="259" r:id="rId6"/>
    <p:sldId id="260" r:id="rId7"/>
    <p:sldId id="261" r:id="rId8"/>
    <p:sldId id="338" r:id="rId9"/>
    <p:sldId id="339" r:id="rId10"/>
    <p:sldId id="340" r:id="rId11"/>
    <p:sldId id="377" r:id="rId12"/>
    <p:sldId id="447" r:id="rId13"/>
    <p:sldId id="264" r:id="rId14"/>
    <p:sldId id="265" r:id="rId15"/>
    <p:sldId id="266" r:id="rId16"/>
    <p:sldId id="267" r:id="rId17"/>
    <p:sldId id="489" r:id="rId18"/>
    <p:sldId id="472" r:id="rId19"/>
    <p:sldId id="471" r:id="rId20"/>
    <p:sldId id="484" r:id="rId21"/>
    <p:sldId id="485" r:id="rId22"/>
    <p:sldId id="490" r:id="rId23"/>
    <p:sldId id="361" r:id="rId24"/>
    <p:sldId id="445" r:id="rId25"/>
    <p:sldId id="443" r:id="rId26"/>
    <p:sldId id="444" r:id="rId27"/>
    <p:sldId id="277" r:id="rId28"/>
    <p:sldId id="491" r:id="rId29"/>
    <p:sldId id="492" r:id="rId30"/>
    <p:sldId id="494" r:id="rId31"/>
    <p:sldId id="427" r:id="rId32"/>
    <p:sldId id="495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5C0F2EE-E3FC-4551-AE68-80E9685941B3}"/>
    <pc:docChg chg="undo custSel addSld delSld modSld sldOrd">
      <pc:chgData name="anaclaracosta116@gmail.com" userId="a793634777582c92" providerId="LiveId" clId="{85C0F2EE-E3FC-4551-AE68-80E9685941B3}" dt="2025-04-26T20:54:31.276" v="669" actId="47"/>
      <pc:docMkLst>
        <pc:docMk/>
      </pc:docMkLst>
      <pc:sldChg chg="modSp mod">
        <pc:chgData name="anaclaracosta116@gmail.com" userId="a793634777582c92" providerId="LiveId" clId="{85C0F2EE-E3FC-4551-AE68-80E9685941B3}" dt="2025-04-26T20:24:15.636" v="203" actId="20577"/>
        <pc:sldMkLst>
          <pc:docMk/>
          <pc:sldMk cId="2490480151" sldId="259"/>
        </pc:sldMkLst>
        <pc:spChg chg="mod">
          <ac:chgData name="anaclaracosta116@gmail.com" userId="a793634777582c92" providerId="LiveId" clId="{85C0F2EE-E3FC-4551-AE68-80E9685941B3}" dt="2025-04-26T20:24:15.636" v="203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5C0F2EE-E3FC-4551-AE68-80E9685941B3}" dt="2025-04-26T19:38:31.864" v="56"/>
        <pc:sldMkLst>
          <pc:docMk/>
          <pc:sldMk cId="3388034860" sldId="265"/>
        </pc:sldMkLst>
        <pc:spChg chg="mod">
          <ac:chgData name="anaclaracosta116@gmail.com" userId="a793634777582c92" providerId="LiveId" clId="{85C0F2EE-E3FC-4551-AE68-80E9685941B3}" dt="2025-04-26T19:38:31.864" v="5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5C0F2EE-E3FC-4551-AE68-80E9685941B3}" dt="2025-04-26T19:44:25.665" v="60"/>
        <pc:sldMkLst>
          <pc:docMk/>
          <pc:sldMk cId="2671817442" sldId="267"/>
        </pc:sldMkLst>
        <pc:spChg chg="mod">
          <ac:chgData name="anaclaracosta116@gmail.com" userId="a793634777582c92" providerId="LiveId" clId="{85C0F2EE-E3FC-4551-AE68-80E9685941B3}" dt="2025-04-26T19:44:25.665" v="60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5C0F2EE-E3FC-4551-AE68-80E9685941B3}" dt="2025-04-26T20:54:18.187" v="667" actId="47"/>
        <pc:sldMkLst>
          <pc:docMk/>
          <pc:sldMk cId="4141278968" sldId="337"/>
        </pc:sldMkLst>
      </pc:sldChg>
      <pc:sldChg chg="addSp modSp mod">
        <pc:chgData name="anaclaracosta116@gmail.com" userId="a793634777582c92" providerId="LiveId" clId="{85C0F2EE-E3FC-4551-AE68-80E9685941B3}" dt="2025-04-26T19:31:56.094" v="54" actId="1076"/>
        <pc:sldMkLst>
          <pc:docMk/>
          <pc:sldMk cId="725659120" sldId="375"/>
        </pc:sldMkLst>
        <pc:spChg chg="add mod">
          <ac:chgData name="anaclaracosta116@gmail.com" userId="a793634777582c92" providerId="LiveId" clId="{85C0F2EE-E3FC-4551-AE68-80E9685941B3}" dt="2025-04-26T19:31:34.101" v="49" actId="1076"/>
          <ac:spMkLst>
            <pc:docMk/>
            <pc:sldMk cId="725659120" sldId="375"/>
            <ac:spMk id="2" creationId="{3F28D0B7-085F-1DC2-CE73-4EC2EC97C3D6}"/>
          </ac:spMkLst>
        </pc:spChg>
        <pc:spChg chg="mod">
          <ac:chgData name="anaclaracosta116@gmail.com" userId="a793634777582c92" providerId="LiveId" clId="{85C0F2EE-E3FC-4551-AE68-80E9685941B3}" dt="2025-04-26T19:31:56.094" v="54" actId="1076"/>
          <ac:spMkLst>
            <pc:docMk/>
            <pc:sldMk cId="725659120" sldId="375"/>
            <ac:spMk id="4" creationId="{23B5BD68-62AE-07CF-D39A-D2ED40FE2B1C}"/>
          </ac:spMkLst>
        </pc:spChg>
      </pc:sldChg>
      <pc:sldChg chg="del">
        <pc:chgData name="anaclaracosta116@gmail.com" userId="a793634777582c92" providerId="LiveId" clId="{85C0F2EE-E3FC-4551-AE68-80E9685941B3}" dt="2025-04-26T20:53:39.454" v="665" actId="47"/>
        <pc:sldMkLst>
          <pc:docMk/>
          <pc:sldMk cId="3734991938" sldId="428"/>
        </pc:sldMkLst>
      </pc:sldChg>
      <pc:sldChg chg="del">
        <pc:chgData name="anaclaracosta116@gmail.com" userId="a793634777582c92" providerId="LiveId" clId="{85C0F2EE-E3FC-4551-AE68-80E9685941B3}" dt="2025-04-26T20:53:39.454" v="665" actId="47"/>
        <pc:sldMkLst>
          <pc:docMk/>
          <pc:sldMk cId="1475441202" sldId="429"/>
        </pc:sldMkLst>
      </pc:sldChg>
      <pc:sldChg chg="del">
        <pc:chgData name="anaclaracosta116@gmail.com" userId="a793634777582c92" providerId="LiveId" clId="{85C0F2EE-E3FC-4551-AE68-80E9685941B3}" dt="2025-04-26T20:53:39.454" v="665" actId="47"/>
        <pc:sldMkLst>
          <pc:docMk/>
          <pc:sldMk cId="652183787" sldId="441"/>
        </pc:sldMkLst>
      </pc:sldChg>
      <pc:sldChg chg="del">
        <pc:chgData name="anaclaracosta116@gmail.com" userId="a793634777582c92" providerId="LiveId" clId="{85C0F2EE-E3FC-4551-AE68-80E9685941B3}" dt="2025-04-26T20:53:39.454" v="665" actId="47"/>
        <pc:sldMkLst>
          <pc:docMk/>
          <pc:sldMk cId="13159275" sldId="442"/>
        </pc:sldMkLst>
      </pc:sldChg>
      <pc:sldChg chg="modSp mod">
        <pc:chgData name="anaclaracosta116@gmail.com" userId="a793634777582c92" providerId="LiveId" clId="{85C0F2EE-E3FC-4551-AE68-80E9685941B3}" dt="2025-04-26T20:28:41.286" v="661" actId="20577"/>
        <pc:sldMkLst>
          <pc:docMk/>
          <pc:sldMk cId="3496163428" sldId="444"/>
        </pc:sldMkLst>
        <pc:spChg chg="mod">
          <ac:chgData name="anaclaracosta116@gmail.com" userId="a793634777582c92" providerId="LiveId" clId="{85C0F2EE-E3FC-4551-AE68-80E9685941B3}" dt="2025-04-26T20:28:41.286" v="661" actId="20577"/>
          <ac:spMkLst>
            <pc:docMk/>
            <pc:sldMk cId="3496163428" sldId="44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5C0F2EE-E3FC-4551-AE68-80E9685941B3}" dt="2025-04-26T20:54:19.480" v="668" actId="47"/>
        <pc:sldMkLst>
          <pc:docMk/>
          <pc:sldMk cId="2277023183" sldId="459"/>
        </pc:sldMkLst>
      </pc:sldChg>
      <pc:sldChg chg="del">
        <pc:chgData name="anaclaracosta116@gmail.com" userId="a793634777582c92" providerId="LiveId" clId="{85C0F2EE-E3FC-4551-AE68-80E9685941B3}" dt="2025-04-26T20:24:19.358" v="204" actId="47"/>
        <pc:sldMkLst>
          <pc:docMk/>
          <pc:sldMk cId="3561468541" sldId="469"/>
        </pc:sldMkLst>
      </pc:sldChg>
      <pc:sldChg chg="modSp mod">
        <pc:chgData name="anaclaracosta116@gmail.com" userId="a793634777582c92" providerId="LiveId" clId="{85C0F2EE-E3FC-4551-AE68-80E9685941B3}" dt="2025-04-26T20:52:25.276" v="662" actId="113"/>
        <pc:sldMkLst>
          <pc:docMk/>
          <pc:sldMk cId="852099130" sldId="471"/>
        </pc:sldMkLst>
        <pc:spChg chg="mod">
          <ac:chgData name="anaclaracosta116@gmail.com" userId="a793634777582c92" providerId="LiveId" clId="{85C0F2EE-E3FC-4551-AE68-80E9685941B3}" dt="2025-04-26T20:52:25.276" v="662" actId="113"/>
          <ac:spMkLst>
            <pc:docMk/>
            <pc:sldMk cId="852099130" sldId="47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5C0F2EE-E3FC-4551-AE68-80E9685941B3}" dt="2025-04-26T20:54:31.276" v="669" actId="47"/>
        <pc:sldMkLst>
          <pc:docMk/>
          <pc:sldMk cId="1093983766" sldId="477"/>
        </pc:sldMkLst>
      </pc:sldChg>
      <pc:sldChg chg="del">
        <pc:chgData name="anaclaracosta116@gmail.com" userId="a793634777582c92" providerId="LiveId" clId="{85C0F2EE-E3FC-4551-AE68-80E9685941B3}" dt="2025-04-26T20:54:31.276" v="669" actId="47"/>
        <pc:sldMkLst>
          <pc:docMk/>
          <pc:sldMk cId="3738050050" sldId="478"/>
        </pc:sldMkLst>
      </pc:sldChg>
      <pc:sldChg chg="del">
        <pc:chgData name="anaclaracosta116@gmail.com" userId="a793634777582c92" providerId="LiveId" clId="{85C0F2EE-E3FC-4551-AE68-80E9685941B3}" dt="2025-04-26T20:54:31.276" v="669" actId="47"/>
        <pc:sldMkLst>
          <pc:docMk/>
          <pc:sldMk cId="502570925" sldId="480"/>
        </pc:sldMkLst>
      </pc:sldChg>
      <pc:sldChg chg="del">
        <pc:chgData name="anaclaracosta116@gmail.com" userId="a793634777582c92" providerId="LiveId" clId="{85C0F2EE-E3FC-4551-AE68-80E9685941B3}" dt="2025-04-26T19:44:59.436" v="62" actId="47"/>
        <pc:sldMkLst>
          <pc:docMk/>
          <pc:sldMk cId="203207036" sldId="483"/>
        </pc:sldMkLst>
      </pc:sldChg>
      <pc:sldChg chg="modSp mod">
        <pc:chgData name="anaclaracosta116@gmail.com" userId="a793634777582c92" providerId="LiveId" clId="{85C0F2EE-E3FC-4551-AE68-80E9685941B3}" dt="2025-04-26T20:26:05.481" v="457" actId="20577"/>
        <pc:sldMkLst>
          <pc:docMk/>
          <pc:sldMk cId="3827994234" sldId="484"/>
        </pc:sldMkLst>
        <pc:spChg chg="mod">
          <ac:chgData name="anaclaracosta116@gmail.com" userId="a793634777582c92" providerId="LiveId" clId="{85C0F2EE-E3FC-4551-AE68-80E9685941B3}" dt="2025-04-26T20:26:05.481" v="457" actId="20577"/>
          <ac:spMkLst>
            <pc:docMk/>
            <pc:sldMk cId="3827994234" sldId="48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5C0F2EE-E3FC-4551-AE68-80E9685941B3}" dt="2025-04-26T20:27:40.878" v="562" actId="1076"/>
        <pc:sldMkLst>
          <pc:docMk/>
          <pc:sldMk cId="1198730216" sldId="485"/>
        </pc:sldMkLst>
        <pc:spChg chg="mod">
          <ac:chgData name="anaclaracosta116@gmail.com" userId="a793634777582c92" providerId="LiveId" clId="{85C0F2EE-E3FC-4551-AE68-80E9685941B3}" dt="2025-04-26T20:27:36.901" v="561" actId="1076"/>
          <ac:spMkLst>
            <pc:docMk/>
            <pc:sldMk cId="1198730216" sldId="485"/>
            <ac:spMk id="2" creationId="{F0E406B4-85AC-B67B-F9E2-21AAF8067483}"/>
          </ac:spMkLst>
        </pc:spChg>
        <pc:spChg chg="mod">
          <ac:chgData name="anaclaracosta116@gmail.com" userId="a793634777582c92" providerId="LiveId" clId="{85C0F2EE-E3FC-4551-AE68-80E9685941B3}" dt="2025-04-26T20:27:40.878" v="562" actId="1076"/>
          <ac:spMkLst>
            <pc:docMk/>
            <pc:sldMk cId="1198730216" sldId="48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5C0F2EE-E3FC-4551-AE68-80E9685941B3}" dt="2025-04-26T20:54:31.276" v="669" actId="47"/>
        <pc:sldMkLst>
          <pc:docMk/>
          <pc:sldMk cId="326141454" sldId="486"/>
        </pc:sldMkLst>
      </pc:sldChg>
      <pc:sldChg chg="del">
        <pc:chgData name="anaclaracosta116@gmail.com" userId="a793634777582c92" providerId="LiveId" clId="{85C0F2EE-E3FC-4551-AE68-80E9685941B3}" dt="2025-04-26T20:54:31.276" v="669" actId="47"/>
        <pc:sldMkLst>
          <pc:docMk/>
          <pc:sldMk cId="2384723893" sldId="487"/>
        </pc:sldMkLst>
      </pc:sldChg>
      <pc:sldChg chg="modSp add mod">
        <pc:chgData name="anaclaracosta116@gmail.com" userId="a793634777582c92" providerId="LiveId" clId="{85C0F2EE-E3FC-4551-AE68-80E9685941B3}" dt="2025-04-26T19:45:07.541" v="63"/>
        <pc:sldMkLst>
          <pc:docMk/>
          <pc:sldMk cId="1036393413" sldId="488"/>
        </pc:sldMkLst>
        <pc:spChg chg="mod">
          <ac:chgData name="anaclaracosta116@gmail.com" userId="a793634777582c92" providerId="LiveId" clId="{85C0F2EE-E3FC-4551-AE68-80E9685941B3}" dt="2025-04-26T19:45:07.541" v="63"/>
          <ac:spMkLst>
            <pc:docMk/>
            <pc:sldMk cId="1036393413" sldId="488"/>
            <ac:spMk id="3" creationId="{48949B6A-D5D3-6153-F0E8-7C25BE189B99}"/>
          </ac:spMkLst>
        </pc:spChg>
      </pc:sldChg>
      <pc:sldChg chg="add">
        <pc:chgData name="anaclaracosta116@gmail.com" userId="a793634777582c92" providerId="LiveId" clId="{85C0F2EE-E3FC-4551-AE68-80E9685941B3}" dt="2025-04-26T20:23:19.945" v="64" actId="2890"/>
        <pc:sldMkLst>
          <pc:docMk/>
          <pc:sldMk cId="1580253550" sldId="489"/>
        </pc:sldMkLst>
      </pc:sldChg>
      <pc:sldChg chg="add del ord">
        <pc:chgData name="anaclaracosta116@gmail.com" userId="a793634777582c92" providerId="LiveId" clId="{85C0F2EE-E3FC-4551-AE68-80E9685941B3}" dt="2025-04-26T20:23:29.880" v="69" actId="2890"/>
        <pc:sldMkLst>
          <pc:docMk/>
          <pc:sldMk cId="51137335" sldId="490"/>
        </pc:sldMkLst>
      </pc:sldChg>
      <pc:sldChg chg="add ord">
        <pc:chgData name="anaclaracosta116@gmail.com" userId="a793634777582c92" providerId="LiveId" clId="{85C0F2EE-E3FC-4551-AE68-80E9685941B3}" dt="2025-04-26T20:27:31.442" v="560"/>
        <pc:sldMkLst>
          <pc:docMk/>
          <pc:sldMk cId="2753856743" sldId="490"/>
        </pc:sldMkLst>
      </pc:sldChg>
      <pc:sldChg chg="add">
        <pc:chgData name="anaclaracosta116@gmail.com" userId="a793634777582c92" providerId="LiveId" clId="{85C0F2EE-E3FC-4551-AE68-80E9685941B3}" dt="2025-04-26T20:53:29.445" v="663"/>
        <pc:sldMkLst>
          <pc:docMk/>
          <pc:sldMk cId="1601709784" sldId="491"/>
        </pc:sldMkLst>
      </pc:sldChg>
      <pc:sldChg chg="add">
        <pc:chgData name="anaclaracosta116@gmail.com" userId="a793634777582c92" providerId="LiveId" clId="{85C0F2EE-E3FC-4551-AE68-80E9685941B3}" dt="2025-04-26T20:53:29.445" v="663"/>
        <pc:sldMkLst>
          <pc:docMk/>
          <pc:sldMk cId="3901686656" sldId="492"/>
        </pc:sldMkLst>
      </pc:sldChg>
      <pc:sldChg chg="add del">
        <pc:chgData name="anaclaracosta116@gmail.com" userId="a793634777582c92" providerId="LiveId" clId="{85C0F2EE-E3FC-4551-AE68-80E9685941B3}" dt="2025-04-26T20:53:33.354" v="664" actId="47"/>
        <pc:sldMkLst>
          <pc:docMk/>
          <pc:sldMk cId="4207544449" sldId="493"/>
        </pc:sldMkLst>
      </pc:sldChg>
      <pc:sldChg chg="add">
        <pc:chgData name="anaclaracosta116@gmail.com" userId="a793634777582c92" providerId="LiveId" clId="{85C0F2EE-E3FC-4551-AE68-80E9685941B3}" dt="2025-04-26T20:53:29.445" v="663"/>
        <pc:sldMkLst>
          <pc:docMk/>
          <pc:sldMk cId="1073933737" sldId="494"/>
        </pc:sldMkLst>
      </pc:sldChg>
      <pc:sldChg chg="add">
        <pc:chgData name="anaclaracosta116@gmail.com" userId="a793634777582c92" providerId="LiveId" clId="{85C0F2EE-E3FC-4551-AE68-80E9685941B3}" dt="2025-04-26T20:54:10.134" v="666"/>
        <pc:sldMkLst>
          <pc:docMk/>
          <pc:sldMk cId="2087612108" sldId="4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B6BCFB-9072-990A-B0D8-72F16C88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540773" y="3025430"/>
            <a:ext cx="11225647" cy="2576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 DOMINGO DO TEMPO PASCAL</a:t>
            </a:r>
            <a:endParaRPr lang="pt-BR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3F28D0B7-085F-1DC2-CE73-4EC2EC97C3D6}"/>
              </a:ext>
            </a:extLst>
          </p:cNvPr>
          <p:cNvSpPr txBox="1">
            <a:spLocks/>
          </p:cNvSpPr>
          <p:nvPr/>
        </p:nvSpPr>
        <p:spPr>
          <a:xfrm>
            <a:off x="753563" y="5260314"/>
            <a:ext cx="11225647" cy="10548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5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DOMINGO DA DIVINA MISERICÓRDIA</a:t>
            </a:r>
            <a:endParaRPr lang="pt-BR" sz="4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600" b="1" dirty="0"/>
              <a:t>O SENHOR RESSURGIU, ALELUIA, ALELUIA!</a:t>
            </a:r>
          </a:p>
          <a:p>
            <a:pPr algn="l"/>
            <a:r>
              <a:rPr lang="pt-BR" sz="8600" b="1" dirty="0"/>
              <a:t>É O CORDEIRO PASCAL, ALELUIA, ALELUIA!</a:t>
            </a:r>
          </a:p>
          <a:p>
            <a:pPr algn="l"/>
            <a:r>
              <a:rPr lang="pt-BR" sz="8600" b="1" dirty="0"/>
              <a:t>IMOLADO POR NÓS, ALELUIA, ALELUIA!</a:t>
            </a:r>
          </a:p>
          <a:p>
            <a:pPr algn="l"/>
            <a:r>
              <a:rPr lang="pt-BR" sz="8600" b="1" dirty="0"/>
              <a:t>É O CRISTO SENHOR, ELE VIVE E VENCEU, ALELUIA!</a:t>
            </a:r>
          </a:p>
          <a:p>
            <a:pPr algn="l"/>
            <a:endParaRPr lang="pt-BR" sz="8600" b="1" dirty="0"/>
          </a:p>
          <a:p>
            <a:pPr algn="l"/>
            <a:r>
              <a:rPr lang="pt-BR" sz="8600" dirty="0"/>
              <a:t>1. O CRISTO, SENHOR RESSUSCITOU,</a:t>
            </a:r>
          </a:p>
          <a:p>
            <a:pPr algn="l"/>
            <a:r>
              <a:rPr lang="pt-BR" sz="8600" dirty="0"/>
              <a:t>A NOSSA ESPERANÇA REALIZOU:</a:t>
            </a:r>
          </a:p>
          <a:p>
            <a:pPr algn="l"/>
            <a:r>
              <a:rPr lang="pt-BR" sz="8600" dirty="0"/>
              <a:t>VENCIDA A MORTE PARA SEMPRE,</a:t>
            </a:r>
          </a:p>
          <a:p>
            <a:pPr algn="l"/>
            <a:r>
              <a:rPr lang="pt-BR" sz="8600" dirty="0"/>
              <a:t>TRIUNFA A VIDA ETERNAMENTE!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83003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65EC-517D-EEDA-0B9D-2694BB59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721D7-30D3-652C-2A6D-7E2A00584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949B6A-D5D3-6153-F0E8-7C25BE189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600" b="1" dirty="0"/>
              <a:t>O SENHOR RESSURGIU, ALELUIA, ALELUIA!</a:t>
            </a:r>
          </a:p>
          <a:p>
            <a:pPr algn="l"/>
            <a:r>
              <a:rPr lang="pt-BR" sz="8600" b="1" dirty="0"/>
              <a:t>É O CORDEIRO PASCAL, ALELUIA, ALELUIA!</a:t>
            </a:r>
          </a:p>
          <a:p>
            <a:pPr algn="l"/>
            <a:r>
              <a:rPr lang="pt-BR" sz="8600" b="1" dirty="0"/>
              <a:t>IMOLADO POR NÓS, ALELUIA, ALELUIA!</a:t>
            </a:r>
          </a:p>
          <a:p>
            <a:pPr algn="l"/>
            <a:r>
              <a:rPr lang="pt-BR" sz="8600" b="1" dirty="0"/>
              <a:t>É O CRISTO SENHOR, ELE VIVE E VENCEU, ALELUIA!</a:t>
            </a:r>
          </a:p>
          <a:p>
            <a:pPr algn="l"/>
            <a:endParaRPr lang="pt-BR" sz="8600" b="1" dirty="0"/>
          </a:p>
          <a:p>
            <a:pPr algn="l"/>
            <a:r>
              <a:rPr lang="pt-BR" sz="8600" dirty="0"/>
              <a:t>2. O CRISTO REMIU A SEUS IRMÃOS,</a:t>
            </a:r>
          </a:p>
          <a:p>
            <a:pPr algn="l"/>
            <a:r>
              <a:rPr lang="pt-BR" sz="8600" dirty="0"/>
              <a:t>AO PAI OS CONDUZIU POR SUA MÃO;</a:t>
            </a:r>
          </a:p>
          <a:p>
            <a:pPr algn="l"/>
            <a:r>
              <a:rPr lang="pt-BR" sz="8600" dirty="0"/>
              <a:t>NO ESPÍRITO SANTO UNIDA ESTEJA,</a:t>
            </a:r>
          </a:p>
          <a:p>
            <a:pPr algn="l"/>
            <a:r>
              <a:rPr lang="pt-BR" sz="8600" dirty="0"/>
              <a:t>A FAMÍLIA DE DEUS, QUE É A IGREJA!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03639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BANHADOS EM CRISTO, SOMOS A NOVA CRIATURA, AS COISAS ANTIGAS JÁ SE PASSARAM, SOMOS NASCIDOS DE NOVO.</a:t>
            </a:r>
          </a:p>
          <a:p>
            <a:pPr algn="l"/>
            <a:r>
              <a:rPr lang="pt-BR" sz="8000" dirty="0"/>
              <a:t>ALELUIA, ALELUIA, ALELUIA.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(2X)</a:t>
            </a:r>
          </a:p>
          <a:p>
            <a:pPr algn="just"/>
            <a:r>
              <a:rPr lang="pt-BR" sz="8500" b="1" dirty="0"/>
              <a:t>E PAZ NA TERRA AOS HOMENS POR ELE AMADOS</a:t>
            </a:r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  <a:endParaRPr lang="pt-BR" sz="7200" dirty="0"/>
          </a:p>
          <a:p>
            <a:pPr algn="just"/>
            <a:endParaRPr lang="pt-BR" sz="11000" dirty="0"/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9400" dirty="0"/>
              <a:t>SENHOR JESUS CRISTO, FILHO UNIGÊNITO,</a:t>
            </a:r>
          </a:p>
          <a:p>
            <a:pPr algn="l"/>
            <a:r>
              <a:rPr lang="pt-BR" sz="9400" dirty="0"/>
              <a:t>SENHOR DEUS, CORDEIRO DE DEUS, FILHO DE DEUS PAI</a:t>
            </a:r>
            <a:endParaRPr lang="pt-BR" sz="94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70000" lnSpcReduction="20000"/>
          </a:bodyPr>
          <a:lstStyle/>
          <a:p>
            <a:pPr algn="just"/>
            <a:endParaRPr lang="pt-BR" sz="6000" dirty="0"/>
          </a:p>
          <a:p>
            <a:pPr algn="just"/>
            <a:r>
              <a:rPr lang="pt-BR" sz="8700" dirty="0"/>
              <a:t>VÓS QUE TIRAIS O PECADO DO MUNDO, TENDE PIEDADE DE NÓS</a:t>
            </a:r>
          </a:p>
          <a:p>
            <a:pPr algn="just"/>
            <a:endParaRPr lang="pt-BR" sz="8700" dirty="0"/>
          </a:p>
          <a:p>
            <a:pPr algn="just"/>
            <a:r>
              <a:rPr lang="pt-BR" sz="8700" dirty="0"/>
              <a:t>VÓS QUE TIRAIS O PECADO DO MUNDO,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49017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VÓS QUE ESTAIS À DIREITA DO PAI, </a:t>
            </a:r>
          </a:p>
          <a:p>
            <a:pPr algn="just"/>
            <a:r>
              <a:rPr lang="pt-BR" sz="9600" dirty="0"/>
              <a:t>TENDE PIEDADE DE NÓS</a:t>
            </a:r>
          </a:p>
          <a:p>
            <a:pPr algn="just"/>
            <a:r>
              <a:rPr lang="pt-BR" sz="96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182956"/>
            <a:ext cx="10211840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DAI GRAÇAS AO SENHOR, PORQUE ELE É BOM! "ETERNA É A SUA MISERICÓRDIA!"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ACREDITASTE, TOMÉ, PORQUE ME VISTE. FELIZES OS QUE CRERAM SEM TER VISTO!“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8366-6FBE-E824-4A97-0C4ACAB6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70462-7092-7539-86DE-BB56A22D9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E14BFE-B08D-EE46-3213-6455E0D33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ACREDITASTE, TOMÉ, PORQUE ME VISTE. FELIZES OS QUE CRERAM SEM TER VISTO!“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80253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092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BENDITO SEJAS, Ó REI DA GLÓRIA, RESSUSCITADO, SENHOR DA IGREJA, AQUI TRAZEMOS AS NOSSAS OFERTAS </a:t>
            </a:r>
          </a:p>
        </p:txBody>
      </p:sp>
    </p:spTree>
    <p:extLst>
      <p:ext uri="{BB962C8B-B14F-4D97-AF65-F5344CB8AC3E}">
        <p14:creationId xmlns:p14="http://schemas.microsoft.com/office/powerpoint/2010/main" val="852099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VÊ COM BONS OLHOS, NOSSAS HUMILDES OFERTAS, TUDO O QUE TEMOS SEJA PRA TI Ó SENHOR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27994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5069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2271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VIDAS SE ENCONTRAM NO ALTAR DE DEUS</a:t>
            </a:r>
          </a:p>
          <a:p>
            <a:pPr algn="l"/>
            <a:r>
              <a:rPr lang="pt-BR" sz="6600" dirty="0"/>
              <a:t>GENTE SE DOA</a:t>
            </a:r>
          </a:p>
          <a:p>
            <a:pPr algn="l"/>
            <a:r>
              <a:rPr lang="pt-BR" sz="6600" dirty="0"/>
              <a:t>DOM QUE SE IMOLA</a:t>
            </a:r>
          </a:p>
          <a:p>
            <a:pPr algn="l"/>
            <a:r>
              <a:rPr lang="pt-BR" sz="6600" dirty="0"/>
              <a:t>AQUI TRAZEMOS AS NOSSAS OFERTAS</a:t>
            </a:r>
          </a:p>
        </p:txBody>
      </p:sp>
    </p:spTree>
    <p:extLst>
      <p:ext uri="{BB962C8B-B14F-4D97-AF65-F5344CB8AC3E}">
        <p14:creationId xmlns:p14="http://schemas.microsoft.com/office/powerpoint/2010/main" val="1198730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E3DA-97FC-F264-A100-8C26159B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83D1-2974-A25B-CD85-BDA53FE01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17FD1-53C9-B85D-2E97-8E4CD8BE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VÊ COM BONS OLHOS, NOSSAS HUMILDES OFERTAS, TUDO O QUE TEMOS SEJA PRA TI Ó SENHOR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53856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SANTO, SANTO, SANTO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O CÉU E A TERRA PROCLAMAM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A VOSSA GLÓRIA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</a:t>
            </a:r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5000" b="1" dirty="0"/>
              <a:t>ESTENDE A MÃO, TOCA O LUGAR DOS CRAVOS, NÃO SEJAS INCRÉDULO, MAS FIEL,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Ó HÓSTIA SANTA, TU ÉS O TESTAMENTO</a:t>
            </a:r>
          </a:p>
          <a:p>
            <a:pPr algn="l"/>
            <a:r>
              <a:rPr lang="pt-BR" sz="8000" dirty="0"/>
              <a:t>DA TÃO GRANDE DIVINA MISERICÓRDIA</a:t>
            </a:r>
          </a:p>
          <a:p>
            <a:pPr algn="l"/>
            <a:r>
              <a:rPr lang="pt-BR" sz="8000" dirty="0"/>
              <a:t>TU ÉS O CORPO E O SANGUE DO SENHOR</a:t>
            </a:r>
          </a:p>
          <a:p>
            <a:pPr algn="l"/>
            <a:r>
              <a:rPr lang="pt-BR" sz="8000" dirty="0"/>
              <a:t>SINAL DE AMOR POR NÓS PECADORES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01709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Ó HÓSTIA SANTA, TU ÉS A NASCENTE</a:t>
            </a:r>
          </a:p>
          <a:p>
            <a:pPr algn="l"/>
            <a:r>
              <a:rPr lang="pt-BR" sz="8000" dirty="0"/>
              <a:t>DA ÁGUA VIVA PRA NÓS, PECADORES</a:t>
            </a:r>
          </a:p>
          <a:p>
            <a:pPr algn="l"/>
            <a:r>
              <a:rPr lang="pt-BR" sz="8000" dirty="0"/>
              <a:t>EM TI O FOGO PURÍSSIMO DO AMOR</a:t>
            </a:r>
          </a:p>
          <a:p>
            <a:pPr algn="l"/>
            <a:r>
              <a:rPr lang="pt-BR" sz="8000" dirty="0"/>
              <a:t>A TUA DIVINA MISERICÓRDIA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0168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CONFIO EM TI, Ó HÓSTIA SANTA</a:t>
            </a:r>
          </a:p>
          <a:p>
            <a:pPr algn="l"/>
            <a:r>
              <a:rPr lang="pt-BR" sz="8000" b="1" dirty="0"/>
              <a:t>CONFIO EM TI, HÓSTIA SANTA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073933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CHAMA VIVA DA MINHA ESPERANÇA,</a:t>
            </a:r>
          </a:p>
          <a:p>
            <a:pPr algn="l"/>
            <a:r>
              <a:rPr lang="pt-BR" sz="7400" b="1" dirty="0"/>
              <a:t>ESTE CANTO SUBA PARA TI!</a:t>
            </a:r>
          </a:p>
          <a:p>
            <a:pPr algn="l"/>
            <a:r>
              <a:rPr lang="pt-BR" sz="7400" b="1" dirty="0"/>
              <a:t>SEIO ETERNO DE INFINITA VIDA,</a:t>
            </a:r>
          </a:p>
          <a:p>
            <a:pPr algn="l"/>
            <a:r>
              <a:rPr lang="pt-BR" sz="7400" b="1" dirty="0"/>
              <a:t>NO CAMINHO EU CONFIO EM TI! (BIS)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TODA A LÍNGUA, POVO E NAÇÃO</a:t>
            </a:r>
          </a:p>
          <a:p>
            <a:pPr algn="l"/>
            <a:r>
              <a:rPr lang="pt-BR" sz="7400" dirty="0"/>
              <a:t>TUA LUZ ENCONTRA NA PALAVRA.</a:t>
            </a:r>
          </a:p>
          <a:p>
            <a:pPr algn="l"/>
            <a:r>
              <a:rPr lang="pt-BR" sz="7400" dirty="0"/>
              <a:t>OS TEUS FILHOS, FRÁGEIS E DISPERSOS</a:t>
            </a:r>
          </a:p>
          <a:p>
            <a:pPr algn="l"/>
            <a:r>
              <a:rPr lang="pt-BR" sz="74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2087612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10343</TotalTime>
  <Words>673</Words>
  <Application>Microsoft Office PowerPoint</Application>
  <PresentationFormat>Widescreen</PresentationFormat>
  <Paragraphs>110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42</cp:revision>
  <dcterms:created xsi:type="dcterms:W3CDTF">2023-05-06T17:01:55Z</dcterms:created>
  <dcterms:modified xsi:type="dcterms:W3CDTF">2025-04-26T20:54:44Z</dcterms:modified>
</cp:coreProperties>
</file>