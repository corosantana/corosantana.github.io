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82" r:id="rId3"/>
    <p:sldId id="488" r:id="rId4"/>
    <p:sldId id="258" r:id="rId5"/>
    <p:sldId id="259" r:id="rId6"/>
    <p:sldId id="489" r:id="rId7"/>
    <p:sldId id="490" r:id="rId8"/>
    <p:sldId id="260" r:id="rId9"/>
    <p:sldId id="261" r:id="rId10"/>
    <p:sldId id="338" r:id="rId11"/>
    <p:sldId id="339" r:id="rId12"/>
    <p:sldId id="340" r:id="rId13"/>
    <p:sldId id="377" r:id="rId14"/>
    <p:sldId id="447" r:id="rId15"/>
    <p:sldId id="264" r:id="rId16"/>
    <p:sldId id="265" r:id="rId17"/>
    <p:sldId id="266" r:id="rId18"/>
    <p:sldId id="267" r:id="rId19"/>
    <p:sldId id="472" r:id="rId20"/>
    <p:sldId id="471" r:id="rId21"/>
    <p:sldId id="484" r:id="rId22"/>
    <p:sldId id="485" r:id="rId23"/>
    <p:sldId id="361" r:id="rId24"/>
    <p:sldId id="445" r:id="rId25"/>
    <p:sldId id="491" r:id="rId26"/>
    <p:sldId id="443" r:id="rId27"/>
    <p:sldId id="477" r:id="rId28"/>
    <p:sldId id="478" r:id="rId29"/>
    <p:sldId id="492" r:id="rId30"/>
    <p:sldId id="487" r:id="rId31"/>
    <p:sldId id="493" r:id="rId32"/>
    <p:sldId id="277" r:id="rId33"/>
    <p:sldId id="296" r:id="rId34"/>
    <p:sldId id="324" r:id="rId35"/>
    <p:sldId id="325" r:id="rId36"/>
    <p:sldId id="460" r:id="rId37"/>
    <p:sldId id="427" r:id="rId38"/>
    <p:sldId id="337" r:id="rId39"/>
    <p:sldId id="459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6FB82CEA-F417-45BD-AF0C-107064CCE19F}"/>
    <pc:docChg chg="custSel addSld delSld modSld sldOrd">
      <pc:chgData name="anaclaracosta116@gmail.com" userId="a793634777582c92" providerId="LiveId" clId="{6FB82CEA-F417-45BD-AF0C-107064CCE19F}" dt="2025-05-03T20:04:45.096" v="1003" actId="47"/>
      <pc:docMkLst>
        <pc:docMk/>
      </pc:docMkLst>
      <pc:sldChg chg="modSp mod">
        <pc:chgData name="anaclaracosta116@gmail.com" userId="a793634777582c92" providerId="LiveId" clId="{6FB82CEA-F417-45BD-AF0C-107064CCE19F}" dt="2025-05-03T19:28:34.727" v="77" actId="113"/>
        <pc:sldMkLst>
          <pc:docMk/>
          <pc:sldMk cId="2490480151" sldId="259"/>
        </pc:sldMkLst>
        <pc:spChg chg="mod">
          <ac:chgData name="anaclaracosta116@gmail.com" userId="a793634777582c92" providerId="LiveId" clId="{6FB82CEA-F417-45BD-AF0C-107064CCE19F}" dt="2025-05-03T19:28:34.727" v="77" actId="11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0:30.187" v="112" actId="20577"/>
        <pc:sldMkLst>
          <pc:docMk/>
          <pc:sldMk cId="337661645" sldId="261"/>
        </pc:sldMkLst>
        <pc:spChg chg="mod">
          <ac:chgData name="anaclaracosta116@gmail.com" userId="a793634777582c92" providerId="LiveId" clId="{6FB82CEA-F417-45BD-AF0C-107064CCE19F}" dt="2025-05-03T19:30:30.187" v="112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3:36.185" v="197" actId="1076"/>
        <pc:sldMkLst>
          <pc:docMk/>
          <pc:sldMk cId="3388034860" sldId="265"/>
        </pc:sldMkLst>
        <pc:spChg chg="mod">
          <ac:chgData name="anaclaracosta116@gmail.com" userId="a793634777582c92" providerId="LiveId" clId="{6FB82CEA-F417-45BD-AF0C-107064CCE19F}" dt="2025-05-03T19:33:36.185" v="197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4:29.760" v="288" actId="20577"/>
        <pc:sldMkLst>
          <pc:docMk/>
          <pc:sldMk cId="2671817442" sldId="267"/>
        </pc:sldMkLst>
        <pc:spChg chg="mod">
          <ac:chgData name="anaclaracosta116@gmail.com" userId="a793634777582c92" providerId="LiveId" clId="{6FB82CEA-F417-45BD-AF0C-107064CCE19F}" dt="2025-05-03T19:34:29.760" v="288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6FB82CEA-F417-45BD-AF0C-107064CCE19F}" dt="2025-05-03T20:03:41.760" v="994"/>
        <pc:sldMkLst>
          <pc:docMk/>
          <pc:sldMk cId="80886998" sldId="296"/>
        </pc:sldMkLst>
      </pc:sldChg>
      <pc:sldChg chg="add">
        <pc:chgData name="anaclaracosta116@gmail.com" userId="a793634777582c92" providerId="LiveId" clId="{6FB82CEA-F417-45BD-AF0C-107064CCE19F}" dt="2025-05-03T20:03:41.760" v="994"/>
        <pc:sldMkLst>
          <pc:docMk/>
          <pc:sldMk cId="1540764129" sldId="324"/>
        </pc:sldMkLst>
      </pc:sldChg>
      <pc:sldChg chg="add">
        <pc:chgData name="anaclaracosta116@gmail.com" userId="a793634777582c92" providerId="LiveId" clId="{6FB82CEA-F417-45BD-AF0C-107064CCE19F}" dt="2025-05-03T20:03:41.760" v="994"/>
        <pc:sldMkLst>
          <pc:docMk/>
          <pc:sldMk cId="4247229575" sldId="325"/>
        </pc:sldMkLst>
      </pc:sldChg>
      <pc:sldChg chg="modSp mod">
        <pc:chgData name="anaclaracosta116@gmail.com" userId="a793634777582c92" providerId="LiveId" clId="{6FB82CEA-F417-45BD-AF0C-107064CCE19F}" dt="2025-05-03T19:30:45.558" v="115" actId="27636"/>
        <pc:sldMkLst>
          <pc:docMk/>
          <pc:sldMk cId="1733667129" sldId="338"/>
        </pc:sldMkLst>
        <pc:spChg chg="mod">
          <ac:chgData name="anaclaracosta116@gmail.com" userId="a793634777582c92" providerId="LiveId" clId="{6FB82CEA-F417-45BD-AF0C-107064CCE19F}" dt="2025-05-03T19:30:45.558" v="115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0:55.906" v="121" actId="27636"/>
        <pc:sldMkLst>
          <pc:docMk/>
          <pc:sldMk cId="2703894855" sldId="339"/>
        </pc:sldMkLst>
        <pc:spChg chg="mod">
          <ac:chgData name="anaclaracosta116@gmail.com" userId="a793634777582c92" providerId="LiveId" clId="{6FB82CEA-F417-45BD-AF0C-107064CCE19F}" dt="2025-05-03T19:30:55.906" v="121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1:45.789" v="129" actId="27636"/>
        <pc:sldMkLst>
          <pc:docMk/>
          <pc:sldMk cId="641955455" sldId="340"/>
        </pc:sldMkLst>
        <pc:spChg chg="mod">
          <ac:chgData name="anaclaracosta116@gmail.com" userId="a793634777582c92" providerId="LiveId" clId="{6FB82CEA-F417-45BD-AF0C-107064CCE19F}" dt="2025-05-03T19:31:45.789" v="129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2:09.824" v="137" actId="20577"/>
        <pc:sldMkLst>
          <pc:docMk/>
          <pc:sldMk cId="3733524150" sldId="377"/>
        </pc:sldMkLst>
        <pc:spChg chg="mod">
          <ac:chgData name="anaclaracosta116@gmail.com" userId="a793634777582c92" providerId="LiveId" clId="{6FB82CEA-F417-45BD-AF0C-107064CCE19F}" dt="2025-05-03T19:32:09.824" v="137" actId="20577"/>
          <ac:spMkLst>
            <pc:docMk/>
            <pc:sldMk cId="3733524150" sldId="377"/>
            <ac:spMk id="3" creationId="{FC8F7E34-DB8C-1CEE-BAF4-E537563F9CD2}"/>
          </ac:spMkLst>
        </pc:spChg>
      </pc:sldChg>
      <pc:sldChg chg="modSp del mod">
        <pc:chgData name="anaclaracosta116@gmail.com" userId="a793634777582c92" providerId="LiveId" clId="{6FB82CEA-F417-45BD-AF0C-107064CCE19F}" dt="2025-05-03T20:03:55.725" v="995" actId="47"/>
        <pc:sldMkLst>
          <pc:docMk/>
          <pc:sldMk cId="3734991938" sldId="428"/>
        </pc:sldMkLst>
        <pc:spChg chg="mod">
          <ac:chgData name="anaclaracosta116@gmail.com" userId="a793634777582c92" providerId="LiveId" clId="{6FB82CEA-F417-45BD-AF0C-107064CCE19F}" dt="2025-05-03T20:00:45.253" v="993" actId="27636"/>
          <ac:spMkLst>
            <pc:docMk/>
            <pc:sldMk cId="3734991938" sldId="42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6FB82CEA-F417-45BD-AF0C-107064CCE19F}" dt="2025-05-03T20:03:55.725" v="995" actId="47"/>
        <pc:sldMkLst>
          <pc:docMk/>
          <pc:sldMk cId="1475441202" sldId="429"/>
        </pc:sldMkLst>
      </pc:sldChg>
      <pc:sldChg chg="del">
        <pc:chgData name="anaclaracosta116@gmail.com" userId="a793634777582c92" providerId="LiveId" clId="{6FB82CEA-F417-45BD-AF0C-107064CCE19F}" dt="2025-05-03T20:03:55.725" v="995" actId="47"/>
        <pc:sldMkLst>
          <pc:docMk/>
          <pc:sldMk cId="652183787" sldId="441"/>
        </pc:sldMkLst>
      </pc:sldChg>
      <pc:sldChg chg="del">
        <pc:chgData name="anaclaracosta116@gmail.com" userId="a793634777582c92" providerId="LiveId" clId="{6FB82CEA-F417-45BD-AF0C-107064CCE19F}" dt="2025-05-03T20:03:55.725" v="995" actId="47"/>
        <pc:sldMkLst>
          <pc:docMk/>
          <pc:sldMk cId="13159275" sldId="442"/>
        </pc:sldMkLst>
      </pc:sldChg>
      <pc:sldChg chg="del">
        <pc:chgData name="anaclaracosta116@gmail.com" userId="a793634777582c92" providerId="LiveId" clId="{6FB82CEA-F417-45BD-AF0C-107064CCE19F}" dt="2025-05-03T20:04:26.184" v="996" actId="47"/>
        <pc:sldMkLst>
          <pc:docMk/>
          <pc:sldMk cId="3496163428" sldId="444"/>
        </pc:sldMkLst>
      </pc:sldChg>
      <pc:sldChg chg="modSp mod">
        <pc:chgData name="anaclaracosta116@gmail.com" userId="a793634777582c92" providerId="LiveId" clId="{6FB82CEA-F417-45BD-AF0C-107064CCE19F}" dt="2025-05-03T19:37:16.703" v="337" actId="20577"/>
        <pc:sldMkLst>
          <pc:docMk/>
          <pc:sldMk cId="374298811" sldId="445"/>
        </pc:sldMkLst>
        <pc:spChg chg="mod">
          <ac:chgData name="anaclaracosta116@gmail.com" userId="a793634777582c92" providerId="LiveId" clId="{6FB82CEA-F417-45BD-AF0C-107064CCE19F}" dt="2025-05-03T19:37:16.703" v="337" actId="20577"/>
          <ac:spMkLst>
            <pc:docMk/>
            <pc:sldMk cId="374298811" sldId="44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32:38.917" v="146" actId="20577"/>
        <pc:sldMkLst>
          <pc:docMk/>
          <pc:sldMk cId="3643768469" sldId="447"/>
        </pc:sldMkLst>
        <pc:spChg chg="mod">
          <ac:chgData name="anaclaracosta116@gmail.com" userId="a793634777582c92" providerId="LiveId" clId="{6FB82CEA-F417-45BD-AF0C-107064CCE19F}" dt="2025-05-03T19:32:38.917" v="146" actId="20577"/>
          <ac:spMkLst>
            <pc:docMk/>
            <pc:sldMk cId="3643768469" sldId="447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6FB82CEA-F417-45BD-AF0C-107064CCE19F}" dt="2025-05-03T20:03:41.760" v="994"/>
        <pc:sldMkLst>
          <pc:docMk/>
          <pc:sldMk cId="1013116270" sldId="460"/>
        </pc:sldMkLst>
      </pc:sldChg>
      <pc:sldChg chg="del">
        <pc:chgData name="anaclaracosta116@gmail.com" userId="a793634777582c92" providerId="LiveId" clId="{6FB82CEA-F417-45BD-AF0C-107064CCE19F}" dt="2025-05-03T19:28:37.362" v="78" actId="47"/>
        <pc:sldMkLst>
          <pc:docMk/>
          <pc:sldMk cId="3561468541" sldId="469"/>
        </pc:sldMkLst>
      </pc:sldChg>
      <pc:sldChg chg="modSp mod">
        <pc:chgData name="anaclaracosta116@gmail.com" userId="a793634777582c92" providerId="LiveId" clId="{6FB82CEA-F417-45BD-AF0C-107064CCE19F}" dt="2025-05-03T19:51:55.873" v="489" actId="113"/>
        <pc:sldMkLst>
          <pc:docMk/>
          <pc:sldMk cId="1093983766" sldId="477"/>
        </pc:sldMkLst>
        <pc:spChg chg="mod">
          <ac:chgData name="anaclaracosta116@gmail.com" userId="a793634777582c92" providerId="LiveId" clId="{6FB82CEA-F417-45BD-AF0C-107064CCE19F}" dt="2025-05-03T19:51:55.873" v="489" actId="113"/>
          <ac:spMkLst>
            <pc:docMk/>
            <pc:sldMk cId="1093983766" sldId="4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6FB82CEA-F417-45BD-AF0C-107064CCE19F}" dt="2025-05-03T19:53:20.483" v="655" actId="20577"/>
        <pc:sldMkLst>
          <pc:docMk/>
          <pc:sldMk cId="3738050050" sldId="478"/>
        </pc:sldMkLst>
        <pc:spChg chg="mod">
          <ac:chgData name="anaclaracosta116@gmail.com" userId="a793634777582c92" providerId="LiveId" clId="{6FB82CEA-F417-45BD-AF0C-107064CCE19F}" dt="2025-05-03T19:53:20.483" v="655" actId="20577"/>
          <ac:spMkLst>
            <pc:docMk/>
            <pc:sldMk cId="3738050050" sldId="4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6FB82CEA-F417-45BD-AF0C-107064CCE19F}" dt="2025-05-03T20:04:45.096" v="1003" actId="47"/>
        <pc:sldMkLst>
          <pc:docMk/>
          <pc:sldMk cId="502570925" sldId="480"/>
        </pc:sldMkLst>
      </pc:sldChg>
      <pc:sldChg chg="del">
        <pc:chgData name="anaclaracosta116@gmail.com" userId="a793634777582c92" providerId="LiveId" clId="{6FB82CEA-F417-45BD-AF0C-107064CCE19F}" dt="2025-05-03T19:51:58.049" v="490" actId="47"/>
        <pc:sldMkLst>
          <pc:docMk/>
          <pc:sldMk cId="326141454" sldId="486"/>
        </pc:sldMkLst>
      </pc:sldChg>
      <pc:sldChg chg="modSp mod">
        <pc:chgData name="anaclaracosta116@gmail.com" userId="a793634777582c92" providerId="LiveId" clId="{6FB82CEA-F417-45BD-AF0C-107064CCE19F}" dt="2025-05-03T19:54:41.538" v="929" actId="20577"/>
        <pc:sldMkLst>
          <pc:docMk/>
          <pc:sldMk cId="2384723893" sldId="487"/>
        </pc:sldMkLst>
        <pc:spChg chg="mod">
          <ac:chgData name="anaclaracosta116@gmail.com" userId="a793634777582c92" providerId="LiveId" clId="{6FB82CEA-F417-45BD-AF0C-107064CCE19F}" dt="2025-05-03T19:54:41.538" v="929" actId="20577"/>
          <ac:spMkLst>
            <pc:docMk/>
            <pc:sldMk cId="2384723893" sldId="48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6FB82CEA-F417-45BD-AF0C-107064CCE19F}" dt="2025-05-03T19:29:53.549" v="102" actId="20577"/>
        <pc:sldMkLst>
          <pc:docMk/>
          <pc:sldMk cId="1911945870" sldId="489"/>
        </pc:sldMkLst>
        <pc:spChg chg="mod">
          <ac:chgData name="anaclaracosta116@gmail.com" userId="a793634777582c92" providerId="LiveId" clId="{6FB82CEA-F417-45BD-AF0C-107064CCE19F}" dt="2025-05-03T19:29:53.549" v="102" actId="20577"/>
          <ac:spMkLst>
            <pc:docMk/>
            <pc:sldMk cId="1911945870" sldId="489"/>
            <ac:spMk id="3" creationId="{216BF34A-B9EA-8FB7-4386-90067E99043D}"/>
          </ac:spMkLst>
        </pc:spChg>
      </pc:sldChg>
      <pc:sldChg chg="modSp add mod">
        <pc:chgData name="anaclaracosta116@gmail.com" userId="a793634777582c92" providerId="LiveId" clId="{6FB82CEA-F417-45BD-AF0C-107064CCE19F}" dt="2025-05-03T19:30:02.505" v="106" actId="20577"/>
        <pc:sldMkLst>
          <pc:docMk/>
          <pc:sldMk cId="3647862723" sldId="490"/>
        </pc:sldMkLst>
        <pc:spChg chg="mod">
          <ac:chgData name="anaclaracosta116@gmail.com" userId="a793634777582c92" providerId="LiveId" clId="{6FB82CEA-F417-45BD-AF0C-107064CCE19F}" dt="2025-05-03T19:30:02.505" v="106" actId="20577"/>
          <ac:spMkLst>
            <pc:docMk/>
            <pc:sldMk cId="3647862723" sldId="490"/>
            <ac:spMk id="3" creationId="{773E5BC8-F79E-433F-97AA-9F9BC7B6CA1C}"/>
          </ac:spMkLst>
        </pc:spChg>
      </pc:sldChg>
      <pc:sldChg chg="modSp add mod">
        <pc:chgData name="anaclaracosta116@gmail.com" userId="a793634777582c92" providerId="LiveId" clId="{6FB82CEA-F417-45BD-AF0C-107064CCE19F}" dt="2025-05-03T19:38:43.251" v="367" actId="20577"/>
        <pc:sldMkLst>
          <pc:docMk/>
          <pc:sldMk cId="1518456233" sldId="491"/>
        </pc:sldMkLst>
        <pc:spChg chg="mod">
          <ac:chgData name="anaclaracosta116@gmail.com" userId="a793634777582c92" providerId="LiveId" clId="{6FB82CEA-F417-45BD-AF0C-107064CCE19F}" dt="2025-05-03T19:38:43.251" v="367" actId="20577"/>
          <ac:spMkLst>
            <pc:docMk/>
            <pc:sldMk cId="1518456233" sldId="491"/>
            <ac:spMk id="3" creationId="{E81CBBFC-1E62-C539-8E97-053640B4F14B}"/>
          </ac:spMkLst>
        </pc:spChg>
      </pc:sldChg>
      <pc:sldChg chg="add ord">
        <pc:chgData name="anaclaracosta116@gmail.com" userId="a793634777582c92" providerId="LiveId" clId="{6FB82CEA-F417-45BD-AF0C-107064CCE19F}" dt="2025-05-03T20:04:32.786" v="999"/>
        <pc:sldMkLst>
          <pc:docMk/>
          <pc:sldMk cId="3790805203" sldId="492"/>
        </pc:sldMkLst>
      </pc:sldChg>
      <pc:sldChg chg="add ord">
        <pc:chgData name="anaclaracosta116@gmail.com" userId="a793634777582c92" providerId="LiveId" clId="{6FB82CEA-F417-45BD-AF0C-107064CCE19F}" dt="2025-05-03T20:04:40.671" v="1002"/>
        <pc:sldMkLst>
          <pc:docMk/>
          <pc:sldMk cId="3366552719" sldId="49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B6BCFB-9072-990A-B0D8-72F16C885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6" y="2140527"/>
            <a:ext cx="11225647" cy="2576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3º DOMINGO DO TEMPO PASCAL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600" b="1" dirty="0"/>
              <a:t>ACLAMAI O SENHOR DEUS, Ó TERRA INTEIRA,</a:t>
            </a:r>
          </a:p>
          <a:p>
            <a:pPr algn="l"/>
            <a:r>
              <a:rPr lang="pt-BR" sz="8600" b="1" dirty="0"/>
              <a:t>CANTAI SALMOS A SEU NOME GLORIOSO,</a:t>
            </a:r>
          </a:p>
          <a:p>
            <a:pPr algn="l"/>
            <a:r>
              <a:rPr lang="pt-BR" sz="8600" b="1" dirty="0"/>
              <a:t>DAI A DEUS A MAIS SUBLIME LOUVAÇÃO,</a:t>
            </a:r>
          </a:p>
          <a:p>
            <a:pPr algn="l"/>
            <a:r>
              <a:rPr lang="pt-BR" sz="8600" b="1" dirty="0"/>
              <a:t>ALELUIA, ALELUIA!</a:t>
            </a:r>
          </a:p>
          <a:p>
            <a:pPr algn="l"/>
            <a:endParaRPr lang="pt-BR" sz="8600" dirty="0"/>
          </a:p>
          <a:p>
            <a:pPr algn="l"/>
            <a:r>
              <a:rPr lang="pt-BR" sz="8600" dirty="0"/>
              <a:t>PELA GRANDEZA E O PODER DE VOSSA FORÇA, VOSSOS PRÓPRIOS INIMIGOS VOS BAJULAM. R.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830037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36C65-1284-71F4-203E-772E4D4D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5682C-8B7C-F323-23E1-DC20F8ED8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7BC0CA-DE3C-6534-07B1-91FDAD042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8600" b="1" dirty="0"/>
              <a:t>ACLAMAI O SENHOR DEUS, Ó TERRA INTEIRA,</a:t>
            </a:r>
          </a:p>
          <a:p>
            <a:pPr algn="l"/>
            <a:r>
              <a:rPr lang="pt-BR" sz="8600" b="1" dirty="0"/>
              <a:t>CANTAI SALMOS A SEU NOME GLORIOSO,</a:t>
            </a:r>
          </a:p>
          <a:p>
            <a:pPr algn="l"/>
            <a:r>
              <a:rPr lang="pt-BR" sz="8600" b="1" dirty="0"/>
              <a:t>DAI A DEUS A MAIS SUBLIME LOUVAÇÃO,</a:t>
            </a:r>
          </a:p>
          <a:p>
            <a:pPr algn="l"/>
            <a:r>
              <a:rPr lang="pt-BR" sz="8600" b="1" dirty="0"/>
              <a:t>ALELUIA, ALELUIA!</a:t>
            </a:r>
          </a:p>
          <a:p>
            <a:pPr algn="l"/>
            <a:endParaRPr lang="pt-BR" sz="8600" dirty="0"/>
          </a:p>
          <a:p>
            <a:pPr algn="l"/>
            <a:r>
              <a:rPr lang="pt-BR" sz="8600" dirty="0"/>
              <a:t>TODA A TERRA VOS ADORE COM RESPEITO *</a:t>
            </a:r>
          </a:p>
          <a:p>
            <a:pPr algn="l"/>
            <a:r>
              <a:rPr lang="pt-BR" sz="8600" dirty="0"/>
              <a:t> E PROCLAME O LOUVOR DE VOSSO NOME! R.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492432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SENHOR, NOSSA PAZ, TENDE PIEDADE DE NÓS.</a:t>
            </a:r>
          </a:p>
          <a:p>
            <a:pPr algn="l"/>
            <a:r>
              <a:rPr lang="pt-BR" sz="80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2031-8E2F-1A58-F472-17DAB836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1235C-F447-6425-C81E-C8A8AA099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BF34A-B9EA-8FB7-4386-90067E990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CRISTO, NOSSA PÁSCOA, TENDE PIEDADE DE NÓS.</a:t>
            </a:r>
          </a:p>
          <a:p>
            <a:pPr algn="l"/>
            <a:r>
              <a:rPr lang="pt-BR" sz="8000" b="1" dirty="0"/>
              <a:t>CRISTO,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191194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07A5-6ED6-D4BE-987F-919C0EDF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E11C5-386C-7A19-8BDA-6B367365B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3E5BC8-F79E-433F-97AA-9F9BC7B6C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SENHOR, NOSSA VIDA, TENDE PIEDADE DE NÓS.</a:t>
            </a:r>
          </a:p>
          <a:p>
            <a:pPr algn="l"/>
            <a:r>
              <a:rPr lang="pt-BR" sz="80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647862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500" b="1" dirty="0"/>
              <a:t>GLÓRIA A DEUS NAS ALTURAS</a:t>
            </a:r>
          </a:p>
          <a:p>
            <a:pPr algn="just"/>
            <a:r>
              <a:rPr lang="pt-BR" sz="8500" b="1" dirty="0"/>
              <a:t>E PAZ NA TERRA AOS HOMENS POR ELE AMADOS</a:t>
            </a:r>
            <a:endParaRPr lang="pt-BR" sz="10600" b="1" dirty="0"/>
          </a:p>
          <a:p>
            <a:pPr algn="just"/>
            <a:endParaRPr lang="pt-BR" sz="8600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  <a:endParaRPr lang="pt-BR" sz="7200" dirty="0"/>
          </a:p>
          <a:p>
            <a:pPr algn="just"/>
            <a:endParaRPr lang="pt-BR" sz="11000" dirty="0"/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9400" dirty="0"/>
              <a:t>SENHOR JESUS CRISTO, FILHO UNIGÊNITO,</a:t>
            </a:r>
          </a:p>
          <a:p>
            <a:pPr algn="l"/>
            <a:endParaRPr lang="pt-BR" sz="9400" dirty="0"/>
          </a:p>
          <a:p>
            <a:pPr algn="l"/>
            <a:r>
              <a:rPr lang="pt-BR" sz="9400" dirty="0"/>
              <a:t>SENHOR DEUS, CORDEIRO DE DEUS, FILHO DE DEUS PAI</a:t>
            </a:r>
          </a:p>
          <a:p>
            <a:pPr algn="l"/>
            <a:endParaRPr lang="pt-BR" sz="9400" b="1" dirty="0"/>
          </a:p>
          <a:p>
            <a:pPr algn="just"/>
            <a:r>
              <a:rPr lang="pt-BR" sz="9600" b="1" dirty="0"/>
              <a:t>GLÓRIA A DEUS NAS ALTURAS</a:t>
            </a:r>
          </a:p>
          <a:p>
            <a:pPr algn="just"/>
            <a:r>
              <a:rPr lang="pt-BR" sz="9600" b="1" dirty="0"/>
              <a:t>E PAZ NA TERRA AOS HOMENS POR ELE AMADOS</a:t>
            </a:r>
            <a:endParaRPr lang="pt-BR" sz="11700" b="1" dirty="0"/>
          </a:p>
          <a:p>
            <a:pPr algn="l"/>
            <a:endParaRPr lang="pt-BR" sz="94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8700" dirty="0"/>
              <a:t>VÓS QUE TIRAIS O PECADO DO MUNDO, TENDE PIEDADE DE NÓS</a:t>
            </a:r>
          </a:p>
          <a:p>
            <a:pPr algn="just"/>
            <a:endParaRPr lang="pt-BR" sz="8700" dirty="0"/>
          </a:p>
          <a:p>
            <a:pPr algn="just"/>
            <a:r>
              <a:rPr lang="pt-BR" sz="8700" dirty="0"/>
              <a:t>VÓS QUE TIRAIS O PECADO DO MUNDO, ACOLHEI A NOSSA SÚPLICA</a:t>
            </a:r>
          </a:p>
          <a:p>
            <a:pPr algn="just"/>
            <a:endParaRPr lang="pt-BR" sz="8700" dirty="0"/>
          </a:p>
          <a:p>
            <a:pPr algn="just"/>
            <a:r>
              <a:rPr lang="pt-BR" sz="8800" dirty="0"/>
              <a:t>VÓS QUE ESTAIS À DIREITA DO PAI, </a:t>
            </a:r>
          </a:p>
          <a:p>
            <a:pPr algn="just"/>
            <a:r>
              <a:rPr lang="pt-BR" sz="8800" dirty="0"/>
              <a:t>TENDE PIEDADE DE NÓS</a:t>
            </a:r>
          </a:p>
          <a:p>
            <a:pPr algn="just"/>
            <a:endParaRPr lang="pt-BR" sz="87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49017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SÓ VÓS SOIS SANTO, SÓ VÓS O SENHOR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b="1" dirty="0"/>
              <a:t>GLÓRIA A DEUS NAS ALTURAS E PAZ NA TERRA AOS HOMENS POR ELE AMADOS</a:t>
            </a:r>
            <a:endParaRPr lang="pt-BR" sz="9600" dirty="0"/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AMÉM!</a:t>
            </a:r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556163"/>
            <a:ext cx="10211840" cy="1745674"/>
          </a:xfrm>
        </p:spPr>
        <p:txBody>
          <a:bodyPr>
            <a:normAutofit/>
          </a:bodyPr>
          <a:lstStyle/>
          <a:p>
            <a:r>
              <a:rPr lang="pt-BR" sz="6000" b="1" dirty="0"/>
              <a:t>EU VOS EXALTO, Ó SENHOR, PORQUE VÓS ME LIVRASTES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JESUS CRISTO RESSURGIU, POR QUEM TUDO FOI CRIADO; ELE TEVE COMPAIXÃO DO GÊNERO HUMANO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09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1. A MINH’ALMA TEM SEDE DE VÓS,</a:t>
            </a:r>
          </a:p>
          <a:p>
            <a:pPr algn="l"/>
            <a:r>
              <a:rPr lang="pt-BR" sz="66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852099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2. VENHO, ASSIM, CONTEMPLAR-VOS NO TEMPLO,</a:t>
            </a:r>
          </a:p>
          <a:p>
            <a:pPr algn="l"/>
            <a:r>
              <a:rPr lang="pt-BR" sz="66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827994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3. VOSSO AMOR VALE MAIS DO QUE A VIDA:</a:t>
            </a:r>
          </a:p>
          <a:p>
            <a:pPr algn="l"/>
            <a:r>
              <a:rPr lang="pt-BR" sz="66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19873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SANTO, SANTO, SANTO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SENHOR DEUS DO UNIVERSO.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O CÉU E A TERRA PROCLAMAM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PROCLAMAM A VOSSA GLÓRIA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HOSANA, HOSANA, HOSANA, HOSANA NAS ALTURAS</a:t>
            </a:r>
          </a:p>
          <a:p>
            <a:pPr algn="l"/>
            <a:endParaRPr lang="pt-BR" sz="21600" b="1" dirty="0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08AA-11BA-3E35-1ED1-E5618CECB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17486-73F8-0B8B-3B6F-B2BFF1960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1CBBFC-1E62-C539-8E97-053640B4F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dirty="0"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HOSANA, HOSANA, HOSANA</a:t>
            </a: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</a:t>
            </a:r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1518456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GRANDE, EU PROCLAMO, ÉS MEU DEUS</a:t>
            </a:r>
          </a:p>
          <a:p>
            <a:pPr algn="l"/>
            <a:r>
              <a:rPr lang="pt-BR" sz="6600" b="1" dirty="0"/>
              <a:t>SEMPRE IREI DE LOUVAR</a:t>
            </a:r>
          </a:p>
          <a:p>
            <a:pPr algn="l"/>
            <a:r>
              <a:rPr lang="pt-BR" sz="6600" b="1" dirty="0"/>
              <a:t>TEU NOME EU VOU BENDIZER TODO DIA EU VOU CANTAR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093983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O SENHOR É GRANDE E LOUVÁVEL, SEM MEDIDA É SUA GRANDEZA.</a:t>
            </a:r>
            <a:r>
              <a:rPr lang="pt-BR" sz="8000" dirty="0"/>
              <a:t> GERAÇÕES DE UMA PRA OUTRA, ANUCIEM AS TUAS PROEZAS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738050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A5ECA-2C0F-6022-D95D-95299ED4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87489-A0C0-FA12-AD26-EA5EAE8ACB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B545FA-532B-AD34-4D34-498735A42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GRANDE, EU PROCLAMO, ÉS MEU DEUS</a:t>
            </a:r>
          </a:p>
          <a:p>
            <a:pPr algn="l"/>
            <a:r>
              <a:rPr lang="pt-BR" sz="6600" b="1" dirty="0"/>
              <a:t>SEMPRE IREI DE LOUVAR</a:t>
            </a:r>
          </a:p>
          <a:p>
            <a:pPr algn="l"/>
            <a:r>
              <a:rPr lang="pt-BR" sz="6600" b="1" dirty="0"/>
              <a:t>TEU NOME EU VOU BENDIZER TODO DIA EU VOU CANTAR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7908052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9600" dirty="0"/>
              <a:t>TUA FAMA É GLÓRIA E ESPLENDOR, MARAVILHAS DE TI VOU CANTAR. TEU PODER É TERRÍVEL, DIRÃO, TUA GRANDEZA EU VOU CELEBRAR!</a:t>
            </a:r>
          </a:p>
          <a:p>
            <a:pPr algn="l"/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2384723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FE9A8-F809-AA83-FE11-9B0543EF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1820B-7813-92F0-C7ED-EDB693E99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B3E7906-A262-44F8-8C56-D0D9616D6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GRANDE, EU PROCLAMO, ÉS MEU DEUS</a:t>
            </a:r>
          </a:p>
          <a:p>
            <a:pPr algn="l"/>
            <a:r>
              <a:rPr lang="pt-BR" sz="6600" b="1" dirty="0"/>
              <a:t>SEMPRE IREI DE LOUVAR</a:t>
            </a:r>
          </a:p>
          <a:p>
            <a:pPr algn="l"/>
            <a:r>
              <a:rPr lang="pt-BR" sz="6600" b="1" dirty="0"/>
              <a:t>TEU NOME EU VOU BENDIZER TODO DIA EU VOU CANTAR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366552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dirty="0"/>
              <a:t>DEUS DE AMOR, NÓS TE ADORAMOS NESTE SACRAMENTO</a:t>
            </a:r>
          </a:p>
          <a:p>
            <a:pPr algn="l"/>
            <a:r>
              <a:rPr lang="pt-BR" sz="7200" dirty="0"/>
              <a:t>CORPO E SANGUE QUE FIZESTE NOSSO ALIMENTO</a:t>
            </a:r>
          </a:p>
          <a:p>
            <a:pPr algn="l"/>
            <a:r>
              <a:rPr lang="pt-BR" sz="7200" dirty="0"/>
              <a:t>ÉS O DEUS ESCONDIDO, VIVO E VENCEDOR</a:t>
            </a:r>
          </a:p>
          <a:p>
            <a:pPr algn="l"/>
            <a:r>
              <a:rPr lang="pt-BR" sz="7200" dirty="0"/>
              <a:t>A TEUS PÉS DEPOSITAMOS TODO NOSSO AMOR.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MEUS PECADOS REDIMISTE SOB A TUA CRUZ</a:t>
            </a:r>
          </a:p>
          <a:p>
            <a:pPr algn="l"/>
            <a:r>
              <a:rPr lang="pt-BR" sz="6600" dirty="0"/>
              <a:t>COM TEU CORPO E COM TEU SANGUE, Ó SENHOR JESUS!</a:t>
            </a:r>
          </a:p>
          <a:p>
            <a:pPr algn="l"/>
            <a:r>
              <a:rPr lang="pt-BR" sz="6600" dirty="0"/>
              <a:t>SOBRE OS NOSSOS ALTARES, VÍTIMA SEM PAR</a:t>
            </a:r>
          </a:p>
          <a:p>
            <a:pPr algn="l"/>
            <a:r>
              <a:rPr lang="pt-BR" sz="6600" dirty="0"/>
              <a:t>TEU DIVINO SACRIFÍCIO QUERES RENOVAR!</a:t>
            </a: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15407641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NO CALVÁRIO SE ESCONDIA TUA DIVINDADE</a:t>
            </a:r>
          </a:p>
          <a:p>
            <a:pPr algn="l"/>
            <a:r>
              <a:rPr lang="pt-BR" sz="6600" dirty="0"/>
              <a:t>MAS AQUI TAMBÉM SE ESCONDE TUA HUMANIDADE</a:t>
            </a:r>
          </a:p>
          <a:p>
            <a:pPr algn="l"/>
            <a:r>
              <a:rPr lang="pt-BR" sz="6600" dirty="0"/>
              <a:t>CREIO EM AMBAS E PEÇO, COMO O BOM LADRÃO</a:t>
            </a:r>
          </a:p>
          <a:p>
            <a:pPr algn="l"/>
            <a:r>
              <a:rPr lang="pt-BR" sz="6600" dirty="0"/>
              <a:t>NO TEU REINO, ETERNAMENTE, TUA SALVAÇÃO!</a:t>
            </a:r>
          </a:p>
        </p:txBody>
      </p:sp>
    </p:spTree>
    <p:extLst>
      <p:ext uri="{BB962C8B-B14F-4D97-AF65-F5344CB8AC3E}">
        <p14:creationId xmlns:p14="http://schemas.microsoft.com/office/powerpoint/2010/main" val="4247229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dirty="0"/>
              <a:t>CREIO EM TI RESSUSCITADO, MAIS QUE SÃO TOMÉ</a:t>
            </a:r>
          </a:p>
          <a:p>
            <a:pPr algn="l"/>
            <a:r>
              <a:rPr lang="pt-BR" sz="6600" dirty="0"/>
              <a:t>MAS AUMENTA NA MINH'ALMA O PODER DA FÉ</a:t>
            </a:r>
          </a:p>
          <a:p>
            <a:pPr algn="l"/>
            <a:r>
              <a:rPr lang="pt-BR" sz="6600" dirty="0"/>
              <a:t>GUARDA A MINHA ESPERANÇA, CRESCE O MEU AMOR</a:t>
            </a:r>
          </a:p>
          <a:p>
            <a:pPr algn="l"/>
            <a:r>
              <a:rPr lang="pt-BR" sz="6600" dirty="0"/>
              <a:t>CREIO EM TI RESSUSCITADO, MEU DEUS E SENHOR!</a:t>
            </a:r>
            <a:endParaRPr lang="pt-BR" sz="700" dirty="0"/>
          </a:p>
        </p:txBody>
      </p:sp>
    </p:spTree>
    <p:extLst>
      <p:ext uri="{BB962C8B-B14F-4D97-AF65-F5344CB8AC3E}">
        <p14:creationId xmlns:p14="http://schemas.microsoft.com/office/powerpoint/2010/main" val="10131162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/>
          </a:bodyPr>
          <a:lstStyle/>
          <a:p>
            <a:pPr algn="l"/>
            <a:r>
              <a:rPr lang="pt-BR" sz="8600" dirty="0"/>
              <a:t>1. A ESCURIDÃO PASSOU... A LUZ DO SOL SURGIU.</a:t>
            </a:r>
          </a:p>
          <a:p>
            <a:pPr algn="l"/>
            <a:r>
              <a:rPr lang="pt-BR" sz="8600" dirty="0"/>
              <a:t>O CRISTO, NOSSO IRMÃO, SEU POVO REDIMIU!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27702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10294</TotalTime>
  <Words>847</Words>
  <Application>Microsoft Office PowerPoint</Application>
  <PresentationFormat>Widescreen</PresentationFormat>
  <Paragraphs>138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42</cp:revision>
  <dcterms:created xsi:type="dcterms:W3CDTF">2023-05-06T17:01:55Z</dcterms:created>
  <dcterms:modified xsi:type="dcterms:W3CDTF">2025-05-03T20:04:54Z</dcterms:modified>
</cp:coreProperties>
</file>