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363" r:id="rId9"/>
    <p:sldId id="364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335" r:id="rId30"/>
    <p:sldId id="285" r:id="rId31"/>
    <p:sldId id="354" r:id="rId32"/>
    <p:sldId id="362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5" r:id="rId53"/>
    <p:sldId id="306" r:id="rId54"/>
    <p:sldId id="307" r:id="rId55"/>
    <p:sldId id="308" r:id="rId56"/>
    <p:sldId id="309" r:id="rId57"/>
    <p:sldId id="310" r:id="rId58"/>
    <p:sldId id="311" r:id="rId59"/>
    <p:sldId id="312" r:id="rId60"/>
    <p:sldId id="313" r:id="rId61"/>
    <p:sldId id="314" r:id="rId62"/>
    <p:sldId id="315" r:id="rId63"/>
    <p:sldId id="316" r:id="rId64"/>
    <p:sldId id="317" r:id="rId65"/>
    <p:sldId id="318" r:id="rId66"/>
    <p:sldId id="319" r:id="rId67"/>
    <p:sldId id="320" r:id="rId68"/>
    <p:sldId id="321" r:id="rId69"/>
    <p:sldId id="322" r:id="rId70"/>
    <p:sldId id="323" r:id="rId71"/>
    <p:sldId id="324" r:id="rId72"/>
    <p:sldId id="325" r:id="rId73"/>
    <p:sldId id="326" r:id="rId74"/>
    <p:sldId id="327" r:id="rId75"/>
    <p:sldId id="365" r:id="rId76"/>
    <p:sldId id="368" r:id="rId77"/>
    <p:sldId id="369" r:id="rId78"/>
    <p:sldId id="370" r:id="rId79"/>
    <p:sldId id="371" r:id="rId80"/>
    <p:sldId id="330" r:id="rId81"/>
    <p:sldId id="331" r:id="rId82"/>
    <p:sldId id="332" r:id="rId83"/>
    <p:sldId id="372" r:id="rId84"/>
    <p:sldId id="373" r:id="rId85"/>
    <p:sldId id="374" r:id="rId86"/>
    <p:sldId id="375" r:id="rId87"/>
    <p:sldId id="376" r:id="rId88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69" d="100"/>
          <a:sy n="69" d="100"/>
        </p:scale>
        <p:origin x="78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notesMaster" Target="notesMasters/notesMaster1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presProps" Target="presProps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theme" Target="theme/theme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7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1"/>
            <a:ext cx="3076575" cy="512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t" anchorCtr="0" compatLnSpc="1">
            <a:prstTxWarp prst="textNoShape">
              <a:avLst/>
            </a:prstTxWarp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77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9" y="1"/>
            <a:ext cx="3076575" cy="512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t" anchorCtr="0" compatLnSpc="1">
            <a:prstTxWarp prst="textNoShape">
              <a:avLst/>
            </a:prstTxWarp>
          </a:bodyPr>
          <a:lstStyle>
            <a:lvl1pPr algn="r">
              <a:defRPr sz="1100"/>
            </a:lvl1pPr>
          </a:lstStyle>
          <a:p>
            <a:endParaRPr lang="en-US"/>
          </a:p>
        </p:txBody>
      </p:sp>
      <p:sp>
        <p:nvSpPr>
          <p:cNvPr id="104877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0600" y="766763"/>
            <a:ext cx="5118100" cy="3838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04877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4" y="4862514"/>
            <a:ext cx="5680075" cy="4605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78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720264"/>
            <a:ext cx="3076575" cy="512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b" anchorCtr="0" compatLnSpc="1">
            <a:prstTxWarp prst="textNoShape">
              <a:avLst/>
            </a:prstTxWarp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78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9" y="9720264"/>
            <a:ext cx="3076575" cy="512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b" anchorCtr="0" compatLnSpc="1">
            <a:prstTxWarp prst="textNoShape">
              <a:avLst/>
            </a:prstTxWarp>
          </a:bodyPr>
          <a:lstStyle>
            <a:lvl1pPr algn="r">
              <a:defRPr sz="1100"/>
            </a:lvl1pPr>
          </a:lstStyle>
          <a:p>
            <a:fld id="{A9A0EA98-5831-4853-B862-C702E6EB345C}" type="slidenum">
              <a:rPr lang="en-US"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7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1048588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1048589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23/05/2026</a:t>
            </a:fld>
            <a:endParaRPr lang="pt-BR"/>
          </a:p>
        </p:txBody>
      </p:sp>
      <p:sp>
        <p:nvSpPr>
          <p:cNvPr id="1048590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048591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35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1048736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1048737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23/05/2026</a:t>
            </a:fld>
            <a:endParaRPr lang="pt-BR"/>
          </a:p>
        </p:txBody>
      </p:sp>
      <p:sp>
        <p:nvSpPr>
          <p:cNvPr id="1048738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048739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51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1048752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048753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23/05/2026</a:t>
            </a:fld>
            <a:endParaRPr lang="pt-BR"/>
          </a:p>
        </p:txBody>
      </p:sp>
      <p:sp>
        <p:nvSpPr>
          <p:cNvPr id="1048754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048755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56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1048757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1048758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1048759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23/05/2026</a:t>
            </a:fld>
            <a:endParaRPr lang="pt-BR"/>
          </a:p>
        </p:txBody>
      </p:sp>
      <p:sp>
        <p:nvSpPr>
          <p:cNvPr id="1048760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048761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6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104876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04876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104876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04876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104876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23/05/2026</a:t>
            </a:fld>
            <a:endParaRPr lang="pt-BR"/>
          </a:p>
        </p:txBody>
      </p:sp>
      <p:sp>
        <p:nvSpPr>
          <p:cNvPr id="104876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04876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6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1048727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23/05/2026</a:t>
            </a:fld>
            <a:endParaRPr lang="pt-BR"/>
          </a:p>
        </p:txBody>
      </p:sp>
      <p:sp>
        <p:nvSpPr>
          <p:cNvPr id="1048728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048729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23/05/2026</a:t>
            </a:fld>
            <a:endParaRPr lang="pt-BR"/>
          </a:p>
        </p:txBody>
      </p:sp>
      <p:sp>
        <p:nvSpPr>
          <p:cNvPr id="1048582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048583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70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1048771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1048772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048773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23/05/2026</a:t>
            </a:fld>
            <a:endParaRPr lang="pt-BR"/>
          </a:p>
        </p:txBody>
      </p:sp>
      <p:sp>
        <p:nvSpPr>
          <p:cNvPr id="1048774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048775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40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1048741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1048742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048743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23/05/2026</a:t>
            </a:fld>
            <a:endParaRPr lang="pt-BR"/>
          </a:p>
        </p:txBody>
      </p:sp>
      <p:sp>
        <p:nvSpPr>
          <p:cNvPr id="1048744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048745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46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1048747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1048748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23/05/2026</a:t>
            </a:fld>
            <a:endParaRPr lang="pt-BR"/>
          </a:p>
        </p:txBody>
      </p:sp>
      <p:sp>
        <p:nvSpPr>
          <p:cNvPr id="1048749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048750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30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1048731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1048732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23/05/2026</a:t>
            </a:fld>
            <a:endParaRPr lang="pt-BR"/>
          </a:p>
        </p:txBody>
      </p:sp>
      <p:sp>
        <p:nvSpPr>
          <p:cNvPr id="1048733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048734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1048577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1048578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ADB375-1491-4444-9FE7-F0D57218A44F}" type="datetimeFigureOut">
              <a:rPr lang="pt-BR" smtClean="0"/>
              <a:t>23/05/2026</a:t>
            </a:fld>
            <a:endParaRPr lang="pt-BR"/>
          </a:p>
        </p:txBody>
      </p:sp>
      <p:sp>
        <p:nvSpPr>
          <p:cNvPr id="1048579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1048580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2" name="Imagem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65257"/>
          </a:xfrm>
          <a:prstGeom prst="rect">
            <a:avLst/>
          </a:prstGeom>
        </p:spPr>
      </p:pic>
      <p:sp>
        <p:nvSpPr>
          <p:cNvPr id="1048584" name="Retângulo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41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048585" name="Retângulo 3"/>
          <p:cNvSpPr/>
          <p:nvPr/>
        </p:nvSpPr>
        <p:spPr>
          <a:xfrm>
            <a:off x="696687" y="2996418"/>
            <a:ext cx="10940226" cy="3010487"/>
          </a:xfrm>
          <a:prstGeom prst="rect">
            <a:avLst/>
          </a:prstGeom>
          <a:solidFill>
            <a:schemeClr val="tx1">
              <a:alpha val="41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48586" name="CaixaDeTexto 4"/>
          <p:cNvSpPr txBox="1"/>
          <p:nvPr/>
        </p:nvSpPr>
        <p:spPr>
          <a:xfrm>
            <a:off x="912418" y="3570637"/>
            <a:ext cx="10724495" cy="18059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500" b="1" dirty="0">
                <a:solidFill>
                  <a:schemeClr val="bg1"/>
                </a:solidFill>
                <a:latin typeface="Baskerville Old Face" panose="02020602080505020303" pitchFamily="18" charset="0"/>
              </a:rPr>
              <a:t>PENTECOSTES</a:t>
            </a:r>
            <a:endParaRPr lang="pt-BR" sz="2400" b="1" dirty="0">
              <a:solidFill>
                <a:schemeClr val="bg1"/>
              </a:solidFill>
              <a:latin typeface="Baskerville Old Face" panose="02020602080505020303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2" name="Título 1"/>
          <p:cNvSpPr>
            <a:spLocks noGrp="1"/>
          </p:cNvSpPr>
          <p:nvPr>
            <p:ph type="ctrTitle"/>
          </p:nvPr>
        </p:nvSpPr>
        <p:spPr>
          <a:xfrm>
            <a:off x="921327" y="443345"/>
            <a:ext cx="4357255" cy="471055"/>
          </a:xfrm>
        </p:spPr>
        <p:txBody>
          <a:bodyPr>
            <a:normAutofit fontScale="92857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1048593" name="Subtítulo 2"/>
          <p:cNvSpPr>
            <a:spLocks noGrp="1"/>
          </p:cNvSpPr>
          <p:nvPr>
            <p:ph type="subTitle" idx="1"/>
          </p:nvPr>
        </p:nvSpPr>
        <p:spPr>
          <a:xfrm>
            <a:off x="921327" y="1219200"/>
            <a:ext cx="11270673" cy="5481637"/>
          </a:xfrm>
        </p:spPr>
        <p:txBody>
          <a:bodyPr>
            <a:normAutofit lnSpcReduction="10000"/>
          </a:bodyPr>
          <a:lstStyle/>
          <a:p>
            <a:pPr algn="just"/>
            <a:r>
              <a:rPr lang="pt-BR" sz="3600" b="1" dirty="0"/>
              <a:t>NÓS ESTAMOS AQUI REUNIDOS</a:t>
            </a:r>
          </a:p>
          <a:p>
            <a:pPr algn="just"/>
            <a:r>
              <a:rPr lang="pt-BR" sz="3600" b="1" dirty="0"/>
              <a:t>COMO ESTAVAM EM JERUSALÉM</a:t>
            </a:r>
          </a:p>
          <a:p>
            <a:pPr algn="just"/>
            <a:r>
              <a:rPr lang="pt-BR" sz="3600" b="1" dirty="0"/>
              <a:t>POIS SÓ QUANDO VIVEMOS UNIDOS</a:t>
            </a:r>
          </a:p>
          <a:p>
            <a:pPr algn="just"/>
            <a:r>
              <a:rPr lang="pt-BR" sz="3600" b="1" dirty="0"/>
              <a:t>É QUE O ESPÍRITO SANTO NOS VEM.</a:t>
            </a:r>
          </a:p>
          <a:p>
            <a:pPr algn="just"/>
            <a:endParaRPr lang="pt-BR" sz="3600" b="1" dirty="0"/>
          </a:p>
          <a:p>
            <a:pPr algn="just"/>
            <a:r>
              <a:rPr lang="pt-BR" sz="3600" dirty="0"/>
              <a:t>1. NINGUÉM PARA ESSE VENTO PASSANDO</a:t>
            </a:r>
          </a:p>
          <a:p>
            <a:pPr algn="just"/>
            <a:r>
              <a:rPr lang="pt-BR" sz="3600" dirty="0"/>
              <a:t>NINGUÉM VÊ, E ELE SOPRA ONDE QUER</a:t>
            </a:r>
          </a:p>
          <a:p>
            <a:pPr algn="just"/>
            <a:r>
              <a:rPr lang="pt-BR" sz="3600" dirty="0"/>
              <a:t>FORÇA IGUAL TÊM O ESPÍRITO QUANDO</a:t>
            </a:r>
          </a:p>
          <a:p>
            <a:pPr algn="just"/>
            <a:r>
              <a:rPr lang="pt-BR" sz="3600" dirty="0"/>
              <a:t>FAZ A IGREJA DE CRISTO CRESCER.</a:t>
            </a:r>
            <a:endParaRPr lang="pt-BR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4" name="Título 1"/>
          <p:cNvSpPr>
            <a:spLocks noGrp="1"/>
          </p:cNvSpPr>
          <p:nvPr>
            <p:ph type="ctrTitle"/>
          </p:nvPr>
        </p:nvSpPr>
        <p:spPr>
          <a:xfrm>
            <a:off x="921327" y="443345"/>
            <a:ext cx="1662545" cy="471055"/>
          </a:xfrm>
        </p:spPr>
        <p:txBody>
          <a:bodyPr>
            <a:normAutofit fontScale="92857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1048595" name="Subtítulo 2"/>
          <p:cNvSpPr>
            <a:spLocks noGrp="1"/>
          </p:cNvSpPr>
          <p:nvPr>
            <p:ph type="subTitle" idx="1"/>
          </p:nvPr>
        </p:nvSpPr>
        <p:spPr>
          <a:xfrm>
            <a:off x="921327" y="1219200"/>
            <a:ext cx="11270673" cy="5481637"/>
          </a:xfrm>
        </p:spPr>
        <p:txBody>
          <a:bodyPr>
            <a:normAutofit lnSpcReduction="10000"/>
          </a:bodyPr>
          <a:lstStyle/>
          <a:p>
            <a:pPr algn="just"/>
            <a:r>
              <a:rPr lang="pt-BR" sz="3600" b="1" dirty="0"/>
              <a:t>NÓS ESTAMOS AQUI REUNIDOS</a:t>
            </a:r>
          </a:p>
          <a:p>
            <a:pPr algn="just"/>
            <a:r>
              <a:rPr lang="pt-BR" sz="3600" b="1" dirty="0"/>
              <a:t>COMO ESTAVAM EM JERUSALÉM</a:t>
            </a:r>
          </a:p>
          <a:p>
            <a:pPr algn="just"/>
            <a:r>
              <a:rPr lang="pt-BR" sz="3600" b="1" dirty="0"/>
              <a:t>POIS SÓ QUANDO VIVEMOS UNIDOS</a:t>
            </a:r>
          </a:p>
          <a:p>
            <a:pPr algn="just"/>
            <a:r>
              <a:rPr lang="pt-BR" sz="3600" b="1" dirty="0"/>
              <a:t>É QUE O ESPÍRITO SANTO NOS VEM.</a:t>
            </a:r>
          </a:p>
          <a:p>
            <a:pPr algn="just"/>
            <a:endParaRPr lang="pt-BR" sz="3600" dirty="0"/>
          </a:p>
          <a:p>
            <a:pPr algn="just"/>
            <a:r>
              <a:rPr lang="pt-BR" sz="3600" dirty="0"/>
              <a:t>2. FEITA DE HOMENS A IGREJA É DIVINA</a:t>
            </a:r>
          </a:p>
          <a:p>
            <a:pPr algn="just"/>
            <a:r>
              <a:rPr lang="pt-BR" sz="3600" dirty="0"/>
              <a:t>POIS O ESPÍRITO SANTO A CONDUZ</a:t>
            </a:r>
          </a:p>
          <a:p>
            <a:pPr algn="just"/>
            <a:r>
              <a:rPr lang="pt-BR" sz="3600" dirty="0"/>
              <a:t>COMO UM FOGO QUE AQUECE E ILUMINA</a:t>
            </a:r>
          </a:p>
          <a:p>
            <a:pPr algn="just"/>
            <a:r>
              <a:rPr lang="pt-BR" sz="3600" dirty="0"/>
              <a:t>QUE É PUREZA, QUE É VIDA, QUE É LUZ.</a:t>
            </a:r>
            <a:endParaRPr lang="pt-BR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6" name="Título 1"/>
          <p:cNvSpPr>
            <a:spLocks noGrp="1"/>
          </p:cNvSpPr>
          <p:nvPr>
            <p:ph type="ctrTitle"/>
          </p:nvPr>
        </p:nvSpPr>
        <p:spPr>
          <a:xfrm>
            <a:off x="921327" y="443345"/>
            <a:ext cx="1662545" cy="471055"/>
          </a:xfrm>
        </p:spPr>
        <p:txBody>
          <a:bodyPr>
            <a:normAutofit fontScale="92857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1048597" name="Subtítulo 2"/>
          <p:cNvSpPr>
            <a:spLocks noGrp="1"/>
          </p:cNvSpPr>
          <p:nvPr>
            <p:ph type="subTitle" idx="1"/>
          </p:nvPr>
        </p:nvSpPr>
        <p:spPr>
          <a:xfrm>
            <a:off x="921327" y="1219200"/>
            <a:ext cx="11270673" cy="5481637"/>
          </a:xfrm>
        </p:spPr>
        <p:txBody>
          <a:bodyPr>
            <a:normAutofit lnSpcReduction="10000"/>
          </a:bodyPr>
          <a:lstStyle/>
          <a:p>
            <a:pPr algn="just"/>
            <a:r>
              <a:rPr lang="pt-BR" sz="3600" b="1" dirty="0"/>
              <a:t>NÓS ESTAMOS AQUI REUNIDOS</a:t>
            </a:r>
          </a:p>
          <a:p>
            <a:pPr algn="just"/>
            <a:r>
              <a:rPr lang="pt-BR" sz="3600" b="1" dirty="0"/>
              <a:t>COMO ESTAVAM EM JERUSALÉM</a:t>
            </a:r>
          </a:p>
          <a:p>
            <a:pPr algn="just"/>
            <a:r>
              <a:rPr lang="pt-BR" sz="3600" b="1" dirty="0"/>
              <a:t>POIS SÓ QUANDO VIVEMOS UNIDOS</a:t>
            </a:r>
          </a:p>
          <a:p>
            <a:pPr algn="just"/>
            <a:r>
              <a:rPr lang="pt-BR" sz="3600" b="1" dirty="0"/>
              <a:t>É QUE O ESPÍRITO SANTO NOS VEM.</a:t>
            </a:r>
          </a:p>
          <a:p>
            <a:pPr algn="just"/>
            <a:endParaRPr lang="pt-BR" sz="3600" dirty="0"/>
          </a:p>
          <a:p>
            <a:pPr algn="just"/>
            <a:r>
              <a:rPr lang="pt-BR" sz="3600" dirty="0"/>
              <a:t>3. SUA IMAGEM SÃO LÍNGUAS ARDENTES</a:t>
            </a:r>
          </a:p>
          <a:p>
            <a:pPr algn="just"/>
            <a:r>
              <a:rPr lang="pt-BR" sz="3600" dirty="0"/>
              <a:t>POIS AMOR É COMUNICAÇÃO</a:t>
            </a:r>
          </a:p>
          <a:p>
            <a:pPr algn="just"/>
            <a:r>
              <a:rPr lang="pt-BR" sz="3600" dirty="0"/>
              <a:t>E É PRECISO QUE TODAS AS GENTES</a:t>
            </a:r>
          </a:p>
          <a:p>
            <a:pPr algn="just"/>
            <a:r>
              <a:rPr lang="pt-BR" sz="3600" dirty="0"/>
              <a:t>SAIBAM QUANTO FELIZES SERÃO.</a:t>
            </a:r>
            <a:endParaRPr lang="pt-BR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8" name="Título 1"/>
          <p:cNvSpPr>
            <a:spLocks noGrp="1"/>
          </p:cNvSpPr>
          <p:nvPr>
            <p:ph type="ctrTitle"/>
          </p:nvPr>
        </p:nvSpPr>
        <p:spPr>
          <a:xfrm>
            <a:off x="921327" y="443345"/>
            <a:ext cx="1662545" cy="471055"/>
          </a:xfrm>
        </p:spPr>
        <p:txBody>
          <a:bodyPr>
            <a:normAutofit fontScale="92857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1048599" name="Subtítulo 2"/>
          <p:cNvSpPr>
            <a:spLocks noGrp="1"/>
          </p:cNvSpPr>
          <p:nvPr>
            <p:ph type="subTitle" idx="1"/>
          </p:nvPr>
        </p:nvSpPr>
        <p:spPr>
          <a:xfrm>
            <a:off x="921327" y="1219200"/>
            <a:ext cx="11270673" cy="5481637"/>
          </a:xfrm>
        </p:spPr>
        <p:txBody>
          <a:bodyPr>
            <a:normAutofit lnSpcReduction="10000"/>
          </a:bodyPr>
          <a:lstStyle/>
          <a:p>
            <a:pPr algn="just"/>
            <a:r>
              <a:rPr lang="pt-BR" sz="3600" b="1" dirty="0"/>
              <a:t>NÓS ESTAMOS AQUI REUNIDOS</a:t>
            </a:r>
          </a:p>
          <a:p>
            <a:pPr algn="just"/>
            <a:r>
              <a:rPr lang="pt-BR" sz="3600" b="1" dirty="0"/>
              <a:t>COMO ESTAVAM EM JERUSALÉM</a:t>
            </a:r>
          </a:p>
          <a:p>
            <a:pPr algn="just"/>
            <a:r>
              <a:rPr lang="pt-BR" sz="3600" b="1" dirty="0"/>
              <a:t>POIS SÓ QUANDO VIVEMOS UNIDOS</a:t>
            </a:r>
          </a:p>
          <a:p>
            <a:pPr algn="just"/>
            <a:r>
              <a:rPr lang="pt-BR" sz="3600" b="1" dirty="0"/>
              <a:t>É QUE O ESPÍRITO SANTO NOS VEM.</a:t>
            </a:r>
          </a:p>
          <a:p>
            <a:pPr algn="just"/>
            <a:endParaRPr lang="pt-BR" sz="3600" dirty="0"/>
          </a:p>
          <a:p>
            <a:pPr algn="just"/>
            <a:r>
              <a:rPr lang="pt-BR" sz="3600" dirty="0"/>
              <a:t>4. QUANDO O ESPÍRITO ESPALMA SUAS GRAÇAS</a:t>
            </a:r>
          </a:p>
          <a:p>
            <a:pPr algn="just"/>
            <a:r>
              <a:rPr lang="pt-BR" sz="3600" dirty="0"/>
              <a:t>FAZ DOS POVOS UM SÓ CORAÇÃO</a:t>
            </a:r>
          </a:p>
          <a:p>
            <a:pPr algn="just"/>
            <a:r>
              <a:rPr lang="pt-BR" sz="3600" dirty="0"/>
              <a:t>CRESCE A IGREJA ONDE TODAS AS RAÇAS</a:t>
            </a:r>
          </a:p>
          <a:p>
            <a:pPr algn="just"/>
            <a:r>
              <a:rPr lang="pt-BR" sz="3600" dirty="0"/>
              <a:t>UM SÓ DEUS, UM SÓ PAI LOUVARÃO.</a:t>
            </a:r>
            <a:endParaRPr lang="pt-BR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0" name="Retângulo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1" name="Título 1"/>
          <p:cNvSpPr>
            <a:spLocks noGrp="1"/>
          </p:cNvSpPr>
          <p:nvPr>
            <p:ph type="ctrTitle"/>
          </p:nvPr>
        </p:nvSpPr>
        <p:spPr>
          <a:xfrm>
            <a:off x="607867" y="374072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1048602" name="Subtítulo 2"/>
          <p:cNvSpPr>
            <a:spLocks noGrp="1"/>
          </p:cNvSpPr>
          <p:nvPr>
            <p:ph type="subTitle" idx="1"/>
          </p:nvPr>
        </p:nvSpPr>
        <p:spPr>
          <a:xfrm>
            <a:off x="607867" y="1011381"/>
            <a:ext cx="10976265" cy="5347855"/>
          </a:xfrm>
        </p:spPr>
        <p:txBody>
          <a:bodyPr>
            <a:normAutofit fontScale="94824"/>
          </a:bodyPr>
          <a:lstStyle/>
          <a:p>
            <a:pPr algn="l"/>
            <a:r>
              <a:rPr lang="pt-BR" sz="7100" dirty="0"/>
              <a:t>SENHOR, QUE PELO ESPÍRITO SANTO ESTAIS PRESENTE NO MUNDO, TENDE PIEDADE DE NÓS.</a:t>
            </a:r>
          </a:p>
          <a:p>
            <a:pPr algn="l"/>
            <a:r>
              <a:rPr lang="pt-BR" sz="7100" b="1" dirty="0"/>
              <a:t>KYRIE ELEISON (2X)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1" name="Título 1"/>
          <p:cNvSpPr>
            <a:spLocks noGrp="1"/>
          </p:cNvSpPr>
          <p:nvPr>
            <p:ph type="ctrTitle"/>
          </p:nvPr>
        </p:nvSpPr>
        <p:spPr>
          <a:xfrm>
            <a:off x="607867" y="374072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1048602" name="Subtítulo 2"/>
          <p:cNvSpPr>
            <a:spLocks noGrp="1"/>
          </p:cNvSpPr>
          <p:nvPr>
            <p:ph type="subTitle" idx="1"/>
          </p:nvPr>
        </p:nvSpPr>
        <p:spPr>
          <a:xfrm>
            <a:off x="607867" y="1011381"/>
            <a:ext cx="10976265" cy="5347855"/>
          </a:xfrm>
        </p:spPr>
        <p:txBody>
          <a:bodyPr>
            <a:normAutofit fontScale="94824"/>
          </a:bodyPr>
          <a:lstStyle/>
          <a:p>
            <a:pPr algn="l"/>
            <a:r>
              <a:rPr lang="pt-BR" sz="7100" dirty="0"/>
              <a:t>CRISTO, QUE DAIS O ESPÍRITO SANTO PARA O PERDÃO DOS PECADOS, TENDE PIEDADE DE NÓS.</a:t>
            </a:r>
          </a:p>
          <a:p>
            <a:pPr algn="l"/>
            <a:r>
              <a:rPr lang="pt-BR" sz="7100" b="1" dirty="0"/>
              <a:t>CHRISTE ELEISON (2X)</a:t>
            </a:r>
          </a:p>
        </p:txBody>
      </p:sp>
    </p:spTree>
    <p:extLst>
      <p:ext uri="{BB962C8B-B14F-4D97-AF65-F5344CB8AC3E}">
        <p14:creationId xmlns:p14="http://schemas.microsoft.com/office/powerpoint/2010/main" val="20527681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1" name="Título 1"/>
          <p:cNvSpPr>
            <a:spLocks noGrp="1"/>
          </p:cNvSpPr>
          <p:nvPr>
            <p:ph type="ctrTitle"/>
          </p:nvPr>
        </p:nvSpPr>
        <p:spPr>
          <a:xfrm>
            <a:off x="607867" y="374072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1048602" name="Subtítulo 2"/>
          <p:cNvSpPr>
            <a:spLocks noGrp="1"/>
          </p:cNvSpPr>
          <p:nvPr>
            <p:ph type="subTitle" idx="1"/>
          </p:nvPr>
        </p:nvSpPr>
        <p:spPr>
          <a:xfrm>
            <a:off x="607867" y="1011381"/>
            <a:ext cx="10976265" cy="5347855"/>
          </a:xfrm>
        </p:spPr>
        <p:txBody>
          <a:bodyPr>
            <a:normAutofit fontScale="94824"/>
          </a:bodyPr>
          <a:lstStyle/>
          <a:p>
            <a:pPr algn="l"/>
            <a:r>
              <a:rPr lang="pt-BR" sz="7100" dirty="0"/>
              <a:t>SENHOR, QUE ENVIAIS O ESPÍRITO SANTO PARA CRIAR UM MUNDO NOVO, TENDE PIEDADE DE NÓS.</a:t>
            </a:r>
          </a:p>
          <a:p>
            <a:pPr algn="l"/>
            <a:r>
              <a:rPr lang="pt-BR" sz="7100" b="1" dirty="0"/>
              <a:t>KYRIE ELEISON (2X)</a:t>
            </a:r>
          </a:p>
        </p:txBody>
      </p:sp>
    </p:spTree>
    <p:extLst>
      <p:ext uri="{BB962C8B-B14F-4D97-AF65-F5344CB8AC3E}">
        <p14:creationId xmlns:p14="http://schemas.microsoft.com/office/powerpoint/2010/main" val="32339455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8" name="Retângulo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9" name="Título 1"/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805546" cy="471055"/>
          </a:xfrm>
        </p:spPr>
        <p:txBody>
          <a:bodyPr>
            <a:normAutofit fontScale="92857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1048610" name="Subtítulo 2"/>
          <p:cNvSpPr>
            <a:spLocks noGrp="1"/>
          </p:cNvSpPr>
          <p:nvPr>
            <p:ph type="subTitle" idx="1"/>
          </p:nvPr>
        </p:nvSpPr>
        <p:spPr>
          <a:xfrm>
            <a:off x="921327" y="1219201"/>
            <a:ext cx="10349345" cy="5195454"/>
          </a:xfrm>
        </p:spPr>
        <p:txBody>
          <a:bodyPr>
            <a:normAutofit fontScale="70833" lnSpcReduction="20000"/>
          </a:bodyPr>
          <a:lstStyle/>
          <a:p>
            <a:pPr algn="just"/>
            <a:r>
              <a:rPr lang="pt-BR" sz="7700" b="1" dirty="0"/>
              <a:t>GLÓRIA A DEUS NAS ALTURAS (BIS) </a:t>
            </a:r>
          </a:p>
          <a:p>
            <a:pPr algn="just"/>
            <a:endParaRPr lang="pt-BR" sz="7700" b="1" dirty="0"/>
          </a:p>
          <a:p>
            <a:pPr algn="just"/>
            <a:r>
              <a:rPr lang="pt-BR" sz="7700" b="1" dirty="0"/>
              <a:t>E PAZ NA TERRA AOS HOMENS POR ELE AMADOS</a:t>
            </a:r>
          </a:p>
          <a:p>
            <a:pPr algn="just"/>
            <a:endParaRPr lang="pt-BR" sz="9000" dirty="0"/>
          </a:p>
          <a:p>
            <a:pPr algn="just"/>
            <a:r>
              <a:rPr lang="pt-BR" sz="7700" dirty="0"/>
              <a:t>SENHOR DEUS, REI DOS CÉUS, DEUS  TODO PODEROSO</a:t>
            </a:r>
          </a:p>
          <a:p>
            <a:pPr algn="just"/>
            <a:endParaRPr lang="pt-BR" sz="9000" dirty="0"/>
          </a:p>
          <a:p>
            <a:pPr algn="just"/>
            <a:endParaRPr lang="pt-BR" sz="7300" dirty="0"/>
          </a:p>
          <a:p>
            <a:pPr algn="just"/>
            <a:endParaRPr lang="pt-BR" sz="7300" dirty="0"/>
          </a:p>
          <a:p>
            <a:pPr algn="just"/>
            <a:endParaRPr lang="pt-BR" dirty="0"/>
          </a:p>
          <a:p>
            <a:pPr algn="just"/>
            <a:endParaRPr lang="pt-BR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1" name="Subtítulo 2"/>
          <p:cNvSpPr>
            <a:spLocks noGrp="1"/>
          </p:cNvSpPr>
          <p:nvPr>
            <p:ph type="subTitle" idx="1"/>
          </p:nvPr>
        </p:nvSpPr>
        <p:spPr>
          <a:xfrm>
            <a:off x="477982" y="585787"/>
            <a:ext cx="11236036" cy="6137564"/>
          </a:xfrm>
        </p:spPr>
        <p:txBody>
          <a:bodyPr>
            <a:normAutofit/>
          </a:bodyPr>
          <a:lstStyle/>
          <a:p>
            <a:pPr algn="just"/>
            <a:r>
              <a:rPr lang="pt-BR" sz="6000" dirty="0"/>
              <a:t>NÓS VOS LOUVAMOS, NÓS VOS BENDIZEMOS</a:t>
            </a:r>
          </a:p>
          <a:p>
            <a:pPr algn="just"/>
            <a:r>
              <a:rPr lang="pt-BR" sz="6000" dirty="0"/>
              <a:t>NÓS VOS ADORAMOS, NÓS VOS GLORIFICAMOS</a:t>
            </a:r>
          </a:p>
          <a:p>
            <a:pPr algn="just"/>
            <a:r>
              <a:rPr lang="pt-BR" sz="6000" dirty="0"/>
              <a:t>NÓS VOS DAMOS GRAÇAS, POR VOSSA IMENSA GLÓRIA. </a:t>
            </a:r>
          </a:p>
          <a:p>
            <a:pPr algn="just"/>
            <a:endParaRPr lang="pt-BR" sz="4400" dirty="0"/>
          </a:p>
          <a:p>
            <a:pPr algn="just"/>
            <a:endParaRPr lang="pt-BR" sz="4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2" name="Subtítulo 2"/>
          <p:cNvSpPr>
            <a:spLocks noGrp="1"/>
          </p:cNvSpPr>
          <p:nvPr>
            <p:ph type="subTitle" idx="1"/>
          </p:nvPr>
        </p:nvSpPr>
        <p:spPr>
          <a:xfrm>
            <a:off x="477982" y="443346"/>
            <a:ext cx="11236036" cy="6137564"/>
          </a:xfrm>
        </p:spPr>
        <p:txBody>
          <a:bodyPr>
            <a:normAutofit lnSpcReduction="10000"/>
          </a:bodyPr>
          <a:lstStyle/>
          <a:p>
            <a:pPr algn="just"/>
            <a:r>
              <a:rPr lang="pt-BR" sz="6000" dirty="0"/>
              <a:t>SENHOR JESUS CRISTO, FILHO UNIGÊNITO</a:t>
            </a:r>
          </a:p>
          <a:p>
            <a:pPr algn="just"/>
            <a:r>
              <a:rPr lang="pt-BR" sz="6000" dirty="0"/>
              <a:t>SENHOR DEUS, CORDEIRO DE DEUS, FILHO DE DEUS PAI</a:t>
            </a:r>
          </a:p>
          <a:p>
            <a:pPr algn="l"/>
            <a:r>
              <a:rPr lang="pt-BR" sz="6000" dirty="0"/>
              <a:t>VÓS QUE TIRAIS O PECADO DO MUNDO,</a:t>
            </a:r>
          </a:p>
          <a:p>
            <a:pPr algn="l"/>
            <a:r>
              <a:rPr lang="pt-BR" sz="6000" dirty="0"/>
              <a:t>TENDE PIEDADE DE NÓS</a:t>
            </a:r>
          </a:p>
          <a:p>
            <a:pPr algn="l"/>
            <a:endParaRPr lang="pt-BR" sz="6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3" name="Subtítulo 2"/>
          <p:cNvSpPr>
            <a:spLocks noGrp="1"/>
          </p:cNvSpPr>
          <p:nvPr>
            <p:ph type="subTitle" idx="1"/>
          </p:nvPr>
        </p:nvSpPr>
        <p:spPr>
          <a:xfrm>
            <a:off x="477982" y="263236"/>
            <a:ext cx="11617036" cy="6594764"/>
          </a:xfrm>
        </p:spPr>
        <p:txBody>
          <a:bodyPr>
            <a:normAutofit fontScale="92500"/>
          </a:bodyPr>
          <a:lstStyle/>
          <a:p>
            <a:pPr algn="l"/>
            <a:r>
              <a:rPr lang="pt-BR" sz="4800" dirty="0"/>
              <a:t>VÓS QUE TIRAIS O PECADO DO MUNDO, </a:t>
            </a:r>
          </a:p>
          <a:p>
            <a:pPr algn="l"/>
            <a:r>
              <a:rPr lang="pt-BR" sz="4800" dirty="0"/>
              <a:t>ACOLHEI A NOSSA SÚPLICA</a:t>
            </a:r>
          </a:p>
          <a:p>
            <a:pPr algn="l"/>
            <a:r>
              <a:rPr lang="pt-BR" sz="4800" dirty="0"/>
              <a:t>VÓS QUE ESTAIS À DIREITA DO PAI, </a:t>
            </a:r>
          </a:p>
          <a:p>
            <a:pPr algn="l"/>
            <a:r>
              <a:rPr lang="pt-BR" sz="4800" dirty="0"/>
              <a:t>TENDE PIEDADE DE NÓS, TENDE PIEDADE DE NÓS</a:t>
            </a:r>
            <a:endParaRPr lang="pt-BR" sz="1600" dirty="0"/>
          </a:p>
          <a:p>
            <a:pPr algn="l"/>
            <a:endParaRPr lang="pt-BR" sz="4800" dirty="0"/>
          </a:p>
          <a:p>
            <a:pPr algn="l"/>
            <a:r>
              <a:rPr lang="pt-BR" sz="4800" dirty="0"/>
              <a:t>SÓ VÓS SOIS SANTO, SÓ VÓS O SENHOR, SÓ VÓS O ALTÍSSIMO, JESUS CRISTO, COM O ESPÍRITO SANTO NA GLÓRIA DE DEUS PAI. </a:t>
            </a:r>
            <a:endParaRPr lang="pt-BR" sz="4800" b="1" dirty="0"/>
          </a:p>
          <a:p>
            <a:pPr algn="l"/>
            <a:r>
              <a:rPr lang="pt-BR" sz="4800" b="1" dirty="0"/>
              <a:t>AMÉM!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4" name="Retângulo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5" name="Título 1"/>
          <p:cNvSpPr>
            <a:spLocks noGrp="1"/>
          </p:cNvSpPr>
          <p:nvPr>
            <p:ph type="ctrTitle"/>
          </p:nvPr>
        </p:nvSpPr>
        <p:spPr>
          <a:xfrm>
            <a:off x="921327" y="443345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SALMO RESPONSORIAL</a:t>
            </a:r>
          </a:p>
        </p:txBody>
      </p:sp>
      <p:sp>
        <p:nvSpPr>
          <p:cNvPr id="1048616" name="Subtítulo 2"/>
          <p:cNvSpPr>
            <a:spLocks noGrp="1"/>
          </p:cNvSpPr>
          <p:nvPr>
            <p:ph type="subTitle" idx="1"/>
          </p:nvPr>
        </p:nvSpPr>
        <p:spPr>
          <a:xfrm>
            <a:off x="1880754" y="2452254"/>
            <a:ext cx="8430491" cy="2618510"/>
          </a:xfrm>
        </p:spPr>
        <p:txBody>
          <a:bodyPr>
            <a:normAutofit fontScale="83409" lnSpcReduction="10000"/>
          </a:bodyPr>
          <a:lstStyle/>
          <a:p>
            <a:r>
              <a:rPr lang="pt-BR" sz="4400" b="1" dirty="0"/>
              <a:t> </a:t>
            </a:r>
            <a:r>
              <a:rPr lang="pt-BR" sz="6500" b="1" dirty="0"/>
              <a:t>ENVIAI O VOSSO ESPÍRITO, SENHOR, E DA TERRA TODA A FACE RENOVAI</a:t>
            </a:r>
            <a:endParaRPr lang="pt-BR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7" name="Retângulo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8" name="Título 1"/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SEQUÊNCIA</a:t>
            </a:r>
          </a:p>
        </p:txBody>
      </p:sp>
      <p:sp>
        <p:nvSpPr>
          <p:cNvPr id="1048619" name="Subtítulo 2"/>
          <p:cNvSpPr>
            <a:spLocks noGrp="1"/>
          </p:cNvSpPr>
          <p:nvPr>
            <p:ph type="subTitle" idx="1"/>
          </p:nvPr>
        </p:nvSpPr>
        <p:spPr>
          <a:xfrm>
            <a:off x="921327" y="1219201"/>
            <a:ext cx="10349345" cy="5195454"/>
          </a:xfrm>
        </p:spPr>
        <p:txBody>
          <a:bodyPr>
            <a:normAutofit fontScale="84167" lnSpcReduction="20000"/>
          </a:bodyPr>
          <a:lstStyle/>
          <a:p>
            <a:pPr algn="just"/>
            <a:r>
              <a:rPr lang="pt-BR" sz="7700" b="1" dirty="0"/>
              <a:t>1. ESPÍRITO DE DEUS,</a:t>
            </a:r>
          </a:p>
          <a:p>
            <a:pPr algn="just"/>
            <a:r>
              <a:rPr lang="pt-BR" sz="7700" b="1" dirty="0"/>
              <a:t>ENVIAI DOS CÉUS</a:t>
            </a:r>
          </a:p>
          <a:p>
            <a:pPr algn="just"/>
            <a:r>
              <a:rPr lang="pt-BR" sz="7700" b="1" dirty="0"/>
              <a:t>UM RAIO DE LUZ!</a:t>
            </a:r>
          </a:p>
          <a:p>
            <a:pPr algn="just"/>
            <a:r>
              <a:rPr lang="pt-BR" sz="7700" b="1" dirty="0"/>
              <a:t>VINDE, PAI DOS POBRES,</a:t>
            </a:r>
          </a:p>
          <a:p>
            <a:pPr algn="just"/>
            <a:r>
              <a:rPr lang="pt-BR" sz="7700" b="1" dirty="0"/>
              <a:t>DAI AOS CORAÇÕES</a:t>
            </a:r>
          </a:p>
          <a:p>
            <a:pPr algn="just"/>
            <a:r>
              <a:rPr lang="pt-BR" sz="7700" b="1" dirty="0"/>
              <a:t>VOSSOS SETE DONS.</a:t>
            </a:r>
            <a:endParaRPr lang="pt-BR" sz="9000" dirty="0"/>
          </a:p>
          <a:p>
            <a:pPr algn="just"/>
            <a:endParaRPr lang="pt-BR" sz="7300" dirty="0"/>
          </a:p>
          <a:p>
            <a:pPr algn="just"/>
            <a:endParaRPr lang="pt-BR" sz="7300" dirty="0"/>
          </a:p>
          <a:p>
            <a:pPr algn="just"/>
            <a:endParaRPr lang="pt-BR" dirty="0"/>
          </a:p>
          <a:p>
            <a:pPr algn="just"/>
            <a:endParaRPr lang="pt-BR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0" name="Título 1"/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SEQUÊNCIA</a:t>
            </a:r>
          </a:p>
        </p:txBody>
      </p:sp>
      <p:sp>
        <p:nvSpPr>
          <p:cNvPr id="1048621" name="Subtítulo 2"/>
          <p:cNvSpPr>
            <a:spLocks noGrp="1"/>
          </p:cNvSpPr>
          <p:nvPr>
            <p:ph type="subTitle" idx="1"/>
          </p:nvPr>
        </p:nvSpPr>
        <p:spPr>
          <a:xfrm>
            <a:off x="921327" y="1219201"/>
            <a:ext cx="10349345" cy="5195454"/>
          </a:xfrm>
        </p:spPr>
        <p:txBody>
          <a:bodyPr>
            <a:normAutofit fontScale="83333" lnSpcReduction="20000"/>
          </a:bodyPr>
          <a:lstStyle/>
          <a:p>
            <a:pPr algn="just"/>
            <a:r>
              <a:rPr lang="pt-BR" sz="7700" b="1" dirty="0"/>
              <a:t>2. CONSOLO QUE ACALMA,</a:t>
            </a:r>
          </a:p>
          <a:p>
            <a:pPr algn="just"/>
            <a:r>
              <a:rPr lang="pt-BR" sz="7700" b="1" dirty="0"/>
              <a:t>HÓSPEDE DA ALMA,</a:t>
            </a:r>
          </a:p>
          <a:p>
            <a:pPr algn="just"/>
            <a:r>
              <a:rPr lang="pt-BR" sz="7700" b="1" dirty="0"/>
              <a:t>DOCE ALÍVIO, VINDE!</a:t>
            </a:r>
          </a:p>
          <a:p>
            <a:pPr algn="just"/>
            <a:r>
              <a:rPr lang="pt-BR" sz="7700" b="1" dirty="0"/>
              <a:t>NO LABOR, DESCANSO;</a:t>
            </a:r>
          </a:p>
          <a:p>
            <a:pPr algn="just"/>
            <a:r>
              <a:rPr lang="pt-BR" sz="7700" b="1" dirty="0"/>
              <a:t>NA AFLIÇÃO, REMANSO;</a:t>
            </a:r>
          </a:p>
          <a:p>
            <a:pPr algn="just"/>
            <a:r>
              <a:rPr lang="pt-BR" sz="7700" b="1" dirty="0"/>
              <a:t>NO CALOR, ARAGEM.</a:t>
            </a:r>
            <a:endParaRPr lang="pt-BR" sz="7300" dirty="0"/>
          </a:p>
          <a:p>
            <a:pPr algn="just"/>
            <a:endParaRPr lang="pt-BR" sz="7300" dirty="0"/>
          </a:p>
          <a:p>
            <a:pPr algn="just"/>
            <a:endParaRPr lang="pt-BR" dirty="0"/>
          </a:p>
          <a:p>
            <a:pPr algn="just"/>
            <a:endParaRPr lang="pt-BR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2" name="Título 1"/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SEQUÊNCIA</a:t>
            </a:r>
          </a:p>
        </p:txBody>
      </p:sp>
      <p:sp>
        <p:nvSpPr>
          <p:cNvPr id="1048623" name="Subtítulo 2"/>
          <p:cNvSpPr>
            <a:spLocks noGrp="1"/>
          </p:cNvSpPr>
          <p:nvPr>
            <p:ph type="subTitle" idx="1"/>
          </p:nvPr>
        </p:nvSpPr>
        <p:spPr>
          <a:xfrm>
            <a:off x="921327" y="1219201"/>
            <a:ext cx="10349345" cy="5195454"/>
          </a:xfrm>
        </p:spPr>
        <p:txBody>
          <a:bodyPr>
            <a:normAutofit fontScale="84167" lnSpcReduction="20000"/>
          </a:bodyPr>
          <a:lstStyle/>
          <a:p>
            <a:pPr algn="just"/>
            <a:r>
              <a:rPr lang="pt-BR" sz="7700" b="1" dirty="0"/>
              <a:t>3. ENCHEI, LUZ BENDITA,</a:t>
            </a:r>
          </a:p>
          <a:p>
            <a:pPr algn="just"/>
            <a:r>
              <a:rPr lang="pt-BR" sz="7700" b="1" dirty="0"/>
              <a:t>CHAMA QUE CREPITA,</a:t>
            </a:r>
          </a:p>
          <a:p>
            <a:pPr algn="just"/>
            <a:r>
              <a:rPr lang="pt-BR" sz="7700" b="1" dirty="0"/>
              <a:t>O ÍNTIMO DE NÓS!</a:t>
            </a:r>
          </a:p>
          <a:p>
            <a:pPr algn="just"/>
            <a:r>
              <a:rPr lang="pt-BR" sz="7700" b="1" dirty="0"/>
              <a:t>SEM A LUZ QUE ACODE,</a:t>
            </a:r>
          </a:p>
          <a:p>
            <a:pPr algn="just"/>
            <a:r>
              <a:rPr lang="pt-BR" sz="7700" b="1" dirty="0"/>
              <a:t>NADA O HOMEM PODE,</a:t>
            </a:r>
          </a:p>
          <a:p>
            <a:pPr algn="just"/>
            <a:r>
              <a:rPr lang="pt-BR" sz="7700" b="1" dirty="0"/>
              <a:t>NENHUM BEM HÁ NELE.</a:t>
            </a:r>
            <a:endParaRPr lang="pt-BR" sz="7300" dirty="0"/>
          </a:p>
          <a:p>
            <a:pPr algn="just"/>
            <a:endParaRPr lang="pt-BR" sz="7300" dirty="0"/>
          </a:p>
          <a:p>
            <a:pPr algn="just"/>
            <a:endParaRPr lang="pt-BR" dirty="0"/>
          </a:p>
          <a:p>
            <a:pPr algn="just"/>
            <a:endParaRPr lang="pt-BR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4" name="Título 1"/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SEQUÊNCIA</a:t>
            </a:r>
          </a:p>
        </p:txBody>
      </p:sp>
      <p:sp>
        <p:nvSpPr>
          <p:cNvPr id="1048625" name="Subtítulo 2"/>
          <p:cNvSpPr>
            <a:spLocks noGrp="1"/>
          </p:cNvSpPr>
          <p:nvPr>
            <p:ph type="subTitle" idx="1"/>
          </p:nvPr>
        </p:nvSpPr>
        <p:spPr>
          <a:xfrm>
            <a:off x="921327" y="1219201"/>
            <a:ext cx="10349345" cy="5195454"/>
          </a:xfrm>
        </p:spPr>
        <p:txBody>
          <a:bodyPr>
            <a:normAutofit fontScale="84167" lnSpcReduction="20000"/>
          </a:bodyPr>
          <a:lstStyle/>
          <a:p>
            <a:pPr algn="just"/>
            <a:r>
              <a:rPr lang="pt-BR" sz="7700" b="1" dirty="0"/>
              <a:t>4. AO SUJO, LAVAI;</a:t>
            </a:r>
          </a:p>
          <a:p>
            <a:pPr algn="just"/>
            <a:r>
              <a:rPr lang="pt-BR" sz="7700" b="1" dirty="0"/>
              <a:t>AO SECO, REGAI;</a:t>
            </a:r>
          </a:p>
          <a:p>
            <a:pPr algn="just"/>
            <a:r>
              <a:rPr lang="pt-BR" sz="7700" b="1" dirty="0"/>
              <a:t>CURAI O DOENTE.</a:t>
            </a:r>
          </a:p>
          <a:p>
            <a:pPr algn="just"/>
            <a:r>
              <a:rPr lang="pt-BR" sz="7700" b="1" dirty="0"/>
              <a:t>DOBRAI O QUE É DURO,</a:t>
            </a:r>
          </a:p>
          <a:p>
            <a:pPr algn="just"/>
            <a:r>
              <a:rPr lang="pt-BR" sz="7700" b="1" dirty="0"/>
              <a:t>GUIAI NO ESCURO,</a:t>
            </a:r>
          </a:p>
          <a:p>
            <a:pPr algn="just"/>
            <a:r>
              <a:rPr lang="pt-BR" sz="7700" b="1" dirty="0"/>
              <a:t>O FRIO AQUECEI.</a:t>
            </a:r>
            <a:endParaRPr lang="pt-BR" sz="7300" dirty="0"/>
          </a:p>
          <a:p>
            <a:pPr algn="just"/>
            <a:endParaRPr lang="pt-BR" sz="7300" dirty="0"/>
          </a:p>
          <a:p>
            <a:pPr algn="just"/>
            <a:endParaRPr lang="pt-BR" dirty="0"/>
          </a:p>
          <a:p>
            <a:pPr algn="just"/>
            <a:endParaRPr lang="pt-BR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6" name="Título 1"/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SEQUÊNCIA</a:t>
            </a:r>
          </a:p>
        </p:txBody>
      </p:sp>
      <p:sp>
        <p:nvSpPr>
          <p:cNvPr id="1048627" name="Subtítulo 2"/>
          <p:cNvSpPr>
            <a:spLocks noGrp="1"/>
          </p:cNvSpPr>
          <p:nvPr>
            <p:ph type="subTitle" idx="1"/>
          </p:nvPr>
        </p:nvSpPr>
        <p:spPr>
          <a:xfrm>
            <a:off x="921327" y="1219201"/>
            <a:ext cx="10349345" cy="5195454"/>
          </a:xfrm>
        </p:spPr>
        <p:txBody>
          <a:bodyPr>
            <a:normAutofit fontScale="83333" lnSpcReduction="20000"/>
          </a:bodyPr>
          <a:lstStyle/>
          <a:p>
            <a:pPr algn="just"/>
            <a:r>
              <a:rPr lang="pt-BR" sz="7700" b="1" dirty="0"/>
              <a:t>5. DAI À VOSSA IGREJA,</a:t>
            </a:r>
          </a:p>
          <a:p>
            <a:pPr algn="just"/>
            <a:r>
              <a:rPr lang="pt-BR" sz="7700" b="1" dirty="0"/>
              <a:t>QUE ESPERA E DESEJA,</a:t>
            </a:r>
          </a:p>
          <a:p>
            <a:pPr algn="just"/>
            <a:r>
              <a:rPr lang="pt-BR" sz="7700" b="1" dirty="0"/>
              <a:t>VOSSOS SETE DONS.</a:t>
            </a:r>
          </a:p>
          <a:p>
            <a:pPr algn="just"/>
            <a:r>
              <a:rPr lang="pt-BR" sz="7700" b="1" dirty="0"/>
              <a:t>DAI, EM PRÊMIO AO FORTE,</a:t>
            </a:r>
          </a:p>
          <a:p>
            <a:pPr algn="just"/>
            <a:r>
              <a:rPr lang="pt-BR" sz="7700" b="1" dirty="0"/>
              <a:t>UMA SANTA MORTE,</a:t>
            </a:r>
          </a:p>
          <a:p>
            <a:pPr algn="just"/>
            <a:r>
              <a:rPr lang="pt-BR" sz="7700" b="1" dirty="0"/>
              <a:t>ALEGRIA ETERNA. AMÉM!</a:t>
            </a:r>
            <a:endParaRPr lang="pt-BR" sz="7300" dirty="0"/>
          </a:p>
          <a:p>
            <a:pPr algn="just"/>
            <a:endParaRPr lang="pt-BR" sz="7300" dirty="0"/>
          </a:p>
          <a:p>
            <a:pPr algn="just"/>
            <a:endParaRPr lang="pt-BR" dirty="0"/>
          </a:p>
          <a:p>
            <a:pPr algn="just"/>
            <a:endParaRPr lang="pt-BR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8" name="Retângulo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9" name="Título 1"/>
          <p:cNvSpPr>
            <a:spLocks noGrp="1"/>
          </p:cNvSpPr>
          <p:nvPr>
            <p:ph type="ctrTitle"/>
          </p:nvPr>
        </p:nvSpPr>
        <p:spPr>
          <a:xfrm>
            <a:off x="921327" y="512617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ACLAMAÇÃO</a:t>
            </a:r>
          </a:p>
        </p:txBody>
      </p:sp>
      <p:sp>
        <p:nvSpPr>
          <p:cNvPr id="1048630" name="Subtítulo 2"/>
          <p:cNvSpPr>
            <a:spLocks noGrp="1"/>
          </p:cNvSpPr>
          <p:nvPr>
            <p:ph type="subTitle" idx="1"/>
          </p:nvPr>
        </p:nvSpPr>
        <p:spPr>
          <a:xfrm>
            <a:off x="921327" y="1399308"/>
            <a:ext cx="10349345" cy="5209309"/>
          </a:xfrm>
        </p:spPr>
        <p:txBody>
          <a:bodyPr>
            <a:normAutofit fontScale="92500" lnSpcReduction="20000"/>
          </a:bodyPr>
          <a:lstStyle/>
          <a:p>
            <a:r>
              <a:rPr lang="pt-BR" sz="4400" b="1" dirty="0"/>
              <a:t>ALELUIA, ALELUIA, ALELUIA, ALELUIA</a:t>
            </a:r>
          </a:p>
          <a:p>
            <a:endParaRPr lang="pt-BR" sz="4400" b="1" dirty="0"/>
          </a:p>
          <a:p>
            <a:r>
              <a:rPr lang="pt-BR" sz="4400" dirty="0"/>
              <a:t>VINDE, ESPÍRITO DIVINO E ENCHEI COM VOSSOS DONS</a:t>
            </a:r>
          </a:p>
          <a:p>
            <a:r>
              <a:rPr lang="pt-BR" sz="4400" dirty="0"/>
              <a:t>OS CORAÇÕES DOS FIÉIS;</a:t>
            </a:r>
          </a:p>
          <a:p>
            <a:r>
              <a:rPr lang="pt-BR" sz="4400" dirty="0"/>
              <a:t>ACENDEI NELES O AMOR COMO UM FOGO ABRASADOR!</a:t>
            </a:r>
          </a:p>
          <a:p>
            <a:endParaRPr lang="pt-BR" sz="4400" b="1" dirty="0"/>
          </a:p>
          <a:p>
            <a:r>
              <a:rPr lang="pt-BR" sz="4400" b="1" dirty="0"/>
              <a:t>ALELUIA, ALELUIA, ALELUIA, ALELUIA</a:t>
            </a:r>
            <a:endParaRPr lang="pt-BR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1" name="Retângulo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2" name="Título 1"/>
          <p:cNvSpPr>
            <a:spLocks noGrp="1"/>
          </p:cNvSpPr>
          <p:nvPr>
            <p:ph type="ctrTitle"/>
          </p:nvPr>
        </p:nvSpPr>
        <p:spPr>
          <a:xfrm>
            <a:off x="921327" y="429490"/>
            <a:ext cx="3636818" cy="471055"/>
          </a:xfrm>
        </p:spPr>
        <p:txBody>
          <a:bodyPr>
            <a:normAutofit fontScale="92857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MOMENTO DA UNÇÃO </a:t>
            </a:r>
          </a:p>
        </p:txBody>
      </p:sp>
      <p:sp>
        <p:nvSpPr>
          <p:cNvPr id="1048633" name="Subtítulo 2"/>
          <p:cNvSpPr>
            <a:spLocks noGrp="1"/>
          </p:cNvSpPr>
          <p:nvPr>
            <p:ph type="subTitle" idx="1"/>
          </p:nvPr>
        </p:nvSpPr>
        <p:spPr>
          <a:xfrm>
            <a:off x="921327" y="1219200"/>
            <a:ext cx="10965873" cy="5638799"/>
          </a:xfrm>
        </p:spPr>
        <p:txBody>
          <a:bodyPr>
            <a:normAutofit/>
          </a:bodyPr>
          <a:lstStyle/>
          <a:p>
            <a:pPr algn="l"/>
            <a:r>
              <a:rPr lang="pt-BR" sz="6000" b="1" dirty="0"/>
              <a:t>VEM, SANTO ESPÍRITO (BIS)</a:t>
            </a:r>
          </a:p>
          <a:p>
            <a:pPr algn="l"/>
            <a:endParaRPr lang="pt-BR" sz="6000" dirty="0"/>
          </a:p>
          <a:p>
            <a:pPr algn="l"/>
            <a:r>
              <a:rPr lang="pt-BR" sz="6000" dirty="0"/>
              <a:t>VEM, SANTO ESPÍRITO, ILUMINA O CORAÇÃO, COM TUA LUZ GLORIOSA, VEM SANTO ESPIRITO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4" name="Título 1"/>
          <p:cNvSpPr>
            <a:spLocks noGrp="1"/>
          </p:cNvSpPr>
          <p:nvPr>
            <p:ph type="ctrTitle"/>
          </p:nvPr>
        </p:nvSpPr>
        <p:spPr>
          <a:xfrm>
            <a:off x="921327" y="429490"/>
            <a:ext cx="3636818" cy="471055"/>
          </a:xfrm>
        </p:spPr>
        <p:txBody>
          <a:bodyPr>
            <a:normAutofit fontScale="92857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MOMENTO DA UNÇÃO </a:t>
            </a:r>
          </a:p>
        </p:txBody>
      </p:sp>
      <p:sp>
        <p:nvSpPr>
          <p:cNvPr id="1048635" name="Subtítulo 2"/>
          <p:cNvSpPr>
            <a:spLocks noGrp="1"/>
          </p:cNvSpPr>
          <p:nvPr>
            <p:ph type="subTitle" idx="1"/>
          </p:nvPr>
        </p:nvSpPr>
        <p:spPr>
          <a:xfrm>
            <a:off x="921327" y="1219200"/>
            <a:ext cx="10965873" cy="5638799"/>
          </a:xfrm>
        </p:spPr>
        <p:txBody>
          <a:bodyPr>
            <a:normAutofit/>
          </a:bodyPr>
          <a:lstStyle/>
          <a:p>
            <a:pPr algn="l"/>
            <a:r>
              <a:rPr lang="pt-BR" sz="6000" b="1" dirty="0"/>
              <a:t>VEM, SANTO ESPÍRITO (BIS)</a:t>
            </a:r>
          </a:p>
          <a:p>
            <a:pPr algn="l"/>
            <a:endParaRPr lang="pt-BR" sz="6000" dirty="0"/>
          </a:p>
          <a:p>
            <a:pPr algn="l"/>
            <a:r>
              <a:rPr lang="pt-BR" sz="6000" dirty="0"/>
              <a:t>ÉS INTERCESSOR, DOM DE DEUS ALTÍSSIMO, O FOGO, A LUZ, O</a:t>
            </a:r>
          </a:p>
          <a:p>
            <a:pPr algn="l"/>
            <a:r>
              <a:rPr lang="pt-BR" sz="6000" dirty="0"/>
              <a:t>AMOR, VEM, SANTO ESPÍRITO! 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6" name="Título 1"/>
          <p:cNvSpPr>
            <a:spLocks noGrp="1"/>
          </p:cNvSpPr>
          <p:nvPr>
            <p:ph type="ctrTitle"/>
          </p:nvPr>
        </p:nvSpPr>
        <p:spPr>
          <a:xfrm>
            <a:off x="921327" y="429490"/>
            <a:ext cx="3636818" cy="471055"/>
          </a:xfrm>
        </p:spPr>
        <p:txBody>
          <a:bodyPr>
            <a:normAutofit fontScale="92857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MOMENTO DA UNÇÃO </a:t>
            </a:r>
          </a:p>
        </p:txBody>
      </p:sp>
      <p:sp>
        <p:nvSpPr>
          <p:cNvPr id="1048637" name="Subtítulo 2"/>
          <p:cNvSpPr>
            <a:spLocks noGrp="1"/>
          </p:cNvSpPr>
          <p:nvPr>
            <p:ph type="subTitle" idx="1"/>
          </p:nvPr>
        </p:nvSpPr>
        <p:spPr>
          <a:xfrm>
            <a:off x="921327" y="1219200"/>
            <a:ext cx="10965873" cy="5638799"/>
          </a:xfrm>
        </p:spPr>
        <p:txBody>
          <a:bodyPr>
            <a:normAutofit/>
          </a:bodyPr>
          <a:lstStyle/>
          <a:p>
            <a:pPr algn="l"/>
            <a:r>
              <a:rPr lang="pt-BR" sz="6000" b="1" dirty="0"/>
              <a:t>VEM, SANTO ESPÍRITO (BIS)</a:t>
            </a:r>
          </a:p>
          <a:p>
            <a:pPr algn="l"/>
            <a:endParaRPr lang="pt-BR" sz="6000" dirty="0"/>
          </a:p>
          <a:p>
            <a:pPr algn="l"/>
            <a:r>
              <a:rPr lang="pt-BR" sz="6000" dirty="0"/>
              <a:t>VEM, GENEROSO ESPÍRITO, VEM A NÓS, </a:t>
            </a:r>
            <a:r>
              <a:rPr lang="en-US" altLang="pt-BR" sz="6000" dirty="0"/>
              <a:t>PAI</a:t>
            </a:r>
            <a:r>
              <a:rPr lang="pt-BR" sz="6000" dirty="0"/>
              <a:t> DOS POBRES! VEM,</a:t>
            </a:r>
            <a:endParaRPr lang="zh-CN" altLang="en-US"/>
          </a:p>
          <a:p>
            <a:pPr algn="l"/>
            <a:r>
              <a:rPr lang="pt-BR" sz="6000" dirty="0"/>
              <a:t>LUZ DOS CORAÇÕES! VEM, SANTO ESPÍRITO! 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86" name="Subtítulo 2"/>
          <p:cNvSpPr>
            <a:spLocks noGrp="1"/>
          </p:cNvSpPr>
          <p:nvPr/>
        </p:nvSpPr>
        <p:spPr>
          <a:xfrm>
            <a:off x="921327" y="1219200"/>
            <a:ext cx="10965873" cy="56387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>
              <a:lnSpc>
                <a:spcPct val="90000"/>
              </a:lnSpc>
              <a:spcBef>
                <a:spcPts val="1000"/>
              </a:spcBef>
              <a:buNone/>
              <a:defRPr sz="24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None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None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None/>
              <a:defRPr sz="16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None/>
              <a:defRPr sz="16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None/>
              <a:defRPr sz="16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None/>
              <a:defRPr sz="16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None/>
              <a:defRPr sz="16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None/>
              <a:defRPr sz="16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4800" b="1" dirty="0">
                <a:latin typeface="Calibri"/>
              </a:rPr>
              <a:t>VEM, SANTO ESPÍRITO (BIS)</a:t>
            </a:r>
            <a:endParaRPr sz="4400"/>
          </a:p>
          <a:p>
            <a:pPr algn="l"/>
            <a:endParaRPr lang="pt-BR" sz="4800" dirty="0"/>
          </a:p>
          <a:p>
            <a:pPr algn="l"/>
            <a:r>
              <a:rPr lang="en-US" altLang="pt-BR" sz="4800" dirty="0">
                <a:latin typeface="Calibri"/>
              </a:rPr>
              <a:t>TU, PERFEITO AUXILIADOR, SUAVE CONSOLA</a:t>
            </a:r>
            <a:r>
              <a:rPr lang="pt-BR" altLang="pt-BR" sz="4800" dirty="0">
                <a:latin typeface="Calibri"/>
              </a:rPr>
              <a:t>ÇÃ</a:t>
            </a:r>
            <a:r>
              <a:rPr lang="en-US" altLang="pt-BR" sz="4800" dirty="0">
                <a:latin typeface="Calibri"/>
              </a:rPr>
              <a:t>O, EM NOSSA ALMA FAZE HABITAR A PAZ! NO SOFRIMENTO, TU </a:t>
            </a:r>
            <a:r>
              <a:rPr lang="pt-BR" altLang="pt-BR" sz="4800" dirty="0">
                <a:latin typeface="Calibri"/>
              </a:rPr>
              <a:t>É</a:t>
            </a:r>
            <a:r>
              <a:rPr lang="en-US" altLang="pt-BR" sz="4800" dirty="0">
                <a:latin typeface="Calibri"/>
              </a:rPr>
              <a:t>S REPOUSO, NA PROVA</a:t>
            </a:r>
            <a:r>
              <a:rPr lang="pt-BR" altLang="pt-BR" sz="4800" dirty="0">
                <a:latin typeface="Calibri"/>
              </a:rPr>
              <a:t>ÇÃ</a:t>
            </a:r>
            <a:r>
              <a:rPr lang="en-US" altLang="pt-BR" sz="4800" dirty="0">
                <a:latin typeface="Calibri"/>
              </a:rPr>
              <a:t>O, </a:t>
            </a:r>
            <a:r>
              <a:rPr lang="pt-BR" altLang="pt-BR" sz="4800" dirty="0">
                <a:latin typeface="Calibri"/>
              </a:rPr>
              <a:t>É</a:t>
            </a:r>
            <a:r>
              <a:rPr lang="en-US" altLang="pt-BR" sz="4800" dirty="0">
                <a:latin typeface="Calibri"/>
              </a:rPr>
              <a:t>S FOR</a:t>
            </a:r>
            <a:r>
              <a:rPr lang="pt-BR" altLang="pt-BR" sz="4800" dirty="0">
                <a:latin typeface="Calibri"/>
              </a:rPr>
              <a:t>Ç</a:t>
            </a:r>
            <a:r>
              <a:rPr lang="en-US" altLang="pt-BR" sz="4800" dirty="0">
                <a:latin typeface="Calibri"/>
              </a:rPr>
              <a:t>A; NA TRISTEZA, </a:t>
            </a:r>
            <a:r>
              <a:rPr lang="pt-BR" altLang="pt-BR" sz="4800" dirty="0">
                <a:latin typeface="Calibri"/>
              </a:rPr>
              <a:t>É</a:t>
            </a:r>
            <a:r>
              <a:rPr lang="en-US" altLang="pt-BR" sz="4800" dirty="0">
                <a:latin typeface="Calibri"/>
              </a:rPr>
              <a:t>S CONSOLA</a:t>
            </a:r>
            <a:r>
              <a:rPr lang="pt-BR" altLang="pt-BR" sz="4800" dirty="0">
                <a:latin typeface="Calibri"/>
              </a:rPr>
              <a:t>ÇÃ</a:t>
            </a:r>
            <a:r>
              <a:rPr lang="en-US" altLang="pt-BR" sz="4800" dirty="0">
                <a:latin typeface="Calibri"/>
              </a:rPr>
              <a:t>O. VEM, SANTO ESP</a:t>
            </a:r>
            <a:r>
              <a:rPr lang="pt-BR" altLang="pt-BR" sz="4800" dirty="0">
                <a:latin typeface="Calibri"/>
              </a:rPr>
              <a:t>Í</a:t>
            </a:r>
            <a:r>
              <a:rPr lang="en-US" altLang="pt-BR" sz="4800" dirty="0">
                <a:latin typeface="Calibri"/>
              </a:rPr>
              <a:t>RITO!</a:t>
            </a:r>
            <a:endParaRPr lang="zh-CN" altLang="en-US"/>
          </a:p>
        </p:txBody>
      </p:sp>
      <p:sp>
        <p:nvSpPr>
          <p:cNvPr id="1048788" name="Título 1"/>
          <p:cNvSpPr>
            <a:spLocks noGrp="1"/>
          </p:cNvSpPr>
          <p:nvPr/>
        </p:nvSpPr>
        <p:spPr>
          <a:xfrm>
            <a:off x="921327" y="429490"/>
            <a:ext cx="3636818" cy="47105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857"/>
          </a:bodyPr>
          <a:lstStyle>
            <a:lvl1pPr algn="ctr" defTabSz="914400">
              <a:lnSpc>
                <a:spcPct val="90000"/>
              </a:lnSpc>
              <a:spcBef>
                <a:spcPct val="0"/>
              </a:spcBef>
              <a:defRPr sz="6000" kern="1200">
                <a:solidFill>
                  <a:srgbClr val="000000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sz="2800" b="1" dirty="0">
                <a:solidFill>
                  <a:srgbClr val="FF0000"/>
                </a:solidFill>
                <a:latin typeface="Calibri"/>
              </a:rPr>
              <a:t>MOMENTO DA UNÇÃO 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8" name="Título 1"/>
          <p:cNvSpPr>
            <a:spLocks noGrp="1"/>
          </p:cNvSpPr>
          <p:nvPr>
            <p:ph type="ctrTitle"/>
          </p:nvPr>
        </p:nvSpPr>
        <p:spPr>
          <a:xfrm>
            <a:off x="921327" y="429490"/>
            <a:ext cx="3636818" cy="471055"/>
          </a:xfrm>
        </p:spPr>
        <p:txBody>
          <a:bodyPr>
            <a:normAutofit fontScale="92857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MOMENTO DA UNÇÃO </a:t>
            </a:r>
          </a:p>
        </p:txBody>
      </p:sp>
      <p:sp>
        <p:nvSpPr>
          <p:cNvPr id="1048639" name="Subtítulo 2"/>
          <p:cNvSpPr>
            <a:spLocks noGrp="1"/>
          </p:cNvSpPr>
          <p:nvPr>
            <p:ph type="subTitle" idx="1"/>
          </p:nvPr>
        </p:nvSpPr>
        <p:spPr>
          <a:xfrm>
            <a:off x="921327" y="1219201"/>
            <a:ext cx="10965873" cy="5209310"/>
          </a:xfrm>
        </p:spPr>
        <p:txBody>
          <a:bodyPr>
            <a:normAutofit fontScale="98333" lnSpcReduction="10000"/>
          </a:bodyPr>
          <a:lstStyle/>
          <a:p>
            <a:pPr algn="l"/>
            <a:r>
              <a:rPr lang="pt-BR" sz="6000" b="1" dirty="0"/>
              <a:t>VEM, SANTO ESPÍRITO (BIS)</a:t>
            </a:r>
          </a:p>
          <a:p>
            <a:pPr algn="l"/>
            <a:endParaRPr lang="pt-BR" sz="6000" dirty="0"/>
          </a:p>
          <a:p>
            <a:pPr algn="l"/>
            <a:r>
              <a:rPr lang="pt-BR" sz="6000" dirty="0"/>
              <a:t>LUZ BENFAZEJA, A NÓS QUE SOMOS FIÉIS A TI, PENETRA O CORAÇÃO!</a:t>
            </a:r>
          </a:p>
          <a:p>
            <a:pPr algn="l"/>
            <a:r>
              <a:rPr lang="pt-BR" sz="6000" dirty="0"/>
              <a:t>VEM, SANTO ESPÍRITO! 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91" name="Título 1"/>
          <p:cNvSpPr>
            <a:spLocks noGrp="1"/>
          </p:cNvSpPr>
          <p:nvPr/>
        </p:nvSpPr>
        <p:spPr>
          <a:xfrm>
            <a:off x="921327" y="429490"/>
            <a:ext cx="3636818" cy="47105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857"/>
          </a:bodyPr>
          <a:lstStyle>
            <a:lvl1pPr algn="ctr" defTabSz="914400">
              <a:lnSpc>
                <a:spcPct val="90000"/>
              </a:lnSpc>
              <a:spcBef>
                <a:spcPct val="0"/>
              </a:spcBef>
              <a:defRPr sz="6000" kern="1200">
                <a:solidFill>
                  <a:srgbClr val="000000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sz="2800" b="1" dirty="0">
                <a:solidFill>
                  <a:srgbClr val="FF0000"/>
                </a:solidFill>
                <a:latin typeface="Calibri"/>
              </a:rPr>
              <a:t>MOMENTO DA UNÇÃO </a:t>
            </a:r>
          </a:p>
        </p:txBody>
      </p:sp>
      <p:sp>
        <p:nvSpPr>
          <p:cNvPr id="1048793" name="Subtítulo 2"/>
          <p:cNvSpPr>
            <a:spLocks noGrp="1"/>
          </p:cNvSpPr>
          <p:nvPr/>
        </p:nvSpPr>
        <p:spPr>
          <a:xfrm>
            <a:off x="921327" y="1219201"/>
            <a:ext cx="10965873" cy="5209310"/>
          </a:xfrm>
          <a:prstGeom prst="rect">
            <a:avLst/>
          </a:prstGeom>
        </p:spPr>
        <p:txBody>
          <a:bodyPr vert="horz" lIns="91440" tIns="45720" rIns="91440" bIns="45720" rtlCol="0">
            <a:normAutofit fontScale="98333" lnSpcReduction="10000"/>
          </a:bodyPr>
          <a:lstStyle>
            <a:lvl1pPr marL="0" indent="0" algn="ctr" defTabSz="914400">
              <a:lnSpc>
                <a:spcPct val="90000"/>
              </a:lnSpc>
              <a:spcBef>
                <a:spcPts val="1000"/>
              </a:spcBef>
              <a:buNone/>
              <a:defRPr sz="24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None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None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None/>
              <a:defRPr sz="16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None/>
              <a:defRPr sz="16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None/>
              <a:defRPr sz="16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None/>
              <a:defRPr sz="16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None/>
              <a:defRPr sz="16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None/>
              <a:defRPr sz="16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6000" b="1" dirty="0">
                <a:latin typeface="Calibri"/>
              </a:rPr>
              <a:t>VEM, SANTO ESPÍRITO (BIS)</a:t>
            </a:r>
          </a:p>
          <a:p>
            <a:pPr algn="l"/>
            <a:endParaRPr lang="pt-BR" sz="6000" dirty="0"/>
          </a:p>
          <a:p>
            <a:pPr algn="l"/>
            <a:r>
              <a:rPr lang="en-US" altLang="pt-BR" sz="6000" dirty="0">
                <a:latin typeface="Calibri"/>
              </a:rPr>
              <a:t>NOSSO INIMIGO, REPELI; DAI-NOS LOGO A TUA PAZ; VEM E ENCHE OS CORA</a:t>
            </a:r>
            <a:r>
              <a:rPr lang="pt-BR" altLang="pt-BR" sz="6000" dirty="0">
                <a:latin typeface="Calibri"/>
              </a:rPr>
              <a:t>ÇÕ</a:t>
            </a:r>
            <a:r>
              <a:rPr lang="en-US" altLang="pt-BR" sz="6000" dirty="0">
                <a:latin typeface="Calibri"/>
              </a:rPr>
              <a:t>ES!</a:t>
            </a:r>
            <a:endParaRPr lang="zh-CN" altLang="en-US"/>
          </a:p>
          <a:p>
            <a:pPr algn="l"/>
            <a:r>
              <a:rPr lang="pt-BR" sz="6000" dirty="0">
                <a:latin typeface="Calibri"/>
              </a:rPr>
              <a:t>VEM, SANTO ESPÍRITO! 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97" name="Título 1"/>
          <p:cNvSpPr>
            <a:spLocks noGrp="1"/>
          </p:cNvSpPr>
          <p:nvPr/>
        </p:nvSpPr>
        <p:spPr>
          <a:xfrm>
            <a:off x="921327" y="429490"/>
            <a:ext cx="3636818" cy="47105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857"/>
          </a:bodyPr>
          <a:lstStyle>
            <a:lvl1pPr algn="ctr" defTabSz="914400">
              <a:lnSpc>
                <a:spcPct val="90000"/>
              </a:lnSpc>
              <a:spcBef>
                <a:spcPct val="0"/>
              </a:spcBef>
              <a:defRPr sz="6000" kern="1200">
                <a:solidFill>
                  <a:srgbClr val="000000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sz="2800" b="1" dirty="0">
                <a:solidFill>
                  <a:srgbClr val="FF0000"/>
                </a:solidFill>
                <a:latin typeface="Calibri"/>
              </a:rPr>
              <a:t>MOMENTO DA UNÇÃO </a:t>
            </a:r>
          </a:p>
        </p:txBody>
      </p:sp>
      <p:sp>
        <p:nvSpPr>
          <p:cNvPr id="1048799" name="Subtítulo 2"/>
          <p:cNvSpPr>
            <a:spLocks noGrp="1"/>
          </p:cNvSpPr>
          <p:nvPr/>
        </p:nvSpPr>
        <p:spPr>
          <a:xfrm>
            <a:off x="921327" y="1219201"/>
            <a:ext cx="10965873" cy="520931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>
              <a:lnSpc>
                <a:spcPct val="90000"/>
              </a:lnSpc>
              <a:spcBef>
                <a:spcPts val="1000"/>
              </a:spcBef>
              <a:buNone/>
              <a:defRPr sz="24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None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None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None/>
              <a:defRPr sz="16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None/>
              <a:defRPr sz="16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None/>
              <a:defRPr sz="16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None/>
              <a:defRPr sz="16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None/>
              <a:defRPr sz="16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None/>
              <a:defRPr sz="16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4800" b="1" dirty="0">
                <a:latin typeface="Calibri"/>
              </a:rPr>
              <a:t>VEM, SANTO ESPÍRITO (BIS)</a:t>
            </a:r>
            <a:endParaRPr sz="4400"/>
          </a:p>
          <a:p>
            <a:pPr algn="l"/>
            <a:endParaRPr lang="pt-BR" sz="4800" dirty="0"/>
          </a:p>
          <a:p>
            <a:pPr algn="l"/>
            <a:r>
              <a:rPr lang="en-US" altLang="pt-BR" sz="4800" dirty="0">
                <a:latin typeface="Calibri"/>
              </a:rPr>
              <a:t>TENDO UM GUIA COMO TU EVITAREMOS TODO MAL. </a:t>
            </a:r>
            <a:r>
              <a:rPr lang="pt-BR" altLang="pt-BR" sz="4800" dirty="0">
                <a:latin typeface="Calibri"/>
              </a:rPr>
              <a:t>É</a:t>
            </a:r>
            <a:r>
              <a:rPr lang="en-US" altLang="pt-BR" sz="4800" dirty="0">
                <a:latin typeface="Calibri"/>
              </a:rPr>
              <a:t>S INTERCESSOR, DOM DE DEUS, A FONTE VIVA, FOGO, AMOR, ALEGRIA DA ALMA. E RECONFORTA-NOS SEMPRE.</a:t>
            </a:r>
            <a:endParaRPr lang="zh-CN" altLang="en-US" sz="4400"/>
          </a:p>
          <a:p>
            <a:pPr algn="l"/>
            <a:r>
              <a:rPr lang="pt-BR" sz="4800" dirty="0">
                <a:latin typeface="Calibri"/>
              </a:rPr>
              <a:t>VEM, SANTO ESPÍRITO! 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0" name="Título 1"/>
          <p:cNvSpPr>
            <a:spLocks noGrp="1"/>
          </p:cNvSpPr>
          <p:nvPr>
            <p:ph type="ctrTitle"/>
          </p:nvPr>
        </p:nvSpPr>
        <p:spPr>
          <a:xfrm>
            <a:off x="921327" y="429490"/>
            <a:ext cx="3636818" cy="471055"/>
          </a:xfrm>
        </p:spPr>
        <p:txBody>
          <a:bodyPr>
            <a:normAutofit fontScale="92857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MOMENTO DA UNÇÃO </a:t>
            </a:r>
          </a:p>
        </p:txBody>
      </p:sp>
      <p:sp>
        <p:nvSpPr>
          <p:cNvPr id="1048641" name="Subtítulo 2"/>
          <p:cNvSpPr>
            <a:spLocks noGrp="1"/>
          </p:cNvSpPr>
          <p:nvPr>
            <p:ph type="subTitle" idx="1"/>
          </p:nvPr>
        </p:nvSpPr>
        <p:spPr>
          <a:xfrm>
            <a:off x="921327" y="1219201"/>
            <a:ext cx="10965873" cy="5209310"/>
          </a:xfrm>
        </p:spPr>
        <p:txBody>
          <a:bodyPr>
            <a:normAutofit fontScale="98333"/>
          </a:bodyPr>
          <a:lstStyle/>
          <a:p>
            <a:pPr algn="l"/>
            <a:r>
              <a:rPr lang="pt-BR" sz="6000" b="1" dirty="0"/>
              <a:t>VEM, SANTO ESPÍRITO (BIS)</a:t>
            </a:r>
          </a:p>
          <a:p>
            <a:pPr algn="l"/>
            <a:endParaRPr lang="pt-BR" sz="6000" dirty="0"/>
          </a:p>
          <a:p>
            <a:pPr algn="l"/>
            <a:r>
              <a:rPr lang="pt-BR" sz="6000" dirty="0"/>
              <a:t>SEM TUA PRESENÇA, NADA HÁ NO HOMEM, NADA QUE SEJA PURO.</a:t>
            </a:r>
          </a:p>
          <a:p>
            <a:pPr algn="l"/>
            <a:r>
              <a:rPr lang="pt-BR" sz="6000" dirty="0"/>
              <a:t>VEM, SANTO ESPÍRITO! 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2" name="Título 1"/>
          <p:cNvSpPr>
            <a:spLocks noGrp="1"/>
          </p:cNvSpPr>
          <p:nvPr>
            <p:ph type="ctrTitle"/>
          </p:nvPr>
        </p:nvSpPr>
        <p:spPr>
          <a:xfrm>
            <a:off x="921327" y="429490"/>
            <a:ext cx="3636818" cy="471055"/>
          </a:xfrm>
        </p:spPr>
        <p:txBody>
          <a:bodyPr>
            <a:normAutofit fontScale="92857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MOMENTO DA UNÇÃO </a:t>
            </a:r>
          </a:p>
        </p:txBody>
      </p:sp>
      <p:sp>
        <p:nvSpPr>
          <p:cNvPr id="1048643" name="Subtítulo 2"/>
          <p:cNvSpPr>
            <a:spLocks noGrp="1"/>
          </p:cNvSpPr>
          <p:nvPr>
            <p:ph type="subTitle" idx="1"/>
          </p:nvPr>
        </p:nvSpPr>
        <p:spPr>
          <a:xfrm>
            <a:off x="921327" y="1219201"/>
            <a:ext cx="10965873" cy="5209310"/>
          </a:xfrm>
        </p:spPr>
        <p:txBody>
          <a:bodyPr>
            <a:normAutofit fontScale="88333" lnSpcReduction="20000"/>
          </a:bodyPr>
          <a:lstStyle/>
          <a:p>
            <a:pPr algn="l"/>
            <a:r>
              <a:rPr lang="pt-BR" sz="6000" b="1" dirty="0"/>
              <a:t>VEM, SANTO ESPÍRITO (BIS)</a:t>
            </a:r>
          </a:p>
          <a:p>
            <a:pPr algn="l"/>
            <a:endParaRPr lang="pt-BR" sz="6000" dirty="0"/>
          </a:p>
          <a:p>
            <a:pPr algn="l"/>
            <a:r>
              <a:rPr lang="pt-BR" sz="6000" dirty="0"/>
              <a:t>NÓS TE GLORIFICAMOS E TE LOUVAMOS,  NOS DESTE A NOBREZA DO</a:t>
            </a:r>
          </a:p>
          <a:p>
            <a:pPr algn="l"/>
            <a:r>
              <a:rPr lang="pt-BR" sz="6000" dirty="0"/>
              <a:t>PENSAR, DO QUERER. POR TI NÓS FOMOS VIVIFICADOS.  VEM, SANTO</a:t>
            </a:r>
          </a:p>
          <a:p>
            <a:pPr algn="l"/>
            <a:r>
              <a:rPr lang="pt-BR" sz="6000" dirty="0"/>
              <a:t>ESPÍRITO!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4" name="Retângulo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5" name="Título 1"/>
          <p:cNvSpPr>
            <a:spLocks noGrp="1"/>
          </p:cNvSpPr>
          <p:nvPr>
            <p:ph type="ctrTitle"/>
          </p:nvPr>
        </p:nvSpPr>
        <p:spPr>
          <a:xfrm>
            <a:off x="921327" y="429490"/>
            <a:ext cx="3636818" cy="471055"/>
          </a:xfrm>
        </p:spPr>
        <p:txBody>
          <a:bodyPr>
            <a:normAutofit fontScale="92857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MOMENTO DA UNÇÃO </a:t>
            </a:r>
          </a:p>
        </p:txBody>
      </p:sp>
      <p:sp>
        <p:nvSpPr>
          <p:cNvPr id="1048646" name="Subtítulo 2"/>
          <p:cNvSpPr>
            <a:spLocks noGrp="1"/>
          </p:cNvSpPr>
          <p:nvPr>
            <p:ph type="subTitle" idx="1"/>
          </p:nvPr>
        </p:nvSpPr>
        <p:spPr>
          <a:xfrm>
            <a:off x="921327" y="1219200"/>
            <a:ext cx="10965873" cy="5638799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6000" b="1" dirty="0"/>
              <a:t>ESPÍRITO SANTO DE DEUS</a:t>
            </a:r>
          </a:p>
          <a:p>
            <a:pPr algn="l"/>
            <a:r>
              <a:rPr lang="pt-BR" sz="6000" b="1" dirty="0"/>
              <a:t>ESPÍRITO SANTO DE DEUS</a:t>
            </a:r>
          </a:p>
          <a:p>
            <a:pPr algn="l"/>
            <a:r>
              <a:rPr lang="pt-BR" sz="6000" b="1" dirty="0"/>
              <a:t>VEM SOBRE NÓS (BIS)</a:t>
            </a:r>
          </a:p>
          <a:p>
            <a:pPr algn="l"/>
            <a:endParaRPr lang="pt-BR" sz="6000" b="1" dirty="0"/>
          </a:p>
          <a:p>
            <a:pPr algn="l"/>
            <a:r>
              <a:rPr lang="pt-BR" sz="6000" dirty="0"/>
              <a:t>VEM ESPÍRITO SANTO DE DEUS</a:t>
            </a:r>
          </a:p>
          <a:p>
            <a:pPr algn="l"/>
            <a:r>
              <a:rPr lang="pt-BR" sz="6000" dirty="0"/>
              <a:t>E ENVIA DO CÉUS SOBRE NÓS TUA LUZ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7" name="Título 1"/>
          <p:cNvSpPr>
            <a:spLocks noGrp="1"/>
          </p:cNvSpPr>
          <p:nvPr>
            <p:ph type="ctrTitle"/>
          </p:nvPr>
        </p:nvSpPr>
        <p:spPr>
          <a:xfrm>
            <a:off x="921327" y="429490"/>
            <a:ext cx="3636818" cy="471055"/>
          </a:xfrm>
        </p:spPr>
        <p:txBody>
          <a:bodyPr>
            <a:normAutofit fontScale="92857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MOMENTO DA UNÇÃO </a:t>
            </a:r>
          </a:p>
        </p:txBody>
      </p:sp>
      <p:sp>
        <p:nvSpPr>
          <p:cNvPr id="1048648" name="Subtítulo 2"/>
          <p:cNvSpPr>
            <a:spLocks noGrp="1"/>
          </p:cNvSpPr>
          <p:nvPr>
            <p:ph type="subTitle" idx="1"/>
          </p:nvPr>
        </p:nvSpPr>
        <p:spPr>
          <a:xfrm>
            <a:off x="921327" y="1219200"/>
            <a:ext cx="10965873" cy="5638799"/>
          </a:xfrm>
        </p:spPr>
        <p:txBody>
          <a:bodyPr>
            <a:normAutofit fontScale="76667" lnSpcReduction="20000"/>
          </a:bodyPr>
          <a:lstStyle/>
          <a:p>
            <a:pPr algn="l"/>
            <a:r>
              <a:rPr lang="pt-BR" sz="6000" b="1" dirty="0"/>
              <a:t>ESPÍRITO SANTO DE DEUS</a:t>
            </a:r>
          </a:p>
          <a:p>
            <a:pPr algn="l"/>
            <a:r>
              <a:rPr lang="pt-BR" sz="6000" b="1" dirty="0"/>
              <a:t>ESPÍRITO SANTO DE DEUS</a:t>
            </a:r>
          </a:p>
          <a:p>
            <a:pPr algn="l"/>
            <a:r>
              <a:rPr lang="pt-BR" sz="6000" b="1" dirty="0"/>
              <a:t>VEM SOBRE NÓS (BIS)</a:t>
            </a:r>
          </a:p>
          <a:p>
            <a:pPr algn="l"/>
            <a:endParaRPr lang="pt-BR" sz="6000" b="1" dirty="0"/>
          </a:p>
          <a:p>
            <a:pPr algn="l"/>
            <a:r>
              <a:rPr lang="pt-BR" sz="6000" dirty="0"/>
              <a:t>VEM, ÓH PAI DOS POBRES, DOADOR DE TODOS DONS</a:t>
            </a:r>
          </a:p>
          <a:p>
            <a:pPr algn="l"/>
            <a:r>
              <a:rPr lang="pt-BR" sz="6000" dirty="0"/>
              <a:t>LUZ DOS CORAÇÕES</a:t>
            </a:r>
          </a:p>
          <a:p>
            <a:pPr algn="l"/>
            <a:r>
              <a:rPr lang="pt-BR" sz="6000" dirty="0"/>
              <a:t>HÓSPEDE DA ALMA, PERFEITO CONSOLO</a:t>
            </a:r>
          </a:p>
          <a:p>
            <a:pPr algn="l"/>
            <a:r>
              <a:rPr lang="pt-BR" sz="6000" dirty="0"/>
              <a:t>DOCE ALÍVIO, VEM SOBRE NÓS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9" name="Título 1"/>
          <p:cNvSpPr>
            <a:spLocks noGrp="1"/>
          </p:cNvSpPr>
          <p:nvPr>
            <p:ph type="ctrTitle"/>
          </p:nvPr>
        </p:nvSpPr>
        <p:spPr>
          <a:xfrm>
            <a:off x="921327" y="429490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MOMENTO DA UNÇÃO </a:t>
            </a:r>
          </a:p>
        </p:txBody>
      </p:sp>
      <p:sp>
        <p:nvSpPr>
          <p:cNvPr id="1048650" name="Subtítulo 2"/>
          <p:cNvSpPr>
            <a:spLocks noGrp="1"/>
          </p:cNvSpPr>
          <p:nvPr>
            <p:ph type="subTitle" idx="1"/>
          </p:nvPr>
        </p:nvSpPr>
        <p:spPr>
          <a:xfrm>
            <a:off x="921327" y="1219200"/>
            <a:ext cx="10965873" cy="5638799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6000" b="1" dirty="0"/>
              <a:t>ESPÍRITO SANTO DE DEUS</a:t>
            </a:r>
          </a:p>
          <a:p>
            <a:pPr algn="l"/>
            <a:r>
              <a:rPr lang="pt-BR" sz="6000" b="1" dirty="0"/>
              <a:t>ESPÍRITO SANTO DE DEUS</a:t>
            </a:r>
          </a:p>
          <a:p>
            <a:pPr algn="l"/>
            <a:r>
              <a:rPr lang="pt-BR" sz="6000" b="1" dirty="0"/>
              <a:t>VEM SOBRE NÓS (BIS)</a:t>
            </a:r>
          </a:p>
          <a:p>
            <a:pPr algn="l"/>
            <a:endParaRPr lang="pt-BR" sz="6000" b="1" dirty="0"/>
          </a:p>
          <a:p>
            <a:pPr algn="l"/>
            <a:r>
              <a:rPr lang="pt-BR" sz="6000" dirty="0"/>
              <a:t>SEM A TUA FORÇA, NADA PODE O HOMEM</a:t>
            </a:r>
          </a:p>
          <a:p>
            <a:pPr algn="l"/>
            <a:r>
              <a:rPr lang="pt-BR" sz="6000" dirty="0"/>
              <a:t>LUZ BENDITA, ENCHE O NOSSO CORAÇÃO</a:t>
            </a:r>
          </a:p>
          <a:p>
            <a:pPr algn="l"/>
            <a:r>
              <a:rPr lang="pt-BR" sz="6000" dirty="0"/>
              <a:t>NA AFLIÇÃO CONFORTO.</a:t>
            </a:r>
          </a:p>
          <a:p>
            <a:pPr algn="l"/>
            <a:r>
              <a:rPr lang="pt-BR" sz="6000" dirty="0"/>
              <a:t>NA FADIGA REPOUSO</a:t>
            </a:r>
          </a:p>
          <a:p>
            <a:pPr algn="l"/>
            <a:r>
              <a:rPr lang="pt-BR" sz="6000" dirty="0"/>
              <a:t>SANTO ESPÍRITO VEM SOBRE NÓS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1" name="Título 1"/>
          <p:cNvSpPr>
            <a:spLocks noGrp="1"/>
          </p:cNvSpPr>
          <p:nvPr>
            <p:ph type="ctrTitle"/>
          </p:nvPr>
        </p:nvSpPr>
        <p:spPr>
          <a:xfrm>
            <a:off x="921327" y="429490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MOMENTO DA UNÇÃO </a:t>
            </a:r>
          </a:p>
        </p:txBody>
      </p:sp>
      <p:sp>
        <p:nvSpPr>
          <p:cNvPr id="1048652" name="Subtítulo 2"/>
          <p:cNvSpPr>
            <a:spLocks noGrp="1"/>
          </p:cNvSpPr>
          <p:nvPr>
            <p:ph type="subTitle" idx="1"/>
          </p:nvPr>
        </p:nvSpPr>
        <p:spPr>
          <a:xfrm>
            <a:off x="921327" y="1219200"/>
            <a:ext cx="10965873" cy="5638799"/>
          </a:xfrm>
        </p:spPr>
        <p:txBody>
          <a:bodyPr>
            <a:normAutofit fontScale="62500" lnSpcReduction="20000"/>
          </a:bodyPr>
          <a:lstStyle/>
          <a:p>
            <a:pPr algn="l"/>
            <a:r>
              <a:rPr lang="pt-BR" sz="6000" b="1" dirty="0"/>
              <a:t>ESPÍRITO SANTO DE DEUS</a:t>
            </a:r>
          </a:p>
          <a:p>
            <a:pPr algn="l"/>
            <a:r>
              <a:rPr lang="pt-BR" sz="6000" b="1" dirty="0"/>
              <a:t>ESPÍRITO SANTO DE DEUS</a:t>
            </a:r>
          </a:p>
          <a:p>
            <a:pPr algn="l"/>
            <a:r>
              <a:rPr lang="pt-BR" sz="6000" b="1" dirty="0"/>
              <a:t>VEM SOBRE NÓS (BIS)</a:t>
            </a:r>
          </a:p>
          <a:p>
            <a:pPr algn="l"/>
            <a:endParaRPr lang="pt-BR" sz="6000" b="1" dirty="0"/>
          </a:p>
          <a:p>
            <a:pPr algn="l"/>
            <a:r>
              <a:rPr lang="pt-BR" sz="6000" dirty="0"/>
              <a:t>LAVA O QUE É SUJO, CURA O QUE É DOENTE; NO ESCURO VEM NOS GUIAR</a:t>
            </a:r>
          </a:p>
          <a:p>
            <a:pPr algn="l"/>
            <a:r>
              <a:rPr lang="pt-BR" sz="6000" dirty="0"/>
              <a:t>DOBRA O QUE É DURO, AQUECE NO FRIO, NA ARIDEZ VEM NOS REGAR</a:t>
            </a:r>
          </a:p>
          <a:p>
            <a:pPr algn="l"/>
            <a:r>
              <a:rPr lang="pt-BR" sz="6000" dirty="0"/>
              <a:t>DÁ A TUA IGREJA OS TEUS SETE DONS, DA ALEGRIA ETERNA PARTICIPAR</a:t>
            </a:r>
          </a:p>
          <a:p>
            <a:pPr algn="l"/>
            <a:r>
              <a:rPr lang="pt-BR" sz="6000" dirty="0"/>
              <a:t>AMÉM, AMÉM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3" name="Retângulo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4" name="Título 1"/>
          <p:cNvSpPr>
            <a:spLocks noGrp="1"/>
          </p:cNvSpPr>
          <p:nvPr>
            <p:ph type="ctrTitle"/>
          </p:nvPr>
        </p:nvSpPr>
        <p:spPr>
          <a:xfrm>
            <a:off x="921327" y="443345"/>
            <a:ext cx="435725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MOMENTO DA UNÇÃO</a:t>
            </a:r>
          </a:p>
        </p:txBody>
      </p:sp>
      <p:sp>
        <p:nvSpPr>
          <p:cNvPr id="1048655" name="Subtítulo 2"/>
          <p:cNvSpPr>
            <a:spLocks noGrp="1"/>
          </p:cNvSpPr>
          <p:nvPr>
            <p:ph type="subTitle" idx="1"/>
          </p:nvPr>
        </p:nvSpPr>
        <p:spPr>
          <a:xfrm>
            <a:off x="921327" y="1122218"/>
            <a:ext cx="11270673" cy="5481637"/>
          </a:xfrm>
        </p:spPr>
        <p:txBody>
          <a:bodyPr>
            <a:normAutofit/>
          </a:bodyPr>
          <a:lstStyle/>
          <a:p>
            <a:pPr algn="just"/>
            <a:r>
              <a:rPr lang="pt-BR" sz="4000" b="1" dirty="0"/>
              <a:t>VEM, ESPÍRITO DE DEUS; VEM ESPÍRITO SANTO</a:t>
            </a:r>
          </a:p>
          <a:p>
            <a:pPr algn="just"/>
            <a:r>
              <a:rPr lang="pt-BR" sz="4000" b="1" dirty="0"/>
              <a:t>MANDA TEU FOGO, DÁ-NOS TEU PODER! (BIS)</a:t>
            </a:r>
          </a:p>
          <a:p>
            <a:pPr algn="just"/>
            <a:endParaRPr lang="pt-BR" sz="4000" b="1" dirty="0"/>
          </a:p>
          <a:p>
            <a:pPr algn="just"/>
            <a:r>
              <a:rPr lang="pt-BR" sz="4000" dirty="0"/>
              <a:t>VEM, ESPÍRITO SANTO, ÉS A LUZ INFINITA</a:t>
            </a:r>
          </a:p>
          <a:p>
            <a:pPr algn="just"/>
            <a:r>
              <a:rPr lang="pt-BR" sz="4000" dirty="0"/>
              <a:t>TUA GLÓRIA SUBLIME NOS ENVIA DO CÉU </a:t>
            </a:r>
          </a:p>
          <a:p>
            <a:pPr algn="just"/>
            <a:endParaRPr lang="pt-BR" sz="4000" dirty="0"/>
          </a:p>
          <a:p>
            <a:pPr algn="just"/>
            <a:r>
              <a:rPr lang="pt-BR" sz="4000" dirty="0"/>
              <a:t>FONTE DE ÁGUA VIVA, ÉS A ETERNA ESPERANÇA</a:t>
            </a:r>
          </a:p>
          <a:p>
            <a:pPr algn="just"/>
            <a:r>
              <a:rPr lang="pt-BR" sz="4000" dirty="0"/>
              <a:t>NOSSAS VIDAS TE DAMOS, VEM NOS ACALENTAR</a:t>
            </a:r>
          </a:p>
          <a:p>
            <a:pPr algn="just"/>
            <a:endParaRPr lang="pt-BR" sz="3600" b="1" dirty="0"/>
          </a:p>
          <a:p>
            <a:pPr algn="just"/>
            <a:endParaRPr lang="pt-BR" sz="10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6" name="Título 1"/>
          <p:cNvSpPr>
            <a:spLocks noGrp="1"/>
          </p:cNvSpPr>
          <p:nvPr>
            <p:ph type="ctrTitle"/>
          </p:nvPr>
        </p:nvSpPr>
        <p:spPr>
          <a:xfrm>
            <a:off x="921327" y="443345"/>
            <a:ext cx="435725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MOMENTO DA UNÇÃO</a:t>
            </a:r>
          </a:p>
        </p:txBody>
      </p:sp>
      <p:sp>
        <p:nvSpPr>
          <p:cNvPr id="1048657" name="Subtítulo 2"/>
          <p:cNvSpPr>
            <a:spLocks noGrp="1"/>
          </p:cNvSpPr>
          <p:nvPr>
            <p:ph type="subTitle" idx="1"/>
          </p:nvPr>
        </p:nvSpPr>
        <p:spPr>
          <a:xfrm>
            <a:off x="921327" y="1122218"/>
            <a:ext cx="11270673" cy="5481637"/>
          </a:xfrm>
        </p:spPr>
        <p:txBody>
          <a:bodyPr>
            <a:normAutofit/>
          </a:bodyPr>
          <a:lstStyle/>
          <a:p>
            <a:pPr algn="just"/>
            <a:r>
              <a:rPr lang="pt-BR" sz="4000" b="1" dirty="0"/>
              <a:t>VEM, ESPÍRITO DE DEUS; VEM ESPÍRITO SANTO</a:t>
            </a:r>
          </a:p>
          <a:p>
            <a:pPr algn="just"/>
            <a:r>
              <a:rPr lang="pt-BR" sz="4000" b="1" dirty="0"/>
              <a:t>MANDA TEU FOGO, DÁ-NOS TEU PODER! (BIS)</a:t>
            </a:r>
          </a:p>
          <a:p>
            <a:pPr algn="just"/>
            <a:endParaRPr lang="pt-BR" sz="4000" b="1" dirty="0"/>
          </a:p>
          <a:p>
            <a:pPr algn="just"/>
            <a:r>
              <a:rPr lang="pt-BR" sz="4000" dirty="0"/>
              <a:t>TESTEMUNHA FIEL, ÉS A NOSSA VERDADE</a:t>
            </a:r>
          </a:p>
          <a:p>
            <a:pPr algn="just"/>
            <a:r>
              <a:rPr lang="pt-BR" sz="4000" dirty="0"/>
              <a:t>JUNTOS PROCLAMAREMOS: CRISTO RESSUSCITOU!</a:t>
            </a:r>
          </a:p>
          <a:p>
            <a:pPr algn="just"/>
            <a:endParaRPr lang="pt-BR" sz="4000" dirty="0"/>
          </a:p>
          <a:p>
            <a:pPr algn="just"/>
            <a:r>
              <a:rPr lang="pt-BR" sz="4000" dirty="0"/>
              <a:t>FONTE DE ÁGUA VIVA, ÉS A ETERNA ESPERANÇA</a:t>
            </a:r>
          </a:p>
          <a:p>
            <a:pPr algn="just"/>
            <a:r>
              <a:rPr lang="pt-BR" sz="4000" dirty="0"/>
              <a:t>NOSSAS VIDAS TE DAMOS, VEM NOS ACALENTAR</a:t>
            </a:r>
          </a:p>
          <a:p>
            <a:pPr algn="just"/>
            <a:endParaRPr lang="pt-BR" sz="3600" b="1" dirty="0"/>
          </a:p>
          <a:p>
            <a:pPr algn="just"/>
            <a:endParaRPr lang="pt-BR" sz="10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8" name="Retângulo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9" name="Título 1"/>
          <p:cNvSpPr>
            <a:spLocks noGrp="1"/>
          </p:cNvSpPr>
          <p:nvPr>
            <p:ph type="ctrTitle"/>
          </p:nvPr>
        </p:nvSpPr>
        <p:spPr>
          <a:xfrm>
            <a:off x="921326" y="443345"/>
            <a:ext cx="316157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MOMENTO DA UNÇÃO</a:t>
            </a:r>
          </a:p>
        </p:txBody>
      </p:sp>
      <p:sp>
        <p:nvSpPr>
          <p:cNvPr id="1048660" name="Subtítulo 2"/>
          <p:cNvSpPr>
            <a:spLocks noGrp="1"/>
          </p:cNvSpPr>
          <p:nvPr>
            <p:ph type="subTitle" idx="1"/>
          </p:nvPr>
        </p:nvSpPr>
        <p:spPr>
          <a:xfrm>
            <a:off x="921327" y="1191491"/>
            <a:ext cx="10851573" cy="5223164"/>
          </a:xfrm>
        </p:spPr>
        <p:txBody>
          <a:bodyPr>
            <a:normAutofit fontScale="32500" lnSpcReduction="20000"/>
          </a:bodyPr>
          <a:lstStyle/>
          <a:p>
            <a:pPr algn="just"/>
            <a:r>
              <a:rPr lang="pt-BR" sz="14800" dirty="0"/>
              <a:t>SENHOR VEM DAR-NOS SABEDORIA</a:t>
            </a:r>
          </a:p>
          <a:p>
            <a:pPr algn="just"/>
            <a:r>
              <a:rPr lang="pt-BR" sz="14800" dirty="0"/>
              <a:t>QUE FAZ TER TUDO COMO DEUS QUIS</a:t>
            </a:r>
          </a:p>
          <a:p>
            <a:pPr algn="just"/>
            <a:r>
              <a:rPr lang="pt-BR" sz="14800" dirty="0"/>
              <a:t>E ASSIM FAREMOS DA EUCARISTIA</a:t>
            </a:r>
          </a:p>
          <a:p>
            <a:pPr algn="just"/>
            <a:r>
              <a:rPr lang="pt-BR" sz="14800" dirty="0"/>
              <a:t>O GRANDE MEIO DE SER FELIZ.</a:t>
            </a:r>
          </a:p>
          <a:p>
            <a:pPr algn="just"/>
            <a:endParaRPr lang="pt-BR" sz="14400" b="1" dirty="0"/>
          </a:p>
          <a:p>
            <a:pPr algn="just"/>
            <a:r>
              <a:rPr lang="pt-BR" sz="14400" b="1" dirty="0"/>
              <a:t>DÁ-NOS, SENHOR, ESSES DONS, ESSA LUZ</a:t>
            </a:r>
          </a:p>
          <a:p>
            <a:pPr algn="just"/>
            <a:r>
              <a:rPr lang="pt-BR" sz="14400" b="1" dirty="0"/>
              <a:t>E NÓS VEREMOS QUE PÃO É JESUS!</a:t>
            </a:r>
          </a:p>
          <a:p>
            <a:pPr algn="just"/>
            <a:endParaRPr lang="pt-BR" sz="14400" b="1" dirty="0"/>
          </a:p>
          <a:p>
            <a:pPr algn="just"/>
            <a:endParaRPr lang="pt-BR" dirty="0"/>
          </a:p>
          <a:p>
            <a:pPr algn="just"/>
            <a:endParaRPr lang="pt-BR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1" name="Título 1"/>
          <p:cNvSpPr>
            <a:spLocks noGrp="1"/>
          </p:cNvSpPr>
          <p:nvPr>
            <p:ph type="ctrTitle"/>
          </p:nvPr>
        </p:nvSpPr>
        <p:spPr>
          <a:xfrm>
            <a:off x="921326" y="443345"/>
            <a:ext cx="4107873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MOMENTO DA UNÇÃO</a:t>
            </a:r>
          </a:p>
        </p:txBody>
      </p:sp>
      <p:sp>
        <p:nvSpPr>
          <p:cNvPr id="1048662" name="Subtítulo 2"/>
          <p:cNvSpPr>
            <a:spLocks noGrp="1"/>
          </p:cNvSpPr>
          <p:nvPr>
            <p:ph type="subTitle" idx="1"/>
          </p:nvPr>
        </p:nvSpPr>
        <p:spPr>
          <a:xfrm>
            <a:off x="921327" y="1191491"/>
            <a:ext cx="10851573" cy="5223164"/>
          </a:xfrm>
        </p:spPr>
        <p:txBody>
          <a:bodyPr>
            <a:normAutofit fontScale="32500" lnSpcReduction="20000"/>
          </a:bodyPr>
          <a:lstStyle/>
          <a:p>
            <a:pPr algn="just"/>
            <a:r>
              <a:rPr lang="pt-BR" sz="14800" dirty="0"/>
              <a:t>DÁ-NOS, SENHOR, O ENTENDIMENTO</a:t>
            </a:r>
          </a:p>
          <a:p>
            <a:pPr algn="just"/>
            <a:r>
              <a:rPr lang="pt-BR" sz="14800" dirty="0"/>
              <a:t>QUE TUDO AJUDA A COMPREENDER</a:t>
            </a:r>
          </a:p>
          <a:p>
            <a:pPr algn="just"/>
            <a:r>
              <a:rPr lang="pt-BR" sz="14800" dirty="0"/>
              <a:t>PARA NÓS VERMOS COMO É ALIMENTO</a:t>
            </a:r>
          </a:p>
          <a:p>
            <a:pPr algn="just"/>
            <a:r>
              <a:rPr lang="pt-BR" sz="14800" dirty="0"/>
              <a:t>O PÃO E O VINHO QUE DEUS QUER SER.</a:t>
            </a:r>
          </a:p>
          <a:p>
            <a:pPr algn="just"/>
            <a:endParaRPr lang="pt-BR" sz="14400" b="1" dirty="0"/>
          </a:p>
          <a:p>
            <a:pPr algn="just"/>
            <a:r>
              <a:rPr lang="pt-BR" sz="14400" b="1" dirty="0"/>
              <a:t>DÁ-NOS, SENHOR, ESSES DONS, ESSA LUZ</a:t>
            </a:r>
          </a:p>
          <a:p>
            <a:pPr algn="just"/>
            <a:r>
              <a:rPr lang="pt-BR" sz="14400" b="1" dirty="0"/>
              <a:t>E NÓS VEREMOS QUE PÃO É JESUS!</a:t>
            </a:r>
          </a:p>
          <a:p>
            <a:pPr algn="just"/>
            <a:endParaRPr lang="pt-BR" sz="14400" b="1" dirty="0"/>
          </a:p>
          <a:p>
            <a:pPr algn="just"/>
            <a:endParaRPr lang="pt-BR" dirty="0"/>
          </a:p>
          <a:p>
            <a:pPr algn="just"/>
            <a:endParaRPr lang="pt-BR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3" name="Título 1"/>
          <p:cNvSpPr>
            <a:spLocks noGrp="1"/>
          </p:cNvSpPr>
          <p:nvPr>
            <p:ph type="ctrTitle"/>
          </p:nvPr>
        </p:nvSpPr>
        <p:spPr>
          <a:xfrm>
            <a:off x="921327" y="443345"/>
            <a:ext cx="371446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MOMENTO DA UNÇÃO</a:t>
            </a:r>
          </a:p>
        </p:txBody>
      </p:sp>
      <p:sp>
        <p:nvSpPr>
          <p:cNvPr id="1048664" name="Subtítulo 2"/>
          <p:cNvSpPr>
            <a:spLocks noGrp="1"/>
          </p:cNvSpPr>
          <p:nvPr>
            <p:ph type="subTitle" idx="1"/>
          </p:nvPr>
        </p:nvSpPr>
        <p:spPr>
          <a:xfrm>
            <a:off x="921327" y="1191491"/>
            <a:ext cx="10851573" cy="5223164"/>
          </a:xfrm>
        </p:spPr>
        <p:txBody>
          <a:bodyPr>
            <a:normAutofit fontScale="32500" lnSpcReduction="20000"/>
          </a:bodyPr>
          <a:lstStyle/>
          <a:p>
            <a:pPr algn="just"/>
            <a:r>
              <a:rPr lang="pt-BR" sz="14800" dirty="0"/>
              <a:t>SENHOR, VEM DAR-NOS DIVINA CIÊNCIA</a:t>
            </a:r>
          </a:p>
          <a:p>
            <a:pPr algn="just"/>
            <a:r>
              <a:rPr lang="pt-BR" sz="14800" dirty="0"/>
              <a:t>QUE, COMO O ETERNO, FAZ VER SEM VÉUS</a:t>
            </a:r>
          </a:p>
          <a:p>
            <a:pPr algn="just"/>
            <a:r>
              <a:rPr lang="pt-BR" sz="14800" dirty="0"/>
              <a:t>TU VÊS POR FORA, DEUS VÊ A ESSÊNCIA</a:t>
            </a:r>
          </a:p>
          <a:p>
            <a:pPr algn="just"/>
            <a:r>
              <a:rPr lang="pt-BR" sz="14800" dirty="0"/>
              <a:t>PENSAS QUE É PÃO, MAS É NOSSO DEUS.</a:t>
            </a:r>
          </a:p>
          <a:p>
            <a:pPr algn="just"/>
            <a:endParaRPr lang="pt-BR" sz="14400" b="1" dirty="0"/>
          </a:p>
          <a:p>
            <a:pPr algn="just"/>
            <a:r>
              <a:rPr lang="pt-BR" sz="14400" b="1" dirty="0"/>
              <a:t>DÁ-NOS, SENHOR, ESSES DONS, ESSA LUZ</a:t>
            </a:r>
          </a:p>
          <a:p>
            <a:pPr algn="just"/>
            <a:r>
              <a:rPr lang="pt-BR" sz="14400" b="1" dirty="0"/>
              <a:t>E NÓS VEREMOS QUE PÃO É JESUS!</a:t>
            </a:r>
          </a:p>
          <a:p>
            <a:pPr algn="just"/>
            <a:endParaRPr lang="pt-BR" sz="14400" b="1" dirty="0"/>
          </a:p>
          <a:p>
            <a:pPr algn="just"/>
            <a:endParaRPr lang="pt-BR" dirty="0"/>
          </a:p>
          <a:p>
            <a:pPr algn="just"/>
            <a:endParaRPr lang="pt-BR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5" name="Título 1"/>
          <p:cNvSpPr>
            <a:spLocks noGrp="1"/>
          </p:cNvSpPr>
          <p:nvPr>
            <p:ph type="ctrTitle"/>
          </p:nvPr>
        </p:nvSpPr>
        <p:spPr>
          <a:xfrm>
            <a:off x="921326" y="443345"/>
            <a:ext cx="394838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MOMENTO DA UNÇÃO</a:t>
            </a:r>
          </a:p>
        </p:txBody>
      </p:sp>
      <p:sp>
        <p:nvSpPr>
          <p:cNvPr id="1048666" name="Subtítulo 2"/>
          <p:cNvSpPr>
            <a:spLocks noGrp="1"/>
          </p:cNvSpPr>
          <p:nvPr>
            <p:ph type="subTitle" idx="1"/>
          </p:nvPr>
        </p:nvSpPr>
        <p:spPr>
          <a:xfrm>
            <a:off x="921327" y="1191491"/>
            <a:ext cx="10851573" cy="5223164"/>
          </a:xfrm>
        </p:spPr>
        <p:txBody>
          <a:bodyPr>
            <a:normAutofit fontScale="32500" lnSpcReduction="20000"/>
          </a:bodyPr>
          <a:lstStyle/>
          <a:p>
            <a:pPr algn="just"/>
            <a:r>
              <a:rPr lang="pt-BR" sz="14800" dirty="0"/>
              <a:t>DÁ-NOS, SENHOR, O TEU CONSELHO</a:t>
            </a:r>
          </a:p>
          <a:p>
            <a:pPr algn="just"/>
            <a:r>
              <a:rPr lang="pt-BR" sz="14800" dirty="0"/>
              <a:t>QUE NOS FAZ SÁBIOS PARA GUIAR</a:t>
            </a:r>
          </a:p>
          <a:p>
            <a:pPr algn="just"/>
            <a:r>
              <a:rPr lang="pt-BR" sz="14800" dirty="0"/>
              <a:t>HOMEM, MULHER, JOVEM E VELHO</a:t>
            </a:r>
          </a:p>
          <a:p>
            <a:pPr algn="just"/>
            <a:r>
              <a:rPr lang="pt-BR" sz="14800" dirty="0"/>
              <a:t>NÓS GUIAREMOS AO SANTO ALTAR.</a:t>
            </a:r>
          </a:p>
          <a:p>
            <a:pPr algn="just"/>
            <a:endParaRPr lang="pt-BR" sz="14400" b="1" dirty="0"/>
          </a:p>
          <a:p>
            <a:pPr algn="just"/>
            <a:r>
              <a:rPr lang="pt-BR" sz="14400" b="1" dirty="0"/>
              <a:t>DÁ-NOS, SENHOR, ESSES DONS, ESSA LUZ</a:t>
            </a:r>
          </a:p>
          <a:p>
            <a:pPr algn="just"/>
            <a:r>
              <a:rPr lang="pt-BR" sz="14400" b="1" dirty="0"/>
              <a:t>E NÓS VEREMOS QUE PÃO É JESUS!</a:t>
            </a:r>
          </a:p>
          <a:p>
            <a:pPr algn="just"/>
            <a:endParaRPr lang="pt-BR" sz="14400" b="1" dirty="0"/>
          </a:p>
          <a:p>
            <a:pPr algn="just"/>
            <a:endParaRPr lang="pt-BR" dirty="0"/>
          </a:p>
          <a:p>
            <a:pPr algn="just"/>
            <a:endParaRPr lang="pt-BR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7" name="Título 1"/>
          <p:cNvSpPr>
            <a:spLocks noGrp="1"/>
          </p:cNvSpPr>
          <p:nvPr>
            <p:ph type="ctrTitle"/>
          </p:nvPr>
        </p:nvSpPr>
        <p:spPr>
          <a:xfrm>
            <a:off x="921326" y="443345"/>
            <a:ext cx="551137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MOMENTO DA UNÇÃO</a:t>
            </a:r>
          </a:p>
        </p:txBody>
      </p:sp>
      <p:sp>
        <p:nvSpPr>
          <p:cNvPr id="1048668" name="Subtítulo 2"/>
          <p:cNvSpPr>
            <a:spLocks noGrp="1"/>
          </p:cNvSpPr>
          <p:nvPr>
            <p:ph type="subTitle" idx="1"/>
          </p:nvPr>
        </p:nvSpPr>
        <p:spPr>
          <a:xfrm>
            <a:off x="921327" y="1191491"/>
            <a:ext cx="10851573" cy="5223164"/>
          </a:xfrm>
        </p:spPr>
        <p:txBody>
          <a:bodyPr>
            <a:normAutofit fontScale="32500" lnSpcReduction="20000"/>
          </a:bodyPr>
          <a:lstStyle/>
          <a:p>
            <a:pPr algn="just"/>
            <a:r>
              <a:rPr lang="pt-BR" sz="14800" dirty="0"/>
              <a:t>SENHOR, VEM DAR-NOS A FORTALEZA</a:t>
            </a:r>
          </a:p>
          <a:p>
            <a:pPr algn="just"/>
            <a:r>
              <a:rPr lang="pt-BR" sz="14800" dirty="0"/>
              <a:t>A SANTA FORÇA DO CORAÇÃO</a:t>
            </a:r>
          </a:p>
          <a:p>
            <a:pPr algn="just"/>
            <a:r>
              <a:rPr lang="pt-BR" sz="14800" dirty="0"/>
              <a:t>SÓ QUEM VENCER VAI SENTAR-SE À MESA</a:t>
            </a:r>
          </a:p>
          <a:p>
            <a:pPr algn="just"/>
            <a:r>
              <a:rPr lang="pt-BR" sz="14800" dirty="0"/>
              <a:t>PARA QUEM LUTA DEUS QUER O PÃO.</a:t>
            </a:r>
          </a:p>
          <a:p>
            <a:pPr algn="just"/>
            <a:endParaRPr lang="pt-BR" sz="14400" b="1" dirty="0"/>
          </a:p>
          <a:p>
            <a:pPr algn="just"/>
            <a:r>
              <a:rPr lang="pt-BR" sz="14400" b="1" dirty="0"/>
              <a:t>DÁ-NOS, SENHOR, ESSES DONS, ESSA LUZ</a:t>
            </a:r>
          </a:p>
          <a:p>
            <a:pPr algn="just"/>
            <a:r>
              <a:rPr lang="pt-BR" sz="14400" b="1" dirty="0"/>
              <a:t>E NÓS VEREMOS QUE PÃO É JESUS!</a:t>
            </a:r>
          </a:p>
          <a:p>
            <a:pPr algn="just"/>
            <a:endParaRPr lang="pt-BR" sz="14400" b="1" dirty="0"/>
          </a:p>
          <a:p>
            <a:pPr algn="just"/>
            <a:endParaRPr lang="pt-BR" dirty="0"/>
          </a:p>
          <a:p>
            <a:pPr algn="just"/>
            <a:endParaRPr lang="pt-BR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9" name="Título 1"/>
          <p:cNvSpPr>
            <a:spLocks noGrp="1"/>
          </p:cNvSpPr>
          <p:nvPr>
            <p:ph type="ctrTitle"/>
          </p:nvPr>
        </p:nvSpPr>
        <p:spPr>
          <a:xfrm>
            <a:off x="921326" y="443345"/>
            <a:ext cx="4256729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MOMENTO DA UNÇÃO</a:t>
            </a:r>
          </a:p>
        </p:txBody>
      </p:sp>
      <p:sp>
        <p:nvSpPr>
          <p:cNvPr id="1048670" name="Subtítulo 2"/>
          <p:cNvSpPr>
            <a:spLocks noGrp="1"/>
          </p:cNvSpPr>
          <p:nvPr>
            <p:ph type="subTitle" idx="1"/>
          </p:nvPr>
        </p:nvSpPr>
        <p:spPr>
          <a:xfrm>
            <a:off x="921327" y="1191491"/>
            <a:ext cx="10851573" cy="5223164"/>
          </a:xfrm>
        </p:spPr>
        <p:txBody>
          <a:bodyPr>
            <a:normAutofit fontScale="25000" lnSpcReduction="20000"/>
          </a:bodyPr>
          <a:lstStyle/>
          <a:p>
            <a:pPr algn="just"/>
            <a:r>
              <a:rPr lang="pt-BR" sz="19200" dirty="0"/>
              <a:t>DÁ-NOS, SENHOR, FILIAL PIEDADE</a:t>
            </a:r>
          </a:p>
          <a:p>
            <a:pPr algn="just"/>
            <a:r>
              <a:rPr lang="pt-BR" sz="19200" dirty="0"/>
              <a:t>A DOCE FORMA DE AMAR ENFIM</a:t>
            </a:r>
          </a:p>
          <a:p>
            <a:pPr algn="just"/>
            <a:r>
              <a:rPr lang="pt-BR" sz="19200" dirty="0"/>
              <a:t>PARA QUE AMEMOS QUEM, NA VERDADE</a:t>
            </a:r>
          </a:p>
          <a:p>
            <a:pPr algn="just"/>
            <a:r>
              <a:rPr lang="pt-BR" sz="19200" dirty="0"/>
              <a:t>AQUI AMOU-NOS ATÉ O FIM.</a:t>
            </a:r>
          </a:p>
          <a:p>
            <a:pPr algn="just"/>
            <a:endParaRPr lang="pt-BR" sz="17600" b="1" dirty="0"/>
          </a:p>
          <a:p>
            <a:pPr algn="just"/>
            <a:r>
              <a:rPr lang="pt-BR" sz="17600" b="1" dirty="0"/>
              <a:t>DÁ-NOS, SENHOR, ESSES DONS, ESSA LUZ</a:t>
            </a:r>
          </a:p>
          <a:p>
            <a:pPr algn="just"/>
            <a:r>
              <a:rPr lang="pt-BR" sz="17600" b="1" dirty="0"/>
              <a:t>E NÓS VEREMOS QUE PÃO É JESUS!</a:t>
            </a:r>
          </a:p>
          <a:p>
            <a:pPr algn="just"/>
            <a:endParaRPr lang="pt-BR" sz="14400" b="1" dirty="0"/>
          </a:p>
          <a:p>
            <a:pPr algn="just"/>
            <a:endParaRPr lang="pt-BR" dirty="0"/>
          </a:p>
          <a:p>
            <a:pPr algn="just"/>
            <a:endParaRPr lang="pt-BR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1" name="Título 1"/>
          <p:cNvSpPr>
            <a:spLocks noGrp="1"/>
          </p:cNvSpPr>
          <p:nvPr>
            <p:ph type="ctrTitle"/>
          </p:nvPr>
        </p:nvSpPr>
        <p:spPr>
          <a:xfrm>
            <a:off x="921327" y="443345"/>
            <a:ext cx="362940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MOMENTO DA UNÇÃO</a:t>
            </a:r>
          </a:p>
        </p:txBody>
      </p:sp>
      <p:sp>
        <p:nvSpPr>
          <p:cNvPr id="1048672" name="Subtítulo 2"/>
          <p:cNvSpPr>
            <a:spLocks noGrp="1"/>
          </p:cNvSpPr>
          <p:nvPr>
            <p:ph type="subTitle" idx="1"/>
          </p:nvPr>
        </p:nvSpPr>
        <p:spPr>
          <a:xfrm>
            <a:off x="921327" y="1191491"/>
            <a:ext cx="10851573" cy="5223164"/>
          </a:xfrm>
        </p:spPr>
        <p:txBody>
          <a:bodyPr>
            <a:normAutofit fontScale="32500" lnSpcReduction="20000"/>
          </a:bodyPr>
          <a:lstStyle/>
          <a:p>
            <a:pPr algn="just"/>
            <a:r>
              <a:rPr lang="pt-BR" sz="16600" dirty="0"/>
              <a:t>DÁ-NOS, ENFIM, TEMOR SUBLIME</a:t>
            </a:r>
          </a:p>
          <a:p>
            <a:pPr algn="just"/>
            <a:r>
              <a:rPr lang="pt-BR" sz="16600" dirty="0"/>
              <a:t>DE NÃO AMA-LOS COMO CONVÉM</a:t>
            </a:r>
          </a:p>
          <a:p>
            <a:pPr algn="just"/>
            <a:r>
              <a:rPr lang="pt-BR" sz="16600" dirty="0"/>
              <a:t>O CRISTO-HÓSTIA, QUE NOS REDIME</a:t>
            </a:r>
          </a:p>
          <a:p>
            <a:pPr algn="just"/>
            <a:r>
              <a:rPr lang="pt-BR" sz="16600" dirty="0"/>
              <a:t>O PAI CELESTE, QUE NOS QUER BEM.</a:t>
            </a:r>
          </a:p>
          <a:p>
            <a:pPr algn="just"/>
            <a:endParaRPr lang="pt-BR" sz="14800" b="1" dirty="0"/>
          </a:p>
          <a:p>
            <a:pPr algn="just"/>
            <a:r>
              <a:rPr lang="pt-BR" sz="14800" b="1" dirty="0"/>
              <a:t>DÁ-NOS, SENHOR, ESSES DONS, ESSA LUZ</a:t>
            </a:r>
          </a:p>
          <a:p>
            <a:pPr algn="just"/>
            <a:r>
              <a:rPr lang="pt-BR" sz="14800" b="1" dirty="0"/>
              <a:t>E NÓS VEREMOS QUE PÃO É JESUS!</a:t>
            </a:r>
          </a:p>
          <a:p>
            <a:pPr algn="just"/>
            <a:endParaRPr lang="pt-BR" sz="14400" b="1" dirty="0"/>
          </a:p>
          <a:p>
            <a:pPr algn="just"/>
            <a:endParaRPr lang="pt-BR" dirty="0"/>
          </a:p>
          <a:p>
            <a:pPr algn="just"/>
            <a:endParaRPr lang="pt-BR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3" name="Retângulo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4" name="Título 1"/>
          <p:cNvSpPr>
            <a:spLocks noGrp="1"/>
          </p:cNvSpPr>
          <p:nvPr>
            <p:ph type="ctrTitle"/>
          </p:nvPr>
        </p:nvSpPr>
        <p:spPr>
          <a:xfrm>
            <a:off x="921327" y="429490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MOMENTO DA UNÇÃO</a:t>
            </a:r>
          </a:p>
        </p:txBody>
      </p:sp>
      <p:sp>
        <p:nvSpPr>
          <p:cNvPr id="1048675" name="Subtítulo 2"/>
          <p:cNvSpPr>
            <a:spLocks noGrp="1"/>
          </p:cNvSpPr>
          <p:nvPr>
            <p:ph type="subTitle" idx="1"/>
          </p:nvPr>
        </p:nvSpPr>
        <p:spPr>
          <a:xfrm>
            <a:off x="921327" y="1219200"/>
            <a:ext cx="10965873" cy="5638799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7300" dirty="0"/>
              <a:t>1. ESPÍRITO CRIADOR!</a:t>
            </a:r>
          </a:p>
          <a:p>
            <a:pPr algn="l"/>
            <a:r>
              <a:rPr lang="pt-BR" sz="7300" dirty="0"/>
              <a:t>COM O PAI FAZEIS FECUNDO</a:t>
            </a:r>
          </a:p>
          <a:p>
            <a:pPr algn="l"/>
            <a:r>
              <a:rPr lang="pt-BR" sz="7300" dirty="0"/>
              <a:t>O SOLO IMENSO DO MUNDO</a:t>
            </a:r>
          </a:p>
          <a:p>
            <a:pPr algn="l"/>
            <a:r>
              <a:rPr lang="pt-BR" sz="7300" dirty="0"/>
              <a:t>PRA NOS DAR TRIGO E FLOR.</a:t>
            </a:r>
          </a:p>
          <a:p>
            <a:pPr algn="l"/>
            <a:r>
              <a:rPr lang="pt-BR" sz="7300" dirty="0"/>
              <a:t>BENDITO SOIS NOITE E DIA</a:t>
            </a:r>
          </a:p>
          <a:p>
            <a:pPr algn="l"/>
            <a:r>
              <a:rPr lang="pt-BR" sz="7300" dirty="0"/>
              <a:t>POR TÃO GRANDE DOAÇÃO</a:t>
            </a:r>
          </a:p>
          <a:p>
            <a:pPr algn="l"/>
            <a:r>
              <a:rPr lang="pt-BR" sz="7300" dirty="0"/>
              <a:t>FONTE SEM FIM DE ALEGRIA</a:t>
            </a:r>
          </a:p>
          <a:p>
            <a:pPr algn="l"/>
            <a:r>
              <a:rPr lang="pt-BR" sz="7300" dirty="0"/>
              <a:t>SÃO MATÉRIAS PRO NOSSO PÃO.</a:t>
            </a:r>
            <a:endParaRPr lang="pt-BR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6" name="Título 1"/>
          <p:cNvSpPr>
            <a:spLocks noGrp="1"/>
          </p:cNvSpPr>
          <p:nvPr>
            <p:ph type="ctrTitle"/>
          </p:nvPr>
        </p:nvSpPr>
        <p:spPr>
          <a:xfrm>
            <a:off x="921327" y="429490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MOMENTO DA UNÇÃO</a:t>
            </a:r>
          </a:p>
        </p:txBody>
      </p:sp>
      <p:sp>
        <p:nvSpPr>
          <p:cNvPr id="1048677" name="Subtítulo 2"/>
          <p:cNvSpPr>
            <a:spLocks noGrp="1"/>
          </p:cNvSpPr>
          <p:nvPr>
            <p:ph type="subTitle" idx="1"/>
          </p:nvPr>
        </p:nvSpPr>
        <p:spPr>
          <a:xfrm>
            <a:off x="921327" y="1219200"/>
            <a:ext cx="11465936" cy="5867400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7300" dirty="0"/>
              <a:t>2. ESPÍRITO CRIADOR!</a:t>
            </a:r>
          </a:p>
          <a:p>
            <a:pPr algn="l"/>
            <a:r>
              <a:rPr lang="pt-BR" sz="7300" dirty="0"/>
              <a:t>FOI DOM DE VOSSA BONDADE</a:t>
            </a:r>
          </a:p>
          <a:p>
            <a:pPr algn="l"/>
            <a:r>
              <a:rPr lang="pt-BR" sz="7300" dirty="0"/>
              <a:t>ENCHER-NOS DE HABILIDADE,</a:t>
            </a:r>
          </a:p>
          <a:p>
            <a:pPr algn="l"/>
            <a:r>
              <a:rPr lang="pt-BR" sz="7300" dirty="0"/>
              <a:t>PRO TRABALHO SENHOR.</a:t>
            </a:r>
          </a:p>
          <a:p>
            <a:pPr algn="l"/>
            <a:r>
              <a:rPr lang="pt-BR" sz="7300" dirty="0"/>
              <a:t>COM O PAI VÓS SOIS BENDITO,</a:t>
            </a:r>
          </a:p>
          <a:p>
            <a:pPr algn="l"/>
            <a:r>
              <a:rPr lang="pt-BR" sz="7300" dirty="0"/>
              <a:t>PORQUE DAIS À NOSSA MÃO</a:t>
            </a:r>
          </a:p>
          <a:p>
            <a:pPr algn="l"/>
            <a:r>
              <a:rPr lang="pt-BR" sz="7300" dirty="0"/>
              <a:t>COM PODER QUE É QUASE INFINITO,</a:t>
            </a:r>
          </a:p>
          <a:p>
            <a:pPr algn="l"/>
            <a:r>
              <a:rPr lang="pt-BR" sz="7300" dirty="0"/>
              <a:t>CONTINUAR A CRIAÇÃO.</a:t>
            </a:r>
            <a:endParaRPr lang="pt-BR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8" name="Título 1"/>
          <p:cNvSpPr>
            <a:spLocks noGrp="1"/>
          </p:cNvSpPr>
          <p:nvPr>
            <p:ph type="ctrTitle"/>
          </p:nvPr>
        </p:nvSpPr>
        <p:spPr>
          <a:xfrm>
            <a:off x="921327" y="429490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MOMENTO DA UNÇÃO</a:t>
            </a:r>
          </a:p>
        </p:txBody>
      </p:sp>
      <p:sp>
        <p:nvSpPr>
          <p:cNvPr id="1048679" name="Subtítulo 2"/>
          <p:cNvSpPr>
            <a:spLocks noGrp="1"/>
          </p:cNvSpPr>
          <p:nvPr>
            <p:ph type="subTitle" idx="1"/>
          </p:nvPr>
        </p:nvSpPr>
        <p:spPr>
          <a:xfrm>
            <a:off x="921327" y="1219200"/>
            <a:ext cx="11465936" cy="5867400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7300" dirty="0"/>
              <a:t>3. ESPÍRITO CRIADOR!</a:t>
            </a:r>
          </a:p>
          <a:p>
            <a:pPr algn="l"/>
            <a:r>
              <a:rPr lang="pt-BR" sz="7300" dirty="0"/>
              <a:t>BENDITO SEMPRE SEJAIS!</a:t>
            </a:r>
          </a:p>
          <a:p>
            <a:pPr algn="l"/>
            <a:r>
              <a:rPr lang="pt-BR" sz="7300" dirty="0"/>
              <a:t>POR TUDO ISSO, E BEM MAIS,</a:t>
            </a:r>
          </a:p>
          <a:p>
            <a:pPr algn="l"/>
            <a:r>
              <a:rPr lang="pt-BR" sz="7300" dirty="0"/>
              <a:t>PELO IMENSO DOM DO AMOR.</a:t>
            </a:r>
          </a:p>
          <a:p>
            <a:pPr algn="l"/>
            <a:r>
              <a:rPr lang="pt-BR" sz="7300" dirty="0"/>
              <a:t>PELA FORÇA NO TERRENO,</a:t>
            </a:r>
          </a:p>
          <a:p>
            <a:pPr algn="l"/>
            <a:r>
              <a:rPr lang="pt-BR" sz="7300" dirty="0"/>
              <a:t>PELO DOM DE FAZER PÃO,</a:t>
            </a:r>
          </a:p>
          <a:p>
            <a:pPr algn="l"/>
            <a:r>
              <a:rPr lang="pt-BR" sz="7300" dirty="0"/>
              <a:t>POR ESSE IMPULSO SERENO</a:t>
            </a:r>
          </a:p>
          <a:p>
            <a:pPr algn="l"/>
            <a:r>
              <a:rPr lang="pt-BR" sz="7300" dirty="0"/>
              <a:t>PRA NOS PÔR EM COMUNHÃO.</a:t>
            </a:r>
            <a:endParaRPr lang="pt-BR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0" name="Retângulo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1" name="Título 1"/>
          <p:cNvSpPr>
            <a:spLocks noGrp="1"/>
          </p:cNvSpPr>
          <p:nvPr>
            <p:ph type="ctrTitle"/>
          </p:nvPr>
        </p:nvSpPr>
        <p:spPr>
          <a:xfrm>
            <a:off x="627413" y="407719"/>
            <a:ext cx="4735194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1048682" name="Subtítulo 2"/>
          <p:cNvSpPr>
            <a:spLocks noGrp="1"/>
          </p:cNvSpPr>
          <p:nvPr>
            <p:ph type="subTitle" idx="1"/>
          </p:nvPr>
        </p:nvSpPr>
        <p:spPr>
          <a:xfrm>
            <a:off x="627413" y="1197428"/>
            <a:ext cx="11465936" cy="5867400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7300" b="1" dirty="0"/>
              <a:t>CONFIRMAI EM NÓS, Ó DEUS, O QUE EM NÓS REALIZASTES</a:t>
            </a:r>
          </a:p>
          <a:p>
            <a:pPr algn="l"/>
            <a:r>
              <a:rPr lang="pt-BR" sz="7300" b="1" dirty="0"/>
              <a:t>A PARTIR DE VOSSO TEMPLO QUE ESTÁ EM JERUSALÉM, ALELUIA, ALELUIA.</a:t>
            </a:r>
          </a:p>
          <a:p>
            <a:pPr algn="l"/>
            <a:endParaRPr lang="pt-BR" sz="7300" dirty="0"/>
          </a:p>
          <a:p>
            <a:pPr algn="l"/>
            <a:r>
              <a:rPr lang="pt-BR" sz="7300" dirty="0"/>
              <a:t>– 2 EIS QUE DEUS SE PÕE DE PÉ E OS INIMIGOS SE DISPERSAM, *</a:t>
            </a:r>
          </a:p>
          <a:p>
            <a:pPr algn="l"/>
            <a:r>
              <a:rPr lang="pt-BR" sz="7300" dirty="0"/>
              <a:t>    FOGEM LONGE DE SUA FACE OS QUE ODEIAM O SENHOR. R.</a:t>
            </a:r>
            <a:endParaRPr lang="pt-BR" dirty="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93FBFACD-3F6B-45AC-A808-F375A2AD8C4D}"/>
              </a:ext>
            </a:extLst>
          </p:cNvPr>
          <p:cNvSpPr txBox="1"/>
          <p:nvPr/>
        </p:nvSpPr>
        <p:spPr>
          <a:xfrm>
            <a:off x="10402349" y="407719"/>
            <a:ext cx="135901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000" b="0" i="0" dirty="0" err="1">
                <a:solidFill>
                  <a:srgbClr val="131313"/>
                </a:solidFill>
                <a:effectLst/>
                <a:latin typeface="Roboto"/>
              </a:rPr>
              <a:t>Sl</a:t>
            </a:r>
            <a:r>
              <a:rPr lang="pt-BR" sz="2000" b="0" i="0" dirty="0">
                <a:solidFill>
                  <a:srgbClr val="131313"/>
                </a:solidFill>
                <a:effectLst/>
                <a:latin typeface="Roboto"/>
              </a:rPr>
              <a:t> 67(68)</a:t>
            </a:r>
            <a:endParaRPr lang="pt-BR" sz="20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3" name="Título 1"/>
          <p:cNvSpPr>
            <a:spLocks noGrp="1"/>
          </p:cNvSpPr>
          <p:nvPr>
            <p:ph type="ctrTitle"/>
          </p:nvPr>
        </p:nvSpPr>
        <p:spPr>
          <a:xfrm>
            <a:off x="627413" y="407719"/>
            <a:ext cx="4735194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1048684" name="Subtítulo 2"/>
          <p:cNvSpPr>
            <a:spLocks noGrp="1"/>
          </p:cNvSpPr>
          <p:nvPr>
            <p:ph type="subTitle" idx="1"/>
          </p:nvPr>
        </p:nvSpPr>
        <p:spPr>
          <a:xfrm>
            <a:off x="627413" y="1197428"/>
            <a:ext cx="11465936" cy="5867400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7300" b="1" dirty="0"/>
              <a:t>CONFIRMAI EM NÓS, Ó DEUS, O QUE EM NÓS REALIZASTES</a:t>
            </a:r>
          </a:p>
          <a:p>
            <a:pPr algn="l"/>
            <a:r>
              <a:rPr lang="pt-BR" sz="7300" b="1" dirty="0"/>
              <a:t>A PARTIR DE VOSSO TEMPLO QUE ESTÁ EM JERUSALÉM, ALELUIA, ALELUIA.</a:t>
            </a:r>
          </a:p>
          <a:p>
            <a:pPr algn="l"/>
            <a:endParaRPr lang="pt-BR" sz="7300" dirty="0"/>
          </a:p>
          <a:p>
            <a:pPr algn="l"/>
            <a:r>
              <a:rPr lang="pt-BR" sz="7300" dirty="0"/>
              <a:t>ELE ESMAGA A CABEÇA DOS QUE SÃO SEUS INIMIGOS, *</a:t>
            </a:r>
          </a:p>
          <a:p>
            <a:pPr algn="l"/>
            <a:r>
              <a:rPr lang="pt-BR" sz="7300" dirty="0"/>
              <a:t>E OS CRÂNIOS CONTUMAZES DOS QUE VIVEM NO PECADO. R.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E94A5AC8-5387-44BF-B946-3E2E59B546BD}"/>
              </a:ext>
            </a:extLst>
          </p:cNvPr>
          <p:cNvSpPr txBox="1"/>
          <p:nvPr/>
        </p:nvSpPr>
        <p:spPr>
          <a:xfrm>
            <a:off x="10402349" y="407719"/>
            <a:ext cx="135901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000" b="0" i="0" dirty="0" err="1">
                <a:solidFill>
                  <a:srgbClr val="131313"/>
                </a:solidFill>
                <a:effectLst/>
                <a:latin typeface="Roboto"/>
              </a:rPr>
              <a:t>Sl</a:t>
            </a:r>
            <a:r>
              <a:rPr lang="pt-BR" sz="2000" b="0" i="0" dirty="0">
                <a:solidFill>
                  <a:srgbClr val="131313"/>
                </a:solidFill>
                <a:effectLst/>
                <a:latin typeface="Roboto"/>
              </a:rPr>
              <a:t> 67(68)</a:t>
            </a:r>
            <a:endParaRPr lang="pt-BR" sz="20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5" name="Título 1"/>
          <p:cNvSpPr>
            <a:spLocks noGrp="1"/>
          </p:cNvSpPr>
          <p:nvPr>
            <p:ph type="ctrTitle"/>
          </p:nvPr>
        </p:nvSpPr>
        <p:spPr>
          <a:xfrm>
            <a:off x="627413" y="407719"/>
            <a:ext cx="4735194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1048686" name="Subtítulo 2"/>
          <p:cNvSpPr>
            <a:spLocks noGrp="1"/>
          </p:cNvSpPr>
          <p:nvPr>
            <p:ph type="subTitle" idx="1"/>
          </p:nvPr>
        </p:nvSpPr>
        <p:spPr>
          <a:xfrm>
            <a:off x="627413" y="1197428"/>
            <a:ext cx="11465936" cy="5867400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7300" b="1" dirty="0"/>
              <a:t>CONFIRMAI EM NÓS, Ó DEUS, O QUE EM NÓS REALIZASTES</a:t>
            </a:r>
          </a:p>
          <a:p>
            <a:pPr algn="l"/>
            <a:r>
              <a:rPr lang="pt-BR" sz="7300" b="1" dirty="0"/>
              <a:t>A PARTIR DE VOSSO TEMPLO QUE ESTÁ EM JERUSALÉM, ALELUIA, ALELUIA.</a:t>
            </a:r>
          </a:p>
          <a:p>
            <a:pPr algn="l"/>
            <a:endParaRPr lang="pt-BR" sz="7300" dirty="0"/>
          </a:p>
          <a:p>
            <a:pPr algn="l"/>
            <a:r>
              <a:rPr lang="pt-BR" sz="7300" dirty="0"/>
              <a:t>CONTEMPLAMOS, Ó SENHOR, VOSSO CORTEJO QUE DESFILA, *</a:t>
            </a:r>
          </a:p>
          <a:p>
            <a:pPr algn="l"/>
            <a:r>
              <a:rPr lang="pt-BR" sz="7300" dirty="0"/>
              <a:t>É A ENTRADA DO MEU DEUS, DO MEU REI NO SANTUÁRIO.</a:t>
            </a:r>
            <a:endParaRPr lang="pt-BR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FF5C7FCB-6791-42A6-B61E-1921D19F1A3E}"/>
              </a:ext>
            </a:extLst>
          </p:cNvPr>
          <p:cNvSpPr txBox="1"/>
          <p:nvPr/>
        </p:nvSpPr>
        <p:spPr>
          <a:xfrm>
            <a:off x="10402349" y="407719"/>
            <a:ext cx="135901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000" b="0" i="0" dirty="0" err="1">
                <a:solidFill>
                  <a:srgbClr val="131313"/>
                </a:solidFill>
                <a:effectLst/>
                <a:latin typeface="Roboto"/>
              </a:rPr>
              <a:t>Sl</a:t>
            </a:r>
            <a:r>
              <a:rPr lang="pt-BR" sz="2000" b="0" i="0" dirty="0">
                <a:solidFill>
                  <a:srgbClr val="131313"/>
                </a:solidFill>
                <a:effectLst/>
                <a:latin typeface="Roboto"/>
              </a:rPr>
              <a:t> 67(68)</a:t>
            </a:r>
            <a:endParaRPr lang="pt-BR" sz="20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7" name="Título 1"/>
          <p:cNvSpPr>
            <a:spLocks noGrp="1"/>
          </p:cNvSpPr>
          <p:nvPr>
            <p:ph type="ctrTitle"/>
          </p:nvPr>
        </p:nvSpPr>
        <p:spPr>
          <a:xfrm>
            <a:off x="627413" y="407719"/>
            <a:ext cx="4735194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1048688" name="Subtítulo 2"/>
          <p:cNvSpPr>
            <a:spLocks noGrp="1"/>
          </p:cNvSpPr>
          <p:nvPr>
            <p:ph type="subTitle" idx="1"/>
          </p:nvPr>
        </p:nvSpPr>
        <p:spPr>
          <a:xfrm>
            <a:off x="627413" y="1197428"/>
            <a:ext cx="11465936" cy="5867400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7300" b="1" dirty="0"/>
              <a:t>CONFIRMAI EM NÓS, Ó DEUS, O QUE EM NÓS REALIZASTES</a:t>
            </a:r>
          </a:p>
          <a:p>
            <a:pPr algn="l"/>
            <a:r>
              <a:rPr lang="pt-BR" sz="7300" b="1" dirty="0"/>
              <a:t>A PARTIR DE VOSSO TEMPLO QUE ESTÁ EM JERUSALÉM, ALELUIA, ALELUIA.</a:t>
            </a:r>
          </a:p>
          <a:p>
            <a:pPr algn="l"/>
            <a:endParaRPr lang="pt-BR" sz="7300" dirty="0"/>
          </a:p>
          <a:p>
            <a:pPr algn="l"/>
            <a:r>
              <a:rPr lang="pt-BR" sz="7300" dirty="0"/>
              <a:t>EM SEU TEMPLO ELE É ADMIRÁVEL E A SEU POVO DÁ PODER. *</a:t>
            </a:r>
          </a:p>
          <a:p>
            <a:pPr algn="l"/>
            <a:r>
              <a:rPr lang="pt-BR" sz="7300" dirty="0"/>
              <a:t>BENDITO SEJA O SENHOR DEUS, AGORA E SEMPRE. AMÉM, AMÉM. R.</a:t>
            </a:r>
            <a:endParaRPr lang="pt-BR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74C1635F-F323-4EFB-80F6-6850A481FCA9}"/>
              </a:ext>
            </a:extLst>
          </p:cNvPr>
          <p:cNvSpPr txBox="1"/>
          <p:nvPr/>
        </p:nvSpPr>
        <p:spPr>
          <a:xfrm>
            <a:off x="10402349" y="407719"/>
            <a:ext cx="135901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000" b="0" i="0" dirty="0" err="1">
                <a:solidFill>
                  <a:srgbClr val="131313"/>
                </a:solidFill>
                <a:effectLst/>
                <a:latin typeface="Roboto"/>
              </a:rPr>
              <a:t>Sl</a:t>
            </a:r>
            <a:r>
              <a:rPr lang="pt-BR" sz="2000" b="0" i="0" dirty="0">
                <a:solidFill>
                  <a:srgbClr val="131313"/>
                </a:solidFill>
                <a:effectLst/>
                <a:latin typeface="Roboto"/>
              </a:rPr>
              <a:t> 67(68)</a:t>
            </a:r>
            <a:endParaRPr lang="pt-BR" sz="20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9" name="Retângulo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0" name="Título 1"/>
          <p:cNvSpPr>
            <a:spLocks noGrp="1"/>
          </p:cNvSpPr>
          <p:nvPr>
            <p:ph type="ctrTitle"/>
          </p:nvPr>
        </p:nvSpPr>
        <p:spPr>
          <a:xfrm>
            <a:off x="921327" y="429490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SANTO</a:t>
            </a:r>
          </a:p>
        </p:txBody>
      </p:sp>
      <p:sp>
        <p:nvSpPr>
          <p:cNvPr id="1048691" name="Subtítulo 2"/>
          <p:cNvSpPr>
            <a:spLocks noGrp="1"/>
          </p:cNvSpPr>
          <p:nvPr>
            <p:ph type="subTitle" idx="1"/>
          </p:nvPr>
        </p:nvSpPr>
        <p:spPr>
          <a:xfrm>
            <a:off x="921327" y="1219201"/>
            <a:ext cx="10771909" cy="5334000"/>
          </a:xfrm>
        </p:spPr>
        <p:txBody>
          <a:bodyPr>
            <a:normAutofit fontScale="85000" lnSpcReduction="10000"/>
          </a:bodyPr>
          <a:lstStyle/>
          <a:p>
            <a:pPr algn="just"/>
            <a:r>
              <a:rPr lang="pt-BR" sz="7300" dirty="0"/>
              <a:t>SANTO, SANTO, SANTO!</a:t>
            </a:r>
          </a:p>
          <a:p>
            <a:pPr algn="just"/>
            <a:r>
              <a:rPr lang="pt-BR" sz="7300" dirty="0"/>
              <a:t>SENHOR DEUS DO UNIVERSO.</a:t>
            </a:r>
          </a:p>
          <a:p>
            <a:pPr algn="just"/>
            <a:r>
              <a:rPr lang="pt-BR" sz="7300" dirty="0"/>
              <a:t>O CÉU E A TERRA PROCLAMAM</a:t>
            </a:r>
          </a:p>
          <a:p>
            <a:pPr algn="just"/>
            <a:r>
              <a:rPr lang="pt-BR" sz="7300" dirty="0"/>
              <a:t>A VOSSA GLÓRIA!</a:t>
            </a:r>
          </a:p>
          <a:p>
            <a:pPr algn="just"/>
            <a:r>
              <a:rPr lang="pt-BR" sz="7300" b="1" dirty="0"/>
              <a:t>HOSANA NAS ALTURAS! </a:t>
            </a:r>
          </a:p>
          <a:p>
            <a:pPr algn="just"/>
            <a:r>
              <a:rPr lang="pt-BR" sz="7300" b="1" dirty="0"/>
              <a:t>HOSANA NAS ALTURAS! 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2" name="Subtítulo 2"/>
          <p:cNvSpPr>
            <a:spLocks noGrp="1"/>
          </p:cNvSpPr>
          <p:nvPr>
            <p:ph type="subTitle" idx="1"/>
          </p:nvPr>
        </p:nvSpPr>
        <p:spPr>
          <a:xfrm>
            <a:off x="921327" y="831273"/>
            <a:ext cx="10349345" cy="5195454"/>
          </a:xfrm>
        </p:spPr>
        <p:txBody>
          <a:bodyPr>
            <a:normAutofit fontScale="77500" lnSpcReduction="20000"/>
          </a:bodyPr>
          <a:lstStyle/>
          <a:p>
            <a:pPr algn="just"/>
            <a:endParaRPr lang="pt-BR" sz="7300" dirty="0"/>
          </a:p>
          <a:p>
            <a:pPr algn="just"/>
            <a:endParaRPr lang="pt-BR" sz="7300" dirty="0"/>
          </a:p>
          <a:p>
            <a:pPr algn="just"/>
            <a:r>
              <a:rPr lang="pt-BR" sz="7300" dirty="0"/>
              <a:t>BENDITO O QUE VEM,</a:t>
            </a:r>
          </a:p>
          <a:p>
            <a:pPr algn="just"/>
            <a:r>
              <a:rPr lang="pt-BR" sz="7300" dirty="0"/>
              <a:t>EM NOME DO SENHOR</a:t>
            </a:r>
          </a:p>
          <a:p>
            <a:pPr algn="just"/>
            <a:endParaRPr lang="pt-BR" sz="7300" b="1" dirty="0"/>
          </a:p>
          <a:p>
            <a:pPr algn="just"/>
            <a:r>
              <a:rPr lang="pt-BR" sz="7300" b="1" dirty="0"/>
              <a:t>HOSANA NAS ALTURAS! </a:t>
            </a:r>
          </a:p>
          <a:p>
            <a:pPr algn="just"/>
            <a:r>
              <a:rPr lang="pt-BR" sz="7300" b="1" dirty="0"/>
              <a:t>HOSANA NAS ALTURAS! </a:t>
            </a:r>
          </a:p>
        </p:txBody>
      </p:sp>
      <p:sp>
        <p:nvSpPr>
          <p:cNvPr id="3" name="Título 1">
            <a:extLst>
              <a:ext uri="{FF2B5EF4-FFF2-40B4-BE49-F238E27FC236}">
                <a16:creationId xmlns:a16="http://schemas.microsoft.com/office/drawing/2014/main" id="{105C511B-814D-462F-ABD3-BFE79F595C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29490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SANTO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3" name="Retângulo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4" name="Título 1"/>
          <p:cNvSpPr>
            <a:spLocks noGrp="1"/>
          </p:cNvSpPr>
          <p:nvPr>
            <p:ph type="ctrTitle"/>
          </p:nvPr>
        </p:nvSpPr>
        <p:spPr>
          <a:xfrm>
            <a:off x="765545" y="304799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1048695" name="Subtítulo 2"/>
          <p:cNvSpPr>
            <a:spLocks noGrp="1"/>
          </p:cNvSpPr>
          <p:nvPr>
            <p:ph type="subTitle" idx="1"/>
          </p:nvPr>
        </p:nvSpPr>
        <p:spPr>
          <a:xfrm>
            <a:off x="765545" y="1031358"/>
            <a:ext cx="10927692" cy="5521843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5600" b="1" dirty="0"/>
              <a:t>TODOS FICARAM CHEIOS DO ESPÍRITO SANTO E PROCLAMAVAM AS MARAVILHAS DE DEUS, ALELUIA, ALELUIA!</a:t>
            </a:r>
          </a:p>
          <a:p>
            <a:pPr algn="just"/>
            <a:endParaRPr lang="pt-BR" sz="4400" dirty="0"/>
          </a:p>
          <a:p>
            <a:pPr algn="just"/>
            <a:r>
              <a:rPr lang="pt-BR" sz="4800" dirty="0"/>
              <a:t>1. EIS QUE DEUS SE PÕE DE PÉ, E OS INIMIGOS SE DISPERSAM!</a:t>
            </a:r>
          </a:p>
          <a:p>
            <a:pPr algn="just"/>
            <a:r>
              <a:rPr lang="pt-BR" sz="4800" dirty="0"/>
              <a:t>FOGEM LONGE DE SUA FACE OS QUE ODEIAM O SENHOR.</a:t>
            </a:r>
            <a:endParaRPr lang="pt-BR" sz="4800" b="1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10738466-75FB-4962-A8F0-FA92DD42C829}"/>
              </a:ext>
            </a:extLst>
          </p:cNvPr>
          <p:cNvSpPr txBox="1"/>
          <p:nvPr/>
        </p:nvSpPr>
        <p:spPr>
          <a:xfrm>
            <a:off x="10402349" y="407719"/>
            <a:ext cx="135901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000" b="0" i="0" dirty="0">
                <a:solidFill>
                  <a:srgbClr val="131313"/>
                </a:solidFill>
                <a:effectLst/>
                <a:latin typeface="Roboto"/>
              </a:rPr>
              <a:t>At 2, 4. 11</a:t>
            </a:r>
            <a:endParaRPr lang="pt-BR" sz="20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6" name="Título 1"/>
          <p:cNvSpPr>
            <a:spLocks noGrp="1"/>
          </p:cNvSpPr>
          <p:nvPr>
            <p:ph type="ctrTitle"/>
          </p:nvPr>
        </p:nvSpPr>
        <p:spPr>
          <a:xfrm>
            <a:off x="765545" y="304799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1048697" name="Subtítulo 2"/>
          <p:cNvSpPr>
            <a:spLocks noGrp="1"/>
          </p:cNvSpPr>
          <p:nvPr>
            <p:ph type="subTitle" idx="1"/>
          </p:nvPr>
        </p:nvSpPr>
        <p:spPr>
          <a:xfrm>
            <a:off x="765545" y="1031358"/>
            <a:ext cx="10927692" cy="5521843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5600" b="1" dirty="0"/>
              <a:t>TODOS FICARAM CHEIOS DO ESPÍRITO SANTO E PROCLAMAVAM AS MARAVILHAS DE DEUS, ALELUIA, ALELUIA!</a:t>
            </a:r>
          </a:p>
          <a:p>
            <a:pPr algn="just"/>
            <a:endParaRPr lang="pt-BR" sz="4400" dirty="0"/>
          </a:p>
          <a:p>
            <a:pPr algn="just"/>
            <a:r>
              <a:rPr lang="pt-BR" sz="4800" dirty="0"/>
              <a:t>MAS OS JUSTOS SE ALEGRAM NA PRESENÇA DO SENHOR,</a:t>
            </a:r>
          </a:p>
          <a:p>
            <a:pPr algn="just"/>
            <a:r>
              <a:rPr lang="pt-BR" sz="4800" dirty="0"/>
              <a:t>REJUBILAM SATISFEITOS E EXULTAM DE ALEGRIA.</a:t>
            </a:r>
            <a:endParaRPr lang="pt-BR" sz="4800" b="1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67562F8A-E951-463E-9FD9-43FAEE223F42}"/>
              </a:ext>
            </a:extLst>
          </p:cNvPr>
          <p:cNvSpPr txBox="1"/>
          <p:nvPr/>
        </p:nvSpPr>
        <p:spPr>
          <a:xfrm>
            <a:off x="10402349" y="407719"/>
            <a:ext cx="135901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000" b="0" i="0" dirty="0">
                <a:solidFill>
                  <a:srgbClr val="131313"/>
                </a:solidFill>
                <a:effectLst/>
                <a:latin typeface="Roboto"/>
              </a:rPr>
              <a:t>At 2, 4. 11</a:t>
            </a:r>
            <a:endParaRPr lang="pt-BR" sz="20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8" name="Título 1"/>
          <p:cNvSpPr>
            <a:spLocks noGrp="1"/>
          </p:cNvSpPr>
          <p:nvPr>
            <p:ph type="ctrTitle"/>
          </p:nvPr>
        </p:nvSpPr>
        <p:spPr>
          <a:xfrm>
            <a:off x="765545" y="304799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1048699" name="Subtítulo 2"/>
          <p:cNvSpPr>
            <a:spLocks noGrp="1"/>
          </p:cNvSpPr>
          <p:nvPr>
            <p:ph type="subTitle" idx="1"/>
          </p:nvPr>
        </p:nvSpPr>
        <p:spPr>
          <a:xfrm>
            <a:off x="765545" y="1031358"/>
            <a:ext cx="10927692" cy="5521843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5600" b="1" dirty="0"/>
              <a:t>TODOS FICARAM CHEIOS DO ESPÍRITO SANTO E PROCLAMAVAM AS MARAVILHAS DE DEUS, ALELUIA, ALELUIA!</a:t>
            </a:r>
          </a:p>
          <a:p>
            <a:pPr algn="just"/>
            <a:endParaRPr lang="pt-BR" sz="4400" dirty="0"/>
          </a:p>
          <a:p>
            <a:pPr algn="just"/>
            <a:r>
              <a:rPr lang="pt-BR" sz="4800" dirty="0"/>
              <a:t>DOS ÓRFÃO ELE É PAI, E DAS VIÚVAS PROTETOR;</a:t>
            </a:r>
          </a:p>
          <a:p>
            <a:pPr algn="just"/>
            <a:r>
              <a:rPr lang="pt-BR" sz="4800" dirty="0"/>
              <a:t>É ASSIM O NOSSO DEUS EM SUA SANTA HABITAÇÃO.</a:t>
            </a:r>
            <a:endParaRPr lang="pt-BR" sz="4800" b="1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1717BC38-CD97-4294-BB18-31526814945D}"/>
              </a:ext>
            </a:extLst>
          </p:cNvPr>
          <p:cNvSpPr txBox="1"/>
          <p:nvPr/>
        </p:nvSpPr>
        <p:spPr>
          <a:xfrm>
            <a:off x="10402349" y="407719"/>
            <a:ext cx="135901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000" b="0" i="0" dirty="0">
                <a:solidFill>
                  <a:srgbClr val="131313"/>
                </a:solidFill>
                <a:effectLst/>
                <a:latin typeface="Roboto"/>
              </a:rPr>
              <a:t>At 2, 4. 11</a:t>
            </a:r>
            <a:endParaRPr lang="pt-BR" sz="20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0" name="Título 1"/>
          <p:cNvSpPr>
            <a:spLocks noGrp="1"/>
          </p:cNvSpPr>
          <p:nvPr>
            <p:ph type="ctrTitle"/>
          </p:nvPr>
        </p:nvSpPr>
        <p:spPr>
          <a:xfrm>
            <a:off x="765545" y="304799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1048701" name="Subtítulo 2"/>
          <p:cNvSpPr>
            <a:spLocks noGrp="1"/>
          </p:cNvSpPr>
          <p:nvPr>
            <p:ph type="subTitle" idx="1"/>
          </p:nvPr>
        </p:nvSpPr>
        <p:spPr>
          <a:xfrm>
            <a:off x="765545" y="1031358"/>
            <a:ext cx="10927692" cy="5521843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5600" b="1" dirty="0"/>
              <a:t>TODOS FICARAM CHEIOS DO ESPÍRITO SANTO E PROCLAMAVAM AS MARAVILHAS DE DEUS, ALELUIA, ALELUIA!</a:t>
            </a:r>
          </a:p>
          <a:p>
            <a:pPr algn="just"/>
            <a:endParaRPr lang="pt-BR" sz="4400" dirty="0"/>
          </a:p>
          <a:p>
            <a:pPr algn="just"/>
            <a:r>
              <a:rPr lang="pt-BR" sz="4800" dirty="0"/>
              <a:t>QUANDO SAÍSTES COM O POVO, CAMINHANDO À SUA FRENTE</a:t>
            </a:r>
          </a:p>
          <a:p>
            <a:pPr algn="just"/>
            <a:r>
              <a:rPr lang="pt-BR" sz="4800" dirty="0"/>
              <a:t>E ATRAVESSANDO O DESERTO, A TERRA TODA ESTREMECEU.</a:t>
            </a:r>
            <a:endParaRPr lang="pt-BR" sz="4800" b="1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242EFF39-ED15-4526-BD05-C28600C318CB}"/>
              </a:ext>
            </a:extLst>
          </p:cNvPr>
          <p:cNvSpPr txBox="1"/>
          <p:nvPr/>
        </p:nvSpPr>
        <p:spPr>
          <a:xfrm>
            <a:off x="10402349" y="407719"/>
            <a:ext cx="135901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000" b="0" i="0" dirty="0">
                <a:solidFill>
                  <a:srgbClr val="131313"/>
                </a:solidFill>
                <a:effectLst/>
                <a:latin typeface="Roboto"/>
              </a:rPr>
              <a:t>At 2, 4. 11</a:t>
            </a:r>
            <a:endParaRPr lang="pt-BR" sz="20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2" name="Título 1"/>
          <p:cNvSpPr>
            <a:spLocks noGrp="1"/>
          </p:cNvSpPr>
          <p:nvPr>
            <p:ph type="ctrTitle"/>
          </p:nvPr>
        </p:nvSpPr>
        <p:spPr>
          <a:xfrm>
            <a:off x="765545" y="304799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1048703" name="Subtítulo 2"/>
          <p:cNvSpPr>
            <a:spLocks noGrp="1"/>
          </p:cNvSpPr>
          <p:nvPr>
            <p:ph type="subTitle" idx="1"/>
          </p:nvPr>
        </p:nvSpPr>
        <p:spPr>
          <a:xfrm>
            <a:off x="765545" y="1031358"/>
            <a:ext cx="10927692" cy="5521843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5600" b="1" dirty="0"/>
              <a:t>TODOS FICARAM CHEIOS DO ESPÍRITO SANTO E PROCLAMAVAM AS MARAVILHAS DE DEUS, ALELUIA, ALELUIA!</a:t>
            </a:r>
          </a:p>
          <a:p>
            <a:pPr algn="just"/>
            <a:endParaRPr lang="pt-BR" sz="4400" dirty="0"/>
          </a:p>
          <a:p>
            <a:pPr algn="just"/>
            <a:r>
              <a:rPr lang="pt-BR" sz="4800" dirty="0"/>
              <a:t>ORVALHOU O PRÓPRIO CÉU ANTE A FACE DO SENHOR,</a:t>
            </a:r>
          </a:p>
          <a:p>
            <a:pPr algn="just"/>
            <a:r>
              <a:rPr lang="pt-BR" sz="4800" dirty="0"/>
              <a:t>E O SINAI TAMBÉM TREMEU PERANTE O DEUS DE ISRAEL.</a:t>
            </a:r>
            <a:endParaRPr lang="pt-BR" sz="4800" b="1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1973AF76-DC0B-47CE-AC38-96A88BAE1953}"/>
              </a:ext>
            </a:extLst>
          </p:cNvPr>
          <p:cNvSpPr txBox="1"/>
          <p:nvPr/>
        </p:nvSpPr>
        <p:spPr>
          <a:xfrm>
            <a:off x="10402349" y="407719"/>
            <a:ext cx="135901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000" b="0" i="0" dirty="0">
                <a:solidFill>
                  <a:srgbClr val="131313"/>
                </a:solidFill>
                <a:effectLst/>
                <a:latin typeface="Roboto"/>
              </a:rPr>
              <a:t>At 2, 4. 11</a:t>
            </a:r>
            <a:endParaRPr lang="pt-BR" sz="20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4" name="Título 1"/>
          <p:cNvSpPr>
            <a:spLocks noGrp="1"/>
          </p:cNvSpPr>
          <p:nvPr>
            <p:ph type="ctrTitle"/>
          </p:nvPr>
        </p:nvSpPr>
        <p:spPr>
          <a:xfrm>
            <a:off x="765545" y="304799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1048705" name="Subtítulo 2"/>
          <p:cNvSpPr>
            <a:spLocks noGrp="1"/>
          </p:cNvSpPr>
          <p:nvPr>
            <p:ph type="subTitle" idx="1"/>
          </p:nvPr>
        </p:nvSpPr>
        <p:spPr>
          <a:xfrm>
            <a:off x="765545" y="1031358"/>
            <a:ext cx="10927692" cy="5521843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5600" b="1" dirty="0"/>
              <a:t>TODOS FICARAM CHEIOS DO ESPÍRITO SANTO E PROCLAMAVAM AS MARAVILHAS DE DEUS, ALELUIA, ALELUIA!</a:t>
            </a:r>
          </a:p>
          <a:p>
            <a:pPr algn="just"/>
            <a:endParaRPr lang="pt-BR" sz="4400" dirty="0"/>
          </a:p>
          <a:p>
            <a:pPr algn="just"/>
            <a:r>
              <a:rPr lang="pt-BR" sz="4800" dirty="0"/>
              <a:t>BENDITO SEJA DEUS, BENDITO SEJA CADA DIA,</a:t>
            </a:r>
          </a:p>
          <a:p>
            <a:pPr algn="just"/>
            <a:r>
              <a:rPr lang="pt-BR" sz="4800" dirty="0"/>
              <a:t>O DEUS DA NOSSA SALVAÇÃO, QUE CARREGA OS NOSSOS FARDOS.</a:t>
            </a:r>
            <a:endParaRPr lang="pt-BR" sz="4800" b="1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E0344D03-1646-48BE-A7FE-6AFFDFA9B4F8}"/>
              </a:ext>
            </a:extLst>
          </p:cNvPr>
          <p:cNvSpPr txBox="1"/>
          <p:nvPr/>
        </p:nvSpPr>
        <p:spPr>
          <a:xfrm>
            <a:off x="10402349" y="407719"/>
            <a:ext cx="135901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000" b="0" i="0" dirty="0">
                <a:solidFill>
                  <a:srgbClr val="131313"/>
                </a:solidFill>
                <a:effectLst/>
                <a:latin typeface="Roboto"/>
              </a:rPr>
              <a:t>At 2, 4. 11</a:t>
            </a:r>
            <a:endParaRPr lang="pt-BR" sz="20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6" name="Título 1"/>
          <p:cNvSpPr>
            <a:spLocks noGrp="1"/>
          </p:cNvSpPr>
          <p:nvPr>
            <p:ph type="ctrTitle"/>
          </p:nvPr>
        </p:nvSpPr>
        <p:spPr>
          <a:xfrm>
            <a:off x="765545" y="304799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1048707" name="Subtítulo 2"/>
          <p:cNvSpPr>
            <a:spLocks noGrp="1"/>
          </p:cNvSpPr>
          <p:nvPr>
            <p:ph type="subTitle" idx="1"/>
          </p:nvPr>
        </p:nvSpPr>
        <p:spPr>
          <a:xfrm>
            <a:off x="765545" y="1031358"/>
            <a:ext cx="10927692" cy="5521843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5600" b="1" dirty="0"/>
              <a:t>TODOS FICARAM CHEIOS DO ESPÍRITO SANTO E PROCLAMAVAM AS MARAVILHAS DE DEUS, ALELUIA, ALELUIA!</a:t>
            </a:r>
          </a:p>
          <a:p>
            <a:pPr algn="just"/>
            <a:endParaRPr lang="pt-BR" sz="4400" dirty="0"/>
          </a:p>
          <a:p>
            <a:pPr algn="just"/>
            <a:r>
              <a:rPr lang="pt-BR" sz="4800" dirty="0"/>
              <a:t>NOSSO DEUS É UM DEUS QUE SALVA, É UM DEUS LIBERTADOR;</a:t>
            </a:r>
          </a:p>
          <a:p>
            <a:pPr algn="just"/>
            <a:r>
              <a:rPr lang="pt-BR" sz="4800" dirty="0"/>
              <a:t>O SENHOR, SÓ O SENHOR, NOS PODERÁ LIVRAR DA MORTE.</a:t>
            </a:r>
            <a:endParaRPr lang="pt-BR" sz="4800" b="1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8A5E9A03-E2DE-49D0-ACE0-E90D2DFF150E}"/>
              </a:ext>
            </a:extLst>
          </p:cNvPr>
          <p:cNvSpPr txBox="1"/>
          <p:nvPr/>
        </p:nvSpPr>
        <p:spPr>
          <a:xfrm>
            <a:off x="10402349" y="407719"/>
            <a:ext cx="135901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000" b="0" i="0" dirty="0">
                <a:solidFill>
                  <a:srgbClr val="131313"/>
                </a:solidFill>
                <a:effectLst/>
                <a:latin typeface="Roboto"/>
              </a:rPr>
              <a:t>At 2, 4. 11</a:t>
            </a:r>
            <a:endParaRPr lang="pt-BR" sz="20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8" name="Título 1"/>
          <p:cNvSpPr>
            <a:spLocks noGrp="1"/>
          </p:cNvSpPr>
          <p:nvPr>
            <p:ph type="ctrTitle"/>
          </p:nvPr>
        </p:nvSpPr>
        <p:spPr>
          <a:xfrm>
            <a:off x="765545" y="304799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1048709" name="Subtítulo 2"/>
          <p:cNvSpPr>
            <a:spLocks noGrp="1"/>
          </p:cNvSpPr>
          <p:nvPr>
            <p:ph type="subTitle" idx="1"/>
          </p:nvPr>
        </p:nvSpPr>
        <p:spPr>
          <a:xfrm>
            <a:off x="765545" y="1031358"/>
            <a:ext cx="10927692" cy="5521843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5600" b="1" dirty="0"/>
              <a:t>TODOS FICARAM CHEIOS DO ESPÍRITO SANTO E PROCLAMAVAM AS MARAVILHAS DE DEUS, ALELUIA, ALELUIA!</a:t>
            </a:r>
          </a:p>
          <a:p>
            <a:pPr algn="just"/>
            <a:endParaRPr lang="pt-BR" sz="4400" dirty="0"/>
          </a:p>
          <a:p>
            <a:pPr algn="just"/>
            <a:r>
              <a:rPr lang="pt-BR" sz="4800" dirty="0"/>
              <a:t>SUSCITAI, Ó SENHOR DEUS, SUSCITAI VOSSO PODER,</a:t>
            </a:r>
          </a:p>
          <a:p>
            <a:pPr algn="just"/>
            <a:r>
              <a:rPr lang="pt-BR" sz="4800" dirty="0"/>
              <a:t>CONFIRMAI ESTE PODER QUE POR NÓS MANIFESTASTES.</a:t>
            </a:r>
            <a:endParaRPr lang="pt-BR" sz="4800" b="1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F0CD1BD6-ADFB-42DB-A35E-9FEE424D8147}"/>
              </a:ext>
            </a:extLst>
          </p:cNvPr>
          <p:cNvSpPr txBox="1"/>
          <p:nvPr/>
        </p:nvSpPr>
        <p:spPr>
          <a:xfrm>
            <a:off x="10402349" y="407719"/>
            <a:ext cx="135901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000" b="0" i="0" dirty="0">
                <a:solidFill>
                  <a:srgbClr val="131313"/>
                </a:solidFill>
                <a:effectLst/>
                <a:latin typeface="Roboto"/>
              </a:rPr>
              <a:t>At 2, 4. 11</a:t>
            </a:r>
            <a:endParaRPr lang="pt-BR" sz="20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0" name="Título 1"/>
          <p:cNvSpPr>
            <a:spLocks noGrp="1"/>
          </p:cNvSpPr>
          <p:nvPr>
            <p:ph type="ctrTitle"/>
          </p:nvPr>
        </p:nvSpPr>
        <p:spPr>
          <a:xfrm>
            <a:off x="765545" y="304799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1048711" name="Subtítulo 2"/>
          <p:cNvSpPr>
            <a:spLocks noGrp="1"/>
          </p:cNvSpPr>
          <p:nvPr>
            <p:ph type="subTitle" idx="1"/>
          </p:nvPr>
        </p:nvSpPr>
        <p:spPr>
          <a:xfrm>
            <a:off x="765545" y="1031358"/>
            <a:ext cx="10927692" cy="5521843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5600" b="1" dirty="0"/>
              <a:t>TODOS FICARAM CHEIOS DO ESPÍRITO SANTO E PROCLAMAVAM AS MARAVILHAS DE DEUS, ALELUIA, ALELUIA!</a:t>
            </a:r>
          </a:p>
          <a:p>
            <a:pPr algn="just"/>
            <a:endParaRPr lang="pt-BR" sz="4400" dirty="0"/>
          </a:p>
          <a:p>
            <a:pPr algn="just"/>
            <a:r>
              <a:rPr lang="pt-BR" sz="4800" dirty="0"/>
              <a:t>EM SEU TEMPLO É ADMIRÁVEL E A SEU POVO DÁ PODER.</a:t>
            </a:r>
          </a:p>
          <a:p>
            <a:pPr algn="just"/>
            <a:r>
              <a:rPr lang="pt-BR" sz="4800" dirty="0"/>
              <a:t>BENDITO SEJA O SENHOR DEUS, AGORA E SEMPRE. AMÉM, AMÉM!</a:t>
            </a:r>
            <a:endParaRPr lang="pt-BR" sz="4800" b="1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4F295D2D-4D2F-4560-B11F-0797197864B8}"/>
              </a:ext>
            </a:extLst>
          </p:cNvPr>
          <p:cNvSpPr txBox="1"/>
          <p:nvPr/>
        </p:nvSpPr>
        <p:spPr>
          <a:xfrm>
            <a:off x="10402349" y="407719"/>
            <a:ext cx="135901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000" b="0" i="0" dirty="0">
                <a:solidFill>
                  <a:srgbClr val="131313"/>
                </a:solidFill>
                <a:effectLst/>
                <a:latin typeface="Roboto"/>
              </a:rPr>
              <a:t>At 2, 4. 11</a:t>
            </a:r>
            <a:endParaRPr lang="pt-BR" sz="200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2" name="Retângulo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3" name="Título 1"/>
          <p:cNvSpPr>
            <a:spLocks noGrp="1"/>
          </p:cNvSpPr>
          <p:nvPr>
            <p:ph type="ctrTitle"/>
          </p:nvPr>
        </p:nvSpPr>
        <p:spPr>
          <a:xfrm>
            <a:off x="921327" y="443345"/>
            <a:ext cx="30272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 COMUNHÃO</a:t>
            </a:r>
          </a:p>
        </p:txBody>
      </p:sp>
      <p:sp>
        <p:nvSpPr>
          <p:cNvPr id="1048714" name="Subtítulo 2"/>
          <p:cNvSpPr>
            <a:spLocks noGrp="1"/>
          </p:cNvSpPr>
          <p:nvPr>
            <p:ph type="subTitle" idx="1"/>
          </p:nvPr>
        </p:nvSpPr>
        <p:spPr>
          <a:xfrm>
            <a:off x="921327" y="1253404"/>
            <a:ext cx="10938164" cy="5424487"/>
          </a:xfrm>
        </p:spPr>
        <p:txBody>
          <a:bodyPr>
            <a:normAutofit fontScale="40000" lnSpcReduction="20000"/>
          </a:bodyPr>
          <a:lstStyle/>
          <a:p>
            <a:pPr algn="l"/>
            <a:r>
              <a:rPr lang="pt-BR" sz="16600" dirty="0"/>
              <a:t>Ó, VINDE, ESPÍRITO CRIADOR,</a:t>
            </a:r>
          </a:p>
          <a:p>
            <a:pPr algn="l"/>
            <a:r>
              <a:rPr lang="pt-BR" sz="16600" dirty="0"/>
              <a:t>AS NOSSAS ALMAS VISITAI</a:t>
            </a:r>
          </a:p>
          <a:p>
            <a:pPr algn="l"/>
            <a:r>
              <a:rPr lang="pt-BR" sz="16600" dirty="0"/>
              <a:t>E ENCHEI OS NOSSOS CORAÇÕES</a:t>
            </a:r>
          </a:p>
          <a:p>
            <a:pPr algn="l"/>
            <a:r>
              <a:rPr lang="pt-BR" sz="16600" dirty="0"/>
              <a:t>COM VOSSOS DONS CELESTIAIS.</a:t>
            </a:r>
          </a:p>
          <a:p>
            <a:pPr algn="l"/>
            <a:endParaRPr lang="pt-BR" sz="1660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3" name="Título 1"/>
          <p:cNvSpPr>
            <a:spLocks noGrp="1"/>
          </p:cNvSpPr>
          <p:nvPr>
            <p:ph type="ctrTitle"/>
          </p:nvPr>
        </p:nvSpPr>
        <p:spPr>
          <a:xfrm>
            <a:off x="921327" y="443345"/>
            <a:ext cx="30272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 COMUNHÃO</a:t>
            </a:r>
          </a:p>
        </p:txBody>
      </p:sp>
      <p:sp>
        <p:nvSpPr>
          <p:cNvPr id="1048714" name="Subtítulo 2"/>
          <p:cNvSpPr>
            <a:spLocks noGrp="1"/>
          </p:cNvSpPr>
          <p:nvPr>
            <p:ph type="subTitle" idx="1"/>
          </p:nvPr>
        </p:nvSpPr>
        <p:spPr>
          <a:xfrm>
            <a:off x="854215" y="1068846"/>
            <a:ext cx="10938164" cy="5424487"/>
          </a:xfrm>
        </p:spPr>
        <p:txBody>
          <a:bodyPr>
            <a:normAutofit fontScale="40000" lnSpcReduction="20000"/>
          </a:bodyPr>
          <a:lstStyle/>
          <a:p>
            <a:pPr algn="l"/>
            <a:r>
              <a:rPr lang="pt-BR" sz="16600" dirty="0"/>
              <a:t>VÓS SOIS CHAMADO O INTERCESSOR,</a:t>
            </a:r>
          </a:p>
          <a:p>
            <a:pPr algn="l"/>
            <a:r>
              <a:rPr lang="pt-BR" sz="16600" dirty="0"/>
              <a:t>DO DEUS EXCELSO O DOM SEM PAR,</a:t>
            </a:r>
          </a:p>
          <a:p>
            <a:pPr algn="l"/>
            <a:r>
              <a:rPr lang="pt-BR" sz="16600" dirty="0"/>
              <a:t>A FONTE VIVA, O FOGO, O AMOR,</a:t>
            </a:r>
          </a:p>
          <a:p>
            <a:pPr algn="l"/>
            <a:r>
              <a:rPr lang="pt-BR" sz="16600" dirty="0"/>
              <a:t>A UNÇÃO DIVINA E SALUTAR.</a:t>
            </a:r>
          </a:p>
          <a:p>
            <a:pPr algn="l"/>
            <a:endParaRPr lang="pt-BR" sz="16600" dirty="0"/>
          </a:p>
        </p:txBody>
      </p:sp>
    </p:spTree>
    <p:extLst>
      <p:ext uri="{BB962C8B-B14F-4D97-AF65-F5344CB8AC3E}">
        <p14:creationId xmlns:p14="http://schemas.microsoft.com/office/powerpoint/2010/main" val="1642532125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3" name="Título 1"/>
          <p:cNvSpPr>
            <a:spLocks noGrp="1"/>
          </p:cNvSpPr>
          <p:nvPr>
            <p:ph type="ctrTitle"/>
          </p:nvPr>
        </p:nvSpPr>
        <p:spPr>
          <a:xfrm>
            <a:off x="921327" y="443345"/>
            <a:ext cx="30272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 COMUNHÃO</a:t>
            </a:r>
          </a:p>
        </p:txBody>
      </p:sp>
      <p:sp>
        <p:nvSpPr>
          <p:cNvPr id="1048714" name="Subtítulo 2"/>
          <p:cNvSpPr>
            <a:spLocks noGrp="1"/>
          </p:cNvSpPr>
          <p:nvPr>
            <p:ph type="subTitle" idx="1"/>
          </p:nvPr>
        </p:nvSpPr>
        <p:spPr>
          <a:xfrm>
            <a:off x="921327" y="1253404"/>
            <a:ext cx="10938164" cy="5424487"/>
          </a:xfrm>
        </p:spPr>
        <p:txBody>
          <a:bodyPr>
            <a:normAutofit fontScale="40000" lnSpcReduction="20000"/>
          </a:bodyPr>
          <a:lstStyle/>
          <a:p>
            <a:pPr algn="l"/>
            <a:r>
              <a:rPr lang="pt-BR" sz="16600" dirty="0"/>
              <a:t>SOIS DOADOR DOS SETE DONS,</a:t>
            </a:r>
          </a:p>
          <a:p>
            <a:pPr algn="l"/>
            <a:r>
              <a:rPr lang="pt-BR" sz="16600" dirty="0"/>
              <a:t>E SOIS PODER NAS MÃOS DO PAI,</a:t>
            </a:r>
          </a:p>
          <a:p>
            <a:pPr algn="l"/>
            <a:r>
              <a:rPr lang="pt-BR" sz="16600" dirty="0"/>
              <a:t>POR ELE PROMETIDO A NÓS,</a:t>
            </a:r>
          </a:p>
          <a:p>
            <a:pPr algn="l"/>
            <a:r>
              <a:rPr lang="pt-BR" sz="16600" dirty="0"/>
              <a:t>POR NÓS SEUS FEITOS PROCLAMAIS.</a:t>
            </a:r>
          </a:p>
          <a:p>
            <a:pPr algn="l"/>
            <a:endParaRPr lang="pt-BR" sz="16600" dirty="0"/>
          </a:p>
        </p:txBody>
      </p:sp>
    </p:spTree>
    <p:extLst>
      <p:ext uri="{BB962C8B-B14F-4D97-AF65-F5344CB8AC3E}">
        <p14:creationId xmlns:p14="http://schemas.microsoft.com/office/powerpoint/2010/main" val="3171202082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3" name="Título 1"/>
          <p:cNvSpPr>
            <a:spLocks noGrp="1"/>
          </p:cNvSpPr>
          <p:nvPr>
            <p:ph type="ctrTitle"/>
          </p:nvPr>
        </p:nvSpPr>
        <p:spPr>
          <a:xfrm>
            <a:off x="921327" y="443345"/>
            <a:ext cx="30272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 COMUNHÃO</a:t>
            </a:r>
          </a:p>
        </p:txBody>
      </p:sp>
      <p:sp>
        <p:nvSpPr>
          <p:cNvPr id="1048714" name="Subtítulo 2"/>
          <p:cNvSpPr>
            <a:spLocks noGrp="1"/>
          </p:cNvSpPr>
          <p:nvPr>
            <p:ph type="subTitle" idx="1"/>
          </p:nvPr>
        </p:nvSpPr>
        <p:spPr>
          <a:xfrm>
            <a:off x="921327" y="1253404"/>
            <a:ext cx="10938164" cy="5424487"/>
          </a:xfrm>
        </p:spPr>
        <p:txBody>
          <a:bodyPr>
            <a:normAutofit fontScale="40000" lnSpcReduction="20000"/>
          </a:bodyPr>
          <a:lstStyle/>
          <a:p>
            <a:pPr algn="l"/>
            <a:r>
              <a:rPr lang="pt-BR" sz="16600" dirty="0"/>
              <a:t>A NOSSA MENTE ILUMINAI,</a:t>
            </a:r>
          </a:p>
          <a:p>
            <a:pPr algn="l"/>
            <a:r>
              <a:rPr lang="pt-BR" sz="16600" dirty="0"/>
              <a:t>OS CORAÇÕES ENCHEI DE AMOR,</a:t>
            </a:r>
          </a:p>
          <a:p>
            <a:pPr algn="l"/>
            <a:r>
              <a:rPr lang="pt-BR" sz="16600" dirty="0"/>
              <a:t>NOSSA FRAQUEZA ENCORAJAI,</a:t>
            </a:r>
          </a:p>
          <a:p>
            <a:pPr algn="l"/>
            <a:r>
              <a:rPr lang="pt-BR" sz="16600" dirty="0"/>
              <a:t>QUAL FORÇA ETERNA E PROTETOR.</a:t>
            </a:r>
          </a:p>
          <a:p>
            <a:pPr algn="l"/>
            <a:endParaRPr lang="pt-BR" sz="16600" dirty="0"/>
          </a:p>
        </p:txBody>
      </p:sp>
    </p:spTree>
    <p:extLst>
      <p:ext uri="{BB962C8B-B14F-4D97-AF65-F5344CB8AC3E}">
        <p14:creationId xmlns:p14="http://schemas.microsoft.com/office/powerpoint/2010/main" val="3865980874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3" name="Título 1"/>
          <p:cNvSpPr>
            <a:spLocks noGrp="1"/>
          </p:cNvSpPr>
          <p:nvPr>
            <p:ph type="ctrTitle"/>
          </p:nvPr>
        </p:nvSpPr>
        <p:spPr>
          <a:xfrm>
            <a:off x="921327" y="443345"/>
            <a:ext cx="30272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 COMUNHÃO</a:t>
            </a:r>
          </a:p>
        </p:txBody>
      </p:sp>
      <p:sp>
        <p:nvSpPr>
          <p:cNvPr id="1048714" name="Subtítulo 2"/>
          <p:cNvSpPr>
            <a:spLocks noGrp="1"/>
          </p:cNvSpPr>
          <p:nvPr>
            <p:ph type="subTitle" idx="1"/>
          </p:nvPr>
        </p:nvSpPr>
        <p:spPr>
          <a:xfrm>
            <a:off x="921327" y="1253404"/>
            <a:ext cx="10938164" cy="5424487"/>
          </a:xfrm>
        </p:spPr>
        <p:txBody>
          <a:bodyPr>
            <a:normAutofit fontScale="40000" lnSpcReduction="20000"/>
          </a:bodyPr>
          <a:lstStyle/>
          <a:p>
            <a:pPr algn="l"/>
            <a:r>
              <a:rPr lang="pt-BR" sz="16600" dirty="0"/>
              <a:t>NOSSO INIMIGO REPELI,</a:t>
            </a:r>
          </a:p>
          <a:p>
            <a:pPr algn="l"/>
            <a:r>
              <a:rPr lang="pt-BR" sz="16600" dirty="0"/>
              <a:t>E CONCEDEI-NOS VOSSA PAZ;</a:t>
            </a:r>
          </a:p>
          <a:p>
            <a:pPr algn="l"/>
            <a:r>
              <a:rPr lang="pt-BR" sz="16600" dirty="0"/>
              <a:t>SE PELA GRAÇA NOS GUIAIS,</a:t>
            </a:r>
          </a:p>
          <a:p>
            <a:pPr algn="l"/>
            <a:r>
              <a:rPr lang="pt-BR" sz="16600" dirty="0"/>
              <a:t>O MAL DEIXAMOS PARA TRÁS.</a:t>
            </a:r>
          </a:p>
          <a:p>
            <a:pPr algn="l"/>
            <a:endParaRPr lang="pt-BR" sz="16600" dirty="0"/>
          </a:p>
        </p:txBody>
      </p:sp>
    </p:spTree>
    <p:extLst>
      <p:ext uri="{BB962C8B-B14F-4D97-AF65-F5344CB8AC3E}">
        <p14:creationId xmlns:p14="http://schemas.microsoft.com/office/powerpoint/2010/main" val="185241243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3" name="Título 1"/>
          <p:cNvSpPr>
            <a:spLocks noGrp="1"/>
          </p:cNvSpPr>
          <p:nvPr>
            <p:ph type="ctrTitle"/>
          </p:nvPr>
        </p:nvSpPr>
        <p:spPr>
          <a:xfrm>
            <a:off x="921327" y="443345"/>
            <a:ext cx="30272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 COMUNHÃO</a:t>
            </a:r>
          </a:p>
        </p:txBody>
      </p:sp>
      <p:sp>
        <p:nvSpPr>
          <p:cNvPr id="1048714" name="Subtítulo 2"/>
          <p:cNvSpPr>
            <a:spLocks noGrp="1"/>
          </p:cNvSpPr>
          <p:nvPr>
            <p:ph type="subTitle" idx="1"/>
          </p:nvPr>
        </p:nvSpPr>
        <p:spPr>
          <a:xfrm>
            <a:off x="921327" y="1253404"/>
            <a:ext cx="10938164" cy="5424487"/>
          </a:xfrm>
        </p:spPr>
        <p:txBody>
          <a:bodyPr>
            <a:normAutofit fontScale="32500" lnSpcReduction="20000"/>
          </a:bodyPr>
          <a:lstStyle/>
          <a:p>
            <a:pPr algn="l"/>
            <a:r>
              <a:rPr lang="pt-BR" sz="16600" dirty="0"/>
              <a:t>AO PAI E AO FILHO SALVADOR</a:t>
            </a:r>
          </a:p>
          <a:p>
            <a:pPr algn="l"/>
            <a:r>
              <a:rPr lang="pt-BR" sz="16600" dirty="0"/>
              <a:t>POR VÓS POSSAMOS CONHECER.</a:t>
            </a:r>
          </a:p>
          <a:p>
            <a:pPr algn="l"/>
            <a:r>
              <a:rPr lang="pt-BR" sz="16600" dirty="0"/>
              <a:t>QUE PROCEDEIS DO SEU AMOR</a:t>
            </a:r>
          </a:p>
          <a:p>
            <a:pPr algn="l"/>
            <a:r>
              <a:rPr lang="pt-BR" sz="16600" dirty="0"/>
              <a:t>FAZEI-NOS SEMPRE FIRMES CRER.</a:t>
            </a:r>
          </a:p>
          <a:p>
            <a:pPr algn="l"/>
            <a:endParaRPr lang="pt-BR" sz="16600" dirty="0"/>
          </a:p>
          <a:p>
            <a:pPr algn="l"/>
            <a:r>
              <a:rPr lang="pt-BR" sz="16600" dirty="0"/>
              <a:t>AMÉM.</a:t>
            </a:r>
          </a:p>
          <a:p>
            <a:pPr algn="l"/>
            <a:endParaRPr lang="pt-BR" sz="16600" dirty="0"/>
          </a:p>
        </p:txBody>
      </p:sp>
    </p:spTree>
    <p:extLst>
      <p:ext uri="{BB962C8B-B14F-4D97-AF65-F5344CB8AC3E}">
        <p14:creationId xmlns:p14="http://schemas.microsoft.com/office/powerpoint/2010/main" val="2187065054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9" name="Retângulo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0" name="Título 1"/>
          <p:cNvSpPr>
            <a:spLocks noGrp="1"/>
          </p:cNvSpPr>
          <p:nvPr>
            <p:ph type="ctrTitle"/>
          </p:nvPr>
        </p:nvSpPr>
        <p:spPr>
          <a:xfrm>
            <a:off x="219856" y="21573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1048721" name="Subtítulo 2"/>
          <p:cNvSpPr>
            <a:spLocks noGrp="1"/>
          </p:cNvSpPr>
          <p:nvPr>
            <p:ph type="subTitle" idx="1"/>
          </p:nvPr>
        </p:nvSpPr>
        <p:spPr>
          <a:xfrm>
            <a:off x="486560" y="686788"/>
            <a:ext cx="11241249" cy="6338125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6600" b="1" dirty="0"/>
              <a:t>ANUNCIAI COM GRITOS DE ALEGRIA,</a:t>
            </a:r>
          </a:p>
          <a:p>
            <a:pPr algn="l"/>
            <a:r>
              <a:rPr lang="pt-BR" sz="6600" b="1" dirty="0"/>
              <a:t>PROCLAMAI AOS CONFINS DE TODA TERRA:</a:t>
            </a:r>
          </a:p>
          <a:p>
            <a:pPr algn="l"/>
            <a:r>
              <a:rPr lang="pt-BR" sz="6600" b="1" dirty="0"/>
              <a:t>O SENHOR NOS LIBERTOU, ALELUIA.</a:t>
            </a:r>
          </a:p>
          <a:p>
            <a:pPr algn="l"/>
            <a:r>
              <a:rPr lang="pt-BR" sz="6600" b="1" dirty="0"/>
              <a:t>O SENHOR NOS LIBERTOU, ALELUIA!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2" name="Título 1"/>
          <p:cNvSpPr>
            <a:spLocks noGrp="1"/>
          </p:cNvSpPr>
          <p:nvPr>
            <p:ph type="ctrTitle"/>
          </p:nvPr>
        </p:nvSpPr>
        <p:spPr>
          <a:xfrm>
            <a:off x="219856" y="21573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1048723" name="Subtítulo 2"/>
          <p:cNvSpPr>
            <a:spLocks noGrp="1"/>
          </p:cNvSpPr>
          <p:nvPr>
            <p:ph type="subTitle" idx="1"/>
          </p:nvPr>
        </p:nvSpPr>
        <p:spPr>
          <a:xfrm>
            <a:off x="444617" y="686788"/>
            <a:ext cx="11207692" cy="6338125"/>
          </a:xfrm>
        </p:spPr>
        <p:txBody>
          <a:bodyPr>
            <a:normAutofit/>
          </a:bodyPr>
          <a:lstStyle/>
          <a:p>
            <a:pPr algn="l"/>
            <a:r>
              <a:rPr lang="pt-BR" sz="6600" dirty="0"/>
              <a:t>A ESCURIDÃO PASSOU... A LUZ DO SOL SURGIU.</a:t>
            </a:r>
          </a:p>
          <a:p>
            <a:pPr algn="l"/>
            <a:r>
              <a:rPr lang="pt-BR" sz="6600" dirty="0"/>
              <a:t>O CRISTO, NOSSO IRMÃO, SEU POVO REDIMIU!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0" name="Título 1"/>
          <p:cNvSpPr>
            <a:spLocks noGrp="1"/>
          </p:cNvSpPr>
          <p:nvPr>
            <p:ph type="ctrTitle"/>
          </p:nvPr>
        </p:nvSpPr>
        <p:spPr>
          <a:xfrm>
            <a:off x="219856" y="21573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1048721" name="Subtítulo 2"/>
          <p:cNvSpPr>
            <a:spLocks noGrp="1"/>
          </p:cNvSpPr>
          <p:nvPr>
            <p:ph type="subTitle" idx="1"/>
          </p:nvPr>
        </p:nvSpPr>
        <p:spPr>
          <a:xfrm>
            <a:off x="486560" y="686788"/>
            <a:ext cx="11241249" cy="6338125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6600" b="1" dirty="0"/>
              <a:t>ANUNCIAI COM GRITOS DE ALEGRIA,</a:t>
            </a:r>
          </a:p>
          <a:p>
            <a:pPr algn="l"/>
            <a:r>
              <a:rPr lang="pt-BR" sz="6600" b="1" dirty="0"/>
              <a:t>PROCLAMAI AOS CONFINS DE TODA TERRA:</a:t>
            </a:r>
          </a:p>
          <a:p>
            <a:pPr algn="l"/>
            <a:r>
              <a:rPr lang="pt-BR" sz="6600" b="1" dirty="0"/>
              <a:t>O SENHOR NOS LIBERTOU, ALELUIA.</a:t>
            </a:r>
          </a:p>
          <a:p>
            <a:pPr algn="l"/>
            <a:r>
              <a:rPr lang="pt-BR" sz="6600" b="1" dirty="0"/>
              <a:t>O SENHOR NOS LIBERTOU, ALELUIA!</a:t>
            </a:r>
          </a:p>
        </p:txBody>
      </p:sp>
    </p:spTree>
    <p:extLst>
      <p:ext uri="{BB962C8B-B14F-4D97-AF65-F5344CB8AC3E}">
        <p14:creationId xmlns:p14="http://schemas.microsoft.com/office/powerpoint/2010/main" val="3310701752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2" name="Título 1"/>
          <p:cNvSpPr>
            <a:spLocks noGrp="1"/>
          </p:cNvSpPr>
          <p:nvPr>
            <p:ph type="ctrTitle"/>
          </p:nvPr>
        </p:nvSpPr>
        <p:spPr>
          <a:xfrm>
            <a:off x="219856" y="21573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1048723" name="Subtítulo 2"/>
          <p:cNvSpPr>
            <a:spLocks noGrp="1"/>
          </p:cNvSpPr>
          <p:nvPr>
            <p:ph type="subTitle" idx="1"/>
          </p:nvPr>
        </p:nvSpPr>
        <p:spPr>
          <a:xfrm>
            <a:off x="444617" y="686788"/>
            <a:ext cx="11207692" cy="6338125"/>
          </a:xfrm>
        </p:spPr>
        <p:txBody>
          <a:bodyPr>
            <a:normAutofit/>
          </a:bodyPr>
          <a:lstStyle/>
          <a:p>
            <a:pPr algn="l"/>
            <a:r>
              <a:rPr lang="pt-BR" sz="6600" dirty="0"/>
              <a:t>A NOVA LEI DO AMOR CONDUZ O POVO SEU.</a:t>
            </a:r>
          </a:p>
          <a:p>
            <a:pPr algn="l"/>
            <a:r>
              <a:rPr lang="pt-BR" sz="6600" dirty="0"/>
              <a:t>VIVENDO A LEI DO AMOR POR TODOS NÓS SE DEU!</a:t>
            </a:r>
          </a:p>
        </p:txBody>
      </p:sp>
    </p:spTree>
    <p:extLst>
      <p:ext uri="{BB962C8B-B14F-4D97-AF65-F5344CB8AC3E}">
        <p14:creationId xmlns:p14="http://schemas.microsoft.com/office/powerpoint/2010/main" val="198950530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0" name="Título 1"/>
          <p:cNvSpPr>
            <a:spLocks noGrp="1"/>
          </p:cNvSpPr>
          <p:nvPr>
            <p:ph type="ctrTitle"/>
          </p:nvPr>
        </p:nvSpPr>
        <p:spPr>
          <a:xfrm>
            <a:off x="219856" y="21573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1048721" name="Subtítulo 2"/>
          <p:cNvSpPr>
            <a:spLocks noGrp="1"/>
          </p:cNvSpPr>
          <p:nvPr>
            <p:ph type="subTitle" idx="1"/>
          </p:nvPr>
        </p:nvSpPr>
        <p:spPr>
          <a:xfrm>
            <a:off x="486560" y="686788"/>
            <a:ext cx="11241249" cy="6338125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6600" b="1" dirty="0"/>
              <a:t>ANUNCIAI COM GRITOS DE ALEGRIA,</a:t>
            </a:r>
          </a:p>
          <a:p>
            <a:pPr algn="l"/>
            <a:r>
              <a:rPr lang="pt-BR" sz="6600" b="1" dirty="0"/>
              <a:t>PROCLAMAI AOS CONFINS DE TODA TERRA:</a:t>
            </a:r>
          </a:p>
          <a:p>
            <a:pPr algn="l"/>
            <a:r>
              <a:rPr lang="pt-BR" sz="6600" b="1" dirty="0"/>
              <a:t>O SENHOR NOS LIBERTOU, ALELUIA.</a:t>
            </a:r>
          </a:p>
          <a:p>
            <a:pPr algn="l"/>
            <a:r>
              <a:rPr lang="pt-BR" sz="6600" b="1" dirty="0"/>
              <a:t>O SENHOR NOS LIBERTOU, ALELUIA!</a:t>
            </a:r>
          </a:p>
        </p:txBody>
      </p:sp>
    </p:spTree>
    <p:extLst>
      <p:ext uri="{BB962C8B-B14F-4D97-AF65-F5344CB8AC3E}">
        <p14:creationId xmlns:p14="http://schemas.microsoft.com/office/powerpoint/2010/main" val="3253826508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2" name="Título 1"/>
          <p:cNvSpPr>
            <a:spLocks noGrp="1"/>
          </p:cNvSpPr>
          <p:nvPr>
            <p:ph type="ctrTitle"/>
          </p:nvPr>
        </p:nvSpPr>
        <p:spPr>
          <a:xfrm>
            <a:off x="219856" y="21573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1048723" name="Subtítulo 2"/>
          <p:cNvSpPr>
            <a:spLocks noGrp="1"/>
          </p:cNvSpPr>
          <p:nvPr>
            <p:ph type="subTitle" idx="1"/>
          </p:nvPr>
        </p:nvSpPr>
        <p:spPr>
          <a:xfrm>
            <a:off x="444617" y="686788"/>
            <a:ext cx="11207692" cy="6338125"/>
          </a:xfrm>
        </p:spPr>
        <p:txBody>
          <a:bodyPr>
            <a:normAutofit/>
          </a:bodyPr>
          <a:lstStyle/>
          <a:p>
            <a:pPr algn="l"/>
            <a:r>
              <a:rPr lang="pt-BR" sz="6600" dirty="0"/>
              <a:t>POR SUA RESSURREIÇÃO, CANTAMOS SEU AMOR,</a:t>
            </a:r>
          </a:p>
          <a:p>
            <a:pPr algn="l"/>
            <a:r>
              <a:rPr lang="pt-BR" sz="6600" dirty="0"/>
              <a:t>LIBERTOS DO POVO DAS GARRAS DO OPRESSOR.</a:t>
            </a:r>
          </a:p>
          <a:p>
            <a:pPr algn="l"/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716003511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0" name="Título 1"/>
          <p:cNvSpPr>
            <a:spLocks noGrp="1"/>
          </p:cNvSpPr>
          <p:nvPr>
            <p:ph type="ctrTitle"/>
          </p:nvPr>
        </p:nvSpPr>
        <p:spPr>
          <a:xfrm>
            <a:off x="219856" y="21573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1048721" name="Subtítulo 2"/>
          <p:cNvSpPr>
            <a:spLocks noGrp="1"/>
          </p:cNvSpPr>
          <p:nvPr>
            <p:ph type="subTitle" idx="1"/>
          </p:nvPr>
        </p:nvSpPr>
        <p:spPr>
          <a:xfrm>
            <a:off x="486560" y="686788"/>
            <a:ext cx="11241249" cy="6338125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6600" b="1" dirty="0"/>
              <a:t>ANUNCIAI COM GRITOS DE ALEGRIA,</a:t>
            </a:r>
          </a:p>
          <a:p>
            <a:pPr algn="l"/>
            <a:r>
              <a:rPr lang="pt-BR" sz="6600" b="1" dirty="0"/>
              <a:t>PROCLAMAI AOS CONFINS DE TODA TERRA:</a:t>
            </a:r>
          </a:p>
          <a:p>
            <a:pPr algn="l"/>
            <a:r>
              <a:rPr lang="pt-BR" sz="6600" b="1" dirty="0"/>
              <a:t>O SENHOR NOS LIBERTOU, ALELUIA.</a:t>
            </a:r>
          </a:p>
          <a:p>
            <a:pPr algn="l"/>
            <a:r>
              <a:rPr lang="pt-BR" sz="6600" b="1" dirty="0"/>
              <a:t>O SENHOR NOS LIBERTOU, ALELUIA!</a:t>
            </a:r>
          </a:p>
        </p:txBody>
      </p:sp>
    </p:spTree>
    <p:extLst>
      <p:ext uri="{BB962C8B-B14F-4D97-AF65-F5344CB8AC3E}">
        <p14:creationId xmlns:p14="http://schemas.microsoft.com/office/powerpoint/2010/main" val="165386928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H Sarabun PSK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H Sarabun PSK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2743</Words>
  <Application>Microsoft Office PowerPoint</Application>
  <PresentationFormat>Widescreen</PresentationFormat>
  <Paragraphs>469</Paragraphs>
  <Slides>87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87</vt:i4>
      </vt:variant>
    </vt:vector>
  </HeadingPairs>
  <TitlesOfParts>
    <vt:vector size="93" baseType="lpstr">
      <vt:lpstr>Arial</vt:lpstr>
      <vt:lpstr>Baskerville Old Face</vt:lpstr>
      <vt:lpstr>Calibri</vt:lpstr>
      <vt:lpstr>Calibri Light</vt:lpstr>
      <vt:lpstr>Roboto</vt:lpstr>
      <vt:lpstr>Tema do Office</vt:lpstr>
      <vt:lpstr>Apresentação do PowerPoint</vt:lpstr>
      <vt:lpstr>ENTRADA</vt:lpstr>
      <vt:lpstr>ENTRADA</vt:lpstr>
      <vt:lpstr>ENTRADA</vt:lpstr>
      <vt:lpstr>ENTRADA</vt:lpstr>
      <vt:lpstr>Apresentação do PowerPoint</vt:lpstr>
      <vt:lpstr>ATO PENITENCIAL</vt:lpstr>
      <vt:lpstr>ATO PENITENCIAL</vt:lpstr>
      <vt:lpstr>ATO PENITENCIAL</vt:lpstr>
      <vt:lpstr>Apresentação do PowerPoint</vt:lpstr>
      <vt:lpstr>HINO DE LOUVOR</vt:lpstr>
      <vt:lpstr>Apresentação do PowerPoint</vt:lpstr>
      <vt:lpstr>Apresentação do PowerPoint</vt:lpstr>
      <vt:lpstr>Apresentação do PowerPoint</vt:lpstr>
      <vt:lpstr>Apresentação do PowerPoint</vt:lpstr>
      <vt:lpstr>SALMO RESPONSORIAL</vt:lpstr>
      <vt:lpstr>Apresentação do PowerPoint</vt:lpstr>
      <vt:lpstr>SEQUÊNCIA</vt:lpstr>
      <vt:lpstr>SEQUÊNCIA</vt:lpstr>
      <vt:lpstr>SEQUÊNCIA</vt:lpstr>
      <vt:lpstr>SEQUÊNCIA</vt:lpstr>
      <vt:lpstr>SEQUÊNCIA</vt:lpstr>
      <vt:lpstr>Apresentação do PowerPoint</vt:lpstr>
      <vt:lpstr>ACLAMAÇÃO</vt:lpstr>
      <vt:lpstr>Apresentação do PowerPoint</vt:lpstr>
      <vt:lpstr>MOMENTO DA UNÇÃO </vt:lpstr>
      <vt:lpstr>MOMENTO DA UNÇÃO </vt:lpstr>
      <vt:lpstr>MOMENTO DA UNÇÃO </vt:lpstr>
      <vt:lpstr>Apresentação do PowerPoint</vt:lpstr>
      <vt:lpstr>MOMENTO DA UNÇÃO </vt:lpstr>
      <vt:lpstr>Apresentação do PowerPoint</vt:lpstr>
      <vt:lpstr>Apresentação do PowerPoint</vt:lpstr>
      <vt:lpstr>MOMENTO DA UNÇÃO </vt:lpstr>
      <vt:lpstr>MOMENTO DA UNÇÃO </vt:lpstr>
      <vt:lpstr>Apresentação do PowerPoint</vt:lpstr>
      <vt:lpstr>MOMENTO DA UNÇÃO </vt:lpstr>
      <vt:lpstr>MOMENTO DA UNÇÃO </vt:lpstr>
      <vt:lpstr>MOMENTO DA UNÇÃO </vt:lpstr>
      <vt:lpstr>MOMENTO DA UNÇÃO </vt:lpstr>
      <vt:lpstr>Apresentação do PowerPoint</vt:lpstr>
      <vt:lpstr>MOMENTO DA UNÇÃO</vt:lpstr>
      <vt:lpstr>MOMENTO DA UNÇÃO</vt:lpstr>
      <vt:lpstr>Apresentação do PowerPoint</vt:lpstr>
      <vt:lpstr>MOMENTO DA UNÇÃO</vt:lpstr>
      <vt:lpstr>MOMENTO DA UNÇÃO</vt:lpstr>
      <vt:lpstr>MOMENTO DA UNÇÃO</vt:lpstr>
      <vt:lpstr>MOMENTO DA UNÇÃO</vt:lpstr>
      <vt:lpstr>MOMENTO DA UNÇÃO</vt:lpstr>
      <vt:lpstr>MOMENTO DA UNÇÃO</vt:lpstr>
      <vt:lpstr>MOMENTO DA UNÇÃO</vt:lpstr>
      <vt:lpstr>Apresentação do PowerPoint</vt:lpstr>
      <vt:lpstr>MOMENTO DA UNÇÃO</vt:lpstr>
      <vt:lpstr>MOMENTO DA UNÇÃO</vt:lpstr>
      <vt:lpstr>MOMENTO DA UNÇÃO</vt:lpstr>
      <vt:lpstr>Apresentação do PowerPoint</vt:lpstr>
      <vt:lpstr>APRESENTAÇÃO DAS OFERENDAS</vt:lpstr>
      <vt:lpstr>APRESENTAÇÃO DAS OFERENDAS</vt:lpstr>
      <vt:lpstr>APRESENTAÇÃO DAS OFERENDAS</vt:lpstr>
      <vt:lpstr>APRESENTAÇÃO DAS OFERENDAS</vt:lpstr>
      <vt:lpstr>Apresentação do PowerPoint</vt:lpstr>
      <vt:lpstr>SANTO</vt:lpstr>
      <vt:lpstr>SANTO</vt:lpstr>
      <vt:lpstr>Apresentação do PowerPoint</vt:lpstr>
      <vt:lpstr>COMUNHÃO</vt:lpstr>
      <vt:lpstr>COMUNHÃO</vt:lpstr>
      <vt:lpstr>COMUNHÃO</vt:lpstr>
      <vt:lpstr>COMUNHÃO</vt:lpstr>
      <vt:lpstr>COMUNHÃO</vt:lpstr>
      <vt:lpstr>COMUNHÃO</vt:lpstr>
      <vt:lpstr>COMUNHÃO</vt:lpstr>
      <vt:lpstr>COMUNHÃO</vt:lpstr>
      <vt:lpstr>COMUNHÃO</vt:lpstr>
      <vt:lpstr>Apresentação do PowerPoint</vt:lpstr>
      <vt:lpstr>PÓS COMUNHÃO</vt:lpstr>
      <vt:lpstr>PÓS COMUNHÃO</vt:lpstr>
      <vt:lpstr>PÓS COMUNHÃO</vt:lpstr>
      <vt:lpstr>PÓS COMUNHÃO</vt:lpstr>
      <vt:lpstr>PÓS COMUNHÃO</vt:lpstr>
      <vt:lpstr>PÓS COMUNHÃO</vt:lpstr>
      <vt:lpstr>Apresentação do PowerPoint</vt:lpstr>
      <vt:lpstr>FINAL</vt:lpstr>
      <vt:lpstr>FINAL</vt:lpstr>
      <vt:lpstr>FINAL</vt:lpstr>
      <vt:lpstr>FINAL</vt:lpstr>
      <vt:lpstr>FINAL</vt:lpstr>
      <vt:lpstr>FINAL</vt:lpstr>
      <vt:lpstr>FINAL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ENTRADA</dc:title>
  <dc:creator>anaclaracosta116@gmail.com</dc:creator>
  <cp:lastModifiedBy>anaclaracosta116@gmail.com</cp:lastModifiedBy>
  <cp:revision>7</cp:revision>
  <dcterms:created xsi:type="dcterms:W3CDTF">2023-05-06T23:01:55Z</dcterms:created>
  <dcterms:modified xsi:type="dcterms:W3CDTF">2026-05-23T20:25:49Z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7e27164002244e93b4d201feebe71020</vt:lpwstr>
  </property>
</Properties>
</file>