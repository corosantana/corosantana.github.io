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547" r:id="rId4"/>
    <p:sldId id="548" r:id="rId5"/>
    <p:sldId id="549" r:id="rId6"/>
    <p:sldId id="538" r:id="rId7"/>
    <p:sldId id="539" r:id="rId8"/>
    <p:sldId id="540" r:id="rId9"/>
    <p:sldId id="541" r:id="rId10"/>
    <p:sldId id="260" r:id="rId11"/>
    <p:sldId id="261" r:id="rId12"/>
    <p:sldId id="338" r:id="rId13"/>
    <p:sldId id="339" r:id="rId14"/>
    <p:sldId id="340" r:id="rId15"/>
    <p:sldId id="377" r:id="rId16"/>
    <p:sldId id="264" r:id="rId17"/>
    <p:sldId id="532" r:id="rId18"/>
    <p:sldId id="533" r:id="rId19"/>
    <p:sldId id="267" r:id="rId20"/>
    <p:sldId id="271" r:id="rId21"/>
    <p:sldId id="471" r:id="rId22"/>
    <p:sldId id="484" r:id="rId23"/>
    <p:sldId id="485" r:id="rId24"/>
    <p:sldId id="490" r:id="rId25"/>
    <p:sldId id="292" r:id="rId26"/>
    <p:sldId id="506" r:id="rId27"/>
    <p:sldId id="361" r:id="rId28"/>
    <p:sldId id="507" r:id="rId29"/>
    <p:sldId id="542" r:id="rId30"/>
    <p:sldId id="550" r:id="rId31"/>
    <p:sldId id="544" r:id="rId32"/>
    <p:sldId id="551" r:id="rId33"/>
    <p:sldId id="545" r:id="rId34"/>
    <p:sldId id="404" r:id="rId35"/>
    <p:sldId id="428" r:id="rId36"/>
    <p:sldId id="429" r:id="rId37"/>
    <p:sldId id="430" r:id="rId38"/>
    <p:sldId id="514" r:id="rId39"/>
    <p:sldId id="337" r:id="rId40"/>
    <p:sldId id="459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eira" initials="O" lastIdx="1" clrIdx="0">
    <p:extLst>
      <p:ext uri="{19B8F6BF-5375-455C-9EA6-DF929625EA0E}">
        <p15:presenceInfo xmlns:p15="http://schemas.microsoft.com/office/powerpoint/2012/main" userId="Olivei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60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B38DE8F-C1E9-E3AD-1B1E-2EF42B363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437944" y="3558040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3º DOMINGO DA PÁSCOA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b="1" dirty="0"/>
              <a:t>ACLAMAI O SENHOR DEUS, Ó TERRA INTEIRA, CANTAI SALMOS A SEU NOME GLORIOSO, DAI A DEUS A MAIS SUBLIME LOUVAÇÃO, ALELUIA, ALELUIA!</a:t>
            </a:r>
            <a:endParaRPr lang="pt-BR" sz="5400" b="1" i="0" dirty="0">
              <a:solidFill>
                <a:srgbClr val="000000"/>
              </a:solidFill>
              <a:effectLst/>
            </a:endParaRP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1. PELA GRANDEZA E O PODER DE VOSSA FORÇA</a:t>
            </a:r>
            <a:r>
              <a:rPr lang="pt-BR" sz="6000" dirty="0">
                <a:solidFill>
                  <a:srgbClr val="000000"/>
                </a:solidFill>
                <a:latin typeface="-apple-system"/>
              </a:rPr>
              <a:t>, VOSSOS PRÓPRIOS INIMIGOS VOS BAJULAM.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E5F8F-1A88-48C2-7B96-77FA2B91D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2C3F7-FD41-92E9-8650-EC3403F40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3BADB1-8815-D7AF-5936-CF423EC9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b="1" dirty="0"/>
              <a:t>ACLAMAI O SENHOR DEUS, Ó TERRA INTEIRA, CANTAI SALMOS A SEU NOME GLORIOSO, DAI A DEUS A MAIS SUBLIME LOUVAÇÃO, ALELUIA, ALELUIA!</a:t>
            </a:r>
            <a:endParaRPr lang="pt-BR" sz="5400" b="1" i="0" dirty="0">
              <a:solidFill>
                <a:srgbClr val="000000"/>
              </a:solidFill>
              <a:effectLst/>
            </a:endParaRP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2. TODA A TERRA VOS ADORE COM RESPEITO E PROCLAME O LOUVOR DE VOSSO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057734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9A2A5-8464-C438-1C1B-C39437EE9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BC994-8AF6-129D-2051-D41EF232E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B0C8BE-C789-AE46-5E88-2DC1A6179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b="1" dirty="0"/>
              <a:t>ACLAMAI O SENHOR DEUS, Ó TERRA INTEIRA, CANTAI SALMOS A SEU NOME GLORIOSO, DAI A DEUS A MAIS SUBLIME LOUVAÇÃO, ALELUIA, ALELUIA!</a:t>
            </a:r>
            <a:endParaRPr lang="pt-BR" sz="5400" b="1" i="0" dirty="0">
              <a:solidFill>
                <a:srgbClr val="000000"/>
              </a:solidFill>
              <a:effectLst/>
            </a:endParaRP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3. VINDE VER TODAS AS OBRAS DO SENHOR: SEUS PRODÍGIOS ESTUPENDOS ENTRE OS HOMENS!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293843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8A6A1-E4E2-3C1E-1FA9-B377E6A4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A8A0F3-F0F9-F8CA-E0DE-F7F5F7EC9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63DC43-1170-CCF6-2F9A-EEB299136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b="1" dirty="0"/>
              <a:t>ACLAMAI O SENHOR DEUS, Ó TERRA INTEIRA, CANTAI SALMOS A SEU NOME GLORIOSO, DAI A DEUS A MAIS SUBLIME LOUVAÇÃO, ALELUIA, ALELUIA!</a:t>
            </a:r>
            <a:endParaRPr lang="pt-BR" sz="5400" b="1" i="0" dirty="0">
              <a:solidFill>
                <a:srgbClr val="000000"/>
              </a:solidFill>
              <a:effectLst/>
            </a:endParaRP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4. É ELE QUEM DÁ VIDA À NOSSA VIDA, E NÃO PERMITE QUE VACILEM NOSSOS PÉS.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151681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362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SENHOR, NOSSA PAZ, TENDE PIEDADE DE NÓS!</a:t>
            </a:r>
          </a:p>
          <a:p>
            <a:pPr algn="just"/>
            <a:r>
              <a:rPr lang="pt-BR" sz="7200" b="1" dirty="0"/>
              <a:t>SENHOR,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514146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4E8EC-06AA-5769-14B9-0495353C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A4199-B698-D8B4-B6AC-4E463D714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A772C0-0AD5-A038-10C7-C82A50000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CRISTO, NOSSA PÁSCOA, TENDE PIEDADE DE NÓS!</a:t>
            </a:r>
          </a:p>
          <a:p>
            <a:pPr algn="just"/>
            <a:r>
              <a:rPr lang="pt-BR" sz="7200" b="1" dirty="0"/>
              <a:t>CRISTO,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347186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602FF-9A33-63A8-9E16-7656C1C3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FB0D1-C58F-F90A-567A-278B47ACE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AD9EC-F753-8A3B-657B-7085291E1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SENHOR, NOSSA VIDA, TENDE PIEDADE DE NÓS!</a:t>
            </a:r>
          </a:p>
          <a:p>
            <a:pPr algn="just"/>
            <a:r>
              <a:rPr lang="pt-BR" sz="7200" b="1" dirty="0"/>
              <a:t>SENHOR,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3871841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2" y="2529320"/>
            <a:ext cx="11028218" cy="2302324"/>
          </a:xfrm>
        </p:spPr>
        <p:txBody>
          <a:bodyPr>
            <a:normAutofit lnSpcReduction="10000"/>
          </a:bodyPr>
          <a:lstStyle/>
          <a:p>
            <a:r>
              <a:rPr lang="pt-BR" sz="5400" b="1" dirty="0"/>
              <a:t>VÓS ME ENSINAIS VOSSO CAMINHO PARA A VIDA; JUNTO DE VÓS FELICIDADE SEM LIMITES!</a:t>
            </a:r>
          </a:p>
          <a:p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1773802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618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620983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SENHOR JESUS, REVELAI-NOS O SENTIDO DA ESCRITURA, FAZEI O NOSSO CORAÇÃO ARDER QUANDO FALARDES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BENDITO SEJAS, Ó REI DA GLÓRIA, RESSUSCITADO, SENHOR DA IGREJA, AQUI TRAZEMOS AS NOSSAS OFERTAS </a:t>
            </a:r>
          </a:p>
        </p:txBody>
      </p:sp>
    </p:spTree>
    <p:extLst>
      <p:ext uri="{BB962C8B-B14F-4D97-AF65-F5344CB8AC3E}">
        <p14:creationId xmlns:p14="http://schemas.microsoft.com/office/powerpoint/2010/main" val="852099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VÊ COM BONS OLHOS, NOSSAS HUMILDES OFERTAS, TUDO O QUE TEMOS SEJA PRA TI Ó SENHOR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27994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5069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2271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VIDAS SE ENCONTRAM NO ALTAR DE DEUS</a:t>
            </a:r>
          </a:p>
          <a:p>
            <a:pPr algn="l"/>
            <a:r>
              <a:rPr lang="pt-BR" sz="6600" dirty="0"/>
              <a:t>GENTE SE DOA</a:t>
            </a:r>
          </a:p>
          <a:p>
            <a:pPr algn="l"/>
            <a:r>
              <a:rPr lang="pt-BR" sz="6600" dirty="0"/>
              <a:t>DOM QUE SE IMOLA</a:t>
            </a:r>
          </a:p>
          <a:p>
            <a:pPr algn="l"/>
            <a:r>
              <a:rPr lang="pt-BR" sz="6600" dirty="0"/>
              <a:t>AQUI TRAZEMOS AS NOSSAS OFERTAS</a:t>
            </a:r>
          </a:p>
        </p:txBody>
      </p:sp>
    </p:spTree>
    <p:extLst>
      <p:ext uri="{BB962C8B-B14F-4D97-AF65-F5344CB8AC3E}">
        <p14:creationId xmlns:p14="http://schemas.microsoft.com/office/powerpoint/2010/main" val="1198730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E3DA-97FC-F264-A100-8C26159BD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C83D1-2974-A25B-CD85-BDA53FE01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17FD1-53C9-B85D-2E97-8E4CD8BE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VÊ COM BONS OLHOS, NOSSAS HUMILDES OFERTAS, TUDO O QUE TEMOS SEJA PRA TI Ó SENHOR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53856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B2728-CA8D-8BF0-E8FF-0ED37C53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286E-5239-8A4E-7141-F1DA10AD1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22AFA9-0119-B90B-BDF8-5453E83E0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91384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FICA CONOSCO, SENHOR,</a:t>
            </a:r>
          </a:p>
          <a:p>
            <a:pPr algn="l"/>
            <a:r>
              <a:rPr lang="pt-BR" sz="6600" b="1" dirty="0"/>
              <a:t>É TARDE E A NOITE JÁ VEM!</a:t>
            </a:r>
          </a:p>
          <a:p>
            <a:pPr algn="l"/>
            <a:r>
              <a:rPr lang="pt-BR" sz="6600" b="1" dirty="0"/>
              <a:t>FICA CONOSCO, SENHOR,</a:t>
            </a:r>
          </a:p>
          <a:p>
            <a:pPr algn="l"/>
            <a:r>
              <a:rPr lang="pt-BR" sz="6600" b="1" dirty="0"/>
              <a:t>SOMOS TEUS SEGUIDORES TAMBÉM!</a:t>
            </a:r>
          </a:p>
        </p:txBody>
      </p:sp>
    </p:spTree>
    <p:extLst>
      <p:ext uri="{BB962C8B-B14F-4D97-AF65-F5344CB8AC3E}">
        <p14:creationId xmlns:p14="http://schemas.microsoft.com/office/powerpoint/2010/main" val="3931642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FBE68-F68C-61C7-5C32-52CB8D15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05A3E-8C34-04FD-7EE2-63EA6D78D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97CFE5-81D9-0E41-3447-09F038101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1. ANDAVAM PENSANDO, TÃO TRISTES,</a:t>
            </a:r>
          </a:p>
          <a:p>
            <a:pPr algn="l"/>
            <a:r>
              <a:rPr lang="pt-BR" sz="4400" dirty="0"/>
              <a:t>DE JERUSALÉM A EMAÚS,</a:t>
            </a:r>
          </a:p>
          <a:p>
            <a:pPr algn="l"/>
            <a:r>
              <a:rPr lang="pt-BR" sz="4400" dirty="0"/>
              <a:t>OS DOIS SEGUIDORES DE CRISTO,</a:t>
            </a:r>
          </a:p>
          <a:p>
            <a:pPr algn="l"/>
            <a:r>
              <a:rPr lang="pt-BR" sz="4400" dirty="0"/>
              <a:t>LOGO APÓS O EPISÓDIO DA CRUZ.</a:t>
            </a:r>
          </a:p>
          <a:p>
            <a:pPr algn="l"/>
            <a:r>
              <a:rPr lang="pt-BR" sz="4400" dirty="0"/>
              <a:t>ENQUANTO ASSIM VÃO CONVERSANDO,</a:t>
            </a:r>
          </a:p>
          <a:p>
            <a:pPr algn="l"/>
            <a:r>
              <a:rPr lang="pt-BR" sz="4400" dirty="0"/>
              <a:t>JESUS SE ACHEGOU DEVAGAR:</a:t>
            </a:r>
          </a:p>
          <a:p>
            <a:pPr algn="l"/>
            <a:r>
              <a:rPr lang="pt-BR" sz="4400" dirty="0"/>
              <a:t>DE QUE VOCÊS VÃO PALESTRANDO?</a:t>
            </a:r>
          </a:p>
          <a:p>
            <a:pPr algn="l"/>
            <a:r>
              <a:rPr lang="pt-BR" sz="4400" dirty="0"/>
              <a:t>E AO SENHOR NÃO PUDERAM ENXERGAR.</a:t>
            </a:r>
          </a:p>
        </p:txBody>
      </p:sp>
    </p:spTree>
    <p:extLst>
      <p:ext uri="{BB962C8B-B14F-4D97-AF65-F5344CB8AC3E}">
        <p14:creationId xmlns:p14="http://schemas.microsoft.com/office/powerpoint/2010/main" val="29232630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92BC6-56A7-55FE-6722-62D308B03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03B12-2171-B694-E99B-2E965E9D9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B27F8E-4DED-5EBE-473C-B2BEA3831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FICA CONOSCO, SENHOR,</a:t>
            </a:r>
          </a:p>
          <a:p>
            <a:pPr algn="l"/>
            <a:r>
              <a:rPr lang="pt-BR" sz="6600" b="1" dirty="0"/>
              <a:t>É TARDE E A NOITE JÁ VEM!</a:t>
            </a:r>
          </a:p>
          <a:p>
            <a:pPr algn="l"/>
            <a:r>
              <a:rPr lang="pt-BR" sz="6600" b="1" dirty="0"/>
              <a:t>FICA CONOSCO, SENHOR,</a:t>
            </a:r>
          </a:p>
          <a:p>
            <a:pPr algn="l"/>
            <a:r>
              <a:rPr lang="pt-BR" sz="6600" b="1" dirty="0"/>
              <a:t>SOMOS TEUS SEGUIDORES TAMBÉM!</a:t>
            </a:r>
          </a:p>
        </p:txBody>
      </p:sp>
    </p:spTree>
    <p:extLst>
      <p:ext uri="{BB962C8B-B14F-4D97-AF65-F5344CB8AC3E}">
        <p14:creationId xmlns:p14="http://schemas.microsoft.com/office/powerpoint/2010/main" val="6691066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2CB16-029A-927B-DCC1-E8882B0EE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49C43-B725-6188-B4DA-E1F9CB066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FF5AAB-9FFD-17E0-C08D-7F9EE2854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2. NÃO SABES ENTÃO, FORASTEIRO,</a:t>
            </a:r>
          </a:p>
          <a:p>
            <a:pPr algn="l"/>
            <a:r>
              <a:rPr lang="pt-BR" sz="4400" dirty="0"/>
              <a:t>AQUILO QUE ACONTECEU?</a:t>
            </a:r>
          </a:p>
          <a:p>
            <a:pPr algn="l"/>
            <a:r>
              <a:rPr lang="pt-BR" sz="4400" dirty="0"/>
              <a:t>FOI PRESO JESUS NAZARENO,</a:t>
            </a:r>
          </a:p>
          <a:p>
            <a:pPr algn="l"/>
            <a:r>
              <a:rPr lang="pt-BR" sz="4400" dirty="0"/>
              <a:t>REDENTOR QUE ESPEROU ISRAEL.</a:t>
            </a:r>
          </a:p>
          <a:p>
            <a:pPr algn="l"/>
            <a:r>
              <a:rPr lang="pt-BR" sz="4400" dirty="0"/>
              <a:t>OS CHEFES A MORTE TRAMARAM</a:t>
            </a:r>
          </a:p>
          <a:p>
            <a:pPr algn="l"/>
            <a:r>
              <a:rPr lang="pt-BR" sz="4400" dirty="0"/>
              <a:t>DO SANTO PROFETA DE DEUS;</a:t>
            </a:r>
          </a:p>
          <a:p>
            <a:pPr algn="l"/>
            <a:r>
              <a:rPr lang="pt-BR" sz="4400" dirty="0"/>
              <a:t>O JUSTO FOI CRUCIFICADO,</a:t>
            </a:r>
          </a:p>
          <a:p>
            <a:pPr algn="l"/>
            <a:r>
              <a:rPr lang="pt-BR" sz="4400" dirty="0"/>
              <a:t>A ESPERANÇA DO POVO MORREU.</a:t>
            </a:r>
          </a:p>
        </p:txBody>
      </p:sp>
    </p:spTree>
    <p:extLst>
      <p:ext uri="{BB962C8B-B14F-4D97-AF65-F5344CB8AC3E}">
        <p14:creationId xmlns:p14="http://schemas.microsoft.com/office/powerpoint/2010/main" val="1315081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4F4DD-ACCE-4AAA-7F2D-3D502185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6F653-EFB3-3A51-47F4-A0E9742A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645FA7-197E-85D5-5747-785460D2F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FICA CONOSCO, SENHOR,</a:t>
            </a:r>
          </a:p>
          <a:p>
            <a:pPr algn="l"/>
            <a:r>
              <a:rPr lang="pt-BR" sz="6600" b="1" dirty="0"/>
              <a:t>É TARDE E A NOITE JÁ VEM!</a:t>
            </a:r>
          </a:p>
          <a:p>
            <a:pPr algn="l"/>
            <a:r>
              <a:rPr lang="pt-BR" sz="6600" b="1" dirty="0"/>
              <a:t>FICA CONOSCO, SENHOR,</a:t>
            </a:r>
          </a:p>
          <a:p>
            <a:pPr algn="l"/>
            <a:r>
              <a:rPr lang="pt-BR" sz="6600" b="1" dirty="0"/>
              <a:t>SOMOS TEUS SEGUIDORES TAMBÉM!</a:t>
            </a:r>
          </a:p>
        </p:txBody>
      </p:sp>
    </p:spTree>
    <p:extLst>
      <p:ext uri="{BB962C8B-B14F-4D97-AF65-F5344CB8AC3E}">
        <p14:creationId xmlns:p14="http://schemas.microsoft.com/office/powerpoint/2010/main" val="546686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E0303-DAEE-CDE7-3047-526C71F5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4DAE5-45FB-08C6-0F65-2FABCF3B1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84F711-DFCD-80F3-7FFD-C24DCB3D5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3. TRÊS DIAS ENFIM SE PASSARAM,</a:t>
            </a:r>
          </a:p>
          <a:p>
            <a:pPr algn="l"/>
            <a:r>
              <a:rPr lang="pt-BR" sz="4400" dirty="0"/>
              <a:t>FOI TUDO UMA DOCE ILUSÃO;</a:t>
            </a:r>
          </a:p>
          <a:p>
            <a:pPr algn="l"/>
            <a:r>
              <a:rPr lang="pt-BR" sz="4400" dirty="0"/>
              <a:t>UM SUSTO AS MULHERES PREGARAM:</a:t>
            </a:r>
          </a:p>
          <a:p>
            <a:pPr algn="l"/>
            <a:r>
              <a:rPr lang="pt-BR" sz="4400" dirty="0"/>
              <a:t>NÃO ENCONTRARAM SEU CORPO MAIS NÃO.</a:t>
            </a:r>
          </a:p>
          <a:p>
            <a:pPr algn="l"/>
            <a:r>
              <a:rPr lang="pt-BR" sz="4400" dirty="0"/>
              <a:t>DISSERAM QUE ELE ESTÁ VIVO,</a:t>
            </a:r>
          </a:p>
          <a:p>
            <a:pPr algn="l"/>
            <a:r>
              <a:rPr lang="pt-BR" sz="4400" dirty="0"/>
              <a:t>QUE DISSO SOUBERAM EM VISÃO.</a:t>
            </a:r>
          </a:p>
          <a:p>
            <a:pPr algn="l"/>
            <a:r>
              <a:rPr lang="pt-BR" sz="4400" dirty="0"/>
              <a:t>ESTAVA O SEPULCRO VAZIO,</a:t>
            </a:r>
          </a:p>
          <a:p>
            <a:pPr algn="l"/>
            <a:r>
              <a:rPr lang="pt-BR" sz="4400" dirty="0"/>
              <a:t>MAS, DO MESTRE NINGUÉM SABE NÃO.</a:t>
            </a:r>
          </a:p>
        </p:txBody>
      </p:sp>
    </p:spTree>
    <p:extLst>
      <p:ext uri="{BB962C8B-B14F-4D97-AF65-F5344CB8AC3E}">
        <p14:creationId xmlns:p14="http://schemas.microsoft.com/office/powerpoint/2010/main" val="24095565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CREIO EM TI, SENHOR, CREIO NO TEU AMOR</a:t>
            </a:r>
          </a:p>
          <a:p>
            <a:pPr algn="l"/>
            <a:r>
              <a:rPr lang="pt-BR" sz="8000" b="1" dirty="0"/>
              <a:t>NA TUA FORÇA QUE SUSTENTA O MUNDO</a:t>
            </a:r>
          </a:p>
          <a:p>
            <a:pPr algn="l"/>
            <a:r>
              <a:rPr lang="pt-BR" sz="8000" b="1" dirty="0"/>
              <a:t>CREIO NO TEU SORRISO QUE FAZ BRILHAR O CÉU</a:t>
            </a:r>
          </a:p>
          <a:p>
            <a:pPr algn="l"/>
            <a:r>
              <a:rPr lang="pt-BR" sz="8000" b="1" dirty="0"/>
              <a:t>E NO TEU CANTO QUE ME DÁ ALEGRIA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CREIO EM TI, SENHOR, CREIO NA TUA PAZ</a:t>
            </a:r>
          </a:p>
          <a:p>
            <a:pPr algn="l"/>
            <a:r>
              <a:rPr lang="pt-BR" sz="8000" b="1" dirty="0"/>
              <a:t>NA TUA VIDA QUE FAZ BELA A TERRA</a:t>
            </a:r>
          </a:p>
          <a:p>
            <a:pPr algn="l"/>
            <a:r>
              <a:rPr lang="pt-BR" sz="8000" b="1" dirty="0"/>
              <a:t>NA TUA LUZ QUE CLAREIA A NOITE</a:t>
            </a:r>
          </a:p>
          <a:p>
            <a:pPr algn="l"/>
            <a:r>
              <a:rPr lang="pt-BR" sz="8000" b="1" dirty="0"/>
              <a:t>ROTA SEGURA NO MEU CAMINHO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dirty="0"/>
              <a:t>CREIO EM TI, SENHOR, CREIO QUE TU ME AMAS</a:t>
            </a:r>
          </a:p>
          <a:p>
            <a:pPr algn="l"/>
            <a:r>
              <a:rPr lang="pt-BR" sz="8000" b="1" dirty="0"/>
              <a:t>QUE ME SUSTENTAS, QUE ME DÁS O PERDÃO</a:t>
            </a:r>
          </a:p>
          <a:p>
            <a:pPr algn="l"/>
            <a:r>
              <a:rPr lang="pt-BR" sz="8000" b="1" dirty="0"/>
              <a:t>QUE TU ME GUIAS PELAS ESTRADAS DO MUNDO</a:t>
            </a:r>
          </a:p>
          <a:p>
            <a:pPr algn="l"/>
            <a:r>
              <a:rPr lang="pt-BR" sz="8000" b="1" dirty="0"/>
              <a:t>QUE ME DARÁS A VIDA ETERNA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3958729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0BC-FDDE-78BD-EDE4-44197611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7AFB16-5C75-CED6-69E8-28537BC470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2639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600" b="1" dirty="0"/>
              <a:t>CRISTO VENCEU, ALELUIA!</a:t>
            </a:r>
          </a:p>
          <a:p>
            <a:pPr algn="l"/>
            <a:r>
              <a:rPr lang="pt-BR" sz="8600" b="1" dirty="0"/>
              <a:t>RESSUSCITOU, ALELUIA!</a:t>
            </a:r>
          </a:p>
          <a:p>
            <a:pPr algn="l"/>
            <a:r>
              <a:rPr lang="pt-BR" sz="8600" b="1" dirty="0"/>
              <a:t>O PAI LHE DEU GLÓRIA E PODER</a:t>
            </a:r>
          </a:p>
          <a:p>
            <a:pPr algn="l"/>
            <a:r>
              <a:rPr lang="pt-BR" sz="8600" b="1" dirty="0"/>
              <a:t>EIS NOSSO CANTO, ALELUIA!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600" dirty="0"/>
              <a:t>1. ESTE É O DIA EM QUE O AMOR VENCEU</a:t>
            </a:r>
          </a:p>
          <a:p>
            <a:pPr algn="l"/>
            <a:r>
              <a:rPr lang="pt-BR" sz="8600" dirty="0"/>
              <a:t>BRILHANTE LUZ ILUMINOU AS TREVAS</a:t>
            </a:r>
          </a:p>
          <a:p>
            <a:pPr algn="l"/>
            <a:r>
              <a:rPr lang="pt-BR" sz="8600" dirty="0"/>
              <a:t>NÓS FOMOS SALVOS PARA SEMPRE.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2277023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8615</TotalTime>
  <Words>927</Words>
  <Application>Microsoft Office PowerPoint</Application>
  <PresentationFormat>Widescreen</PresentationFormat>
  <Paragraphs>141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6" baseType="lpstr">
      <vt:lpstr>-apple-system</vt:lpstr>
      <vt:lpstr>Arial</vt:lpstr>
      <vt:lpstr>Calibri</vt:lpstr>
      <vt:lpstr>Calibri Light</vt:lpstr>
      <vt:lpstr>Times New Roman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71</cp:revision>
  <dcterms:created xsi:type="dcterms:W3CDTF">2023-05-06T17:01:55Z</dcterms:created>
  <dcterms:modified xsi:type="dcterms:W3CDTF">2026-04-18T21:31:23Z</dcterms:modified>
</cp:coreProperties>
</file>