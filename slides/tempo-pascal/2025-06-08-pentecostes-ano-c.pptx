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256" r:id="rId3"/>
    <p:sldId id="288" r:id="rId4"/>
    <p:sldId id="523" r:id="rId5"/>
    <p:sldId id="524" r:id="rId6"/>
    <p:sldId id="306" r:id="rId7"/>
    <p:sldId id="525" r:id="rId8"/>
    <p:sldId id="397" r:id="rId9"/>
    <p:sldId id="450" r:id="rId10"/>
    <p:sldId id="398" r:id="rId11"/>
    <p:sldId id="260" r:id="rId12"/>
    <p:sldId id="261" r:id="rId13"/>
    <p:sldId id="262" r:id="rId14"/>
    <p:sldId id="263" r:id="rId15"/>
    <p:sldId id="283" r:id="rId16"/>
    <p:sldId id="264" r:id="rId17"/>
    <p:sldId id="265" r:id="rId18"/>
    <p:sldId id="266" r:id="rId19"/>
    <p:sldId id="289" r:id="rId20"/>
    <p:sldId id="291" r:id="rId21"/>
    <p:sldId id="292" r:id="rId22"/>
    <p:sldId id="293" r:id="rId23"/>
    <p:sldId id="294" r:id="rId24"/>
    <p:sldId id="290" r:id="rId25"/>
    <p:sldId id="267" r:id="rId26"/>
    <p:sldId id="268" r:id="rId27"/>
    <p:sldId id="315" r:id="rId28"/>
    <p:sldId id="316" r:id="rId29"/>
    <p:sldId id="317" r:id="rId30"/>
    <p:sldId id="321" r:id="rId31"/>
    <p:sldId id="324" r:id="rId32"/>
    <p:sldId id="325" r:id="rId33"/>
    <p:sldId id="319" r:id="rId34"/>
    <p:sldId id="320" r:id="rId35"/>
    <p:sldId id="326" r:id="rId36"/>
    <p:sldId id="327" r:id="rId37"/>
    <p:sldId id="328" r:id="rId38"/>
    <p:sldId id="312" r:id="rId39"/>
    <p:sldId id="343" r:id="rId40"/>
    <p:sldId id="344" r:id="rId41"/>
    <p:sldId id="345" r:id="rId42"/>
    <p:sldId id="275" r:id="rId43"/>
    <p:sldId id="296" r:id="rId44"/>
    <p:sldId id="297" r:id="rId45"/>
    <p:sldId id="298" r:id="rId46"/>
    <p:sldId id="299" r:id="rId47"/>
    <p:sldId id="300" r:id="rId48"/>
    <p:sldId id="301" r:id="rId49"/>
    <p:sldId id="271" r:id="rId50"/>
    <p:sldId id="311" r:id="rId51"/>
    <p:sldId id="284" r:id="rId52"/>
    <p:sldId id="295" r:id="rId53"/>
    <p:sldId id="346" r:id="rId54"/>
    <p:sldId id="348" r:id="rId55"/>
    <p:sldId id="349" r:id="rId56"/>
    <p:sldId id="350" r:id="rId57"/>
    <p:sldId id="351" r:id="rId58"/>
    <p:sldId id="347" r:id="rId59"/>
    <p:sldId id="272" r:id="rId60"/>
    <p:sldId id="273" r:id="rId61"/>
    <p:sldId id="286" r:id="rId62"/>
    <p:sldId id="352" r:id="rId63"/>
    <p:sldId id="353" r:id="rId64"/>
    <p:sldId id="354" r:id="rId65"/>
    <p:sldId id="355" r:id="rId66"/>
    <p:sldId id="356" r:id="rId67"/>
    <p:sldId id="357" r:id="rId68"/>
    <p:sldId id="358" r:id="rId69"/>
    <p:sldId id="359" r:id="rId70"/>
    <p:sldId id="360" r:id="rId71"/>
    <p:sldId id="302" r:id="rId72"/>
    <p:sldId id="287" r:id="rId73"/>
    <p:sldId id="361" r:id="rId74"/>
    <p:sldId id="362" r:id="rId75"/>
    <p:sldId id="277" r:id="rId76"/>
    <p:sldId id="511" r:id="rId77"/>
    <p:sldId id="521" r:id="rId78"/>
    <p:sldId id="522" r:id="rId7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5987D007-B978-463E-9FA4-E8ADFCB61E4D}"/>
    <pc:docChg chg="undo custSel addSld delSld modSld sldOrd">
      <pc:chgData name="anaclaracosta116@gmail.com" userId="a793634777582c92" providerId="LiveId" clId="{5987D007-B978-463E-9FA4-E8ADFCB61E4D}" dt="2023-05-28T21:17:58.005" v="284" actId="47"/>
      <pc:docMkLst>
        <pc:docMk/>
      </pc:docMkLst>
      <pc:sldChg chg="del">
        <pc:chgData name="anaclaracosta116@gmail.com" userId="a793634777582c92" providerId="LiveId" clId="{5987D007-B978-463E-9FA4-E8ADFCB61E4D}" dt="2023-05-28T17:57:24.656" v="28" actId="2696"/>
        <pc:sldMkLst>
          <pc:docMk/>
          <pc:sldMk cId="4192705753" sldId="258"/>
        </pc:sldMkLst>
      </pc:sldChg>
      <pc:sldChg chg="modSp mod">
        <pc:chgData name="anaclaracosta116@gmail.com" userId="a793634777582c92" providerId="LiveId" clId="{5987D007-B978-463E-9FA4-E8ADFCB61E4D}" dt="2023-05-24T22:37:21.033" v="2" actId="20577"/>
        <pc:sldMkLst>
          <pc:docMk/>
          <pc:sldMk cId="337661645" sldId="261"/>
        </pc:sldMkLst>
        <pc:spChg chg="mod">
          <ac:chgData name="anaclaracosta116@gmail.com" userId="a793634777582c92" providerId="LiveId" clId="{5987D007-B978-463E-9FA4-E8ADFCB61E4D}" dt="2023-05-24T22:37:21.033" v="2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987D007-B978-463E-9FA4-E8ADFCB61E4D}" dt="2023-05-28T18:05:05.963" v="68" actId="20577"/>
        <pc:sldMkLst>
          <pc:docMk/>
          <pc:sldMk cId="1261703118" sldId="272"/>
        </pc:sldMkLst>
        <pc:spChg chg="mod">
          <ac:chgData name="anaclaracosta116@gmail.com" userId="a793634777582c92" providerId="LiveId" clId="{5987D007-B978-463E-9FA4-E8ADFCB61E4D}" dt="2023-05-28T18:05:05.963" v="68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987D007-B978-463E-9FA4-E8ADFCB61E4D}" dt="2023-05-24T22:39:18.808" v="26" actId="20577"/>
        <pc:sldMkLst>
          <pc:docMk/>
          <pc:sldMk cId="2109729473" sldId="283"/>
        </pc:sldMkLst>
        <pc:spChg chg="mod">
          <ac:chgData name="anaclaracosta116@gmail.com" userId="a793634777582c92" providerId="LiveId" clId="{5987D007-B978-463E-9FA4-E8ADFCB61E4D}" dt="2023-05-24T22:39:18.808" v="26" actId="20577"/>
          <ac:spMkLst>
            <pc:docMk/>
            <pc:sldMk cId="2109729473" sldId="28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5987D007-B978-463E-9FA4-E8ADFCB61E4D}" dt="2023-05-28T21:17:49.424" v="282" actId="47"/>
        <pc:sldMkLst>
          <pc:docMk/>
          <pc:sldMk cId="1321613892" sldId="318"/>
        </pc:sldMkLst>
      </pc:sldChg>
      <pc:sldChg chg="del">
        <pc:chgData name="anaclaracosta116@gmail.com" userId="a793634777582c92" providerId="LiveId" clId="{5987D007-B978-463E-9FA4-E8ADFCB61E4D}" dt="2023-05-28T21:17:55.504" v="283" actId="47"/>
        <pc:sldMkLst>
          <pc:docMk/>
          <pc:sldMk cId="2082214012" sldId="322"/>
        </pc:sldMkLst>
      </pc:sldChg>
      <pc:sldChg chg="del">
        <pc:chgData name="anaclaracosta116@gmail.com" userId="a793634777582c92" providerId="LiveId" clId="{5987D007-B978-463E-9FA4-E8ADFCB61E4D}" dt="2023-05-28T21:17:58.005" v="284" actId="47"/>
        <pc:sldMkLst>
          <pc:docMk/>
          <pc:sldMk cId="3647775248" sldId="323"/>
        </pc:sldMkLst>
      </pc:sldChg>
      <pc:sldChg chg="add">
        <pc:chgData name="anaclaracosta116@gmail.com" userId="a793634777582c92" providerId="LiveId" clId="{5987D007-B978-463E-9FA4-E8ADFCB61E4D}" dt="2023-05-28T17:57:14.086" v="27" actId="2890"/>
        <pc:sldMkLst>
          <pc:docMk/>
          <pc:sldMk cId="3927503551" sldId="331"/>
        </pc:sldMkLst>
      </pc:sldChg>
      <pc:sldChg chg="add">
        <pc:chgData name="anaclaracosta116@gmail.com" userId="a793634777582c92" providerId="LiveId" clId="{5987D007-B978-463E-9FA4-E8ADFCB61E4D}" dt="2023-05-28T17:57:46.685" v="29" actId="2890"/>
        <pc:sldMkLst>
          <pc:docMk/>
          <pc:sldMk cId="2780010290" sldId="332"/>
        </pc:sldMkLst>
      </pc:sldChg>
      <pc:sldChg chg="modSp add mod ord">
        <pc:chgData name="anaclaracosta116@gmail.com" userId="a793634777582c92" providerId="LiveId" clId="{5987D007-B978-463E-9FA4-E8ADFCB61E4D}" dt="2023-05-28T18:00:35.056" v="55" actId="20577"/>
        <pc:sldMkLst>
          <pc:docMk/>
          <pc:sldMk cId="841810621" sldId="333"/>
        </pc:sldMkLst>
        <pc:spChg chg="mod">
          <ac:chgData name="anaclaracosta116@gmail.com" userId="a793634777582c92" providerId="LiveId" clId="{5987D007-B978-463E-9FA4-E8ADFCB61E4D}" dt="2023-05-28T18:00:35.056" v="55" actId="20577"/>
          <ac:spMkLst>
            <pc:docMk/>
            <pc:sldMk cId="841810621" sldId="333"/>
            <ac:spMk id="2" creationId="{F0E406B4-85AC-B67B-F9E2-21AAF8067483}"/>
          </ac:spMkLst>
        </pc:spChg>
        <pc:spChg chg="mod">
          <ac:chgData name="anaclaracosta116@gmail.com" userId="a793634777582c92" providerId="LiveId" clId="{5987D007-B978-463E-9FA4-E8ADFCB61E4D}" dt="2023-05-28T18:00:09.321" v="48" actId="20577"/>
          <ac:spMkLst>
            <pc:docMk/>
            <pc:sldMk cId="841810621" sldId="33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987D007-B978-463E-9FA4-E8ADFCB61E4D}" dt="2023-05-28T18:00:43.595" v="60" actId="20577"/>
        <pc:sldMkLst>
          <pc:docMk/>
          <pc:sldMk cId="3486956413" sldId="334"/>
        </pc:sldMkLst>
        <pc:spChg chg="mod">
          <ac:chgData name="anaclaracosta116@gmail.com" userId="a793634777582c92" providerId="LiveId" clId="{5987D007-B978-463E-9FA4-E8ADFCB61E4D}" dt="2023-05-28T18:00:43.595" v="60" actId="20577"/>
          <ac:spMkLst>
            <pc:docMk/>
            <pc:sldMk cId="3486956413" sldId="334"/>
            <ac:spMk id="2" creationId="{F0E406B4-85AC-B67B-F9E2-21AAF8067483}"/>
          </ac:spMkLst>
        </pc:spChg>
        <pc:spChg chg="mod">
          <ac:chgData name="anaclaracosta116@gmail.com" userId="a793634777582c92" providerId="LiveId" clId="{5987D007-B978-463E-9FA4-E8ADFCB61E4D}" dt="2023-05-28T17:59:59.784" v="46" actId="20577"/>
          <ac:spMkLst>
            <pc:docMk/>
            <pc:sldMk cId="3486956413" sldId="33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5987D007-B978-463E-9FA4-E8ADFCB61E4D}" dt="2023-05-28T18:06:50.607" v="69" actId="2890"/>
        <pc:sldMkLst>
          <pc:docMk/>
          <pc:sldMk cId="4139503907" sldId="335"/>
        </pc:sldMkLst>
      </pc:sldChg>
      <pc:sldChg chg="modSp add mod ord">
        <pc:chgData name="anaclaracosta116@gmail.com" userId="a793634777582c92" providerId="LiveId" clId="{5987D007-B978-463E-9FA4-E8ADFCB61E4D}" dt="2023-05-28T18:11:09.832" v="110" actId="14100"/>
        <pc:sldMkLst>
          <pc:docMk/>
          <pc:sldMk cId="1181549085" sldId="336"/>
        </pc:sldMkLst>
        <pc:spChg chg="mod">
          <ac:chgData name="anaclaracosta116@gmail.com" userId="a793634777582c92" providerId="LiveId" clId="{5987D007-B978-463E-9FA4-E8ADFCB61E4D}" dt="2023-05-28T18:11:09.832" v="110" actId="14100"/>
          <ac:spMkLst>
            <pc:docMk/>
            <pc:sldMk cId="1181549085" sldId="336"/>
            <ac:spMk id="2" creationId="{F0E406B4-85AC-B67B-F9E2-21AAF8067483}"/>
          </ac:spMkLst>
        </pc:spChg>
        <pc:spChg chg="mod">
          <ac:chgData name="anaclaracosta116@gmail.com" userId="a793634777582c92" providerId="LiveId" clId="{5987D007-B978-463E-9FA4-E8ADFCB61E4D}" dt="2023-05-28T18:10:04.331" v="101" actId="27636"/>
          <ac:spMkLst>
            <pc:docMk/>
            <pc:sldMk cId="1181549085" sldId="336"/>
            <ac:spMk id="3" creationId="{FC8F7E34-DB8C-1CEE-BAF4-E537563F9CD2}"/>
          </ac:spMkLst>
        </pc:spChg>
      </pc:sldChg>
      <pc:sldChg chg="addSp delSp modSp add mod">
        <pc:chgData name="anaclaracosta116@gmail.com" userId="a793634777582c92" providerId="LiveId" clId="{5987D007-B978-463E-9FA4-E8ADFCB61E4D}" dt="2023-05-28T18:11:59.567" v="120" actId="27636"/>
        <pc:sldMkLst>
          <pc:docMk/>
          <pc:sldMk cId="4221351196" sldId="337"/>
        </pc:sldMkLst>
        <pc:spChg chg="del mod">
          <ac:chgData name="anaclaracosta116@gmail.com" userId="a793634777582c92" providerId="LiveId" clId="{5987D007-B978-463E-9FA4-E8ADFCB61E4D}" dt="2023-05-28T18:11:24.928" v="113" actId="21"/>
          <ac:spMkLst>
            <pc:docMk/>
            <pc:sldMk cId="4221351196" sldId="337"/>
            <ac:spMk id="2" creationId="{F0E406B4-85AC-B67B-F9E2-21AAF8067483}"/>
          </ac:spMkLst>
        </pc:spChg>
        <pc:spChg chg="mod">
          <ac:chgData name="anaclaracosta116@gmail.com" userId="a793634777582c92" providerId="LiveId" clId="{5987D007-B978-463E-9FA4-E8ADFCB61E4D}" dt="2023-05-28T18:11:59.567" v="120" actId="27636"/>
          <ac:spMkLst>
            <pc:docMk/>
            <pc:sldMk cId="4221351196" sldId="337"/>
            <ac:spMk id="3" creationId="{FC8F7E34-DB8C-1CEE-BAF4-E537563F9CD2}"/>
          </ac:spMkLst>
        </pc:spChg>
        <pc:spChg chg="add del mod">
          <ac:chgData name="anaclaracosta116@gmail.com" userId="a793634777582c92" providerId="LiveId" clId="{5987D007-B978-463E-9FA4-E8ADFCB61E4D}" dt="2023-05-28T18:11:30.693" v="114" actId="21"/>
          <ac:spMkLst>
            <pc:docMk/>
            <pc:sldMk cId="4221351196" sldId="337"/>
            <ac:spMk id="5" creationId="{37BFF0E1-3850-2863-DA63-3CB81AE57CCC}"/>
          </ac:spMkLst>
        </pc:spChg>
      </pc:sldChg>
      <pc:sldChg chg="modSp add mod">
        <pc:chgData name="anaclaracosta116@gmail.com" userId="a793634777582c92" providerId="LiveId" clId="{5987D007-B978-463E-9FA4-E8ADFCB61E4D}" dt="2023-05-28T18:12:36.166" v="124"/>
        <pc:sldMkLst>
          <pc:docMk/>
          <pc:sldMk cId="3111431217" sldId="338"/>
        </pc:sldMkLst>
        <pc:spChg chg="mod">
          <ac:chgData name="anaclaracosta116@gmail.com" userId="a793634777582c92" providerId="LiveId" clId="{5987D007-B978-463E-9FA4-E8ADFCB61E4D}" dt="2023-05-28T18:12:36.166" v="124"/>
          <ac:spMkLst>
            <pc:docMk/>
            <pc:sldMk cId="3111431217" sldId="33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987D007-B978-463E-9FA4-E8ADFCB61E4D}" dt="2023-05-28T18:13:06.853" v="129" actId="27636"/>
        <pc:sldMkLst>
          <pc:docMk/>
          <pc:sldMk cId="3604935718" sldId="339"/>
        </pc:sldMkLst>
        <pc:spChg chg="mod">
          <ac:chgData name="anaclaracosta116@gmail.com" userId="a793634777582c92" providerId="LiveId" clId="{5987D007-B978-463E-9FA4-E8ADFCB61E4D}" dt="2023-05-28T18:13:06.853" v="129" actId="27636"/>
          <ac:spMkLst>
            <pc:docMk/>
            <pc:sldMk cId="3604935718" sldId="33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987D007-B978-463E-9FA4-E8ADFCB61E4D}" dt="2023-05-28T18:13:42.878" v="134" actId="27636"/>
        <pc:sldMkLst>
          <pc:docMk/>
          <pc:sldMk cId="1270326590" sldId="340"/>
        </pc:sldMkLst>
        <pc:spChg chg="mod">
          <ac:chgData name="anaclaracosta116@gmail.com" userId="a793634777582c92" providerId="LiveId" clId="{5987D007-B978-463E-9FA4-E8ADFCB61E4D}" dt="2023-05-28T18:13:42.878" v="134" actId="27636"/>
          <ac:spMkLst>
            <pc:docMk/>
            <pc:sldMk cId="1270326590" sldId="34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987D007-B978-463E-9FA4-E8ADFCB61E4D}" dt="2023-05-28T18:14:20.998" v="142" actId="403"/>
        <pc:sldMkLst>
          <pc:docMk/>
          <pc:sldMk cId="2757456609" sldId="341"/>
        </pc:sldMkLst>
        <pc:spChg chg="mod">
          <ac:chgData name="anaclaracosta116@gmail.com" userId="a793634777582c92" providerId="LiveId" clId="{5987D007-B978-463E-9FA4-E8ADFCB61E4D}" dt="2023-05-28T18:14:20.998" v="142" actId="403"/>
          <ac:spMkLst>
            <pc:docMk/>
            <pc:sldMk cId="2757456609" sldId="341"/>
            <ac:spMk id="3" creationId="{FC8F7E34-DB8C-1CEE-BAF4-E537563F9CD2}"/>
          </ac:spMkLst>
        </pc:spChg>
      </pc:sldChg>
      <pc:sldChg chg="addSp modSp add mod ord">
        <pc:chgData name="anaclaracosta116@gmail.com" userId="a793634777582c92" providerId="LiveId" clId="{5987D007-B978-463E-9FA4-E8ADFCB61E4D}" dt="2023-05-28T21:07:05.870" v="281" actId="20577"/>
        <pc:sldMkLst>
          <pc:docMk/>
          <pc:sldMk cId="1227089083" sldId="342"/>
        </pc:sldMkLst>
        <pc:spChg chg="mod">
          <ac:chgData name="anaclaracosta116@gmail.com" userId="a793634777582c92" providerId="LiveId" clId="{5987D007-B978-463E-9FA4-E8ADFCB61E4D}" dt="2023-05-28T21:07:05.870" v="281" actId="20577"/>
          <ac:spMkLst>
            <pc:docMk/>
            <pc:sldMk cId="1227089083" sldId="342"/>
            <ac:spMk id="2" creationId="{9E54A745-F7E1-3C86-F83C-1FFF7E55BED7}"/>
          </ac:spMkLst>
        </pc:spChg>
        <pc:spChg chg="add mod">
          <ac:chgData name="anaclaracosta116@gmail.com" userId="a793634777582c92" providerId="LiveId" clId="{5987D007-B978-463E-9FA4-E8ADFCB61E4D}" dt="2023-05-28T21:01:23.110" v="267" actId="14100"/>
          <ac:spMkLst>
            <pc:docMk/>
            <pc:sldMk cId="1227089083" sldId="342"/>
            <ac:spMk id="4" creationId="{786B905A-6E2D-DAC5-16FC-42B645A5E31A}"/>
          </ac:spMkLst>
        </pc:spChg>
        <pc:spChg chg="add mod">
          <ac:chgData name="anaclaracosta116@gmail.com" userId="a793634777582c92" providerId="LiveId" clId="{5987D007-B978-463E-9FA4-E8ADFCB61E4D}" dt="2023-05-28T21:01:07.290" v="266" actId="1076"/>
          <ac:spMkLst>
            <pc:docMk/>
            <pc:sldMk cId="1227089083" sldId="342"/>
            <ac:spMk id="5" creationId="{E416AE10-5CFE-CAB8-30C1-E532E27103DA}"/>
          </ac:spMkLst>
        </pc:spChg>
        <pc:picChg chg="add mod ord">
          <ac:chgData name="anaclaracosta116@gmail.com" userId="a793634777582c92" providerId="LiveId" clId="{5987D007-B978-463E-9FA4-E8ADFCB61E4D}" dt="2023-05-28T20:57:43.524" v="149" actId="167"/>
          <ac:picMkLst>
            <pc:docMk/>
            <pc:sldMk cId="1227089083" sldId="342"/>
            <ac:picMk id="3" creationId="{4D1546C5-1DEF-7B65-85C1-FEF0DB0B15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1546C5-1DEF-7B65-85C1-FEF0DB0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B905A-6E2D-DAC5-16FC-42B645A5E31A}"/>
              </a:ext>
            </a:extLst>
          </p:cNvPr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 CELEBRANTE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3600" dirty="0"/>
              <a:t>1. NINGUÉM PARA ESSE VENTO PASSANDO</a:t>
            </a:r>
          </a:p>
          <a:p>
            <a:pPr algn="just"/>
            <a:r>
              <a:rPr lang="pt-BR" sz="3600" dirty="0"/>
              <a:t>NINGUÉM VÊ, E ELE SOPRA ONDE QUER</a:t>
            </a:r>
          </a:p>
          <a:p>
            <a:pPr algn="just"/>
            <a:r>
              <a:rPr lang="pt-BR" sz="3600" dirty="0"/>
              <a:t>FORÇA IGUAL TÊM O ESPÍRITO QUANDO</a:t>
            </a:r>
          </a:p>
          <a:p>
            <a:pPr algn="just"/>
            <a:r>
              <a:rPr lang="pt-BR" sz="3600" dirty="0"/>
              <a:t>FAZ A IGREJA DE CRISTO CRESCER.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FEITA DE HOMENS A IGREJA É DIVINA</a:t>
            </a:r>
          </a:p>
          <a:p>
            <a:pPr algn="just"/>
            <a:r>
              <a:rPr lang="pt-BR" sz="3600" dirty="0"/>
              <a:t>POIS O ESPÍRITO SANTO A CONDUZ</a:t>
            </a:r>
          </a:p>
          <a:p>
            <a:pPr algn="just"/>
            <a:r>
              <a:rPr lang="pt-BR" sz="3600" dirty="0"/>
              <a:t>COMO UM FOGO QUE AQUECE E ILUMINA</a:t>
            </a:r>
          </a:p>
          <a:p>
            <a:pPr algn="just"/>
            <a:r>
              <a:rPr lang="pt-BR" sz="3600" dirty="0"/>
              <a:t>QUE É PUREZA, QUE É VIDA, QUE É LUZ.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07000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0393-1997-DAAC-7C14-DD7728E8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E3325-AE94-9E19-DCFE-B92612707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BE4D87-5B17-3910-9A2A-05D60F37B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3. SUA IMAGEM SÃO LÍNGUAS ARDENTES</a:t>
            </a:r>
          </a:p>
          <a:p>
            <a:pPr algn="just"/>
            <a:r>
              <a:rPr lang="pt-BR" sz="3600" dirty="0"/>
              <a:t>POIS AMOR É COMUNICAÇÃO</a:t>
            </a:r>
          </a:p>
          <a:p>
            <a:pPr algn="just"/>
            <a:r>
              <a:rPr lang="pt-BR" sz="3600" dirty="0"/>
              <a:t>E É PRECISO QUE TODAS AS GENTES</a:t>
            </a:r>
          </a:p>
          <a:p>
            <a:pPr algn="just"/>
            <a:r>
              <a:rPr lang="pt-BR" sz="3600" dirty="0"/>
              <a:t>SAIBAM QUANTO FELIZES SERÃO.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6415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AA57-0D78-5FB3-CA99-CAD7D6F7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10CEC-310E-0123-CCA0-A4B3AB682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33380D-7E19-8970-3436-95CB8CF61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600" b="1" dirty="0"/>
              <a:t>NÓS ESTAMOS AQUI REUNIDOS</a:t>
            </a:r>
          </a:p>
          <a:p>
            <a:pPr algn="just"/>
            <a:r>
              <a:rPr lang="pt-BR" sz="3600" b="1" dirty="0"/>
              <a:t>COMO ESTAVAM EM JERUSALÉM</a:t>
            </a:r>
          </a:p>
          <a:p>
            <a:pPr algn="just"/>
            <a:r>
              <a:rPr lang="pt-BR" sz="3600" b="1" dirty="0"/>
              <a:t>POIS SÓ QUANDO VIVEMOS UNIDOS</a:t>
            </a:r>
          </a:p>
          <a:p>
            <a:pPr algn="just"/>
            <a:r>
              <a:rPr lang="pt-BR" sz="3600" b="1" dirty="0"/>
              <a:t>É QUE O ESPÍRITO SANTO NOS VEM.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4. QUANDO O ESPÍRITO ESPALMA SUAS GRAÇAS</a:t>
            </a:r>
          </a:p>
          <a:p>
            <a:pPr algn="just"/>
            <a:r>
              <a:rPr lang="pt-BR" sz="3600" dirty="0"/>
              <a:t>FAZ DOS POVOS UM SÓ CORAÇÃO</a:t>
            </a:r>
          </a:p>
          <a:p>
            <a:pPr algn="just"/>
            <a:r>
              <a:rPr lang="pt-BR" sz="3600" dirty="0"/>
              <a:t>CRESCE A IGREJA ONDE TODAS AS RAÇAS</a:t>
            </a:r>
          </a:p>
          <a:p>
            <a:pPr algn="just"/>
            <a:r>
              <a:rPr lang="pt-BR" sz="3600" dirty="0"/>
              <a:t>UM SÓ DEUS, UM SÓ PAI LOUVARÃO.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39330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dirty="0"/>
              <a:t>CONFESSO A DEUS TODO-PODEROSO E A VÓS, IRMÃOS E IRMÃS, QUE PEQUEI MUITAS VEZES POR PENSAMENTOS, PALAVRAS, ATOS E OMISSÕES, POR MINHA CULPA, MINHA CULPA, MINHA TÃO GRANDE CULPA.</a:t>
            </a:r>
            <a:endParaRPr lang="pt-BR" sz="7800" b="1" dirty="0"/>
          </a:p>
        </p:txBody>
      </p:sp>
    </p:spTree>
    <p:extLst>
      <p:ext uri="{BB962C8B-B14F-4D97-AF65-F5344CB8AC3E}">
        <p14:creationId xmlns:p14="http://schemas.microsoft.com/office/powerpoint/2010/main" val="261858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 PEÇO À VIRGEM MARIA, AOS ANJOS E SANTOS E A VÓS, IRMÃOS E IRMÃS, 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738489"/>
            <a:ext cx="10976265" cy="4620747"/>
          </a:xfrm>
        </p:spPr>
        <p:txBody>
          <a:bodyPr>
            <a:normAutofit/>
          </a:bodyPr>
          <a:lstStyle/>
          <a:p>
            <a:r>
              <a:rPr lang="pt-BR" sz="6600" b="1" dirty="0"/>
              <a:t>KYRIE ELEISON (3X)</a:t>
            </a:r>
          </a:p>
          <a:p>
            <a:r>
              <a:rPr lang="pt-BR" sz="6600" b="1" dirty="0"/>
              <a:t>CHRISTE ELEISON (3X)</a:t>
            </a:r>
          </a:p>
          <a:p>
            <a:r>
              <a:rPr lang="pt-BR" sz="6600" b="1" dirty="0"/>
              <a:t>KYRIE ELEISON (3X)</a:t>
            </a:r>
          </a:p>
        </p:txBody>
      </p:sp>
    </p:spTree>
    <p:extLst>
      <p:ext uri="{BB962C8B-B14F-4D97-AF65-F5344CB8AC3E}">
        <p14:creationId xmlns:p14="http://schemas.microsoft.com/office/powerpoint/2010/main" val="39658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</a:p>
          <a:p>
            <a:pPr algn="just"/>
            <a:endParaRPr lang="pt-BR" sz="4400" dirty="0"/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4800" dirty="0"/>
              <a:t>VÓS QUE TIRAIS O PECADO DO MUNDO, </a:t>
            </a:r>
          </a:p>
          <a:p>
            <a:pPr algn="l"/>
            <a:r>
              <a:rPr lang="pt-BR" sz="4800" dirty="0"/>
              <a:t>ACOLHEI A NOSSA SÚPLICA</a:t>
            </a:r>
          </a:p>
          <a:p>
            <a:pPr algn="l"/>
            <a:r>
              <a:rPr lang="pt-BR" sz="4800" dirty="0"/>
              <a:t>VÓS QUE ESTAIS À DIREITA DO PAI, </a:t>
            </a:r>
          </a:p>
          <a:p>
            <a:pPr algn="l"/>
            <a:r>
              <a:rPr lang="pt-BR" sz="4800" dirty="0"/>
              <a:t>TENDE PIEDADE DE NÓS, TENDE PIEDADE DE NÓS</a:t>
            </a:r>
            <a:endParaRPr lang="pt-BR" sz="1600" dirty="0"/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0754" y="2452254"/>
            <a:ext cx="8430491" cy="2618510"/>
          </a:xfrm>
        </p:spPr>
        <p:txBody>
          <a:bodyPr>
            <a:normAutofit fontScale="85000" lnSpcReduction="10000"/>
          </a:bodyPr>
          <a:lstStyle/>
          <a:p>
            <a:r>
              <a:rPr lang="pt-BR" sz="4400" b="1" dirty="0"/>
              <a:t> </a:t>
            </a:r>
            <a:r>
              <a:rPr lang="pt-BR" sz="6500" b="1" dirty="0"/>
              <a:t>ENVIAI O VOSSO ESPÍRITO, SENHOR, E DA TERRA TODA A FACE RENOVAI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1. ESPÍRITO DE DEUS,</a:t>
            </a:r>
          </a:p>
          <a:p>
            <a:pPr algn="just"/>
            <a:r>
              <a:rPr lang="pt-BR" sz="7700" b="1" dirty="0"/>
              <a:t>ENVIAI DOS CÉUS</a:t>
            </a:r>
          </a:p>
          <a:p>
            <a:pPr algn="just"/>
            <a:r>
              <a:rPr lang="pt-BR" sz="7700" b="1" dirty="0"/>
              <a:t>UM RAIO DE LUZ!</a:t>
            </a:r>
          </a:p>
          <a:p>
            <a:pPr algn="just"/>
            <a:r>
              <a:rPr lang="pt-BR" sz="7700" b="1" dirty="0"/>
              <a:t>VINDE, PAI DOS POBRES,</a:t>
            </a:r>
          </a:p>
          <a:p>
            <a:pPr algn="just"/>
            <a:r>
              <a:rPr lang="pt-BR" sz="7700" b="1" dirty="0"/>
              <a:t>DAI AOS CORAÇÕES</a:t>
            </a:r>
          </a:p>
          <a:p>
            <a:pPr algn="just"/>
            <a:r>
              <a:rPr lang="pt-BR" sz="7700" b="1" dirty="0"/>
              <a:t>VOSSOS SETE DONS.</a:t>
            </a:r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612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2. CONSOLO QUE ACALMA,</a:t>
            </a:r>
          </a:p>
          <a:p>
            <a:pPr algn="just"/>
            <a:r>
              <a:rPr lang="pt-BR" sz="7700" b="1" dirty="0"/>
              <a:t>HÓSPEDE DA ALMA,</a:t>
            </a:r>
          </a:p>
          <a:p>
            <a:pPr algn="just"/>
            <a:r>
              <a:rPr lang="pt-BR" sz="7700" b="1" dirty="0"/>
              <a:t>DOCE ALÍVIO, VINDE!</a:t>
            </a:r>
          </a:p>
          <a:p>
            <a:pPr algn="just"/>
            <a:r>
              <a:rPr lang="pt-BR" sz="7700" b="1" dirty="0"/>
              <a:t>NO LABOR, DESCANSO;</a:t>
            </a:r>
          </a:p>
          <a:p>
            <a:pPr algn="just"/>
            <a:r>
              <a:rPr lang="pt-BR" sz="7700" b="1" dirty="0"/>
              <a:t>NA AFLIÇÃO, REMANSO;</a:t>
            </a:r>
          </a:p>
          <a:p>
            <a:pPr algn="just"/>
            <a:r>
              <a:rPr lang="pt-BR" sz="7700" b="1" dirty="0"/>
              <a:t>NO CALOR, ARAGEM.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861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3. ENCHEI, LUZ BENDITA,</a:t>
            </a:r>
          </a:p>
          <a:p>
            <a:pPr algn="just"/>
            <a:r>
              <a:rPr lang="pt-BR" sz="7700" b="1" dirty="0"/>
              <a:t>CHAMA QUE CREPITA,</a:t>
            </a:r>
          </a:p>
          <a:p>
            <a:pPr algn="just"/>
            <a:r>
              <a:rPr lang="pt-BR" sz="7700" b="1" dirty="0"/>
              <a:t>O ÍNTIMO DE NÓS!</a:t>
            </a:r>
          </a:p>
          <a:p>
            <a:pPr algn="just"/>
            <a:r>
              <a:rPr lang="pt-BR" sz="7700" b="1" dirty="0"/>
              <a:t>SEM A LUZ QUE ACODE,</a:t>
            </a:r>
          </a:p>
          <a:p>
            <a:pPr algn="just"/>
            <a:r>
              <a:rPr lang="pt-BR" sz="7700" b="1" dirty="0"/>
              <a:t>NADA O HOMEM PODE,</a:t>
            </a:r>
          </a:p>
          <a:p>
            <a:pPr algn="just"/>
            <a:r>
              <a:rPr lang="pt-BR" sz="7700" b="1" dirty="0"/>
              <a:t>NENHUM BEM HÁ NELE.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5879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4. AO SUJO, LAVAI;</a:t>
            </a:r>
          </a:p>
          <a:p>
            <a:pPr algn="just"/>
            <a:r>
              <a:rPr lang="pt-BR" sz="7700" b="1" dirty="0"/>
              <a:t>AO SECO, REGAI;</a:t>
            </a:r>
          </a:p>
          <a:p>
            <a:pPr algn="just"/>
            <a:r>
              <a:rPr lang="pt-BR" sz="7700" b="1" dirty="0"/>
              <a:t>CURAI O DOENTE.</a:t>
            </a:r>
          </a:p>
          <a:p>
            <a:pPr algn="just"/>
            <a:r>
              <a:rPr lang="pt-BR" sz="7700" b="1" dirty="0"/>
              <a:t>DOBRAI O QUE É DURO,</a:t>
            </a:r>
          </a:p>
          <a:p>
            <a:pPr algn="just"/>
            <a:r>
              <a:rPr lang="pt-BR" sz="7700" b="1" dirty="0"/>
              <a:t>GUIAI NO ESCURO,</a:t>
            </a:r>
          </a:p>
          <a:p>
            <a:pPr algn="just"/>
            <a:r>
              <a:rPr lang="pt-BR" sz="7700" b="1" dirty="0"/>
              <a:t>O FRIO AQUECEI.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441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700" b="1" dirty="0"/>
              <a:t>5. DAI À VOSSA IGREJA,</a:t>
            </a:r>
          </a:p>
          <a:p>
            <a:pPr algn="just"/>
            <a:r>
              <a:rPr lang="pt-BR" sz="7700" b="1" dirty="0"/>
              <a:t>QUE ESPERA E DESEJA,</a:t>
            </a:r>
          </a:p>
          <a:p>
            <a:pPr algn="just"/>
            <a:r>
              <a:rPr lang="pt-BR" sz="7700" b="1" dirty="0"/>
              <a:t>VOSSOS SETE DONS.</a:t>
            </a:r>
          </a:p>
          <a:p>
            <a:pPr algn="just"/>
            <a:r>
              <a:rPr lang="pt-BR" sz="7700" b="1" dirty="0"/>
              <a:t>DAI, EM PRÊMIO AO FORTE,</a:t>
            </a:r>
          </a:p>
          <a:p>
            <a:pPr algn="just"/>
            <a:r>
              <a:rPr lang="pt-BR" sz="7700" b="1" dirty="0"/>
              <a:t>UMA SANTA MORTE,</a:t>
            </a:r>
          </a:p>
          <a:p>
            <a:pPr algn="just"/>
            <a:r>
              <a:rPr lang="pt-BR" sz="7700" b="1" dirty="0"/>
              <a:t>ALEGRIA ETERNA. AMÉM!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2993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 lnSpcReduction="2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VINDE, ESPÍRITO DIVINO E ENCHEI COM VOSSOS DONS</a:t>
            </a:r>
          </a:p>
          <a:p>
            <a:r>
              <a:rPr lang="pt-BR" sz="4400" dirty="0"/>
              <a:t>OS CORAÇÕES DOS FIÉIS;</a:t>
            </a:r>
          </a:p>
          <a:p>
            <a:r>
              <a:rPr lang="pt-BR" sz="4400" dirty="0"/>
              <a:t>ACENDEI NELES O AMOR COMO UM FOGO ABRASADOR!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VEM, SANTO ESPÍRITO, ILUMINA O CORAÇÃO, COM TUA LUZ GLORIOSA, VEM SANTO ESPIRITO</a:t>
            </a:r>
          </a:p>
        </p:txBody>
      </p:sp>
    </p:spTree>
    <p:extLst>
      <p:ext uri="{BB962C8B-B14F-4D97-AF65-F5344CB8AC3E}">
        <p14:creationId xmlns:p14="http://schemas.microsoft.com/office/powerpoint/2010/main" val="2591644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ÉS INTERCESSOR, DOM DE DEUS ALTÍSSIMO, O FOGO, A LUZ, O</a:t>
            </a:r>
          </a:p>
          <a:p>
            <a:pPr algn="l"/>
            <a:r>
              <a:rPr lang="pt-BR" sz="6000" dirty="0"/>
              <a:t>AMOR, VEM, SANTO ESPÍRITO! </a:t>
            </a:r>
          </a:p>
        </p:txBody>
      </p:sp>
    </p:spTree>
    <p:extLst>
      <p:ext uri="{BB962C8B-B14F-4D97-AF65-F5344CB8AC3E}">
        <p14:creationId xmlns:p14="http://schemas.microsoft.com/office/powerpoint/2010/main" val="3703088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VEM, GENEROSO ESPÍRITO, VEM A NÓS, MÃE DOS POBRES! VEM,</a:t>
            </a:r>
          </a:p>
          <a:p>
            <a:pPr algn="l"/>
            <a:r>
              <a:rPr lang="pt-BR" sz="6000" dirty="0"/>
              <a:t>LUZ DOS CORAÇÕES! VEM, SANTO ESPÍRITO! </a:t>
            </a:r>
          </a:p>
        </p:txBody>
      </p:sp>
    </p:spTree>
    <p:extLst>
      <p:ext uri="{BB962C8B-B14F-4D97-AF65-F5344CB8AC3E}">
        <p14:creationId xmlns:p14="http://schemas.microsoft.com/office/powerpoint/2010/main" val="3031784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65873" cy="520931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LUZ BENFAZEJA, A NÓS QUE SOMOS FIÉIS A TI, PENETRA O CORAÇÃO!</a:t>
            </a:r>
          </a:p>
          <a:p>
            <a:pPr algn="l"/>
            <a:r>
              <a:rPr lang="pt-BR" sz="6000" dirty="0"/>
              <a:t>VEM, SANTO ESPÍRITO! </a:t>
            </a:r>
          </a:p>
        </p:txBody>
      </p:sp>
    </p:spTree>
    <p:extLst>
      <p:ext uri="{BB962C8B-B14F-4D97-AF65-F5344CB8AC3E}">
        <p14:creationId xmlns:p14="http://schemas.microsoft.com/office/powerpoint/2010/main" val="1820343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65873" cy="5209310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SEM TUA PRESENÇA, NADA HÁ NO HOMEM, NADA QUE SEJA PURO.</a:t>
            </a:r>
          </a:p>
          <a:p>
            <a:pPr algn="l"/>
            <a:r>
              <a:rPr lang="pt-BR" sz="6000" dirty="0"/>
              <a:t>VEM, SANTO ESPÍRITO! </a:t>
            </a:r>
          </a:p>
        </p:txBody>
      </p:sp>
    </p:spTree>
    <p:extLst>
      <p:ext uri="{BB962C8B-B14F-4D97-AF65-F5344CB8AC3E}">
        <p14:creationId xmlns:p14="http://schemas.microsoft.com/office/powerpoint/2010/main" val="884649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65873" cy="520931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dirty="0"/>
              <a:t>VEM, SANTO ESPÍRITO (BIS)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NÓS TE GLORIFICAMOS E TE LOUVAMOS,  NOS DESTE A NOBREZA DO</a:t>
            </a:r>
          </a:p>
          <a:p>
            <a:pPr algn="l"/>
            <a:r>
              <a:rPr lang="pt-BR" sz="6000" dirty="0"/>
              <a:t>PENSAR, DO QUERER. POR TI NÓS FOMOS VIVIFICADOS.  VEM, SANTO</a:t>
            </a:r>
          </a:p>
          <a:p>
            <a:pPr algn="l"/>
            <a:r>
              <a:rPr lang="pt-BR" sz="6000" dirty="0"/>
              <a:t>ESPÍRITO!</a:t>
            </a:r>
          </a:p>
        </p:txBody>
      </p:sp>
    </p:spTree>
    <p:extLst>
      <p:ext uri="{BB962C8B-B14F-4D97-AF65-F5344CB8AC3E}">
        <p14:creationId xmlns:p14="http://schemas.microsoft.com/office/powerpoint/2010/main" val="933928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617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VEM ESPÍRITO SANTO DE DEUS</a:t>
            </a:r>
          </a:p>
          <a:p>
            <a:pPr algn="l"/>
            <a:r>
              <a:rPr lang="pt-BR" sz="6000" dirty="0"/>
              <a:t>E ENVIA DO CÉUS SOBRE NÓS TUA LUZ</a:t>
            </a:r>
          </a:p>
        </p:txBody>
      </p:sp>
    </p:spTree>
    <p:extLst>
      <p:ext uri="{BB962C8B-B14F-4D97-AF65-F5344CB8AC3E}">
        <p14:creationId xmlns:p14="http://schemas.microsoft.com/office/powerpoint/2010/main" val="1818403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VEM, ÓH PAI DOS POBRES, DOADOR DE TODOS DONS</a:t>
            </a:r>
          </a:p>
          <a:p>
            <a:pPr algn="l"/>
            <a:r>
              <a:rPr lang="pt-BR" sz="6000" dirty="0"/>
              <a:t>LUZ DOS CORAÇÕES</a:t>
            </a:r>
          </a:p>
          <a:p>
            <a:pPr algn="l"/>
            <a:r>
              <a:rPr lang="pt-BR" sz="6000" dirty="0"/>
              <a:t>HÓSPEDE DA ALMA, PERFEITO CONSOLO</a:t>
            </a:r>
          </a:p>
          <a:p>
            <a:pPr algn="l"/>
            <a:r>
              <a:rPr lang="pt-BR" sz="6000" dirty="0"/>
              <a:t>DOCE ALÍVIO, VEM SOBRE NÓS</a:t>
            </a:r>
          </a:p>
        </p:txBody>
      </p:sp>
    </p:spTree>
    <p:extLst>
      <p:ext uri="{BB962C8B-B14F-4D97-AF65-F5344CB8AC3E}">
        <p14:creationId xmlns:p14="http://schemas.microsoft.com/office/powerpoint/2010/main" val="221564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SEM A TUA FORÇA, NADA PODE O HOMEM</a:t>
            </a:r>
          </a:p>
          <a:p>
            <a:pPr algn="l"/>
            <a:r>
              <a:rPr lang="pt-BR" sz="6000" dirty="0"/>
              <a:t>LUZ BENDITA, ENCHE O NOSSO CORAÇÃO</a:t>
            </a:r>
          </a:p>
          <a:p>
            <a:pPr algn="l"/>
            <a:r>
              <a:rPr lang="pt-BR" sz="6000" dirty="0"/>
              <a:t>NA AFLIÇÃO CONFORTO.</a:t>
            </a:r>
          </a:p>
          <a:p>
            <a:pPr algn="l"/>
            <a:r>
              <a:rPr lang="pt-BR" sz="6000" dirty="0"/>
              <a:t>NA FADIGA REPOUSO</a:t>
            </a:r>
          </a:p>
          <a:p>
            <a:pPr algn="l"/>
            <a:r>
              <a:rPr lang="pt-BR" sz="6000" dirty="0"/>
              <a:t>SANTO ESPÍRITO VEM SOBRE NÓS</a:t>
            </a:r>
          </a:p>
        </p:txBody>
      </p:sp>
    </p:spTree>
    <p:extLst>
      <p:ext uri="{BB962C8B-B14F-4D97-AF65-F5344CB8AC3E}">
        <p14:creationId xmlns:p14="http://schemas.microsoft.com/office/powerpoint/2010/main" val="2381822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ESPÍRITO SANTO DE DEUS</a:t>
            </a:r>
          </a:p>
          <a:p>
            <a:pPr algn="l"/>
            <a:r>
              <a:rPr lang="pt-BR" sz="6000" b="1" dirty="0"/>
              <a:t>VEM SOBRE NÓS (BIS)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LAVA O QUE É SUJO, CURA O QUE É DOENTE; NO ESCURO VEM NOS GUIAR</a:t>
            </a:r>
          </a:p>
          <a:p>
            <a:pPr algn="l"/>
            <a:r>
              <a:rPr lang="pt-BR" sz="6000" dirty="0"/>
              <a:t>DOBRA O QUE É DURO, AQUECE NO FRIO, NA ARIDEZ VEM NOS REGAR</a:t>
            </a:r>
          </a:p>
          <a:p>
            <a:pPr algn="l"/>
            <a:r>
              <a:rPr lang="pt-BR" sz="6000" dirty="0"/>
              <a:t>DÁ A TUA IGREJA OS TEUS SETE DONS, DA ALEGRIA ETERNA PARTICIPAR</a:t>
            </a:r>
          </a:p>
          <a:p>
            <a:pPr algn="l"/>
            <a:r>
              <a:rPr lang="pt-BR" sz="6000" dirty="0"/>
              <a:t>AMÉM, AMÉM</a:t>
            </a:r>
          </a:p>
        </p:txBody>
      </p:sp>
    </p:spTree>
    <p:extLst>
      <p:ext uri="{BB962C8B-B14F-4D97-AF65-F5344CB8AC3E}">
        <p14:creationId xmlns:p14="http://schemas.microsoft.com/office/powerpoint/2010/main" val="1453604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431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40C5-C016-0C73-406D-A5E702BD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EB752-1984-18B5-F38C-AA21AF9B1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B8A6E9-0EB0-DBD6-13B0-F2980DA01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VEM, ESPÍRITO DE DEUS; VEM ESPÍRITO SANTO</a:t>
            </a:r>
          </a:p>
          <a:p>
            <a:pPr algn="just"/>
            <a:r>
              <a:rPr lang="pt-BR" sz="4000" b="1" dirty="0"/>
              <a:t>MANDA TEU FOGO, DÁ-NOS TEU PODER! (BIS)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dirty="0"/>
              <a:t>VEM, ESPÍRITO SANTO, ÉS A LUZ INFINITA</a:t>
            </a:r>
          </a:p>
          <a:p>
            <a:pPr algn="just"/>
            <a:r>
              <a:rPr lang="pt-BR" sz="4000" dirty="0"/>
              <a:t>TUA GLÓRIA SUBLIME NOS ENVIA DO CÉU 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FONTE DE ÁGUA VIVA, ÉS A ETERNA ESPERANÇA</a:t>
            </a:r>
          </a:p>
          <a:p>
            <a:pPr algn="just"/>
            <a:r>
              <a:rPr lang="pt-BR" sz="4000" dirty="0"/>
              <a:t>NOSSAS VIDAS TE DAMOS, VEM NOS ACALENTAR</a:t>
            </a:r>
          </a:p>
          <a:p>
            <a:pPr algn="just"/>
            <a:endParaRPr lang="pt-BR" sz="3600" b="1" dirty="0"/>
          </a:p>
          <a:p>
            <a:pPr algn="just"/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9099322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E1BF-549A-E0F7-A2B0-79FE8D43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7DBD5-428D-116F-2438-A3540A7EA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3572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14E98C-D420-DE02-96FE-5DE06D862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VEM, ESPÍRITO DE DEUS; VEM ESPÍRITO SANTO</a:t>
            </a:r>
          </a:p>
          <a:p>
            <a:pPr algn="just"/>
            <a:r>
              <a:rPr lang="pt-BR" sz="4000" b="1" dirty="0"/>
              <a:t>MANDA TEU FOGO, DÁ-NOS TEU PODER! (BIS)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dirty="0"/>
              <a:t>TESTEMUNHA FIEL, ÉS A NOSSA VERDADE</a:t>
            </a:r>
          </a:p>
          <a:p>
            <a:pPr algn="just"/>
            <a:r>
              <a:rPr lang="pt-BR" sz="4000" dirty="0"/>
              <a:t>JUNTOS PROCLAMAREMOS: CRISTO RESSUSCITOU!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FONTE DE ÁGUA VIVA, ÉS A ETERNA ESPERANÇA</a:t>
            </a:r>
          </a:p>
          <a:p>
            <a:pPr algn="just"/>
            <a:r>
              <a:rPr lang="pt-BR" sz="4000" dirty="0"/>
              <a:t>NOSSAS VIDAS TE DAMOS, VEM NOS ACALENTAR</a:t>
            </a:r>
          </a:p>
          <a:p>
            <a:pPr algn="just"/>
            <a:endParaRPr lang="pt-BR" sz="3600" b="1" dirty="0"/>
          </a:p>
          <a:p>
            <a:pPr algn="just"/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204881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685A-9866-4D8B-2482-6A2FEC20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3C7DA6-E4A1-E267-CD24-FA71CFCEE1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739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316157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SENHOR VEM DAR-NOS SABEDORIA</a:t>
            </a:r>
          </a:p>
          <a:p>
            <a:pPr algn="just"/>
            <a:r>
              <a:rPr lang="pt-BR" sz="14800" dirty="0"/>
              <a:t>QUE FAZ TER TUDO COMO DEUS QUIS</a:t>
            </a:r>
          </a:p>
          <a:p>
            <a:pPr algn="just"/>
            <a:r>
              <a:rPr lang="pt-BR" sz="14800" dirty="0"/>
              <a:t>E ASSIM FAREMOS DA EUCARISTIA</a:t>
            </a:r>
          </a:p>
          <a:p>
            <a:pPr algn="just"/>
            <a:r>
              <a:rPr lang="pt-BR" sz="14800" dirty="0"/>
              <a:t>O GRANDE MEIO DE SER FELIZ.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8441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1078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DÁ-NOS, SENHOR, O ENTENDIMENTO</a:t>
            </a:r>
          </a:p>
          <a:p>
            <a:pPr algn="just"/>
            <a:r>
              <a:rPr lang="pt-BR" sz="14800" dirty="0"/>
              <a:t>QUE TUDO AJUDA A COMPREENDER</a:t>
            </a:r>
          </a:p>
          <a:p>
            <a:pPr algn="just"/>
            <a:r>
              <a:rPr lang="pt-BR" sz="14800" dirty="0"/>
              <a:t>PARA NÓS VERMOS COMO É ALIMENTO</a:t>
            </a:r>
          </a:p>
          <a:p>
            <a:pPr algn="just"/>
            <a:r>
              <a:rPr lang="pt-BR" sz="14800" dirty="0"/>
              <a:t>O PÃO E O VINHO QUE DEUS QUER SER.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756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71446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SENHOR, VEM DAR-NOS DIVINA CIÊNCIA</a:t>
            </a:r>
          </a:p>
          <a:p>
            <a:pPr algn="just"/>
            <a:r>
              <a:rPr lang="pt-BR" sz="14800" dirty="0"/>
              <a:t>QUE, COMO O ETERNO, FAZ VER SEM VÉUS</a:t>
            </a:r>
          </a:p>
          <a:p>
            <a:pPr algn="just"/>
            <a:r>
              <a:rPr lang="pt-BR" sz="14800" dirty="0"/>
              <a:t>TU VÊS POR FORA, DEUS VÊ A ESSÊNCIA</a:t>
            </a:r>
          </a:p>
          <a:p>
            <a:pPr algn="just"/>
            <a:r>
              <a:rPr lang="pt-BR" sz="14800" dirty="0"/>
              <a:t>PENSAS QUE É PÃO, MAS É NOSSO DEUS.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40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394838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DÁ-NOS, SENHOR, O TEU CONSELHO</a:t>
            </a:r>
          </a:p>
          <a:p>
            <a:pPr algn="just"/>
            <a:r>
              <a:rPr lang="pt-BR" sz="14800" dirty="0"/>
              <a:t>QUE NOS FAZ SÁBIOS PARA GUIAR</a:t>
            </a:r>
          </a:p>
          <a:p>
            <a:pPr algn="just"/>
            <a:r>
              <a:rPr lang="pt-BR" sz="14800" dirty="0"/>
              <a:t>HOMEM, MULHER, JOVEM E VELHO</a:t>
            </a:r>
          </a:p>
          <a:p>
            <a:pPr algn="just"/>
            <a:r>
              <a:rPr lang="pt-BR" sz="14800" dirty="0"/>
              <a:t>NÓS GUIAREMOS AO SANTO ALTAR.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1315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51137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dirty="0"/>
              <a:t>SENHOR, VEM DAR-NOS A FORTALEZA</a:t>
            </a:r>
          </a:p>
          <a:p>
            <a:pPr algn="just"/>
            <a:r>
              <a:rPr lang="pt-BR" sz="14800" dirty="0"/>
              <a:t>A SANTA FORÇA DO CORAÇÃO</a:t>
            </a:r>
          </a:p>
          <a:p>
            <a:pPr algn="just"/>
            <a:r>
              <a:rPr lang="pt-BR" sz="14800" dirty="0"/>
              <a:t>SÓ QUEM VENCER VAI SENTAR-SE À MESA</a:t>
            </a:r>
          </a:p>
          <a:p>
            <a:pPr algn="just"/>
            <a:r>
              <a:rPr lang="pt-BR" sz="14800" dirty="0"/>
              <a:t>PARA QUEM LUTA DEUS QUER O PÃO.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b="1" dirty="0"/>
              <a:t>DÁ-NOS, SENHOR, ESSES DONS, ESSA LUZ</a:t>
            </a:r>
          </a:p>
          <a:p>
            <a:pPr algn="just"/>
            <a:r>
              <a:rPr lang="pt-BR" sz="144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88692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256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DÁ-NOS, SENHOR, FILIAL PIEDADE</a:t>
            </a:r>
          </a:p>
          <a:p>
            <a:pPr algn="just"/>
            <a:r>
              <a:rPr lang="pt-BR" sz="19200" dirty="0"/>
              <a:t>A DOCE FORMA DE AMAR ENFIM</a:t>
            </a:r>
          </a:p>
          <a:p>
            <a:pPr algn="just"/>
            <a:r>
              <a:rPr lang="pt-BR" sz="19200" dirty="0"/>
              <a:t>PARA QUE AMEMOS QUEM, NA VERDADE</a:t>
            </a:r>
          </a:p>
          <a:p>
            <a:pPr algn="just"/>
            <a:r>
              <a:rPr lang="pt-BR" sz="19200" dirty="0"/>
              <a:t>AQUI AMOU-NOS ATÉ O FIM.</a:t>
            </a:r>
          </a:p>
          <a:p>
            <a:pPr algn="just"/>
            <a:endParaRPr lang="pt-BR" sz="17600" b="1" dirty="0"/>
          </a:p>
          <a:p>
            <a:pPr algn="just"/>
            <a:r>
              <a:rPr lang="pt-BR" sz="17600" b="1" dirty="0"/>
              <a:t>DÁ-NOS, SENHOR, ESSES DONS, ESSA LUZ</a:t>
            </a:r>
          </a:p>
          <a:p>
            <a:pPr algn="just"/>
            <a:r>
              <a:rPr lang="pt-BR" sz="176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4944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6294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6600" dirty="0"/>
              <a:t>DÁ-NOS, ENFIM, TEMOR SUBLIME</a:t>
            </a:r>
          </a:p>
          <a:p>
            <a:pPr algn="just"/>
            <a:r>
              <a:rPr lang="pt-BR" sz="16600" dirty="0"/>
              <a:t>DE NÃO AMA-LOS COMO CONVÉM</a:t>
            </a:r>
          </a:p>
          <a:p>
            <a:pPr algn="just"/>
            <a:r>
              <a:rPr lang="pt-BR" sz="16600" dirty="0"/>
              <a:t>O CRISTO-HÓSTIA, QUE NOS REDIME</a:t>
            </a:r>
          </a:p>
          <a:p>
            <a:pPr algn="just"/>
            <a:r>
              <a:rPr lang="pt-BR" sz="16600" dirty="0"/>
              <a:t>O PAI CELESTE, QUE NOS QUER BEM.</a:t>
            </a:r>
          </a:p>
          <a:p>
            <a:pPr algn="just"/>
            <a:endParaRPr lang="pt-BR" sz="14800" b="1" dirty="0"/>
          </a:p>
          <a:p>
            <a:pPr algn="just"/>
            <a:r>
              <a:rPr lang="pt-BR" sz="14800" b="1" dirty="0"/>
              <a:t>DÁ-NOS, SENHOR, ESSES DONS, ESSA LUZ</a:t>
            </a:r>
          </a:p>
          <a:p>
            <a:pPr algn="just"/>
            <a:r>
              <a:rPr lang="pt-BR" sz="14800" b="1" dirty="0"/>
              <a:t>E NÓS VEREMOS QUE PÃO É JESUS!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7399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1. ESPÍRITO CRIADOR!</a:t>
            </a:r>
          </a:p>
          <a:p>
            <a:pPr algn="l"/>
            <a:r>
              <a:rPr lang="pt-BR" sz="7300" dirty="0"/>
              <a:t>COM O PAI FAZEIS FECUNDO</a:t>
            </a:r>
          </a:p>
          <a:p>
            <a:pPr algn="l"/>
            <a:r>
              <a:rPr lang="pt-BR" sz="7300" dirty="0"/>
              <a:t>O SOLO IMENSO DO MUNDO</a:t>
            </a:r>
          </a:p>
          <a:p>
            <a:pPr algn="l"/>
            <a:r>
              <a:rPr lang="pt-BR" sz="7300" dirty="0"/>
              <a:t>PRA NOS DAR TRIGO E FLOR.</a:t>
            </a:r>
          </a:p>
          <a:p>
            <a:pPr algn="l"/>
            <a:r>
              <a:rPr lang="pt-BR" sz="7300" dirty="0"/>
              <a:t>BENDITO SOIS NOITE E DIA</a:t>
            </a:r>
          </a:p>
          <a:p>
            <a:pPr algn="l"/>
            <a:r>
              <a:rPr lang="pt-BR" sz="7300" dirty="0"/>
              <a:t>POR TÃO GRANDE DOAÇÃO</a:t>
            </a:r>
          </a:p>
          <a:p>
            <a:pPr algn="l"/>
            <a:r>
              <a:rPr lang="pt-BR" sz="7300" dirty="0"/>
              <a:t>FONTE SEM FIM DE ALEGRIA</a:t>
            </a:r>
          </a:p>
          <a:p>
            <a:pPr algn="l"/>
            <a:r>
              <a:rPr lang="pt-BR" sz="7300" dirty="0"/>
              <a:t>SÃO MATÉRIAS PRO NOSSO PÃO.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7043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2. ESPÍRITO CRIADOR!</a:t>
            </a:r>
          </a:p>
          <a:p>
            <a:pPr algn="l"/>
            <a:r>
              <a:rPr lang="pt-BR" sz="7300" dirty="0"/>
              <a:t>FOI DOM DE VOSSA BONDADE</a:t>
            </a:r>
          </a:p>
          <a:p>
            <a:pPr algn="l"/>
            <a:r>
              <a:rPr lang="pt-BR" sz="7300" dirty="0"/>
              <a:t>ENCHER-NOS DE HABILIDADE,</a:t>
            </a:r>
          </a:p>
          <a:p>
            <a:pPr algn="l"/>
            <a:r>
              <a:rPr lang="pt-BR" sz="7300" dirty="0"/>
              <a:t>PRO TRABALHO SENHOR.</a:t>
            </a:r>
          </a:p>
          <a:p>
            <a:pPr algn="l"/>
            <a:r>
              <a:rPr lang="pt-BR" sz="7300" dirty="0"/>
              <a:t>COM O PAI VÓS SOIS BENDITO,</a:t>
            </a:r>
          </a:p>
          <a:p>
            <a:pPr algn="l"/>
            <a:r>
              <a:rPr lang="pt-BR" sz="7300" dirty="0"/>
              <a:t>PORQUE DAIS À NOSSA MÃO</a:t>
            </a:r>
          </a:p>
          <a:p>
            <a:pPr algn="l"/>
            <a:r>
              <a:rPr lang="pt-BR" sz="7300" dirty="0"/>
              <a:t>COM PODER QUE É QUASE INFINITO,</a:t>
            </a:r>
          </a:p>
          <a:p>
            <a:pPr algn="l"/>
            <a:r>
              <a:rPr lang="pt-BR" sz="7300" dirty="0"/>
              <a:t>CONTINUAR A CRIAÇÃO.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MOMENTO DA UNÇÃO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3. ESPÍRITO CRIADOR!</a:t>
            </a:r>
          </a:p>
          <a:p>
            <a:pPr algn="l"/>
            <a:r>
              <a:rPr lang="pt-BR" sz="7300" dirty="0"/>
              <a:t>BENDITO SEMPRE SEJAIS!</a:t>
            </a:r>
          </a:p>
          <a:p>
            <a:pPr algn="l"/>
            <a:r>
              <a:rPr lang="pt-BR" sz="7300" dirty="0"/>
              <a:t>POR TUDO ISSO, E BEM MAIS,</a:t>
            </a:r>
          </a:p>
          <a:p>
            <a:pPr algn="l"/>
            <a:r>
              <a:rPr lang="pt-BR" sz="7300" dirty="0"/>
              <a:t>PELO IMENSO DOM DO AMOR.</a:t>
            </a:r>
          </a:p>
          <a:p>
            <a:pPr algn="l"/>
            <a:r>
              <a:rPr lang="pt-BR" sz="7300" dirty="0"/>
              <a:t>PELA FORÇA NO TERRENO,</a:t>
            </a:r>
          </a:p>
          <a:p>
            <a:pPr algn="l"/>
            <a:r>
              <a:rPr lang="pt-BR" sz="7300" dirty="0"/>
              <a:t>PELO DOM DE FAZER PÃO,</a:t>
            </a:r>
          </a:p>
          <a:p>
            <a:pPr algn="l"/>
            <a:r>
              <a:rPr lang="pt-BR" sz="7300" dirty="0"/>
              <a:t>POR ESSE IMPULSO SERENO</a:t>
            </a:r>
          </a:p>
          <a:p>
            <a:pPr algn="l"/>
            <a:r>
              <a:rPr lang="pt-BR" sz="7300" dirty="0"/>
              <a:t>PRA NOS PÔR EM COMUNHÃO.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8290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285CF-E78F-8F57-2564-A3DD43C5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4B0FAFE-FCC7-1BF4-D41A-22D8124AB1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276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0AFB-3550-A870-8BE9-4CF4F34A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974FB-431A-6093-0EFE-BF95315BA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831A71-53A5-9301-7880-CF707B872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– 2 EIS QUE DEUS SE PÕE DE PÉ E OS INIMIGOS SE DISPERSAM, *</a:t>
            </a:r>
          </a:p>
          <a:p>
            <a:pPr algn="l"/>
            <a:r>
              <a:rPr lang="pt-BR" sz="7300" dirty="0"/>
              <a:t>    FOGEM LONGE DE SUA FACE OS QUE ODEIAM O SENHOR.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794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4822-8B2D-304C-57B4-CE16B6A9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C110A-05D3-816A-274D-3AB77B48D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5F5A3-6A71-4741-21F3-32FEF163D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ELE ESMAGA A CABEÇA DOS QUE SÃO SEUS INIMIGOS, *</a:t>
            </a:r>
          </a:p>
          <a:p>
            <a:pPr algn="l"/>
            <a:r>
              <a:rPr lang="pt-BR" sz="7300" dirty="0"/>
              <a:t>E OS CRÂNIOS CONTUMAZES DOS QUE VIVEM NO PECADO. R.</a:t>
            </a:r>
          </a:p>
        </p:txBody>
      </p:sp>
    </p:spTree>
    <p:extLst>
      <p:ext uri="{BB962C8B-B14F-4D97-AF65-F5344CB8AC3E}">
        <p14:creationId xmlns:p14="http://schemas.microsoft.com/office/powerpoint/2010/main" val="1963877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3997-841E-D161-6112-A2006320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FEC24-440F-F4EE-A893-917302C2D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80CD7-F5EA-2C37-A18F-BFB1C9528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CONTEMPLAMOS, Ó SENHOR, VOSSO CORTEJO QUE DESFILA, *</a:t>
            </a:r>
          </a:p>
          <a:p>
            <a:pPr algn="l"/>
            <a:r>
              <a:rPr lang="pt-BR" sz="7300" dirty="0"/>
              <a:t>É A ENTRADA DO MEU DEUS, DO MEU REI NO SANTUÁRIO.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07652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C733-14A8-98FC-7E04-58A3E63D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AB9DF-D932-6C2D-1B57-FF0118BD2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413" y="407719"/>
            <a:ext cx="47351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92C925-7C6A-78B8-E438-8B6BD2599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413" y="1197428"/>
            <a:ext cx="11465936" cy="58674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CONFIRMAI EM NÓS, Ó DEUS, O QUE EM NÓS REALIZASTES</a:t>
            </a:r>
          </a:p>
          <a:p>
            <a:pPr algn="l"/>
            <a:r>
              <a:rPr lang="pt-BR" sz="7300" b="1" dirty="0"/>
              <a:t>A PARTIR DE VOSSO TEMPLO QUE ESTÁ EM JERUSALÉM, ALELUIA, ALELUIA.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EM SEU TEMPLO ELE É ADMIRÁVEL E A SEU POVO DÁ PODER. *</a:t>
            </a:r>
          </a:p>
          <a:p>
            <a:pPr algn="l"/>
            <a:r>
              <a:rPr lang="pt-BR" sz="7300" dirty="0"/>
              <a:t>BENDITO SEJA O SENHOR DEUS, AGORA E SEMPRE. AMÉM, AMÉM. 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21728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A TERRA PROCLAMAM,</a:t>
            </a:r>
          </a:p>
          <a:p>
            <a:pPr algn="just"/>
            <a:r>
              <a:rPr lang="pt-BR" sz="7300" dirty="0"/>
              <a:t>VOSSA GLÓRIA!</a:t>
            </a:r>
          </a:p>
          <a:p>
            <a:pPr algn="just"/>
            <a:r>
              <a:rPr lang="pt-BR" sz="7300" b="1" dirty="0"/>
              <a:t>HOSANA NAS ALTURAS! 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endParaRPr lang="pt-BR" sz="7300" dirty="0"/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(BIS)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B1BC-8778-FD5C-DDDC-EEF5D3DC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CA2EC-AF3B-1961-FC26-CD3757C00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68891C-5AC8-82AB-A947-70783657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1. EIS QUE DEUS SE PÕE DE PÉ, E OS INIMIGOS SE DISPERSAM!</a:t>
            </a:r>
          </a:p>
          <a:p>
            <a:pPr algn="just"/>
            <a:r>
              <a:rPr lang="pt-BR" sz="4800" dirty="0"/>
              <a:t>FOGEM LONGE DE SUA FACE OS QUE ODEIAM O SENHOR.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0788577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499D-8C09-7FA2-0526-412CAA59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24ED3-626B-12A1-194A-46F3E91C8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A82B54-3CED-DD29-1DD9-9F99F8D4E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MAS OS JUSTOS SE ALEGRAM NA PRESENÇA DO SENHOR,</a:t>
            </a:r>
          </a:p>
          <a:p>
            <a:pPr algn="just"/>
            <a:r>
              <a:rPr lang="pt-BR" sz="4800" dirty="0"/>
              <a:t>REJUBILAM SATISFEITOS E EXULTAM DE ALEGRIA.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1740449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33A8-2552-2CE3-DDAF-C7424418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91E1B-814A-6137-5482-5BDCCF100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25B641-3330-82F2-88ED-52B49DD2A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DOS ÓRFÃO ELE É PAI, E DAS VIÚVAS PROTETOR;</a:t>
            </a:r>
          </a:p>
          <a:p>
            <a:pPr algn="just"/>
            <a:r>
              <a:rPr lang="pt-BR" sz="4800" dirty="0"/>
              <a:t>É ASSIM O NOSSO DEUS EM SUA SANTA HABITAÇÃO.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17479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0AD0-9CD5-7333-D134-6224DF27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B2E2D-CCA3-92DA-27DA-7A625BE27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B26EE5-A7ED-7C71-D54D-9B82AAA50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QUANDO SAÍSTES COM O POVO, CAMINHANDO À SUA FRENTE</a:t>
            </a:r>
          </a:p>
          <a:p>
            <a:pPr algn="just"/>
            <a:r>
              <a:rPr lang="pt-BR" sz="4800" dirty="0"/>
              <a:t>E ATRAVESSANDO O DESERTO, A TERRA TODA ESTREMECEU.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3138724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1679-E7CE-65E1-3278-6C768111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F4B5B-BDD5-F4A4-BE03-B4E49817B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F7F4DC-5E4A-CB74-0A0E-5D553459B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ORVALHOU O PRÓPRIO CÉU ANTE A FACE DO SENHOR,</a:t>
            </a:r>
          </a:p>
          <a:p>
            <a:pPr algn="just"/>
            <a:r>
              <a:rPr lang="pt-BR" sz="4800" dirty="0"/>
              <a:t>E O SINAI TAMBÉM TREMEU PERANTE O DEUS DE ISRAEL.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9631413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CB1C-1F3C-1A95-9CE2-66143AB9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0551B-CFCF-F98B-40EB-6B781D87D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F32CAE-9A92-1CBB-2054-8A9B4D0C8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BENDITO SEJA DEUS, BENDITO SEJA CADA DIA,</a:t>
            </a:r>
          </a:p>
          <a:p>
            <a:pPr algn="just"/>
            <a:r>
              <a:rPr lang="pt-BR" sz="4800" dirty="0"/>
              <a:t>O DEUS DA NOSSA SALVAÇÃO, QUE CARREGA OS NOSSOS FARDOS.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6991944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8B9DE-677C-B131-E36F-67E56ABF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E161E-270F-5334-741D-87BD842FD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00EB3A-190A-399B-7A83-18AA28135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NOSSO DEUS É UM DEUS QUE SALVA, É UM DEUS LIBERTADOR;</a:t>
            </a:r>
          </a:p>
          <a:p>
            <a:pPr algn="just"/>
            <a:r>
              <a:rPr lang="pt-BR" sz="4800" dirty="0"/>
              <a:t>O SENHOR, SÓ O SENHOR, NOS PODERÁ LIVRAR DA MORTE.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5810368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E118-2C75-D636-4E8D-159E15A9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1990E-8309-C5CA-96B2-C6ADE4452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047F8C-6539-9E0A-3E13-CB1FFE3D1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SUSCITAI, Ó SENHOR DEUS, SUSCITAI VOSSO PODER,</a:t>
            </a:r>
          </a:p>
          <a:p>
            <a:pPr algn="just"/>
            <a:r>
              <a:rPr lang="pt-BR" sz="4800" dirty="0"/>
              <a:t>CONFIRMAI ESTE PODER QUE POR NÓS MANIFESTASTES.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8994097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994DA-3BBC-CE1D-E77B-76E65A69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E69F4-368F-14A7-1A51-3AA394744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545" y="30479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076462-3FBD-5060-E187-9C07092D7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45" y="1031358"/>
            <a:ext cx="10927692" cy="55218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600" b="1" dirty="0"/>
              <a:t>TODOS FICARAM CHEIOS DO ESPÍRITO SANTO E PROCLAMAVAM AS MARAVILHAS DE DEUS, ALELUIA, ALELUIA!</a:t>
            </a:r>
          </a:p>
          <a:p>
            <a:pPr algn="just"/>
            <a:endParaRPr lang="pt-BR" sz="4400" dirty="0"/>
          </a:p>
          <a:p>
            <a:pPr algn="just"/>
            <a:r>
              <a:rPr lang="pt-BR" sz="4800" dirty="0"/>
              <a:t>EM SEU TEMPLO É ADMIRÁVEL E A SEU POVO DÁ PODER.</a:t>
            </a:r>
          </a:p>
          <a:p>
            <a:pPr algn="just"/>
            <a:r>
              <a:rPr lang="pt-BR" sz="4800" dirty="0"/>
              <a:t>BENDITO SEJA O SENHOR DEUS, AGORA E SEMPRE. AMÉM, AMÉM!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6410293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6600" b="1" dirty="0"/>
              <a:t>Ó VINDE ESPÍRITO CRIADOR,</a:t>
            </a:r>
          </a:p>
          <a:p>
            <a:pPr algn="just"/>
            <a:r>
              <a:rPr lang="pt-BR" sz="16600" b="1" dirty="0"/>
              <a:t>A NOSSA ALMA VISITAI</a:t>
            </a:r>
          </a:p>
          <a:p>
            <a:pPr algn="just"/>
            <a:r>
              <a:rPr lang="pt-BR" sz="16600" b="1" dirty="0"/>
              <a:t>E ENCHEI OS CORAÇÕES</a:t>
            </a:r>
          </a:p>
          <a:p>
            <a:pPr algn="just"/>
            <a:r>
              <a:rPr lang="pt-BR" sz="16600" b="1" dirty="0"/>
              <a:t>COM VOSSOS DONS CELESTIAIS.</a:t>
            </a:r>
          </a:p>
          <a:p>
            <a:pPr algn="just"/>
            <a:endParaRPr lang="pt-BR" sz="16600" b="1" dirty="0"/>
          </a:p>
          <a:p>
            <a:pPr algn="just"/>
            <a:r>
              <a:rPr lang="pt-BR" sz="16600" b="1" dirty="0"/>
              <a:t>VÓS SOIS CHAMADO O INTERCESSOR, </a:t>
            </a:r>
          </a:p>
          <a:p>
            <a:pPr algn="just"/>
            <a:r>
              <a:rPr lang="pt-BR" sz="16600" b="1" dirty="0"/>
              <a:t>DE DEUS EXCELSO DOM SEM PAR,</a:t>
            </a:r>
          </a:p>
          <a:p>
            <a:pPr algn="just"/>
            <a:r>
              <a:rPr lang="pt-BR" sz="16600" b="1" dirty="0"/>
              <a:t>A FONTE VIVA, O FOGO, O AMOR,</a:t>
            </a:r>
          </a:p>
          <a:p>
            <a:pPr algn="just"/>
            <a:r>
              <a:rPr lang="pt-BR" sz="16600" b="1" dirty="0"/>
              <a:t>A UNÇÃO DIVINA E SALUTAR.</a:t>
            </a:r>
          </a:p>
          <a:p>
            <a:pPr algn="just"/>
            <a:endParaRPr lang="pt-BR" sz="16600" b="1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C429-0368-E0AE-21FA-9ABBA97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50ACE-6726-43FD-4F1B-B73BDFDA1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4FBB58-512A-3F69-5F92-0499B7B4C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6600" b="1" dirty="0"/>
              <a:t>SOIS O DOADOR DOS SETE DONS</a:t>
            </a:r>
          </a:p>
          <a:p>
            <a:pPr algn="just"/>
            <a:r>
              <a:rPr lang="pt-BR" sz="16600" b="1" dirty="0"/>
              <a:t>E SOIS PODER NA MÃO DO PAI,</a:t>
            </a:r>
          </a:p>
          <a:p>
            <a:pPr algn="just"/>
            <a:r>
              <a:rPr lang="pt-BR" sz="16600" b="1" dirty="0"/>
              <a:t>POR ELE PROMETIDO A NÓS,</a:t>
            </a:r>
          </a:p>
          <a:p>
            <a:pPr algn="just"/>
            <a:r>
              <a:rPr lang="pt-BR" sz="16600" b="1" dirty="0"/>
              <a:t>POR NÓS SEUS FEITOS PROCLAMAI.</a:t>
            </a:r>
          </a:p>
          <a:p>
            <a:pPr algn="just"/>
            <a:endParaRPr lang="pt-BR" sz="16600" b="1" dirty="0"/>
          </a:p>
          <a:p>
            <a:pPr algn="just"/>
            <a:r>
              <a:rPr lang="pt-BR" sz="16600" b="1" dirty="0"/>
              <a:t>A NOSSA MENTE ILUMINAI,</a:t>
            </a:r>
          </a:p>
          <a:p>
            <a:pPr algn="just"/>
            <a:r>
              <a:rPr lang="pt-BR" sz="16600" b="1" dirty="0"/>
              <a:t>OS CORAÇÕES ENCHEI DE AMOR,</a:t>
            </a:r>
          </a:p>
          <a:p>
            <a:pPr algn="just"/>
            <a:r>
              <a:rPr lang="pt-BR" sz="16600" b="1" dirty="0"/>
              <a:t>NOSSA FRAQUEZA ENCORAJAI,</a:t>
            </a:r>
          </a:p>
          <a:p>
            <a:pPr algn="just"/>
            <a:r>
              <a:rPr lang="pt-BR" sz="16600" b="1" dirty="0"/>
              <a:t>QUAL FORÇA ETERNA E PROTETOR.</a:t>
            </a:r>
          </a:p>
          <a:p>
            <a:pPr algn="just"/>
            <a:endParaRPr lang="pt-BR" sz="16600" b="1" dirty="0"/>
          </a:p>
        </p:txBody>
      </p:sp>
    </p:spTree>
    <p:extLst>
      <p:ext uri="{BB962C8B-B14F-4D97-AF65-F5344CB8AC3E}">
        <p14:creationId xmlns:p14="http://schemas.microsoft.com/office/powerpoint/2010/main" val="37190288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1D5E-C55F-3B53-A357-BE07C6E6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31B20-DB9E-E447-F19B-8D2164FCB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108B3D-E0D4-B200-ACB1-68744F807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53404"/>
            <a:ext cx="10938164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6600" b="1" dirty="0"/>
              <a:t>NOSSO INIMIGO REPELI</a:t>
            </a:r>
          </a:p>
          <a:p>
            <a:pPr algn="just"/>
            <a:r>
              <a:rPr lang="pt-BR" sz="16600" b="1" dirty="0"/>
              <a:t>E CONCEDEI-NOS VOSSA PAZ;</a:t>
            </a:r>
          </a:p>
          <a:p>
            <a:pPr algn="just"/>
            <a:r>
              <a:rPr lang="pt-BR" sz="16600" b="1" dirty="0"/>
              <a:t>SE PELA GRAÇA NOS GUIAIS,</a:t>
            </a:r>
          </a:p>
          <a:p>
            <a:pPr algn="just"/>
            <a:r>
              <a:rPr lang="pt-BR" sz="16600" b="1" dirty="0"/>
              <a:t>O MAL DEIXAMOS PARA TRÁS.</a:t>
            </a:r>
          </a:p>
          <a:p>
            <a:pPr algn="just"/>
            <a:endParaRPr lang="pt-BR" sz="16600" b="1" dirty="0"/>
          </a:p>
          <a:p>
            <a:pPr algn="just"/>
            <a:r>
              <a:rPr lang="pt-BR" sz="16600" b="1" dirty="0"/>
              <a:t>AO PAI E AO FILHO SALVADOR,</a:t>
            </a:r>
          </a:p>
          <a:p>
            <a:pPr algn="just"/>
            <a:r>
              <a:rPr lang="pt-BR" sz="16600" b="1" dirty="0"/>
              <a:t>POR VÓS POSSAMOS CONHECER;</a:t>
            </a:r>
          </a:p>
          <a:p>
            <a:pPr algn="just"/>
            <a:r>
              <a:rPr lang="pt-BR" sz="16600" b="1" dirty="0"/>
              <a:t>QUE PROCEDEIS DO SEU AMOR</a:t>
            </a:r>
          </a:p>
          <a:p>
            <a:pPr algn="just"/>
            <a:r>
              <a:rPr lang="pt-BR" sz="16600" b="1" dirty="0"/>
              <a:t>FAZEI-NOS SEMPRE FIRMES CRER. AMÉM!</a:t>
            </a:r>
          </a:p>
          <a:p>
            <a:pPr algn="just"/>
            <a:endParaRPr lang="pt-BR" sz="16600" b="1" dirty="0"/>
          </a:p>
        </p:txBody>
      </p:sp>
    </p:spTree>
    <p:extLst>
      <p:ext uri="{BB962C8B-B14F-4D97-AF65-F5344CB8AC3E}">
        <p14:creationId xmlns:p14="http://schemas.microsoft.com/office/powerpoint/2010/main" val="36889424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59C05-9BFE-0C01-14B1-63BA12E91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1. TODA A LÍNGUA, POVO E NAÇÃO</a:t>
            </a:r>
          </a:p>
          <a:p>
            <a:pPr algn="l"/>
            <a:r>
              <a:rPr lang="pt-BR" sz="6600" dirty="0"/>
              <a:t>TUA LUZ ENCONTRA NA PALAVRA.</a:t>
            </a:r>
          </a:p>
          <a:p>
            <a:pPr algn="l"/>
            <a:r>
              <a:rPr lang="pt-BR" sz="6600" dirty="0"/>
              <a:t>OS TEUS FILHOS, FRÁGEIS E DISPERSOS</a:t>
            </a:r>
          </a:p>
          <a:p>
            <a:pPr algn="l"/>
            <a:r>
              <a:rPr lang="pt-BR" sz="6600" dirty="0"/>
              <a:t>SE REÚNEM NO TEU FILHO AMADO.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AE01B-FC18-5087-CC28-1A52550D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F86CD-DCCD-DE91-34BE-0EC09891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C531F7-CE3A-3EE8-00F4-DB1B4423D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2. DEUS NOS OLHA, TERNO E PACIENTE:</a:t>
            </a:r>
          </a:p>
          <a:p>
            <a:pPr algn="l"/>
            <a:r>
              <a:rPr lang="pt-BR" sz="6600" dirty="0"/>
              <a:t>NASCE A AURORA DE UM FUTURO NOVO.</a:t>
            </a:r>
          </a:p>
          <a:p>
            <a:pPr algn="l"/>
            <a:r>
              <a:rPr lang="pt-BR" sz="6600" dirty="0"/>
              <a:t>NOVOS CÉUS, TERRA FEITA NOVA:</a:t>
            </a:r>
          </a:p>
          <a:p>
            <a:pPr algn="l"/>
            <a:r>
              <a:rPr lang="pt-BR" sz="6600" dirty="0"/>
              <a:t>PASSA OS MUROS, ‘SPIRITO DE VIDA.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2636825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A611-294C-7A58-735D-B73EE13D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68C23-7E6A-7CC5-A774-C3898DA52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9D2F69-7E80-E09F-4E88-B5E0832F9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3. ERGUE OS OLHOS, MOVE-TE COM O VENTO,</a:t>
            </a:r>
          </a:p>
          <a:p>
            <a:pPr algn="l"/>
            <a:r>
              <a:rPr lang="pt-BR" sz="6600" dirty="0"/>
              <a:t>NÃO TE ATRASES: CHEGA DEUS, NO TEMPO.</a:t>
            </a:r>
          </a:p>
          <a:p>
            <a:pPr algn="l"/>
            <a:r>
              <a:rPr lang="pt-BR" sz="6600" dirty="0"/>
              <a:t>JESUS CRISTO POR TI SE FEZ HOMEM:</a:t>
            </a:r>
          </a:p>
          <a:p>
            <a:pPr algn="l"/>
            <a:r>
              <a:rPr lang="pt-BR" sz="6600" dirty="0"/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27380549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2555</Words>
  <Application>Microsoft Office PowerPoint</Application>
  <PresentationFormat>Widescreen</PresentationFormat>
  <Paragraphs>438</Paragraphs>
  <Slides>78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78</vt:i4>
      </vt:variant>
    </vt:vector>
  </HeadingPairs>
  <TitlesOfParts>
    <vt:vector size="83" baseType="lpstr">
      <vt:lpstr>Arial</vt:lpstr>
      <vt:lpstr>Baskerville Old Face</vt:lpstr>
      <vt:lpstr>Calibri</vt:lpstr>
      <vt:lpstr>Calibri Light</vt:lpstr>
      <vt:lpstr>Tema do Office</vt:lpstr>
      <vt:lpstr>Apresentação do PowerPoint</vt:lpstr>
      <vt:lpstr>ENTRADA DO CELEBRANTE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SEQUÊNCIA</vt:lpstr>
      <vt:lpstr>SEQUÊNCIA</vt:lpstr>
      <vt:lpstr>SEQUÊNCIA</vt:lpstr>
      <vt:lpstr>SEQUÊNCIA</vt:lpstr>
      <vt:lpstr>SEQUÊNCIA</vt:lpstr>
      <vt:lpstr>Apresentação do PowerPoint</vt:lpstr>
      <vt:lpstr>ACLAMAÇÃO</vt:lpstr>
      <vt:lpstr>Apresentação do PowerPoint</vt:lpstr>
      <vt:lpstr>MOMENTO DA UNÇÃO </vt:lpstr>
      <vt:lpstr>MOMENTO DA UNÇÃO </vt:lpstr>
      <vt:lpstr>MOMENTO DA UNÇÃO </vt:lpstr>
      <vt:lpstr>MOMENTO DA UNÇÃO </vt:lpstr>
      <vt:lpstr>MOMENTO DA UNÇÃO </vt:lpstr>
      <vt:lpstr>MOMENTO DA UNÇÃO </vt:lpstr>
      <vt:lpstr>Apresentação do PowerPoint</vt:lpstr>
      <vt:lpstr>MOMENTO DA UNÇÃO </vt:lpstr>
      <vt:lpstr>MOMENTO DA UNÇÃO </vt:lpstr>
      <vt:lpstr>MOMENTO DA UNÇÃO </vt:lpstr>
      <vt:lpstr>MOMENTO DA UNÇÃO </vt:lpstr>
      <vt:lpstr>Apresentação do PowerPoint</vt:lpstr>
      <vt:lpstr>MOMENTO DA UNÇÃO</vt:lpstr>
      <vt:lpstr>MOMENTO DA UNÇÃO</vt:lpstr>
      <vt:lpstr>Apresentação do PowerPoint</vt:lpstr>
      <vt:lpstr>MOMENTO DA UNÇÃO</vt:lpstr>
      <vt:lpstr>MOMENTO DA UNÇÃO</vt:lpstr>
      <vt:lpstr>MOMENTO DA UNÇÃO</vt:lpstr>
      <vt:lpstr>MOMENTO DA UNÇÃO</vt:lpstr>
      <vt:lpstr>MOMENTO DA UNÇÃO</vt:lpstr>
      <vt:lpstr>MOMENTO DA UNÇÃO</vt:lpstr>
      <vt:lpstr>MOMENTO DA UNÇÃO</vt:lpstr>
      <vt:lpstr>Apresentação do PowerPoint</vt:lpstr>
      <vt:lpstr>MOMENTO DA UNÇÃO</vt:lpstr>
      <vt:lpstr>MOMENTO DA UNÇÃO</vt:lpstr>
      <vt:lpstr>MOMENTO DA UNÇÃO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9</cp:revision>
  <dcterms:created xsi:type="dcterms:W3CDTF">2023-05-06T17:01:55Z</dcterms:created>
  <dcterms:modified xsi:type="dcterms:W3CDTF">2025-06-07T16:15:29Z</dcterms:modified>
</cp:coreProperties>
</file>