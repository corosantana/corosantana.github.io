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4" r:id="rId2"/>
    <p:sldId id="460" r:id="rId3"/>
    <p:sldId id="432" r:id="rId4"/>
    <p:sldId id="451" r:id="rId5"/>
    <p:sldId id="452" r:id="rId6"/>
    <p:sldId id="258" r:id="rId7"/>
    <p:sldId id="259" r:id="rId8"/>
    <p:sldId id="411" r:id="rId9"/>
    <p:sldId id="433" r:id="rId10"/>
    <p:sldId id="260" r:id="rId11"/>
    <p:sldId id="338" r:id="rId12"/>
    <p:sldId id="339" r:id="rId13"/>
    <p:sldId id="340" r:id="rId14"/>
    <p:sldId id="377" r:id="rId15"/>
    <p:sldId id="447" r:id="rId16"/>
    <p:sldId id="264" r:id="rId17"/>
    <p:sldId id="265" r:id="rId18"/>
    <p:sldId id="266" r:id="rId19"/>
    <p:sldId id="267" r:id="rId20"/>
    <p:sldId id="271" r:id="rId21"/>
    <p:sldId id="269" r:id="rId22"/>
    <p:sldId id="453" r:id="rId23"/>
    <p:sldId id="454" r:id="rId24"/>
    <p:sldId id="455" r:id="rId25"/>
    <p:sldId id="461" r:id="rId26"/>
    <p:sldId id="462" r:id="rId27"/>
    <p:sldId id="361" r:id="rId28"/>
    <p:sldId id="445" r:id="rId29"/>
    <p:sldId id="463" r:id="rId30"/>
    <p:sldId id="443" r:id="rId31"/>
    <p:sldId id="444" r:id="rId32"/>
    <p:sldId id="439" r:id="rId33"/>
    <p:sldId id="456" r:id="rId34"/>
    <p:sldId id="440" r:id="rId35"/>
    <p:sldId id="457" r:id="rId36"/>
    <p:sldId id="449" r:id="rId37"/>
    <p:sldId id="458" r:id="rId38"/>
    <p:sldId id="464" r:id="rId39"/>
    <p:sldId id="277" r:id="rId40"/>
    <p:sldId id="428" r:id="rId41"/>
    <p:sldId id="429" r:id="rId42"/>
    <p:sldId id="441" r:id="rId43"/>
    <p:sldId id="442" r:id="rId44"/>
    <p:sldId id="427" r:id="rId45"/>
    <p:sldId id="337" r:id="rId46"/>
    <p:sldId id="465" r:id="rId47"/>
    <p:sldId id="466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>
        <p:scale>
          <a:sx n="50" d="100"/>
          <a:sy n="50" d="100"/>
        </p:scale>
        <p:origin x="50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A32D0768-2BEC-4590-B2C0-706CE596E3C5}"/>
    <pc:docChg chg="custSel addSld delSld modSld sldOrd">
      <pc:chgData name="anaclaracosta116@gmail.com" userId="a793634777582c92" providerId="LiveId" clId="{A32D0768-2BEC-4590-B2C0-706CE596E3C5}" dt="2024-04-06T20:23:15.800" v="154" actId="21"/>
      <pc:docMkLst>
        <pc:docMk/>
      </pc:docMkLst>
      <pc:sldChg chg="modSp mod">
        <pc:chgData name="anaclaracosta116@gmail.com" userId="a793634777582c92" providerId="LiveId" clId="{A32D0768-2BEC-4590-B2C0-706CE596E3C5}" dt="2024-04-06T19:27:22.130" v="6"/>
        <pc:sldMkLst>
          <pc:docMk/>
          <pc:sldMk cId="3388034860" sldId="265"/>
        </pc:sldMkLst>
        <pc:spChg chg="mod">
          <ac:chgData name="anaclaracosta116@gmail.com" userId="a793634777582c92" providerId="LiveId" clId="{A32D0768-2BEC-4590-B2C0-706CE596E3C5}" dt="2024-04-06T19:27:22.130" v="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28:00.484" v="10"/>
        <pc:sldMkLst>
          <pc:docMk/>
          <pc:sldMk cId="2671817442" sldId="267"/>
        </pc:sldMkLst>
        <pc:spChg chg="mod">
          <ac:chgData name="anaclaracosta116@gmail.com" userId="a793634777582c92" providerId="LiveId" clId="{A32D0768-2BEC-4590-B2C0-706CE596E3C5}" dt="2024-04-06T19:28:00.484" v="10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29:44.720" v="19" actId="404"/>
        <pc:sldMkLst>
          <pc:docMk/>
          <pc:sldMk cId="2786277918" sldId="269"/>
        </pc:sldMkLst>
        <pc:spChg chg="mod">
          <ac:chgData name="anaclaracosta116@gmail.com" userId="a793634777582c92" providerId="LiveId" clId="{A32D0768-2BEC-4590-B2C0-706CE596E3C5}" dt="2024-04-06T19:29:44.720" v="19" actId="404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37:44.532" v="68" actId="403"/>
        <pc:sldMkLst>
          <pc:docMk/>
          <pc:sldMk cId="4141278968" sldId="337"/>
        </pc:sldMkLst>
        <pc:spChg chg="mod">
          <ac:chgData name="anaclaracosta116@gmail.com" userId="a793634777582c92" providerId="LiveId" clId="{A32D0768-2BEC-4590-B2C0-706CE596E3C5}" dt="2024-04-06T19:37:44.532" v="68" actId="403"/>
          <ac:spMkLst>
            <pc:docMk/>
            <pc:sldMk cId="4141278968" sldId="33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06T19:37:50.324" v="69" actId="2696"/>
        <pc:sldMkLst>
          <pc:docMk/>
          <pc:sldMk cId="1457828054" sldId="374"/>
        </pc:sldMkLst>
      </pc:sldChg>
      <pc:sldChg chg="delSp modSp mod">
        <pc:chgData name="anaclaracosta116@gmail.com" userId="a793634777582c92" providerId="LiveId" clId="{A32D0768-2BEC-4590-B2C0-706CE596E3C5}" dt="2024-04-06T20:23:15.800" v="154" actId="21"/>
        <pc:sldMkLst>
          <pc:docMk/>
          <pc:sldMk cId="725659120" sldId="375"/>
        </pc:sldMkLst>
        <pc:spChg chg="mod">
          <ac:chgData name="anaclaracosta116@gmail.com" userId="a793634777582c92" providerId="LiveId" clId="{A32D0768-2BEC-4590-B2C0-706CE596E3C5}" dt="2024-04-06T20:23:04.535" v="153" actId="207"/>
          <ac:spMkLst>
            <pc:docMk/>
            <pc:sldMk cId="725659120" sldId="375"/>
            <ac:spMk id="3" creationId="{FDE5B5AD-CD71-C2BA-2DE7-294D0B6E29B5}"/>
          </ac:spMkLst>
        </pc:spChg>
        <pc:spChg chg="del mod">
          <ac:chgData name="anaclaracosta116@gmail.com" userId="a793634777582c92" providerId="LiveId" clId="{A32D0768-2BEC-4590-B2C0-706CE596E3C5}" dt="2024-04-06T20:23:15.800" v="154" actId="21"/>
          <ac:spMkLst>
            <pc:docMk/>
            <pc:sldMk cId="725659120" sldId="375"/>
            <ac:spMk id="4" creationId="{2403ABE3-D2A9-4E95-C93C-168023A9A24E}"/>
          </ac:spMkLst>
        </pc:spChg>
        <pc:picChg chg="del">
          <ac:chgData name="anaclaracosta116@gmail.com" userId="a793634777582c92" providerId="LiveId" clId="{A32D0768-2BEC-4590-B2C0-706CE596E3C5}" dt="2024-04-06T20:17:47.574" v="116" actId="21"/>
          <ac:picMkLst>
            <pc:docMk/>
            <pc:sldMk cId="725659120" sldId="375"/>
            <ac:picMk id="6" creationId="{DAB0DC57-F1B5-2427-B029-A18157A3D541}"/>
          </ac:picMkLst>
        </pc:picChg>
      </pc:sldChg>
      <pc:sldChg chg="del">
        <pc:chgData name="anaclaracosta116@gmail.com" userId="a793634777582c92" providerId="LiveId" clId="{A32D0768-2BEC-4590-B2C0-706CE596E3C5}" dt="2024-04-06T19:29:35.527" v="14" actId="2696"/>
        <pc:sldMkLst>
          <pc:docMk/>
          <pc:sldMk cId="1775942911" sldId="376"/>
        </pc:sldMkLst>
      </pc:sldChg>
      <pc:sldChg chg="modSp mod">
        <pc:chgData name="anaclaracosta116@gmail.com" userId="a793634777582c92" providerId="LiveId" clId="{A32D0768-2BEC-4590-B2C0-706CE596E3C5}" dt="2024-04-06T20:05:40.667" v="78" actId="113"/>
        <pc:sldMkLst>
          <pc:docMk/>
          <pc:sldMk cId="3734991938" sldId="428"/>
        </pc:sldMkLst>
        <pc:spChg chg="mod">
          <ac:chgData name="anaclaracosta116@gmail.com" userId="a793634777582c92" providerId="LiveId" clId="{A32D0768-2BEC-4590-B2C0-706CE596E3C5}" dt="2024-04-06T20:05:40.667" v="78" actId="113"/>
          <ac:spMkLst>
            <pc:docMk/>
            <pc:sldMk cId="3734991938" sldId="4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20:06:15.763" v="86"/>
        <pc:sldMkLst>
          <pc:docMk/>
          <pc:sldMk cId="1475441202" sldId="429"/>
        </pc:sldMkLst>
        <pc:spChg chg="mod">
          <ac:chgData name="anaclaracosta116@gmail.com" userId="a793634777582c92" providerId="LiveId" clId="{A32D0768-2BEC-4590-B2C0-706CE596E3C5}" dt="2024-04-06T20:06:15.763" v="86"/>
          <ac:spMkLst>
            <pc:docMk/>
            <pc:sldMk cId="1475441202" sldId="42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25:33.106" v="4" actId="20577"/>
        <pc:sldMkLst>
          <pc:docMk/>
          <pc:sldMk cId="2198693354" sldId="433"/>
        </pc:sldMkLst>
        <pc:spChg chg="mod">
          <ac:chgData name="anaclaracosta116@gmail.com" userId="a793634777582c92" providerId="LiveId" clId="{A32D0768-2BEC-4590-B2C0-706CE596E3C5}" dt="2024-04-06T19:25:33.106" v="4" actId="20577"/>
          <ac:spMkLst>
            <pc:docMk/>
            <pc:sldMk cId="2198693354" sldId="43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06T19:29:39.170" v="15" actId="2696"/>
        <pc:sldMkLst>
          <pc:docMk/>
          <pc:sldMk cId="4078698063" sldId="435"/>
        </pc:sldMkLst>
      </pc:sldChg>
      <pc:sldChg chg="modSp mod">
        <pc:chgData name="anaclaracosta116@gmail.com" userId="a793634777582c92" providerId="LiveId" clId="{A32D0768-2BEC-4590-B2C0-706CE596E3C5}" dt="2024-04-06T19:33:39.582" v="46" actId="14100"/>
        <pc:sldMkLst>
          <pc:docMk/>
          <pc:sldMk cId="1179819499" sldId="439"/>
        </pc:sldMkLst>
        <pc:spChg chg="mod">
          <ac:chgData name="anaclaracosta116@gmail.com" userId="a793634777582c92" providerId="LiveId" clId="{A32D0768-2BEC-4590-B2C0-706CE596E3C5}" dt="2024-04-06T19:33:39.582" v="46" actId="14100"/>
          <ac:spMkLst>
            <pc:docMk/>
            <pc:sldMk cId="1179819499" sldId="4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35:09.844" v="52"/>
        <pc:sldMkLst>
          <pc:docMk/>
          <pc:sldMk cId="1269557353" sldId="440"/>
        </pc:sldMkLst>
        <pc:spChg chg="mod">
          <ac:chgData name="anaclaracosta116@gmail.com" userId="a793634777582c92" providerId="LiveId" clId="{A32D0768-2BEC-4590-B2C0-706CE596E3C5}" dt="2024-04-06T19:35:09.844" v="52"/>
          <ac:spMkLst>
            <pc:docMk/>
            <pc:sldMk cId="1269557353" sldId="4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20:06:48.952" v="100"/>
        <pc:sldMkLst>
          <pc:docMk/>
          <pc:sldMk cId="652183787" sldId="441"/>
        </pc:sldMkLst>
        <pc:spChg chg="mod">
          <ac:chgData name="anaclaracosta116@gmail.com" userId="a793634777582c92" providerId="LiveId" clId="{A32D0768-2BEC-4590-B2C0-706CE596E3C5}" dt="2024-04-06T20:06:48.952" v="100"/>
          <ac:spMkLst>
            <pc:docMk/>
            <pc:sldMk cId="652183787" sldId="44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20:07:33.486" v="108" actId="27636"/>
        <pc:sldMkLst>
          <pc:docMk/>
          <pc:sldMk cId="13159275" sldId="442"/>
        </pc:sldMkLst>
        <pc:spChg chg="mod">
          <ac:chgData name="anaclaracosta116@gmail.com" userId="a793634777582c92" providerId="LiveId" clId="{A32D0768-2BEC-4590-B2C0-706CE596E3C5}" dt="2024-04-06T20:07:33.486" v="108" actId="27636"/>
          <ac:spMkLst>
            <pc:docMk/>
            <pc:sldMk cId="13159275" sldId="44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33:06.012" v="29" actId="113"/>
        <pc:sldMkLst>
          <pc:docMk/>
          <pc:sldMk cId="3496163428" sldId="444"/>
        </pc:sldMkLst>
        <pc:spChg chg="mod">
          <ac:chgData name="anaclaracosta116@gmail.com" userId="a793634777582c92" providerId="LiveId" clId="{A32D0768-2BEC-4590-B2C0-706CE596E3C5}" dt="2024-04-06T19:33:06.012" v="29" actId="113"/>
          <ac:spMkLst>
            <pc:docMk/>
            <pc:sldMk cId="3496163428" sldId="44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A32D0768-2BEC-4590-B2C0-706CE596E3C5}" dt="2024-04-06T19:31:16.085" v="26" actId="113"/>
        <pc:sldMkLst>
          <pc:docMk/>
          <pc:sldMk cId="374298811" sldId="445"/>
        </pc:sldMkLst>
        <pc:spChg chg="mod">
          <ac:chgData name="anaclaracosta116@gmail.com" userId="a793634777582c92" providerId="LiveId" clId="{A32D0768-2BEC-4590-B2C0-706CE596E3C5}" dt="2024-04-06T19:31:16.085" v="26" actId="113"/>
          <ac:spMkLst>
            <pc:docMk/>
            <pc:sldMk cId="374298811" sldId="44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06T19:35:15.835" v="53" actId="2696"/>
        <pc:sldMkLst>
          <pc:docMk/>
          <pc:sldMk cId="151327524" sldId="448"/>
        </pc:sldMkLst>
      </pc:sldChg>
      <pc:sldChg chg="modSp mod">
        <pc:chgData name="anaclaracosta116@gmail.com" userId="a793634777582c92" providerId="LiveId" clId="{A32D0768-2BEC-4590-B2C0-706CE596E3C5}" dt="2024-04-06T19:35:36.869" v="57"/>
        <pc:sldMkLst>
          <pc:docMk/>
          <pc:sldMk cId="1817972339" sldId="449"/>
        </pc:sldMkLst>
        <pc:spChg chg="mod">
          <ac:chgData name="anaclaracosta116@gmail.com" userId="a793634777582c92" providerId="LiveId" clId="{A32D0768-2BEC-4590-B2C0-706CE596E3C5}" dt="2024-04-06T19:35:36.869" v="57"/>
          <ac:spMkLst>
            <pc:docMk/>
            <pc:sldMk cId="1817972339" sldId="44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A32D0768-2BEC-4590-B2C0-706CE596E3C5}" dt="2024-04-06T19:36:20.959" v="63" actId="2696"/>
        <pc:sldMkLst>
          <pc:docMk/>
          <pc:sldMk cId="1347575891" sldId="450"/>
        </pc:sldMkLst>
      </pc:sldChg>
      <pc:sldChg chg="modSp add mod">
        <pc:chgData name="anaclaracosta116@gmail.com" userId="a793634777582c92" providerId="LiveId" clId="{A32D0768-2BEC-4590-B2C0-706CE596E3C5}" dt="2024-04-06T19:30:22.357" v="23"/>
        <pc:sldMkLst>
          <pc:docMk/>
          <pc:sldMk cId="3509327661" sldId="453"/>
        </pc:sldMkLst>
        <pc:spChg chg="mod">
          <ac:chgData name="anaclaracosta116@gmail.com" userId="a793634777582c92" providerId="LiveId" clId="{A32D0768-2BEC-4590-B2C0-706CE596E3C5}" dt="2024-04-06T19:30:22.357" v="23"/>
          <ac:spMkLst>
            <pc:docMk/>
            <pc:sldMk cId="3509327661" sldId="45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A32D0768-2BEC-4590-B2C0-706CE596E3C5}" dt="2024-04-06T19:30:40.821" v="24"/>
        <pc:sldMkLst>
          <pc:docMk/>
          <pc:sldMk cId="300185489" sldId="454"/>
        </pc:sldMkLst>
        <pc:spChg chg="mod">
          <ac:chgData name="anaclaracosta116@gmail.com" userId="a793634777582c92" providerId="LiveId" clId="{A32D0768-2BEC-4590-B2C0-706CE596E3C5}" dt="2024-04-06T19:30:40.821" v="24"/>
          <ac:spMkLst>
            <pc:docMk/>
            <pc:sldMk cId="300185489" sldId="45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A32D0768-2BEC-4590-B2C0-706CE596E3C5}" dt="2024-04-06T19:31:04.777" v="25"/>
        <pc:sldMkLst>
          <pc:docMk/>
          <pc:sldMk cId="3670547277" sldId="455"/>
        </pc:sldMkLst>
        <pc:spChg chg="mod">
          <ac:chgData name="anaclaracosta116@gmail.com" userId="a793634777582c92" providerId="LiveId" clId="{A32D0768-2BEC-4590-B2C0-706CE596E3C5}" dt="2024-04-06T19:31:04.777" v="25"/>
          <ac:spMkLst>
            <pc:docMk/>
            <pc:sldMk cId="3670547277" sldId="455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A32D0768-2BEC-4590-B2C0-706CE596E3C5}" dt="2024-04-06T19:33:53.851" v="49"/>
        <pc:sldMkLst>
          <pc:docMk/>
          <pc:sldMk cId="28680054" sldId="456"/>
        </pc:sldMkLst>
      </pc:sldChg>
      <pc:sldChg chg="add ord">
        <pc:chgData name="anaclaracosta116@gmail.com" userId="a793634777582c92" providerId="LiveId" clId="{A32D0768-2BEC-4590-B2C0-706CE596E3C5}" dt="2024-04-06T19:35:20.499" v="56"/>
        <pc:sldMkLst>
          <pc:docMk/>
          <pc:sldMk cId="3918839519" sldId="457"/>
        </pc:sldMkLst>
      </pc:sldChg>
      <pc:sldChg chg="add ord">
        <pc:chgData name="anaclaracosta116@gmail.com" userId="a793634777582c92" providerId="LiveId" clId="{A32D0768-2BEC-4590-B2C0-706CE596E3C5}" dt="2024-04-06T19:36:18.352" v="62"/>
        <pc:sldMkLst>
          <pc:docMk/>
          <pc:sldMk cId="1826363192" sldId="458"/>
        </pc:sldMkLst>
      </pc:sldChg>
      <pc:sldChg chg="add del">
        <pc:chgData name="anaclaracosta116@gmail.com" userId="a793634777582c92" providerId="LiveId" clId="{A32D0768-2BEC-4590-B2C0-706CE596E3C5}" dt="2024-04-06T19:35:56.594" v="59" actId="2696"/>
        <pc:sldMkLst>
          <pc:docMk/>
          <pc:sldMk cId="3109594539" sldId="458"/>
        </pc:sldMkLst>
      </pc:sldChg>
      <pc:sldChg chg="modSp add mod">
        <pc:chgData name="anaclaracosta116@gmail.com" userId="a793634777582c92" providerId="LiveId" clId="{A32D0768-2BEC-4590-B2C0-706CE596E3C5}" dt="2024-04-06T20:01:43.765" v="71"/>
        <pc:sldMkLst>
          <pc:docMk/>
          <pc:sldMk cId="2277023183" sldId="459"/>
        </pc:sldMkLst>
        <pc:spChg chg="mod">
          <ac:chgData name="anaclaracosta116@gmail.com" userId="a793634777582c92" providerId="LiveId" clId="{A32D0768-2BEC-4590-B2C0-706CE596E3C5}" dt="2024-04-06T20:01:43.765" v="71"/>
          <ac:spMkLst>
            <pc:docMk/>
            <pc:sldMk cId="2277023183" sldId="459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6BAE375-036F-9445-71BC-8710441BD3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8"/>
          <a:stretch/>
        </p:blipFill>
        <p:spPr>
          <a:xfrm>
            <a:off x="0" y="0"/>
            <a:ext cx="12192000" cy="6859184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0C149832-F12C-E9FC-59C4-29E71F0468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2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615B8254-1771-096A-CD1E-8E7E6BF52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176" y="1910973"/>
            <a:ext cx="11225647" cy="3465069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</a:rPr>
              <a:t>2º DOMINGO DO TEMPO PASCAL</a:t>
            </a:r>
            <a:endParaRPr lang="pt-BR" sz="9600" dirty="0">
              <a:solidFill>
                <a:schemeClr val="bg1"/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2D21A31-A7DC-F5E5-EFFC-8C07AF9163A8}"/>
              </a:ext>
            </a:extLst>
          </p:cNvPr>
          <p:cNvSpPr txBox="1">
            <a:spLocks/>
          </p:cNvSpPr>
          <p:nvPr/>
        </p:nvSpPr>
        <p:spPr>
          <a:xfrm>
            <a:off x="483176" y="4856134"/>
            <a:ext cx="11225647" cy="3465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chemeClr val="bg1"/>
                </a:solidFill>
              </a:rPr>
              <a:t>DOMINGO DA DIVINA MISERICÓRDIA</a:t>
            </a:r>
            <a:endParaRPr lang="pt-BR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b="1" dirty="0"/>
              <a:t>O SENHOR RESSURGIU, ALELUIA, ALELUIA!</a:t>
            </a:r>
          </a:p>
          <a:p>
            <a:pPr algn="l"/>
            <a:r>
              <a:rPr lang="pt-BR" sz="13500" b="1" dirty="0"/>
              <a:t>É O CORDEIRO PASCAL, ALELUIA, ALELUIA!</a:t>
            </a:r>
          </a:p>
          <a:p>
            <a:pPr algn="l"/>
            <a:r>
              <a:rPr lang="pt-BR" sz="13500" b="1" dirty="0"/>
              <a:t>IMOLADO POR NÓS, ALELUIA, ALELUIA!</a:t>
            </a:r>
          </a:p>
          <a:p>
            <a:pPr algn="l"/>
            <a:r>
              <a:rPr lang="pt-BR" sz="13500" b="1" dirty="0"/>
              <a:t>É O CRISTO SENHOR, ELE VIVE E VENCEU, ALELUIA!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263692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3500" dirty="0"/>
              <a:t>1. O CRISTO, SENHOR RESSUSCITOU,</a:t>
            </a:r>
          </a:p>
          <a:p>
            <a:pPr algn="l"/>
            <a:r>
              <a:rPr lang="pt-BR" sz="13500" dirty="0"/>
              <a:t>A NOSSA ESPERANÇA REALIZOU:</a:t>
            </a:r>
          </a:p>
          <a:p>
            <a:pPr algn="l"/>
            <a:r>
              <a:rPr lang="pt-BR" sz="13500" dirty="0"/>
              <a:t>VENCIDA A MORTE PARA SEMPRE,</a:t>
            </a:r>
          </a:p>
          <a:p>
            <a:pPr algn="l"/>
            <a:r>
              <a:rPr lang="pt-BR" sz="13500" dirty="0"/>
              <a:t>TRIUNFA A VIDA ETERNAMENTE!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97574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500" b="1" dirty="0"/>
              <a:t>O SENHOR RESSURGIU, ALELUIA, ALELUIA!</a:t>
            </a:r>
          </a:p>
          <a:p>
            <a:pPr algn="l"/>
            <a:r>
              <a:rPr lang="pt-BR" sz="13500" b="1" dirty="0"/>
              <a:t>É O CORDEIRO PASCAL, ALELUIA, ALELUIA!</a:t>
            </a:r>
          </a:p>
          <a:p>
            <a:pPr algn="l"/>
            <a:r>
              <a:rPr lang="pt-BR" sz="13500" b="1" dirty="0"/>
              <a:t>IMOLADO POR NÓS, ALELUIA, ALELUIA!</a:t>
            </a:r>
          </a:p>
          <a:p>
            <a:pPr algn="l"/>
            <a:r>
              <a:rPr lang="pt-BR" sz="13500" b="1" dirty="0"/>
              <a:t>É O CRISTO SENHOR, ELE VIVE E VENCEU, ALELUIA!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1836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dirty="0"/>
              <a:t>2. O CRISTO REMIU A SEUS IRMÃOS,</a:t>
            </a:r>
          </a:p>
          <a:p>
            <a:pPr algn="l"/>
            <a:r>
              <a:rPr lang="pt-BR" sz="6000" dirty="0"/>
              <a:t>AO PAI OS CONDUZIU POR SUA MÃO;</a:t>
            </a:r>
          </a:p>
          <a:p>
            <a:pPr algn="l"/>
            <a:r>
              <a:rPr lang="pt-BR" sz="6000" dirty="0"/>
              <a:t>NO ESPÍRITO SANTO UNIDA ESTEJA,</a:t>
            </a:r>
          </a:p>
          <a:p>
            <a:pPr algn="l"/>
            <a:r>
              <a:rPr lang="pt-BR" sz="6000" dirty="0"/>
              <a:t>A FAMÍLIA DE DEUS, QUE É A IGREJA!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23314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SENHOR, NOSSA PAZ, TENDE PIEDADE DE NÓS.</a:t>
            </a:r>
          </a:p>
          <a:p>
            <a:pPr algn="l"/>
            <a:r>
              <a:rPr lang="pt-BR" sz="8000" b="1" dirty="0"/>
              <a:t>SENHOR,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CRISTO, NOSSA PÁSCOA, TENDE PIEDADE DE NÓS.</a:t>
            </a:r>
          </a:p>
          <a:p>
            <a:pPr algn="just"/>
            <a:r>
              <a:rPr lang="pt-BR" sz="6600" b="1" dirty="0"/>
              <a:t>CRISTO,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19367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SENHOR, NOSSA VIDA, TENDE PIEDADE DE NÓS.</a:t>
            </a:r>
          </a:p>
          <a:p>
            <a:pPr algn="just"/>
            <a:r>
              <a:rPr lang="pt-BR" sz="6600" b="1" dirty="0"/>
              <a:t>SENHOR,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219869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b="1" i="0" dirty="0">
                <a:solidFill>
                  <a:srgbClr val="333333"/>
                </a:solidFill>
                <a:effectLst/>
              </a:rPr>
              <a:t>GLÓRIA A DEUS NAS ALTURAS</a:t>
            </a:r>
            <a:br>
              <a:rPr lang="pt-BR" sz="8000" b="1" i="0" dirty="0">
                <a:solidFill>
                  <a:srgbClr val="333333"/>
                </a:solidFill>
                <a:effectLst/>
              </a:rPr>
            </a:br>
            <a:r>
              <a:rPr lang="pt-BR" sz="8000" b="1" i="0" dirty="0">
                <a:solidFill>
                  <a:srgbClr val="333333"/>
                </a:solidFill>
                <a:effectLst/>
              </a:rPr>
              <a:t>E PAZ NA TERRA AOS HOMENS POR ELE AMADOS!</a:t>
            </a:r>
            <a:br>
              <a:rPr lang="pt-BR" sz="8000" dirty="0"/>
            </a:b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SENHOR DEUS, REI DOS CÉUS, DEUS PAI TODO PODEROSO</a:t>
            </a: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NÓS VOS LOUVAMOS, NÓS VOS BENDIZEMOS</a:t>
            </a: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NÓS VOS ADORAMOS, NÓS VOS GLORIFICAMOS.</a:t>
            </a:r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i="0" dirty="0">
                <a:solidFill>
                  <a:srgbClr val="333333"/>
                </a:solidFill>
                <a:effectLst/>
              </a:rPr>
              <a:t>GLÓRIA A DEUS NAS ALTURAS</a:t>
            </a:r>
            <a:br>
              <a:rPr lang="pt-BR" sz="5400" b="1" i="0" dirty="0">
                <a:solidFill>
                  <a:srgbClr val="333333"/>
                </a:solidFill>
                <a:effectLst/>
              </a:rPr>
            </a:br>
            <a:r>
              <a:rPr lang="pt-BR" sz="5400" b="1" i="0" dirty="0">
                <a:solidFill>
                  <a:srgbClr val="333333"/>
                </a:solidFill>
                <a:effectLst/>
              </a:rPr>
              <a:t>E PAZ NA TERRA AOS HOMENS POR ELE AMADOS!</a:t>
            </a:r>
            <a:br>
              <a:rPr lang="pt-BR" sz="5400" dirty="0"/>
            </a:b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</a:rPr>
              <a:t>NÓS VOS DAMOS GRAÇAS, POR VOSSA IMENSA GLÓRIA.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</a:rPr>
              <a:t>SENHOR JESUS CRISTO, FILHO UNIGÊNITO</a:t>
            </a:r>
            <a:br>
              <a:rPr lang="pt-BR" sz="5400" dirty="0"/>
            </a:br>
            <a:r>
              <a:rPr lang="pt-BR" sz="5400" b="0" i="0" dirty="0">
                <a:solidFill>
                  <a:srgbClr val="333333"/>
                </a:solidFill>
                <a:effectLst/>
              </a:rPr>
              <a:t>SENHOR DEUS, CORDEIRO DE DEUS, FILHO DE DEUS PAI.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800" b="1" i="0" dirty="0">
                <a:solidFill>
                  <a:srgbClr val="333333"/>
                </a:solidFill>
                <a:effectLst/>
              </a:rPr>
              <a:t>GLÓRIA A DEUS NAS ALTURAS</a:t>
            </a:r>
            <a:br>
              <a:rPr lang="pt-BR" sz="4800" b="1" i="0" dirty="0">
                <a:solidFill>
                  <a:srgbClr val="333333"/>
                </a:solidFill>
                <a:effectLst/>
              </a:rPr>
            </a:br>
            <a:r>
              <a:rPr lang="pt-BR" sz="4800" b="1" i="0" dirty="0">
                <a:solidFill>
                  <a:srgbClr val="333333"/>
                </a:solidFill>
                <a:effectLst/>
              </a:rPr>
              <a:t>E PAZ NA TERRA AOS HOMENS POR ELE AMADOS!</a:t>
            </a:r>
            <a:br>
              <a:rPr lang="pt-BR" sz="4800" dirty="0"/>
            </a:b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VÓS QUE TIRAIS O PECADO DO MUNDO,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TENDE PIEDADE DE NÓS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VÓS QUE TIRAIS O PECADO DO MUNDO, 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ACOLHEI A NOSSA SÚPLICA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VÓS QUE ESTAIS À DIREITA DO PAI, 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TENDE PIEDADE DE NÓS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333333"/>
                </a:solidFill>
                <a:effectLst/>
              </a:rPr>
              <a:t>GLÓRIA A DEUS NAS ALTURAS</a:t>
            </a:r>
            <a:br>
              <a:rPr lang="pt-BR" sz="8000" b="1" i="0" dirty="0">
                <a:solidFill>
                  <a:srgbClr val="333333"/>
                </a:solidFill>
                <a:effectLst/>
              </a:rPr>
            </a:br>
            <a:r>
              <a:rPr lang="pt-BR" sz="8000" b="1" i="0" dirty="0">
                <a:solidFill>
                  <a:srgbClr val="333333"/>
                </a:solidFill>
                <a:effectLst/>
              </a:rPr>
              <a:t>E PAZ NA TERRA AOS HOMENS POR ELE AMADOS!</a:t>
            </a:r>
            <a:br>
              <a:rPr lang="pt-BR" sz="8000" dirty="0"/>
            </a:b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SÓ VÓS SOIS SANTO</a:t>
            </a: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SÓ VÓS O SENHOR</a:t>
            </a: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SÓ VÓS O ALTÍSSIMO, JESUS CRISTO</a:t>
            </a: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COM O ESPÍRITO SANTO</a:t>
            </a: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NA GLÓRIA DE DEUS PAI.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1" i="0" dirty="0">
                <a:solidFill>
                  <a:srgbClr val="333333"/>
                </a:solidFill>
                <a:effectLst/>
              </a:rPr>
              <a:t>GLÓRIA A DEUS NAS ALTURAS</a:t>
            </a:r>
            <a:br>
              <a:rPr lang="pt-BR" sz="8000" b="1" i="0" dirty="0">
                <a:solidFill>
                  <a:srgbClr val="333333"/>
                </a:solidFill>
                <a:effectLst/>
              </a:rPr>
            </a:br>
            <a:r>
              <a:rPr lang="pt-BR" sz="8000" b="1" i="0" dirty="0">
                <a:solidFill>
                  <a:srgbClr val="333333"/>
                </a:solidFill>
                <a:effectLst/>
              </a:rPr>
              <a:t>E PAZ NA TERRA AOS HOMENS POR ELE AMADOS!</a:t>
            </a:r>
            <a:br>
              <a:rPr lang="pt-BR" sz="8000" dirty="0"/>
            </a:br>
            <a:br>
              <a:rPr lang="pt-BR" sz="8000" dirty="0"/>
            </a:br>
            <a:r>
              <a:rPr lang="pt-BR" sz="8000" b="0" i="0" dirty="0">
                <a:solidFill>
                  <a:srgbClr val="333333"/>
                </a:solidFill>
                <a:effectLst/>
              </a:rPr>
              <a:t>AMÉM!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11840" cy="2957080"/>
          </a:xfrm>
        </p:spPr>
        <p:txBody>
          <a:bodyPr>
            <a:normAutofit/>
          </a:bodyPr>
          <a:lstStyle/>
          <a:p>
            <a:r>
              <a:rPr lang="pt-BR" sz="5400" b="1" dirty="0"/>
              <a:t>DAI GRAÇAS AO SENHOR, PORQUE ELE É BOM; “ETERNA É A SUA MISERICÓRDIA!”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ACREDITASTE, TOMÉ, PORQUE ME VISTE. FELIZES OS QUE CRERAM SEM TER VISTO!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Ó MORTE, ESTÁS VENCIDA</a:t>
            </a:r>
          </a:p>
          <a:p>
            <a:pPr algn="l"/>
            <a:r>
              <a:rPr lang="pt-BR" sz="6000" b="1" dirty="0"/>
              <a:t>PELO SENHOR DA VIDA,</a:t>
            </a:r>
          </a:p>
          <a:p>
            <a:pPr algn="l"/>
            <a:r>
              <a:rPr lang="pt-BR" sz="6000" b="1" dirty="0"/>
              <a:t>PELO SENHOR DA VIDA!</a:t>
            </a:r>
          </a:p>
          <a:p>
            <a:pPr algn="l"/>
            <a:endParaRPr lang="pt-BR" sz="4000" dirty="0"/>
          </a:p>
          <a:p>
            <a:pPr algn="l"/>
            <a:r>
              <a:rPr lang="pt-BR" sz="6000" dirty="0"/>
              <a:t>1. O SERVO DO SENHOR</a:t>
            </a:r>
          </a:p>
          <a:p>
            <a:pPr algn="l"/>
            <a:r>
              <a:rPr lang="pt-BR" sz="6000" dirty="0"/>
              <a:t>FEZ SUA, NOSSA DOR.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Ó MORTE, ESTÁS VENCIDA</a:t>
            </a:r>
          </a:p>
          <a:p>
            <a:pPr algn="l"/>
            <a:r>
              <a:rPr lang="pt-BR" sz="6000" b="1" dirty="0"/>
              <a:t>PELO SENHOR DA VIDA,</a:t>
            </a:r>
          </a:p>
          <a:p>
            <a:pPr algn="l"/>
            <a:r>
              <a:rPr lang="pt-BR" sz="6000" b="1" dirty="0"/>
              <a:t>PELO SENHOR DA VIDA!</a:t>
            </a:r>
          </a:p>
          <a:p>
            <a:pPr algn="l"/>
            <a:endParaRPr lang="pt-BR" sz="4000" dirty="0"/>
          </a:p>
          <a:p>
            <a:pPr algn="l"/>
            <a:r>
              <a:rPr lang="pt-BR" sz="6000" dirty="0"/>
              <a:t>2. DE ADÃO A TRISTE SORTE,</a:t>
            </a:r>
          </a:p>
          <a:p>
            <a:pPr algn="l"/>
            <a:r>
              <a:rPr lang="pt-BR" sz="6000" dirty="0"/>
              <a:t>AO CRISTO TROUXE A MORTE.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509327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Ó MORTE, ESTÁS VENCIDA</a:t>
            </a:r>
          </a:p>
          <a:p>
            <a:pPr algn="l"/>
            <a:r>
              <a:rPr lang="pt-BR" sz="6000" b="1" dirty="0"/>
              <a:t>PELO SENHOR DA VIDA,</a:t>
            </a:r>
          </a:p>
          <a:p>
            <a:pPr algn="l"/>
            <a:r>
              <a:rPr lang="pt-BR" sz="6000" b="1" dirty="0"/>
              <a:t>PELO SENHOR DA VIDA!</a:t>
            </a:r>
          </a:p>
          <a:p>
            <a:pPr algn="l"/>
            <a:endParaRPr lang="pt-BR" sz="4000" dirty="0"/>
          </a:p>
          <a:p>
            <a:pPr algn="l"/>
            <a:r>
              <a:rPr lang="pt-BR" sz="6000" dirty="0"/>
              <a:t>3. EIS O CORDEIRO MUDO,</a:t>
            </a:r>
          </a:p>
          <a:p>
            <a:pPr algn="l"/>
            <a:r>
              <a:rPr lang="pt-BR" sz="6000" dirty="0"/>
              <a:t>VAZIO ESTÁ DE TUDO.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00185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Ó MORTE, ESTÁS VENCIDA</a:t>
            </a:r>
          </a:p>
          <a:p>
            <a:pPr algn="l"/>
            <a:r>
              <a:rPr lang="pt-BR" sz="6000" b="1" dirty="0"/>
              <a:t>PELO SENHOR DA VIDA,</a:t>
            </a:r>
          </a:p>
          <a:p>
            <a:pPr algn="l"/>
            <a:r>
              <a:rPr lang="pt-BR" sz="6000" b="1" dirty="0"/>
              <a:t>PELO SENHOR DA VIDA!</a:t>
            </a:r>
          </a:p>
          <a:p>
            <a:pPr algn="l"/>
            <a:endParaRPr lang="pt-BR" sz="4000" dirty="0"/>
          </a:p>
          <a:p>
            <a:pPr algn="l"/>
            <a:r>
              <a:rPr lang="pt-BR" sz="6000" dirty="0"/>
              <a:t>4. AMOU A HUMILHAÇÃO,</a:t>
            </a:r>
          </a:p>
          <a:p>
            <a:pPr algn="l"/>
            <a:r>
              <a:rPr lang="pt-BR" sz="6000" dirty="0"/>
              <a:t>POR ELA A REDENÇÃO.</a:t>
            </a:r>
          </a:p>
        </p:txBody>
      </p:sp>
    </p:spTree>
    <p:extLst>
      <p:ext uri="{BB962C8B-B14F-4D97-AF65-F5344CB8AC3E}">
        <p14:creationId xmlns:p14="http://schemas.microsoft.com/office/powerpoint/2010/main" val="3670547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Ó MORTE, ESTÁS VENCIDA</a:t>
            </a:r>
          </a:p>
          <a:p>
            <a:pPr algn="l"/>
            <a:r>
              <a:rPr lang="pt-BR" sz="6000" b="1" dirty="0"/>
              <a:t>PELO SENHOR DA VIDA,</a:t>
            </a:r>
          </a:p>
          <a:p>
            <a:pPr algn="l"/>
            <a:r>
              <a:rPr lang="pt-BR" sz="6000" b="1" dirty="0"/>
              <a:t>PELO SENHOR DA VIDA!</a:t>
            </a:r>
          </a:p>
          <a:p>
            <a:pPr algn="l"/>
            <a:endParaRPr lang="pt-BR" sz="4000" dirty="0"/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5. AO FILHO E A TI, SENHORA,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CHEGADA É A HORA.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150086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Ó MORTE, ESTÁS VENCIDA</a:t>
            </a:r>
          </a:p>
          <a:p>
            <a:pPr algn="l"/>
            <a:r>
              <a:rPr lang="pt-BR" sz="6000" b="1" dirty="0"/>
              <a:t>PELO SENHOR DA VIDA,</a:t>
            </a:r>
          </a:p>
          <a:p>
            <a:pPr algn="l"/>
            <a:r>
              <a:rPr lang="pt-BR" sz="6000" b="1" dirty="0"/>
              <a:t>PELO SENHOR DA VIDA!</a:t>
            </a:r>
          </a:p>
          <a:p>
            <a:pPr algn="l"/>
            <a:endParaRPr lang="pt-BR" sz="4000" dirty="0"/>
          </a:p>
          <a:p>
            <a:pPr algn="l"/>
            <a:r>
              <a:rPr lang="pt-BR" sz="4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6. A ESPADA TE FERIA,</a:t>
            </a:r>
            <a:br>
              <a:rPr lang="pt-BR" sz="4000" dirty="0"/>
            </a:br>
            <a:r>
              <a:rPr lang="pt-BR" sz="40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POIS, MÃE TU ÉS, MARIA.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427641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i="0" dirty="0">
                <a:effectLst/>
              </a:rPr>
              <a:t>SANTO, SANTO, SANTO, </a:t>
            </a:r>
          </a:p>
          <a:p>
            <a:pPr algn="l"/>
            <a:r>
              <a:rPr lang="pt-BR" sz="19200" i="0" dirty="0">
                <a:effectLst/>
              </a:rPr>
              <a:t>SENHOR DEUS DO UNIVERSO.</a:t>
            </a:r>
          </a:p>
          <a:p>
            <a:pPr algn="l"/>
            <a:r>
              <a:rPr lang="pt-BR" sz="19200" i="0" dirty="0">
                <a:effectLst/>
              </a:rPr>
              <a:t>O CÉU E A TERRA PROCLAMAM A VOSSA GLÓRIA!</a:t>
            </a:r>
            <a:br>
              <a:rPr lang="pt-BR" sz="21600" dirty="0"/>
            </a:br>
            <a:r>
              <a:rPr lang="pt-BR" sz="19200" i="0" dirty="0">
                <a:effectLst/>
              </a:rPr>
              <a:t>HOSANA NAS ALTURAS!</a:t>
            </a:r>
            <a:endParaRPr lang="pt-BR" sz="19200" dirty="0"/>
          </a:p>
          <a:p>
            <a:pPr algn="l"/>
            <a:endParaRPr lang="pt-BR" sz="19200" b="0" i="0" dirty="0">
              <a:effectLst/>
            </a:endParaRPr>
          </a:p>
          <a:p>
            <a:pPr algn="l"/>
            <a:r>
              <a:rPr lang="pt-BR" sz="19200" b="1" i="0" dirty="0">
                <a:effectLst/>
              </a:rPr>
              <a:t>SANTO, SANTO, SANTO, </a:t>
            </a:r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0" i="0" dirty="0">
                <a:effectLst/>
              </a:rPr>
              <a:t>BENDITO O QUE VEM EM NOME DO SENHOR.</a:t>
            </a:r>
          </a:p>
          <a:p>
            <a:pPr algn="l"/>
            <a:r>
              <a:rPr lang="pt-BR" sz="19200" b="0" i="0" dirty="0">
                <a:effectLst/>
              </a:rPr>
              <a:t>BENDITO O QUE VEM EM NOME DO SENHOR.</a:t>
            </a:r>
          </a:p>
          <a:p>
            <a:pPr algn="l"/>
            <a:endParaRPr lang="pt-BR" sz="19200" b="0" i="0" dirty="0">
              <a:effectLst/>
            </a:endParaRPr>
          </a:p>
          <a:p>
            <a:pPr algn="l"/>
            <a:br>
              <a:rPr lang="pt-BR" sz="19200" dirty="0"/>
            </a:br>
            <a:r>
              <a:rPr lang="pt-BR" sz="19200" b="0" i="0" dirty="0">
                <a:effectLst/>
              </a:rPr>
              <a:t>HOSANA! HOSANA! NAS ALTURAS!</a:t>
            </a:r>
            <a:endParaRPr lang="pt-BR" sz="12800" dirty="0"/>
          </a:p>
          <a:p>
            <a:pPr algn="l"/>
            <a:br>
              <a:rPr lang="pt-BR" sz="8000" dirty="0"/>
            </a:br>
            <a:br>
              <a:rPr lang="pt-BR" sz="8000" dirty="0"/>
            </a:b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42259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COM TEU DEDO VEM TOCAR AS MINHAS MÃOS.</a:t>
            </a:r>
          </a:p>
          <a:p>
            <a:pPr algn="l"/>
            <a:r>
              <a:rPr lang="pt-BR" sz="12600" b="1" dirty="0"/>
              <a:t>COLOCA A TUA MÃO NO LADO ABERTO</a:t>
            </a:r>
          </a:p>
          <a:p>
            <a:pPr algn="l"/>
            <a:r>
              <a:rPr lang="pt-BR" sz="12600" b="1" dirty="0"/>
              <a:t>E NÃO SEJAS UM INCRÉDULO, TOMÉ</a:t>
            </a:r>
          </a:p>
          <a:p>
            <a:pPr algn="l"/>
            <a:r>
              <a:rPr lang="pt-BR" sz="12600" b="1" dirty="0"/>
              <a:t>MAS TENHA FÉ, ALELUIA!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521787" cy="6269614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1. DAI GRAÇAS AO SENHOR, PORQUE ELE É BOM!</a:t>
            </a:r>
          </a:p>
          <a:p>
            <a:pPr algn="l"/>
            <a:r>
              <a:rPr lang="pt-BR" sz="24000" dirty="0"/>
              <a:t>ETERNA É A SUA MISERICÓRDIA!</a:t>
            </a:r>
          </a:p>
          <a:p>
            <a:pPr algn="l"/>
            <a:r>
              <a:rPr lang="pt-BR" sz="24000" dirty="0"/>
              <a:t>A CASA DE ISRAEL AGORA O DIGA:</a:t>
            </a:r>
          </a:p>
          <a:p>
            <a:pPr algn="l"/>
            <a:r>
              <a:rPr lang="pt-BR" sz="24000" dirty="0"/>
              <a:t>ETERNA É A SUA MISERICÓRDIA!</a:t>
            </a:r>
            <a:endParaRPr lang="pt-BR" sz="32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79819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COM TEU DEDO VEM TOCAR AS MINHAS MÃOS.</a:t>
            </a:r>
          </a:p>
          <a:p>
            <a:pPr algn="l"/>
            <a:r>
              <a:rPr lang="pt-BR" sz="12600" b="1" dirty="0"/>
              <a:t>COLOCA A TUA MÃO NO LADO ABERTO</a:t>
            </a:r>
          </a:p>
          <a:p>
            <a:pPr algn="l"/>
            <a:r>
              <a:rPr lang="pt-BR" sz="12600" b="1" dirty="0"/>
              <a:t>E NÃO SEJAS UM INCRÉDULO, TOMÉ</a:t>
            </a:r>
          </a:p>
          <a:p>
            <a:pPr algn="l"/>
            <a:r>
              <a:rPr lang="pt-BR" sz="12600" b="1" dirty="0"/>
              <a:t>MAS TENHA FÉ, ALELUIA!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680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900" dirty="0"/>
              <a:t>2. É MELHOR BUSCAR REFÚGIO NO SENHOR</a:t>
            </a:r>
          </a:p>
          <a:p>
            <a:pPr algn="l"/>
            <a:r>
              <a:rPr lang="pt-BR" sz="13900" dirty="0"/>
              <a:t>DO QUE PÔR NO SER HUMANO A ESPERANÇA;</a:t>
            </a:r>
          </a:p>
          <a:p>
            <a:pPr algn="l"/>
            <a:r>
              <a:rPr lang="pt-BR" sz="13900" dirty="0"/>
              <a:t>É MELHOR BUSCAR REFÚGIO NO SENHOR</a:t>
            </a:r>
          </a:p>
          <a:p>
            <a:pPr algn="l"/>
            <a:r>
              <a:rPr lang="pt-BR" sz="13900" dirty="0"/>
              <a:t>DO QUE CONTAR COM OS PODEROSOS DESTE MUNDO!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69557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COM TEU DEDO VEM TOCAR AS MINHAS MÃOS.</a:t>
            </a:r>
          </a:p>
          <a:p>
            <a:pPr algn="l"/>
            <a:r>
              <a:rPr lang="pt-BR" sz="12600" b="1" dirty="0"/>
              <a:t>COLOCA A TUA MÃO NO LADO ABERTO</a:t>
            </a:r>
          </a:p>
          <a:p>
            <a:pPr algn="l"/>
            <a:r>
              <a:rPr lang="pt-BR" sz="12600" b="1" dirty="0"/>
              <a:t>E NÃO SEJAS UM INCRÉDULO, TOMÉ</a:t>
            </a:r>
          </a:p>
          <a:p>
            <a:pPr algn="l"/>
            <a:r>
              <a:rPr lang="pt-BR" sz="12600" b="1" dirty="0"/>
              <a:t>MAS TENHA FÉ, ALELUIA!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18839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900" dirty="0"/>
              <a:t>3. O SENHOR É MINHA FORÇA E O MEU CANTO</a:t>
            </a:r>
          </a:p>
          <a:p>
            <a:pPr algn="l"/>
            <a:r>
              <a:rPr lang="pt-BR" sz="13900" dirty="0"/>
              <a:t>E TORNOU-SE PARA MIM O SALVADOR.</a:t>
            </a:r>
          </a:p>
          <a:p>
            <a:pPr algn="l"/>
            <a:r>
              <a:rPr lang="pt-BR" sz="13900" dirty="0"/>
              <a:t>CLAMORES DE ALEGRIA E DE VITÓRIA</a:t>
            </a:r>
          </a:p>
          <a:p>
            <a:pPr algn="l"/>
            <a:r>
              <a:rPr lang="pt-BR" sz="13900" dirty="0"/>
              <a:t>RESSOEM PELAS TENDAS DOS FIÉIS.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17972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2600" b="1" dirty="0"/>
              <a:t>COM TEU DEDO VEM TOCAR AS MINHAS MÃOS.</a:t>
            </a:r>
          </a:p>
          <a:p>
            <a:pPr algn="l"/>
            <a:r>
              <a:rPr lang="pt-BR" sz="12600" b="1" dirty="0"/>
              <a:t>COLOCA A TUA MÃO NO LADO ABERTO</a:t>
            </a:r>
          </a:p>
          <a:p>
            <a:pPr algn="l"/>
            <a:r>
              <a:rPr lang="pt-BR" sz="12600" b="1" dirty="0"/>
              <a:t>E NÃO SEJAS UM INCRÉDULO, TOMÉ</a:t>
            </a:r>
          </a:p>
          <a:p>
            <a:pPr algn="l"/>
            <a:r>
              <a:rPr lang="pt-BR" sz="12600" b="1" dirty="0"/>
              <a:t>MAS TENHA FÉ, ALELUIA!</a:t>
            </a:r>
            <a:endParaRPr lang="pt-BR" sz="19200" b="1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26363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3900" dirty="0"/>
              <a:t>4. A MÃO DIREITA DO SENHOR FEZ MARAVILHAS,</a:t>
            </a:r>
          </a:p>
          <a:p>
            <a:pPr algn="l"/>
            <a:r>
              <a:rPr lang="pt-BR" sz="13900" dirty="0"/>
              <a:t>A MÃO DIREITA DO SENHOR ME LEVANTOU.</a:t>
            </a:r>
          </a:p>
          <a:p>
            <a:pPr algn="l"/>
            <a:r>
              <a:rPr lang="pt-BR" sz="13900" dirty="0"/>
              <a:t>NÃO MORREREI, MAS AO CONTRÁRIO, VIVEREI</a:t>
            </a:r>
          </a:p>
          <a:p>
            <a:pPr algn="l"/>
            <a:r>
              <a:rPr lang="pt-BR" sz="13900" dirty="0"/>
              <a:t>PARA CANTAR AS GRANDES OBRAS DO SENHOR!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6121346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75699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dirty="0"/>
              <a:t>ALMA DE CRISTO, SANTIFICAI-ME</a:t>
            </a:r>
          </a:p>
          <a:p>
            <a:pPr algn="l"/>
            <a:r>
              <a:rPr lang="pt-BR" sz="8000" b="1" dirty="0"/>
              <a:t>CORPO DE CRISTO, SALVAI-ME</a:t>
            </a:r>
          </a:p>
          <a:p>
            <a:pPr algn="l"/>
            <a:r>
              <a:rPr lang="pt-BR" sz="8000" b="1" dirty="0"/>
              <a:t>SANGUE DE CRISTO, INEBRIAI-ME</a:t>
            </a:r>
          </a:p>
          <a:p>
            <a:pPr algn="l"/>
            <a:r>
              <a:rPr lang="pt-BR" sz="8000" b="1" dirty="0"/>
              <a:t>ÁGUA DO LADO DE CRISTO, LAVAI-ME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PAIXÃO DE CRISTO, CONFORTAI-ME</a:t>
            </a:r>
          </a:p>
          <a:p>
            <a:pPr algn="l"/>
            <a:r>
              <a:rPr lang="pt-BR" sz="8000" dirty="0"/>
              <a:t>Ó BOM JESUS, OUVI-ME</a:t>
            </a:r>
          </a:p>
          <a:p>
            <a:pPr algn="l"/>
            <a:r>
              <a:rPr lang="pt-BR" sz="8000" dirty="0"/>
              <a:t>DENTRO DE VOSSAS CHAGAS, ESCONDEI-ME.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NÃO PERMITAIS QUE EU ME SEPARE DE VÓS</a:t>
            </a:r>
          </a:p>
          <a:p>
            <a:pPr algn="l"/>
            <a:r>
              <a:rPr lang="pt-BR" sz="8000" dirty="0"/>
              <a:t>DO ESPÍRITO MALIGNO DEFENDEI-ME</a:t>
            </a:r>
          </a:p>
          <a:p>
            <a:pPr algn="l"/>
            <a:r>
              <a:rPr lang="pt-BR" sz="8000" dirty="0"/>
              <a:t>NA HORA DA MORTE</a:t>
            </a:r>
          </a:p>
          <a:p>
            <a:pPr algn="l"/>
            <a:r>
              <a:rPr lang="pt-BR" sz="8000" dirty="0"/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23023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1" dirty="0"/>
              <a:t>E MANDAI-ME IR PARA VÓS</a:t>
            </a:r>
          </a:p>
          <a:p>
            <a:pPr algn="l"/>
            <a:r>
              <a:rPr lang="pt-BR" sz="8000" b="1" dirty="0"/>
              <a:t>PARA QUE COM VOSSOS SANTOS VOS LOUVE</a:t>
            </a:r>
          </a:p>
          <a:p>
            <a:pPr algn="l"/>
            <a:r>
              <a:rPr lang="pt-BR" sz="8000" b="1" dirty="0"/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13159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600" dirty="0"/>
              <a:t>Ó DO CÉU RAINHA, ALEGRAI-VOS! ALELUIA!</a:t>
            </a:r>
          </a:p>
          <a:p>
            <a:pPr algn="l"/>
            <a:r>
              <a:rPr lang="pt-BR" sz="8600" dirty="0"/>
              <a:t>POIS O VOSSO FILHO VENCEU! ALELUIA!</a:t>
            </a:r>
          </a:p>
          <a:p>
            <a:pPr algn="l"/>
            <a:endParaRPr lang="pt-BR" sz="7400" dirty="0"/>
          </a:p>
          <a:p>
            <a:pPr algn="l"/>
            <a:r>
              <a:rPr lang="pt-BR" sz="7400" b="1" dirty="0"/>
              <a:t>ALELUIA, ALELUIA, ALELUIA, ALELUIA!</a:t>
            </a:r>
          </a:p>
          <a:p>
            <a:pPr algn="l"/>
            <a:r>
              <a:rPr lang="pt-BR" sz="7400" b="1" dirty="0"/>
              <a:t>ALELUIA, ALELUIA,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600" dirty="0"/>
              <a:t>QUEM, Ó MÃE, TROUXESTES NO SEIO! ALELUIA!</a:t>
            </a:r>
          </a:p>
          <a:p>
            <a:pPr algn="l"/>
            <a:r>
              <a:rPr lang="pt-BR" sz="8600" dirty="0"/>
              <a:t>RENASCEU DO VENTRE DA TERRA! ALELUIA!</a:t>
            </a:r>
          </a:p>
          <a:p>
            <a:pPr algn="l"/>
            <a:endParaRPr lang="pt-BR" sz="7400" dirty="0"/>
          </a:p>
          <a:p>
            <a:pPr algn="l"/>
            <a:r>
              <a:rPr lang="pt-BR" sz="7400" b="1" dirty="0"/>
              <a:t>ALELUIA, ALELUIA, ALELUIA, ALELUIA!</a:t>
            </a:r>
          </a:p>
          <a:p>
            <a:pPr algn="l"/>
            <a:r>
              <a:rPr lang="pt-BR" sz="7400" b="1" dirty="0"/>
              <a:t>ALELUIA, ALELUIA,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921639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600" dirty="0"/>
              <a:t>COMO HAVIA DITO O CRISTO! ALELUIA!</a:t>
            </a:r>
          </a:p>
          <a:p>
            <a:pPr algn="l"/>
            <a:r>
              <a:rPr lang="pt-BR" sz="8600" dirty="0"/>
              <a:t>RESSURGIU DEVERAS, Ó MÃE! ALELUIA!</a:t>
            </a:r>
          </a:p>
          <a:p>
            <a:pPr algn="l"/>
            <a:endParaRPr lang="pt-BR" sz="7400" dirty="0"/>
          </a:p>
          <a:p>
            <a:pPr algn="l"/>
            <a:r>
              <a:rPr lang="pt-BR" sz="7400" b="1" dirty="0"/>
              <a:t>ALELUIA, ALELUIA, ALELUIA, ALELUIA!</a:t>
            </a:r>
          </a:p>
          <a:p>
            <a:pPr algn="l"/>
            <a:r>
              <a:rPr lang="pt-BR" sz="7400" b="1" dirty="0"/>
              <a:t>ALELUIA, ALELUIA, ALELUIA, ALELUIA!</a:t>
            </a:r>
          </a:p>
        </p:txBody>
      </p:sp>
    </p:spTree>
    <p:extLst>
      <p:ext uri="{BB962C8B-B14F-4D97-AF65-F5344CB8AC3E}">
        <p14:creationId xmlns:p14="http://schemas.microsoft.com/office/powerpoint/2010/main" val="1769646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10146</TotalTime>
  <Words>1174</Words>
  <Application>Microsoft Office PowerPoint</Application>
  <PresentationFormat>Widescreen</PresentationFormat>
  <Paragraphs>179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MARCONDES CRUZ OLIVEIRA</cp:lastModifiedBy>
  <cp:revision>45</cp:revision>
  <dcterms:created xsi:type="dcterms:W3CDTF">2023-05-06T17:01:55Z</dcterms:created>
  <dcterms:modified xsi:type="dcterms:W3CDTF">2024-04-07T18:49:30Z</dcterms:modified>
</cp:coreProperties>
</file>