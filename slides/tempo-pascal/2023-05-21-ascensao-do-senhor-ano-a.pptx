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83" r:id="rId11"/>
    <p:sldId id="264" r:id="rId12"/>
    <p:sldId id="265" r:id="rId13"/>
    <p:sldId id="266" r:id="rId14"/>
    <p:sldId id="267" r:id="rId15"/>
    <p:sldId id="268" r:id="rId16"/>
    <p:sldId id="269" r:id="rId17"/>
    <p:sldId id="284" r:id="rId18"/>
    <p:sldId id="271" r:id="rId19"/>
    <p:sldId id="272" r:id="rId20"/>
    <p:sldId id="273" r:id="rId21"/>
    <p:sldId id="286" r:id="rId22"/>
    <p:sldId id="275" r:id="rId23"/>
    <p:sldId id="287" r:id="rId24"/>
    <p:sldId id="277" r:id="rId25"/>
    <p:sldId id="278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600" b="1" dirty="0"/>
              <a:t>Ó HOMENS GALILEUS, </a:t>
            </a:r>
          </a:p>
          <a:p>
            <a:pPr algn="just"/>
            <a:r>
              <a:rPr lang="pt-BR" sz="3600" b="1" dirty="0"/>
              <a:t>POR QUE ESTAIS A OLHAR OS CÉUS?</a:t>
            </a:r>
          </a:p>
          <a:p>
            <a:pPr algn="just"/>
            <a:r>
              <a:rPr lang="pt-BR" sz="3600" b="1" dirty="0"/>
              <a:t>JESUS, QUE AOS CÉUS SUBIU, </a:t>
            </a:r>
          </a:p>
          <a:p>
            <a:pPr algn="just"/>
            <a:r>
              <a:rPr lang="pt-BR" sz="3600" b="1" dirty="0"/>
              <a:t>DA MESMA FORMA HÁ DE VIR, ALELUIA.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1. EIS QUE DEUS SE PÕE DE PÉ, E OS INIMIGOS SE DISPERSAM! </a:t>
            </a:r>
          </a:p>
          <a:p>
            <a:pPr algn="just"/>
            <a:r>
              <a:rPr lang="pt-BR" sz="3600" dirty="0"/>
              <a:t>    FOGEM LONGE DE SUA FACE OS QUE ODEIAM O SENHOR! 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ABRI CAMINHO PARA AQUELE QUE AVANÇA NO DESERTO; </a:t>
            </a:r>
          </a:p>
          <a:p>
            <a:pPr algn="just"/>
            <a:r>
              <a:rPr lang="pt-BR" sz="3600" dirty="0"/>
              <a:t>    O SEU NOME É SENHOR: EXULTAI DIANTE DELE! 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52" y="1219200"/>
            <a:ext cx="11270673" cy="54816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3600" b="1" dirty="0"/>
              <a:t>Ó HOMENS GALILEUS, </a:t>
            </a:r>
          </a:p>
          <a:p>
            <a:pPr algn="just"/>
            <a:r>
              <a:rPr lang="pt-BR" sz="3600" b="1" dirty="0"/>
              <a:t>POR QUE ESTAIS A OLHAR OS CÉUS?</a:t>
            </a:r>
          </a:p>
          <a:p>
            <a:pPr algn="just"/>
            <a:r>
              <a:rPr lang="pt-BR" sz="3600" b="1" dirty="0"/>
              <a:t>JESUS, QUE AOS CÉUS SUBIU, </a:t>
            </a:r>
          </a:p>
          <a:p>
            <a:pPr algn="just"/>
            <a:r>
              <a:rPr lang="pt-BR" sz="3600" b="1" dirty="0"/>
              <a:t>DA MESMA FORMA HÁ DE VIR, ALELUIA.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1. É ASSIM O NOSSO DEUS EM SUA SANTA HABITAÇÃO. </a:t>
            </a:r>
          </a:p>
          <a:p>
            <a:pPr algn="just"/>
            <a:r>
              <a:rPr lang="pt-BR" sz="3600" dirty="0"/>
              <a:t>É O SENHOR QUEM DÁ ABRIGO, DÁ UM LAR AOS DESERDADOS,</a:t>
            </a:r>
          </a:p>
          <a:p>
            <a:pPr algn="just"/>
            <a:endParaRPr lang="pt-BR" sz="3600" dirty="0"/>
          </a:p>
          <a:p>
            <a:pPr algn="just"/>
            <a:r>
              <a:rPr lang="pt-BR" sz="3600" dirty="0"/>
              <a:t>2. QUANDO SAÍSTES COM O POVO, CAMINHANDO À SUA FRENTE </a:t>
            </a:r>
          </a:p>
          <a:p>
            <a:pPr algn="just"/>
            <a:r>
              <a:rPr lang="pt-BR" sz="3600" dirty="0"/>
              <a:t>E ATRAVESSANDO O DESERTO, A TERRA TODA ESTREMECEU; 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07816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9000" dirty="0"/>
              <a:t>SENHOR, QUE SUBINDO AO CÉU</a:t>
            </a:r>
          </a:p>
          <a:p>
            <a:pPr algn="just"/>
            <a:r>
              <a:rPr lang="pt-BR" sz="9000" dirty="0"/>
              <a:t>NOS PRESENTEASTES COM O DOM DO ESPÍRITO,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KYRIE, KYRIE ELEISON, KYRIE ELEISON, ELEISON  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dirty="0"/>
              <a:t>CRISTO, QUE DAIS VIDAS A TODAS AS COISAS</a:t>
            </a:r>
          </a:p>
          <a:p>
            <a:pPr algn="just"/>
            <a:r>
              <a:rPr lang="pt-BR" sz="9000" dirty="0"/>
              <a:t>COM PODER DA VOSSA PALAVRA,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CHRISTE, CHRISTE ELEISON, CHRISTE ELEISON, ELEISON 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4000" dirty="0"/>
              <a:t>SENHOR, REIS DO UNIVERSO E SENHOR DOS SÉCULOS</a:t>
            </a:r>
          </a:p>
          <a:p>
            <a:pPr algn="just"/>
            <a:r>
              <a:rPr lang="pt-BR" sz="4000" dirty="0"/>
              <a:t>TENDE PIEDADE DE NÓS.</a:t>
            </a:r>
          </a:p>
          <a:p>
            <a:pPr algn="just"/>
            <a:r>
              <a:rPr lang="pt-BR" sz="4000" b="1" dirty="0"/>
              <a:t>KYRIE, KYRIE ELEISON, KYRIE ELEISON, ELEISON  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000" b="1" dirty="0"/>
              <a:t>GLORIA IN EXCELSIS DEO, ET IN TERRA PAX HOMINIBUS BONAE VOLUNTATIS, BONAE VOLUNTATIS</a:t>
            </a:r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100" dirty="0"/>
              <a:t>GLÓRIA A DEUS NAS ALTURAS 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4400" dirty="0"/>
              <a:t>NÓS VOS LOUVAMOS, NÓS VOS BENDIZEMOS</a:t>
            </a:r>
          </a:p>
          <a:p>
            <a:pPr algn="just"/>
            <a:r>
              <a:rPr lang="pt-BR" sz="4400" dirty="0"/>
              <a:t>NÓS VOS ADORAMOS, NÓS VOS GLORIFICAMOS</a:t>
            </a:r>
          </a:p>
          <a:p>
            <a:pPr algn="just"/>
            <a:r>
              <a:rPr lang="pt-BR" sz="44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SENHOR JESUS CRISTO, FILHO UNIGÊNITO</a:t>
            </a:r>
          </a:p>
          <a:p>
            <a:pPr algn="just"/>
            <a:r>
              <a:rPr lang="pt-BR" sz="4400" dirty="0"/>
              <a:t>SENHOR DEUS, CORDEIRO DE DEUS, FILHO DE DEUS PAI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 </a:t>
            </a:r>
          </a:p>
          <a:p>
            <a:pPr algn="l"/>
            <a:r>
              <a:rPr lang="pt-BR" sz="6000" dirty="0"/>
              <a:t>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</a:t>
            </a:r>
          </a:p>
          <a:p>
            <a:pPr algn="l"/>
            <a:r>
              <a:rPr lang="pt-BR" sz="6000" dirty="0"/>
              <a:t>TENDE PIEDADE DE NÓS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/>
              <a:t>SÓ VÓS SOIS SANTO, SÓ VÓS O SENHOR, SÓ VÓS O ALTÍSSIMO, JESUS CRISTO, COM O ESPÍRITO SANTO NA GLÓRIA DE DEUS PAI. </a:t>
            </a:r>
            <a:endParaRPr lang="pt-BR" sz="6000" b="1" dirty="0"/>
          </a:p>
          <a:p>
            <a:pPr algn="l"/>
            <a:endParaRPr lang="pt-BR" sz="6000" b="1" dirty="0"/>
          </a:p>
          <a:p>
            <a:pPr algn="l"/>
            <a:r>
              <a:rPr lang="pt-BR" sz="6000" b="1" dirty="0"/>
              <a:t>GLORIA IN EXCELSIS DEO, ET IN TERRA PAX HOMINIBUS BONAE VOLUNTATIS, BONAE VOLUNTATIS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AMÉM!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52255"/>
            <a:ext cx="10349345" cy="1953490"/>
          </a:xfrm>
        </p:spPr>
        <p:txBody>
          <a:bodyPr>
            <a:normAutofit/>
          </a:bodyPr>
          <a:lstStyle/>
          <a:p>
            <a:r>
              <a:rPr lang="pt-BR" sz="4400" b="1"/>
              <a:t>POR ENTRE </a:t>
            </a:r>
            <a:r>
              <a:rPr lang="pt-BR" sz="4400" b="1" dirty="0"/>
              <a:t>ACLAMAÇÕES DEUS SE ELEVOU, O SENHOR SUBIU AO TOQUE DA TROMBETA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648691"/>
            <a:ext cx="10349345" cy="4461164"/>
          </a:xfrm>
        </p:spPr>
        <p:txBody>
          <a:bodyPr>
            <a:normAutofit lnSpcReduction="1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IDE AO MUNDO, ENSINAI AOS POVOS TODOS; CONVOSCO ESTAREI TODOS OS DIAS, ATÉ O FIM DOS TEMPOS, DIZ JESUS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1. POVOS TODOS DO UNIVERSO BATEI PALMAS, </a:t>
            </a:r>
          </a:p>
          <a:p>
            <a:pPr algn="l"/>
            <a:r>
              <a:rPr lang="pt-BR" sz="7300" dirty="0"/>
              <a:t>GRITAI A DEUS ACLAMAÇÕES DE ALEGRIA!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2. PORQUE SUBLIME É O SENHOR, O DEUS ALTÍSSIMO, </a:t>
            </a:r>
          </a:p>
          <a:p>
            <a:pPr algn="l"/>
            <a:r>
              <a:rPr lang="pt-BR" sz="7300" dirty="0"/>
              <a:t>O SOBERANO QUE DOMINA TODA A TERRA.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3. SALMODIAI AO NOSSO DEUS AO SOM DA HARPA, </a:t>
            </a:r>
          </a:p>
          <a:p>
            <a:pPr algn="l"/>
            <a:r>
              <a:rPr lang="pt-BR" sz="7300" dirty="0"/>
              <a:t>SALMODIAI AO SOM DA HARPA AO NOSSO REI!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4. DEUS REINA SOBRE TODAS AS NAÇÕES, </a:t>
            </a:r>
          </a:p>
          <a:p>
            <a:pPr algn="l"/>
            <a:r>
              <a:rPr lang="pt-BR" sz="7300" dirty="0"/>
              <a:t>ESTÁ SENTADO NO SEU TRONO GLORIOSO.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PROCLAMAM,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HOSANA!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HOSANA!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1. LEVANTA-SE DEUS, CADÊ OS INIMIGOS?</a:t>
            </a:r>
          </a:p>
          <a:p>
            <a:pPr algn="just"/>
            <a:r>
              <a:rPr lang="pt-BR" sz="14400" dirty="0"/>
              <a:t>NA SUA PRESENÇA PERECEM OS INÍQUOS!</a:t>
            </a:r>
          </a:p>
          <a:p>
            <a:pPr algn="just"/>
            <a:r>
              <a:rPr lang="pt-BR" sz="14400" dirty="0"/>
              <a:t>SÃO COMO FUMAÇA QUE DESAPARECE,</a:t>
            </a:r>
          </a:p>
          <a:p>
            <a:pPr algn="just"/>
            <a:r>
              <a:rPr lang="pt-BR" sz="14400" dirty="0"/>
              <a:t>SÃO CERA NO FOGO, QUE LOGO DERRETE!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2. OS JUSTOS SE ALEGRAM DIANTE DE DEUS;</a:t>
            </a:r>
          </a:p>
          <a:p>
            <a:pPr algn="just"/>
            <a:r>
              <a:rPr lang="pt-BR" sz="14400" dirty="0"/>
              <a:t>CANTAI AO SENHOR, VIBRAI, FILHOS SEUS!</a:t>
            </a:r>
          </a:p>
          <a:p>
            <a:pPr algn="just"/>
            <a:r>
              <a:rPr lang="pt-BR" sz="14400" dirty="0"/>
              <a:t>ABRI O CAMINHO AO GRÃO-CAVALEIRO,</a:t>
            </a:r>
          </a:p>
          <a:p>
            <a:pPr algn="just"/>
            <a:r>
              <a:rPr lang="pt-BR" sz="14400" dirty="0"/>
              <a:t>DANÇAI DIANTE DELE, SENHOR JUSTICEIRO.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3. DOS ÓRFÃOS É PAI, DAS VIÚVAS JUIZ,</a:t>
            </a:r>
          </a:p>
          <a:p>
            <a:pPr algn="just"/>
            <a:r>
              <a:rPr lang="pt-BR" sz="14400" dirty="0"/>
              <a:t>EM SUA MORADA SÓ ELE É QUEM DIZ:</a:t>
            </a:r>
          </a:p>
          <a:p>
            <a:pPr algn="just"/>
            <a:r>
              <a:rPr lang="pt-BR" sz="14400" dirty="0"/>
              <a:t>QUEM ESTAVA SOZINHO, FAMÍLIA ENCONTROU;</a:t>
            </a:r>
          </a:p>
          <a:p>
            <a:pPr algn="just"/>
            <a:r>
              <a:rPr lang="pt-BR" sz="14400" dirty="0"/>
              <a:t>QUEM ESTAVA OPRIMIDO, TUA MÃO LIBERTOU!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4. À FRENTE DO POVO SAÍSTE, Ó DEUS,</a:t>
            </a:r>
          </a:p>
          <a:p>
            <a:pPr algn="just"/>
            <a:r>
              <a:rPr lang="pt-BR" sz="14400" dirty="0"/>
              <a:t>OS CÉUS GOTEJARAM, A TERRA TREMEU:</a:t>
            </a:r>
          </a:p>
          <a:p>
            <a:pPr algn="just"/>
            <a:r>
              <a:rPr lang="pt-BR" sz="14400" dirty="0"/>
              <a:t>NA SUA PRESENÇA SE ABALA O SINAI,</a:t>
            </a:r>
          </a:p>
          <a:p>
            <a:pPr algn="just"/>
            <a:r>
              <a:rPr lang="pt-BR" sz="14400" dirty="0"/>
              <a:t>É DEUS QUE AVANÇA, QUE AVANÇA E VAI!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638799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4000" b="1" dirty="0"/>
              <a:t>O SENHOR FEZ EM MIM MARAVILHAS! SANTO É O SEU NOME</a:t>
            </a:r>
          </a:p>
          <a:p>
            <a:pPr algn="l"/>
            <a:r>
              <a:rPr lang="pt-BR" sz="4000" b="1" dirty="0"/>
              <a:t>O SENHOR FEZ EM MIM MARAVILHAS! SANTO É O SEU NOME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A MINH’ALMA ENGRANDECE O SENHOR</a:t>
            </a:r>
          </a:p>
          <a:p>
            <a:pPr algn="l"/>
            <a:r>
              <a:rPr lang="pt-BR" sz="4000" dirty="0"/>
              <a:t>E EXULTA MEU ESPÍRITO EM DEUS MEU SALVADOR</a:t>
            </a:r>
          </a:p>
          <a:p>
            <a:pPr algn="l"/>
            <a:r>
              <a:rPr lang="pt-BR" sz="4000" dirty="0"/>
              <a:t>PORQUE OLHOU PARA HUMILDADE DE SUA SERVA</a:t>
            </a:r>
          </a:p>
          <a:p>
            <a:pPr algn="l"/>
            <a:r>
              <a:rPr lang="pt-BR" sz="4000" dirty="0"/>
              <a:t>DORAVANTE AS GERAÇÕES HÃO DE CHAMAR-ME DE BENDITA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O PODEROSO FEZ EM MIM MARAVILHAS</a:t>
            </a:r>
          </a:p>
          <a:p>
            <a:pPr algn="l"/>
            <a:r>
              <a:rPr lang="pt-BR" sz="4000" dirty="0"/>
              <a:t>E SANTO É O SEU NOME!</a:t>
            </a:r>
          </a:p>
          <a:p>
            <a:pPr algn="l"/>
            <a:r>
              <a:rPr lang="pt-BR" sz="4000" dirty="0"/>
              <a:t>SEU AMOR PARA SEMPRE SE ESTENDE SOBRE AQUELES QUE O TEMEM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884</Words>
  <Application>Microsoft Office PowerPoint</Application>
  <PresentationFormat>Widescreen</PresentationFormat>
  <Paragraphs>143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do Office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</cp:revision>
  <dcterms:created xsi:type="dcterms:W3CDTF">2023-05-06T17:01:55Z</dcterms:created>
  <dcterms:modified xsi:type="dcterms:W3CDTF">2023-05-20T13:31:07Z</dcterms:modified>
</cp:coreProperties>
</file>