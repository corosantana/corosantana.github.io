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60" r:id="rId3"/>
    <p:sldId id="468" r:id="rId4"/>
    <p:sldId id="258" r:id="rId5"/>
    <p:sldId id="259" r:id="rId6"/>
    <p:sldId id="469" r:id="rId7"/>
    <p:sldId id="470" r:id="rId8"/>
    <p:sldId id="260" r:id="rId9"/>
    <p:sldId id="261" r:id="rId10"/>
    <p:sldId id="338" r:id="rId11"/>
    <p:sldId id="339" r:id="rId12"/>
    <p:sldId id="340" r:id="rId13"/>
    <p:sldId id="377" r:id="rId14"/>
    <p:sldId id="447" r:id="rId15"/>
    <p:sldId id="264" r:id="rId16"/>
    <p:sldId id="265" r:id="rId17"/>
    <p:sldId id="266" r:id="rId18"/>
    <p:sldId id="267" r:id="rId19"/>
    <p:sldId id="271" r:id="rId20"/>
    <p:sldId id="269" r:id="rId21"/>
    <p:sldId id="473" r:id="rId22"/>
    <p:sldId id="472" r:id="rId23"/>
    <p:sldId id="471" r:id="rId24"/>
    <p:sldId id="462" r:id="rId25"/>
    <p:sldId id="474" r:id="rId26"/>
    <p:sldId id="475" r:id="rId27"/>
    <p:sldId id="361" r:id="rId28"/>
    <p:sldId id="445" r:id="rId29"/>
    <p:sldId id="476" r:id="rId30"/>
    <p:sldId id="443" r:id="rId31"/>
    <p:sldId id="444" r:id="rId32"/>
    <p:sldId id="477" r:id="rId33"/>
    <p:sldId id="466" r:id="rId34"/>
    <p:sldId id="478" r:id="rId35"/>
    <p:sldId id="479" r:id="rId36"/>
    <p:sldId id="480" r:id="rId37"/>
    <p:sldId id="481" r:id="rId38"/>
    <p:sldId id="277" r:id="rId39"/>
    <p:sldId id="428" r:id="rId40"/>
    <p:sldId id="429" r:id="rId41"/>
    <p:sldId id="441" r:id="rId42"/>
    <p:sldId id="442" r:id="rId43"/>
    <p:sldId id="427" r:id="rId44"/>
    <p:sldId id="337" r:id="rId45"/>
    <p:sldId id="459" r:id="rId4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4F99A534-1CB4-4C7C-B316-9C26AB951A9C}"/>
    <pc:docChg chg="custSel addSld delSld modSld sldOrd">
      <pc:chgData name="anaclaracosta116@gmail.com" userId="a793634777582c92" providerId="LiveId" clId="{4F99A534-1CB4-4C7C-B316-9C26AB951A9C}" dt="2024-04-20T20:14:32.275" v="968" actId="113"/>
      <pc:docMkLst>
        <pc:docMk/>
      </pc:docMkLst>
      <pc:sldChg chg="modSp mod">
        <pc:chgData name="anaclaracosta116@gmail.com" userId="a793634777582c92" providerId="LiveId" clId="{4F99A534-1CB4-4C7C-B316-9C26AB951A9C}" dt="2024-04-20T19:50:53.984" v="83" actId="20577"/>
        <pc:sldMkLst>
          <pc:docMk/>
          <pc:sldMk cId="2490480151" sldId="259"/>
        </pc:sldMkLst>
      </pc:sldChg>
      <pc:sldChg chg="modSp mod">
        <pc:chgData name="anaclaracosta116@gmail.com" userId="a793634777582c92" providerId="LiveId" clId="{4F99A534-1CB4-4C7C-B316-9C26AB951A9C}" dt="2024-04-20T19:56:12.885" v="201" actId="1076"/>
        <pc:sldMkLst>
          <pc:docMk/>
          <pc:sldMk cId="3388034860" sldId="265"/>
        </pc:sldMkLst>
      </pc:sldChg>
      <pc:sldChg chg="modSp mod">
        <pc:chgData name="anaclaracosta116@gmail.com" userId="a793634777582c92" providerId="LiveId" clId="{4F99A534-1CB4-4C7C-B316-9C26AB951A9C}" dt="2024-04-20T19:56:53.796" v="281" actId="20577"/>
        <pc:sldMkLst>
          <pc:docMk/>
          <pc:sldMk cId="2671817442" sldId="267"/>
        </pc:sldMkLst>
      </pc:sldChg>
      <pc:sldChg chg="modSp mod">
        <pc:chgData name="anaclaracosta116@gmail.com" userId="a793634777582c92" providerId="LiveId" clId="{4F99A534-1CB4-4C7C-B316-9C26AB951A9C}" dt="2024-04-20T20:00:01.995" v="490" actId="20577"/>
        <pc:sldMkLst>
          <pc:docMk/>
          <pc:sldMk cId="2786277918" sldId="269"/>
        </pc:sldMkLst>
      </pc:sldChg>
      <pc:sldChg chg="modSp mod">
        <pc:chgData name="anaclaracosta116@gmail.com" userId="a793634777582c92" providerId="LiveId" clId="{4F99A534-1CB4-4C7C-B316-9C26AB951A9C}" dt="2024-04-20T20:14:05.473" v="965" actId="27636"/>
        <pc:sldMkLst>
          <pc:docMk/>
          <pc:sldMk cId="4141278968" sldId="337"/>
        </pc:sldMkLst>
      </pc:sldChg>
      <pc:sldChg chg="modSp mod">
        <pc:chgData name="anaclaracosta116@gmail.com" userId="a793634777582c92" providerId="LiveId" clId="{4F99A534-1CB4-4C7C-B316-9C26AB951A9C}" dt="2024-04-20T19:53:03.836" v="123" actId="27636"/>
        <pc:sldMkLst>
          <pc:docMk/>
          <pc:sldMk cId="1733667129" sldId="338"/>
        </pc:sldMkLst>
      </pc:sldChg>
      <pc:sldChg chg="modSp mod">
        <pc:chgData name="anaclaracosta116@gmail.com" userId="a793634777582c92" providerId="LiveId" clId="{4F99A534-1CB4-4C7C-B316-9C26AB951A9C}" dt="2024-04-20T19:52:59.448" v="119" actId="27636"/>
        <pc:sldMkLst>
          <pc:docMk/>
          <pc:sldMk cId="2703894855" sldId="339"/>
        </pc:sldMkLst>
      </pc:sldChg>
      <pc:sldChg chg="modSp mod">
        <pc:chgData name="anaclaracosta116@gmail.com" userId="a793634777582c92" providerId="LiveId" clId="{4F99A534-1CB4-4C7C-B316-9C26AB951A9C}" dt="2024-04-20T19:53:35.321" v="126" actId="20577"/>
        <pc:sldMkLst>
          <pc:docMk/>
          <pc:sldMk cId="641955455" sldId="340"/>
        </pc:sldMkLst>
      </pc:sldChg>
      <pc:sldChg chg="del">
        <pc:chgData name="anaclaracosta116@gmail.com" userId="a793634777582c92" providerId="LiveId" clId="{4F99A534-1CB4-4C7C-B316-9C26AB951A9C}" dt="2024-04-20T19:51:42.805" v="84" actId="2696"/>
        <pc:sldMkLst>
          <pc:docMk/>
          <pc:sldMk cId="1193674150" sldId="411"/>
        </pc:sldMkLst>
      </pc:sldChg>
      <pc:sldChg chg="modSp mod">
        <pc:chgData name="anaclaracosta116@gmail.com" userId="a793634777582c92" providerId="LiveId" clId="{4F99A534-1CB4-4C7C-B316-9C26AB951A9C}" dt="2024-04-20T20:11:34.231" v="944" actId="113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4F99A534-1CB4-4C7C-B316-9C26AB951A9C}" dt="2024-04-20T20:06:55.500" v="858" actId="20577"/>
        <pc:sldMkLst>
          <pc:docMk/>
          <pc:sldMk cId="374298811" sldId="445"/>
        </pc:sldMkLst>
      </pc:sldChg>
      <pc:sldChg chg="modSp mod">
        <pc:chgData name="anaclaracosta116@gmail.com" userId="a793634777582c92" providerId="LiveId" clId="{4F99A534-1CB4-4C7C-B316-9C26AB951A9C}" dt="2024-04-20T20:14:32.275" v="968" actId="113"/>
        <pc:sldMkLst>
          <pc:docMk/>
          <pc:sldMk cId="2277023183" sldId="459"/>
        </pc:sldMkLst>
      </pc:sldChg>
      <pc:sldChg chg="modSp mod">
        <pc:chgData name="anaclaracosta116@gmail.com" userId="a793634777582c92" providerId="LiveId" clId="{4F99A534-1CB4-4C7C-B316-9C26AB951A9C}" dt="2024-04-20T20:04:33.085" v="669" actId="113"/>
        <pc:sldMkLst>
          <pc:docMk/>
          <pc:sldMk cId="2621809749" sldId="462"/>
        </pc:sldMkLst>
      </pc:sldChg>
      <pc:sldChg chg="del">
        <pc:chgData name="anaclaracosta116@gmail.com" userId="a793634777582c92" providerId="LiveId" clId="{4F99A534-1CB4-4C7C-B316-9C26AB951A9C}" dt="2024-04-20T20:04:53.267" v="672" actId="2696"/>
        <pc:sldMkLst>
          <pc:docMk/>
          <pc:sldMk cId="1131609778" sldId="463"/>
        </pc:sldMkLst>
      </pc:sldChg>
      <pc:sldChg chg="del">
        <pc:chgData name="anaclaracosta116@gmail.com" userId="a793634777582c92" providerId="LiveId" clId="{4F99A534-1CB4-4C7C-B316-9C26AB951A9C}" dt="2024-04-20T20:04:59.203" v="673" actId="2696"/>
        <pc:sldMkLst>
          <pc:docMk/>
          <pc:sldMk cId="3132327845" sldId="464"/>
        </pc:sldMkLst>
      </pc:sldChg>
      <pc:sldChg chg="del">
        <pc:chgData name="anaclaracosta116@gmail.com" userId="a793634777582c92" providerId="LiveId" clId="{4F99A534-1CB4-4C7C-B316-9C26AB951A9C}" dt="2024-04-20T20:06:48.216" v="847" actId="2696"/>
        <pc:sldMkLst>
          <pc:docMk/>
          <pc:sldMk cId="678305131" sldId="465"/>
        </pc:sldMkLst>
      </pc:sldChg>
      <pc:sldChg chg="modSp mod">
        <pc:chgData name="anaclaracosta116@gmail.com" userId="a793634777582c92" providerId="LiveId" clId="{4F99A534-1CB4-4C7C-B316-9C26AB951A9C}" dt="2024-04-20T20:11:54.045" v="947" actId="207"/>
        <pc:sldMkLst>
          <pc:docMk/>
          <pc:sldMk cId="3064756287" sldId="466"/>
        </pc:sldMkLst>
      </pc:sldChg>
      <pc:sldChg chg="del">
        <pc:chgData name="anaclaracosta116@gmail.com" userId="a793634777582c92" providerId="LiveId" clId="{4F99A534-1CB4-4C7C-B316-9C26AB951A9C}" dt="2024-04-20T20:12:04.201" v="949" actId="2696"/>
        <pc:sldMkLst>
          <pc:docMk/>
          <pc:sldMk cId="162612019" sldId="467"/>
        </pc:sldMkLst>
      </pc:sldChg>
      <pc:sldChg chg="modSp add mod">
        <pc:chgData name="anaclaracosta116@gmail.com" userId="a793634777582c92" providerId="LiveId" clId="{4F99A534-1CB4-4C7C-B316-9C26AB951A9C}" dt="2024-04-20T19:50:18.962" v="12" actId="27636"/>
        <pc:sldMkLst>
          <pc:docMk/>
          <pc:sldMk cId="939220389" sldId="468"/>
        </pc:sldMkLst>
      </pc:sldChg>
      <pc:sldChg chg="modSp add mod">
        <pc:chgData name="anaclaracosta116@gmail.com" userId="a793634777582c92" providerId="LiveId" clId="{4F99A534-1CB4-4C7C-B316-9C26AB951A9C}" dt="2024-04-20T19:52:30.569" v="113" actId="20577"/>
        <pc:sldMkLst>
          <pc:docMk/>
          <pc:sldMk cId="3561468541" sldId="469"/>
        </pc:sldMkLst>
      </pc:sldChg>
      <pc:sldChg chg="modSp add mod">
        <pc:chgData name="anaclaracosta116@gmail.com" userId="a793634777582c92" providerId="LiveId" clId="{4F99A534-1CB4-4C7C-B316-9C26AB951A9C}" dt="2024-04-20T19:52:21.968" v="104" actId="20577"/>
        <pc:sldMkLst>
          <pc:docMk/>
          <pc:sldMk cId="900030814" sldId="470"/>
        </pc:sldMkLst>
      </pc:sldChg>
      <pc:sldChg chg="modSp add mod">
        <pc:chgData name="anaclaracosta116@gmail.com" userId="a793634777582c92" providerId="LiveId" clId="{4F99A534-1CB4-4C7C-B316-9C26AB951A9C}" dt="2024-04-20T20:03:41.330" v="667" actId="27636"/>
        <pc:sldMkLst>
          <pc:docMk/>
          <pc:sldMk cId="852099130" sldId="471"/>
        </pc:sldMkLst>
      </pc:sldChg>
      <pc:sldChg chg="add ord">
        <pc:chgData name="anaclaracosta116@gmail.com" userId="a793634777582c92" providerId="LiveId" clId="{4F99A534-1CB4-4C7C-B316-9C26AB951A9C}" dt="2024-04-20T19:57:30.008" v="285"/>
        <pc:sldMkLst>
          <pc:docMk/>
          <pc:sldMk cId="3308092458" sldId="472"/>
        </pc:sldMkLst>
      </pc:sldChg>
      <pc:sldChg chg="modSp add mod">
        <pc:chgData name="anaclaracosta116@gmail.com" userId="a793634777582c92" providerId="LiveId" clId="{4F99A534-1CB4-4C7C-B316-9C26AB951A9C}" dt="2024-04-20T20:02:11.567" v="665" actId="20577"/>
        <pc:sldMkLst>
          <pc:docMk/>
          <pc:sldMk cId="2883988107" sldId="473"/>
        </pc:sldMkLst>
      </pc:sldChg>
      <pc:sldChg chg="add ord">
        <pc:chgData name="anaclaracosta116@gmail.com" userId="a793634777582c92" providerId="LiveId" clId="{4F99A534-1CB4-4C7C-B316-9C26AB951A9C}" dt="2024-04-20T20:05:03.690" v="676"/>
        <pc:sldMkLst>
          <pc:docMk/>
          <pc:sldMk cId="1555548285" sldId="474"/>
        </pc:sldMkLst>
      </pc:sldChg>
      <pc:sldChg chg="add del">
        <pc:chgData name="anaclaracosta116@gmail.com" userId="a793634777582c92" providerId="LiveId" clId="{4F99A534-1CB4-4C7C-B316-9C26AB951A9C}" dt="2024-04-20T20:04:50.442" v="671" actId="2696"/>
        <pc:sldMkLst>
          <pc:docMk/>
          <pc:sldMk cId="1764787470" sldId="474"/>
        </pc:sldMkLst>
      </pc:sldChg>
      <pc:sldChg chg="modSp add mod ord">
        <pc:chgData name="anaclaracosta116@gmail.com" userId="a793634777582c92" providerId="LiveId" clId="{4F99A534-1CB4-4C7C-B316-9C26AB951A9C}" dt="2024-04-20T20:05:30.082" v="680"/>
        <pc:sldMkLst>
          <pc:docMk/>
          <pc:sldMk cId="754742132" sldId="475"/>
        </pc:sldMkLst>
      </pc:sldChg>
      <pc:sldChg chg="modSp add mod">
        <pc:chgData name="anaclaracosta116@gmail.com" userId="a793634777582c92" providerId="LiveId" clId="{4F99A534-1CB4-4C7C-B316-9C26AB951A9C}" dt="2024-04-20T20:08:02.154" v="942" actId="20577"/>
        <pc:sldMkLst>
          <pc:docMk/>
          <pc:sldMk cId="1389428404" sldId="476"/>
        </pc:sldMkLst>
      </pc:sldChg>
      <pc:sldChg chg="add">
        <pc:chgData name="anaclaracosta116@gmail.com" userId="a793634777582c92" providerId="LiveId" clId="{4F99A534-1CB4-4C7C-B316-9C26AB951A9C}" dt="2024-04-20T20:11:56.899" v="948" actId="2890"/>
        <pc:sldMkLst>
          <pc:docMk/>
          <pc:sldMk cId="1093983766" sldId="477"/>
        </pc:sldMkLst>
      </pc:sldChg>
      <pc:sldChg chg="modSp add mod ord">
        <pc:chgData name="anaclaracosta116@gmail.com" userId="a793634777582c92" providerId="LiveId" clId="{4F99A534-1CB4-4C7C-B316-9C26AB951A9C}" dt="2024-04-20T20:12:27.193" v="953"/>
        <pc:sldMkLst>
          <pc:docMk/>
          <pc:sldMk cId="3738050050" sldId="478"/>
        </pc:sldMkLst>
      </pc:sldChg>
      <pc:sldChg chg="add ord">
        <pc:chgData name="anaclaracosta116@gmail.com" userId="a793634777582c92" providerId="LiveId" clId="{4F99A534-1CB4-4C7C-B316-9C26AB951A9C}" dt="2024-04-20T20:12:35.778" v="956"/>
        <pc:sldMkLst>
          <pc:docMk/>
          <pc:sldMk cId="1255787916" sldId="479"/>
        </pc:sldMkLst>
      </pc:sldChg>
      <pc:sldChg chg="modSp add mod ord">
        <pc:chgData name="anaclaracosta116@gmail.com" userId="a793634777582c92" providerId="LiveId" clId="{4F99A534-1CB4-4C7C-B316-9C26AB951A9C}" dt="2024-04-20T20:13:06.375" v="963"/>
        <pc:sldMkLst>
          <pc:docMk/>
          <pc:sldMk cId="502570925" sldId="480"/>
        </pc:sldMkLst>
      </pc:sldChg>
      <pc:sldChg chg="add ord">
        <pc:chgData name="anaclaracosta116@gmail.com" userId="a793634777582c92" providerId="LiveId" clId="{4F99A534-1CB4-4C7C-B316-9C26AB951A9C}" dt="2024-04-20T20:12:46.355" v="962"/>
        <pc:sldMkLst>
          <pc:docMk/>
          <pc:sldMk cId="1969797096" sldId="481"/>
        </pc:sldMkLst>
      </pc:sldChg>
    </pc:docChg>
  </pc:docChgLst>
  <pc:docChgLst>
    <pc:chgData name="anaclaracosta116@gmail.com" userId="a793634777582c92" providerId="LiveId" clId="{40CC4D39-A435-423A-B31B-BDD11C67988D}"/>
    <pc:docChg chg="modSld">
      <pc:chgData name="anaclaracosta116@gmail.com" userId="a793634777582c92" providerId="LiveId" clId="{40CC4D39-A435-423A-B31B-BDD11C67988D}" dt="2025-07-13T18:40:15.945" v="2" actId="20577"/>
      <pc:docMkLst>
        <pc:docMk/>
      </pc:docMkLst>
      <pc:sldChg chg="modSp mod">
        <pc:chgData name="anaclaracosta116@gmail.com" userId="a793634777582c92" providerId="LiveId" clId="{40CC4D39-A435-423A-B31B-BDD11C67988D}" dt="2025-07-13T18:40:15.945" v="2" actId="20577"/>
        <pc:sldMkLst>
          <pc:docMk/>
          <pc:sldMk cId="725659120" sldId="375"/>
        </pc:sldMkLst>
        <pc:spChg chg="mod">
          <ac:chgData name="anaclaracosta116@gmail.com" userId="a793634777582c92" providerId="LiveId" clId="{40CC4D39-A435-423A-B31B-BDD11C67988D}" dt="2025-07-13T18:40:15.945" v="2" actId="20577"/>
          <ac:spMkLst>
            <pc:docMk/>
            <pc:sldMk cId="725659120" sldId="375"/>
            <ac:spMk id="4" creationId="{23B5BD68-62AE-07CF-D39A-D2ED40FE2B1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DB6BCFB-9072-990A-B0D8-72F16C885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3B5BD68-62AE-07CF-D39A-D2ED40FE2B1C}"/>
              </a:ext>
            </a:extLst>
          </p:cNvPr>
          <p:cNvSpPr txBox="1">
            <a:spLocks/>
          </p:cNvSpPr>
          <p:nvPr/>
        </p:nvSpPr>
        <p:spPr>
          <a:xfrm>
            <a:off x="483176" y="2140527"/>
            <a:ext cx="11225647" cy="257694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9600" b="1">
                <a:solidFill>
                  <a:schemeClr val="bg1"/>
                </a:solidFill>
              </a:rPr>
              <a:t>15º </a:t>
            </a:r>
            <a:r>
              <a:rPr lang="pt-BR" sz="9600" b="1" dirty="0">
                <a:solidFill>
                  <a:schemeClr val="bg1"/>
                </a:solidFill>
              </a:rPr>
              <a:t>DOMINGO DO TEMPO PASCAL</a:t>
            </a:r>
            <a:endParaRPr lang="pt-BR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600" b="1" dirty="0"/>
              <a:t>A PALAVRA DO SENHOR CRIOU OS CÉUS,</a:t>
            </a:r>
          </a:p>
          <a:p>
            <a:pPr algn="l"/>
            <a:r>
              <a:rPr lang="pt-BR" sz="8600" b="1" dirty="0"/>
              <a:t>TRANSBORDA EM TODA A TERRA A SUA GRAÇA,</a:t>
            </a:r>
          </a:p>
          <a:p>
            <a:pPr algn="l"/>
            <a:r>
              <a:rPr lang="pt-BR" sz="8600" b="1" dirty="0"/>
              <a:t>TRANSBORDA EM TODA A TERRA A SUA GRAÇA,</a:t>
            </a:r>
          </a:p>
          <a:p>
            <a:pPr algn="l"/>
            <a:r>
              <a:rPr lang="pt-BR" sz="8600" b="1" dirty="0"/>
              <a:t>ALELUIA, ALELUIA!</a:t>
            </a:r>
          </a:p>
          <a:p>
            <a:pPr algn="l"/>
            <a:endParaRPr lang="pt-BR" sz="8600" b="1" dirty="0"/>
          </a:p>
          <a:p>
            <a:pPr algn="l"/>
            <a:r>
              <a:rPr lang="pt-BR" sz="8600" dirty="0"/>
              <a:t>Ó JUSTOS, ALEGRAI-VOS NO SENHOR! *</a:t>
            </a:r>
          </a:p>
          <a:p>
            <a:pPr algn="l"/>
            <a:r>
              <a:rPr lang="pt-BR" sz="8600" dirty="0"/>
              <a:t> AOS RETOS FICA BEM GLORIFICÁ-LO. R.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1220098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A PALAVRA DO SENHOR CRIOU OS CÉUS,</a:t>
            </a:r>
          </a:p>
          <a:p>
            <a:pPr algn="l"/>
            <a:r>
              <a:rPr lang="pt-BR" sz="4800" b="1" dirty="0"/>
              <a:t>TRANSBORDA EM TODA A TERRA A SUA GRAÇA,</a:t>
            </a:r>
          </a:p>
          <a:p>
            <a:pPr algn="l"/>
            <a:r>
              <a:rPr lang="pt-BR" sz="4800" b="1" dirty="0"/>
              <a:t>TRANSBORDA EM TODA A TERRA A SUA GRAÇA,</a:t>
            </a:r>
          </a:p>
          <a:p>
            <a:pPr algn="l"/>
            <a:r>
              <a:rPr lang="pt-BR" sz="4800" b="1" dirty="0"/>
              <a:t>ALELUIA, ALELUIA!</a:t>
            </a:r>
          </a:p>
          <a:p>
            <a:pPr algn="l"/>
            <a:endParaRPr lang="pt-BR" sz="4800" b="1" dirty="0"/>
          </a:p>
          <a:p>
            <a:pPr algn="l"/>
            <a:r>
              <a:rPr lang="pt-BR" sz="4800" dirty="0"/>
              <a:t>DAI GRAÇAS AO SENHOR AO SOM DA HARPA, </a:t>
            </a:r>
          </a:p>
          <a:p>
            <a:pPr algn="l"/>
            <a:r>
              <a:rPr lang="pt-BR" sz="4800" dirty="0"/>
              <a:t>NA LIRA DE DEZ CORDAS CELEBRAI-O! R.</a:t>
            </a:r>
          </a:p>
        </p:txBody>
      </p:sp>
    </p:spTree>
    <p:extLst>
      <p:ext uri="{BB962C8B-B14F-4D97-AF65-F5344CB8AC3E}">
        <p14:creationId xmlns:p14="http://schemas.microsoft.com/office/powerpoint/2010/main" val="93922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SENHOR, NOSSA PAZ, TENDE PIEDADE DE NÓS.</a:t>
            </a:r>
          </a:p>
          <a:p>
            <a:pPr algn="l"/>
            <a:endParaRPr lang="pt-BR" sz="8000" b="1" dirty="0"/>
          </a:p>
          <a:p>
            <a:pPr algn="l"/>
            <a:r>
              <a:rPr lang="pt-BR" sz="8000" b="1" dirty="0"/>
              <a:t>SENHOR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CRISTO, NOSSA PÁSCOA, TENDE PIEDADE DE NÓS.</a:t>
            </a:r>
          </a:p>
          <a:p>
            <a:pPr algn="l"/>
            <a:endParaRPr lang="pt-BR" sz="8000" b="1" dirty="0"/>
          </a:p>
          <a:p>
            <a:pPr algn="l"/>
            <a:r>
              <a:rPr lang="pt-BR" sz="8000" b="1" dirty="0"/>
              <a:t>CRISTO,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3561468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SENHOR, NOSSA VIDA, TENDE PIEDADE DE NÓS.</a:t>
            </a:r>
          </a:p>
          <a:p>
            <a:pPr algn="l"/>
            <a:endParaRPr lang="pt-BR" sz="8000" b="1" dirty="0"/>
          </a:p>
          <a:p>
            <a:pPr algn="l"/>
            <a:r>
              <a:rPr lang="pt-BR" sz="8000" b="1" dirty="0"/>
              <a:t>SENHOR,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90003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500" b="1" dirty="0"/>
              <a:t>GLÓRIA A DEUS NAS ALTURAS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  <a:endParaRPr lang="pt-BR" sz="7200" dirty="0"/>
          </a:p>
          <a:p>
            <a:pPr algn="just"/>
            <a:endParaRPr lang="pt-BR" sz="11000" dirty="0"/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9600" b="1" dirty="0"/>
              <a:t>GLÓRIA A DEUS NAS ALTURAS E PAZ NA TERRA AOS HOMENS POR ELE AMADOS</a:t>
            </a:r>
          </a:p>
          <a:p>
            <a:pPr algn="l"/>
            <a:endParaRPr lang="pt-BR" sz="8600" dirty="0"/>
          </a:p>
          <a:p>
            <a:pPr algn="l"/>
            <a:r>
              <a:rPr lang="pt-BR" sz="9400" dirty="0"/>
              <a:t>SENHOR JESUS CRISTO, FILHO UNIGÊNITO,</a:t>
            </a:r>
          </a:p>
          <a:p>
            <a:pPr algn="l"/>
            <a:endParaRPr lang="pt-BR" sz="9400" dirty="0"/>
          </a:p>
          <a:p>
            <a:pPr algn="l"/>
            <a:r>
              <a:rPr lang="pt-BR" sz="9400" dirty="0"/>
              <a:t>SENHOR DEUS, CORDEIRO DE DEUS, FILHO DE DEUS PAI</a:t>
            </a:r>
            <a:endParaRPr lang="pt-BR" sz="94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70000" lnSpcReduction="20000"/>
          </a:bodyPr>
          <a:lstStyle/>
          <a:p>
            <a:pPr algn="just"/>
            <a:endParaRPr lang="pt-BR" sz="6000" dirty="0"/>
          </a:p>
          <a:p>
            <a:pPr algn="just"/>
            <a:r>
              <a:rPr lang="pt-BR" sz="8700" dirty="0"/>
              <a:t>VÓS QUE TIRAIS O PECADO DO MUNDO, TENDE PIEDADE DE NÓS</a:t>
            </a:r>
          </a:p>
          <a:p>
            <a:pPr algn="just"/>
            <a:endParaRPr lang="pt-BR" sz="8700" dirty="0"/>
          </a:p>
          <a:p>
            <a:pPr algn="just"/>
            <a:r>
              <a:rPr lang="pt-BR" sz="8700" dirty="0"/>
              <a:t>VÓS QUE TIRAIS O PECADO DO MUNDO, ACOLHEI A NOSSA SÚPLICA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490173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600" dirty="0"/>
              <a:t>VÓS QUE ESTAIS À DIREITA DO PAI, </a:t>
            </a:r>
          </a:p>
          <a:p>
            <a:pPr algn="just"/>
            <a:r>
              <a:rPr lang="pt-BR" sz="9600" dirty="0"/>
              <a:t>TENDE PIEDADE DE NÓS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b="1" dirty="0"/>
              <a:t>GLÓRIA A DEUS NAS ALTURAS E PAZ NA TERRA AOS HOMENS POR ELE AMADOS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b="1" dirty="0"/>
              <a:t>GLÓRIA A DEUS NAS ALTURAS E PAZ NA TERRA AOS HOMENS POR ELE AMADOS</a:t>
            </a:r>
            <a:endParaRPr lang="pt-BR" sz="9600" dirty="0"/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643768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80" y="2182956"/>
            <a:ext cx="10211840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A PEDRA QUE OS PEDREIROS REJEITARAM, TORNOU-SE AGORA A PEDRA ANGULAR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EU SOU O BOM PASTOR, DIZ O SENHOR, EU CONHEÇO MINHAS OVELHAS E ELAS ME CONHECEM.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DIZIMISTA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2271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PAI SANTO, CONTEMPLANDO JESUS CRISTO, VOSSO FILHO BEM AMADO QUE SE ENTREGOU POR NÓS NA CRUZ, E TOCADO PELO AMOR QUE O ESPÍRITO SANTO DERRAMA EM NÓS, MANIFESTO COM ESTA CONTRIBUIÇÃO</a:t>
            </a:r>
            <a:endParaRPr lang="pt-BR" sz="6000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DIZIMISTA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2271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MINHA PERTNÇA À IGREJA, SOLIDÁRIO COM SUA MISSÃO E COM MAIS OS NECESSITADOS. DE TODO O CORAÇÃO, Ó PAI, CONTRIBUO COM O QUE POSSO: RECEBEI, Ó SENHOR. AMÉM.</a:t>
            </a:r>
            <a:endParaRPr lang="pt-BR" sz="6000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883988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092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SOU BOM PASTOR, OVELHAS GUARDAREI:</a:t>
            </a:r>
          </a:p>
          <a:p>
            <a:pPr algn="l"/>
            <a:r>
              <a:rPr lang="pt-BR" sz="6000" b="1" dirty="0"/>
              <a:t>NÃO TENHO OUTRO OFÍCIO NEM TEREI.</a:t>
            </a:r>
          </a:p>
          <a:p>
            <a:pPr algn="l"/>
            <a:r>
              <a:rPr lang="pt-BR" sz="6000" b="1" dirty="0"/>
              <a:t>QUANTAS VIDAS EU TIVER EU LHES DAREI!</a:t>
            </a:r>
          </a:p>
        </p:txBody>
      </p:sp>
    </p:spTree>
    <p:extLst>
      <p:ext uri="{BB962C8B-B14F-4D97-AF65-F5344CB8AC3E}">
        <p14:creationId xmlns:p14="http://schemas.microsoft.com/office/powerpoint/2010/main" val="852099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dirty="0"/>
              <a:t>1. MAUS PASTORES NUM DIA DE SOMBRA,</a:t>
            </a:r>
          </a:p>
          <a:p>
            <a:pPr algn="l"/>
            <a:r>
              <a:rPr lang="pt-BR" sz="6000" dirty="0"/>
              <a:t>NÃO CUIDARAM E O REBANHO SE PERDEU.</a:t>
            </a:r>
          </a:p>
          <a:p>
            <a:pPr algn="l"/>
            <a:r>
              <a:rPr lang="pt-BR" sz="6000" dirty="0"/>
              <a:t>VOU SAIR PELO CAMPO, REUNIR O QUE É MEU,</a:t>
            </a:r>
          </a:p>
          <a:p>
            <a:pPr algn="l"/>
            <a:r>
              <a:rPr lang="pt-BR" sz="6000" dirty="0"/>
              <a:t>CONDUZIR E SALVAR.</a:t>
            </a:r>
          </a:p>
        </p:txBody>
      </p:sp>
    </p:spTree>
    <p:extLst>
      <p:ext uri="{BB962C8B-B14F-4D97-AF65-F5344CB8AC3E}">
        <p14:creationId xmlns:p14="http://schemas.microsoft.com/office/powerpoint/2010/main" val="2621809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SOU BOM PASTOR, OVELHAS GUARDAREI:</a:t>
            </a:r>
          </a:p>
          <a:p>
            <a:pPr algn="l"/>
            <a:r>
              <a:rPr lang="pt-BR" sz="6000" b="1" dirty="0"/>
              <a:t>NÃO TENHO OUTRO OFÍCIO NEM TEREI.</a:t>
            </a:r>
          </a:p>
          <a:p>
            <a:pPr algn="l"/>
            <a:r>
              <a:rPr lang="pt-BR" sz="6000" b="1" dirty="0"/>
              <a:t>QUANTAS VIDAS EU TIVER EU LHES DAREI!</a:t>
            </a:r>
          </a:p>
        </p:txBody>
      </p:sp>
    </p:spTree>
    <p:extLst>
      <p:ext uri="{BB962C8B-B14F-4D97-AF65-F5344CB8AC3E}">
        <p14:creationId xmlns:p14="http://schemas.microsoft.com/office/powerpoint/2010/main" val="1555548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dirty="0"/>
              <a:t>2. VERDES PRADOS E BELAS MONTANHAS</a:t>
            </a:r>
          </a:p>
          <a:p>
            <a:pPr algn="l"/>
            <a:r>
              <a:rPr lang="pt-BR" sz="6000" dirty="0"/>
              <a:t>HÃO DE VER O PASTOR REBANHO ATRÁS.</a:t>
            </a:r>
          </a:p>
          <a:p>
            <a:pPr algn="l"/>
            <a:r>
              <a:rPr lang="pt-BR" sz="6000" dirty="0"/>
              <a:t>JUNTO A MIM AS OELHAS TERÃO MUITA PAZ,</a:t>
            </a:r>
          </a:p>
          <a:p>
            <a:pPr algn="l"/>
            <a:r>
              <a:rPr lang="pt-BR" sz="6000" dirty="0"/>
              <a:t>PODERÃO DESCANSAR!</a:t>
            </a:r>
          </a:p>
        </p:txBody>
      </p:sp>
    </p:spTree>
    <p:extLst>
      <p:ext uri="{BB962C8B-B14F-4D97-AF65-F5344CB8AC3E}">
        <p14:creationId xmlns:p14="http://schemas.microsoft.com/office/powerpoint/2010/main" val="754742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i="0" dirty="0">
                <a:effectLst/>
                <a:latin typeface="Open Sans" panose="020B0606030504020204" pitchFamily="34" charset="0"/>
              </a:rPr>
              <a:t>SANTO, SANTO, SANTO</a:t>
            </a:r>
          </a:p>
          <a:p>
            <a:pPr algn="l"/>
            <a:r>
              <a:rPr lang="pt-BR" sz="24000" dirty="0">
                <a:latin typeface="Open Sans" panose="020B0606030504020204" pitchFamily="34" charset="0"/>
              </a:rPr>
              <a:t>SENHOR DEUS DO UNIVERSO.</a:t>
            </a:r>
          </a:p>
          <a:p>
            <a:pPr algn="l"/>
            <a:r>
              <a:rPr lang="pt-BR" sz="24000" dirty="0">
                <a:latin typeface="Open Sans" panose="020B0606030504020204" pitchFamily="34" charset="0"/>
              </a:rPr>
              <a:t>O CÉU E A TERRA PROCLAMAM</a:t>
            </a:r>
          </a:p>
          <a:p>
            <a:pPr algn="l"/>
            <a:r>
              <a:rPr lang="pt-BR" sz="24000" dirty="0">
                <a:latin typeface="Open Sans" panose="020B0606030504020204" pitchFamily="34" charset="0"/>
              </a:rPr>
              <a:t>PROCLAMAM A VOSSA GLÓRIA</a:t>
            </a:r>
          </a:p>
          <a:p>
            <a:pPr algn="l"/>
            <a:r>
              <a:rPr lang="pt-BR" sz="24000" b="1" dirty="0">
                <a:latin typeface="Open Sans" panose="020B0606030504020204" pitchFamily="34" charset="0"/>
              </a:rPr>
              <a:t>HOSANA, HOSANA, HOSANA</a:t>
            </a:r>
          </a:p>
          <a:p>
            <a:pPr algn="l"/>
            <a:r>
              <a:rPr lang="pt-BR" sz="24000" b="1" dirty="0">
                <a:latin typeface="Open Sans" panose="020B0606030504020204" pitchFamily="34" charset="0"/>
              </a:rPr>
              <a:t>HOSANA NAS ALTURAS(2X)</a:t>
            </a:r>
            <a:endParaRPr lang="pt-BR" sz="16000" b="1" dirty="0"/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i="0" dirty="0">
                <a:effectLst/>
                <a:latin typeface="Open Sans" panose="020B0606030504020204" pitchFamily="34" charset="0"/>
              </a:rPr>
              <a:t>BENDITO O QUE VEM</a:t>
            </a:r>
          </a:p>
          <a:p>
            <a:pPr algn="l"/>
            <a:r>
              <a:rPr lang="pt-BR" sz="24000" dirty="0">
                <a:latin typeface="Open Sans" panose="020B0606030504020204" pitchFamily="34" charset="0"/>
              </a:rPr>
              <a:t>EM NOME DO SENHOR</a:t>
            </a:r>
          </a:p>
          <a:p>
            <a:pPr algn="l"/>
            <a:r>
              <a:rPr lang="pt-BR" sz="24000" dirty="0">
                <a:latin typeface="Open Sans" panose="020B0606030504020204" pitchFamily="34" charset="0"/>
              </a:rPr>
              <a:t>BENDITO O QUE VEM</a:t>
            </a:r>
          </a:p>
          <a:p>
            <a:pPr algn="l"/>
            <a:r>
              <a:rPr lang="pt-BR" sz="24000" dirty="0">
                <a:latin typeface="Open Sans" panose="020B0606030504020204" pitchFamily="34" charset="0"/>
              </a:rPr>
              <a:t>EM NOME DO SENHOR</a:t>
            </a:r>
          </a:p>
          <a:p>
            <a:pPr algn="l"/>
            <a:r>
              <a:rPr lang="pt-BR" sz="24000" b="1" dirty="0">
                <a:latin typeface="Open Sans" panose="020B0606030504020204" pitchFamily="34" charset="0"/>
              </a:rPr>
              <a:t>HOSANA, HOSANA, HOSANA</a:t>
            </a:r>
          </a:p>
          <a:p>
            <a:pPr algn="l"/>
            <a:r>
              <a:rPr lang="pt-BR" sz="24000" b="1" dirty="0">
                <a:latin typeface="Open Sans" panose="020B0606030504020204" pitchFamily="34" charset="0"/>
              </a:rPr>
              <a:t>HOSANA NAS ALTURAS(2X)</a:t>
            </a:r>
            <a:endParaRPr lang="pt-BR" sz="16000" b="1" dirty="0"/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3894284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5000" dirty="0"/>
              <a:t>1. PELOS PRADOS E CAMPINAS VERDEJANTES EU VOU</a:t>
            </a:r>
          </a:p>
          <a:p>
            <a:pPr algn="l"/>
            <a:r>
              <a:rPr lang="pt-BR" sz="15000" dirty="0"/>
              <a:t>É O SENHOR QUE ME LEVA A DESCANSAR</a:t>
            </a:r>
          </a:p>
          <a:p>
            <a:pPr algn="l"/>
            <a:r>
              <a:rPr lang="pt-BR" sz="15000" dirty="0"/>
              <a:t>JUNTO ÀS FONTES DE ÁGUAS PURAS REPOUSANTES EU VOU</a:t>
            </a:r>
          </a:p>
          <a:p>
            <a:pPr algn="l"/>
            <a:r>
              <a:rPr lang="pt-BR" sz="15000" dirty="0"/>
              <a:t>MINHAS FORÇAS O SENHOR VAI ANIMAR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96163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5000" dirty="0"/>
              <a:t>1. PELOS PRADOS E CAMPINAS VERDEJANTES EU VOU</a:t>
            </a:r>
          </a:p>
          <a:p>
            <a:pPr algn="l"/>
            <a:r>
              <a:rPr lang="pt-BR" sz="15000" dirty="0"/>
              <a:t>É O SENHOR QUE ME LEVA A DESCANSAR</a:t>
            </a:r>
          </a:p>
          <a:p>
            <a:pPr algn="l"/>
            <a:r>
              <a:rPr lang="pt-BR" sz="15000" dirty="0"/>
              <a:t>JUNTO ÀS FONTES DE ÁGUAS PURAS REPOUSANTES EU VOU</a:t>
            </a:r>
          </a:p>
          <a:p>
            <a:pPr algn="l"/>
            <a:r>
              <a:rPr lang="pt-BR" sz="15000" dirty="0"/>
              <a:t>MINHAS FORÇAS O SENHOR VAI ANIMAR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TU ÉS, SENHOR, O MEU PASTOR</a:t>
            </a:r>
            <a:b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POR ISSO NADA EM MINHA VIDA FALTARÁ!</a:t>
            </a:r>
            <a:b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TU ÉS, SENHOR, O MEU PASTOR</a:t>
            </a:r>
            <a:b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POR ISSO NADA EM MINHA VIDA FALTARÁ!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064756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5000" dirty="0"/>
              <a:t>2. NOS CAMINHOS MAIS SEGUROS JUNTO D'ELE EU VOU</a:t>
            </a:r>
          </a:p>
          <a:p>
            <a:pPr algn="l"/>
            <a:r>
              <a:rPr lang="pt-BR" sz="15000" dirty="0"/>
              <a:t>E PRA SEMPRE O SEU NOME EU HONRAREI</a:t>
            </a:r>
          </a:p>
          <a:p>
            <a:pPr algn="l"/>
            <a:r>
              <a:rPr lang="pt-BR" sz="15000" dirty="0"/>
              <a:t>SE EU ENCONTRO MIL ABISMOS NOS CAMINHOS EU VOU</a:t>
            </a:r>
          </a:p>
          <a:p>
            <a:pPr algn="l"/>
            <a:r>
              <a:rPr lang="pt-BR" sz="15000" dirty="0"/>
              <a:t>SEGURANÇA SEMPRE TENHO EM SUAS MÃOS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380500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TU ÉS, SENHOR, O MEU PASTOR</a:t>
            </a:r>
            <a:b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POR ISSO NADA EM MINHA VIDA FALTARÁ!</a:t>
            </a:r>
            <a:b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TU ÉS, SENHOR, O MEU PASTOR</a:t>
            </a:r>
            <a:b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POR ISSO NADA EM MINHA VIDA FALTARÁ!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557879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5000" dirty="0"/>
              <a:t>3. AO BANQUETE EM SUA CASA MUITO ALEGRE EU VOU</a:t>
            </a:r>
          </a:p>
          <a:p>
            <a:pPr algn="l"/>
            <a:r>
              <a:rPr lang="pt-BR" sz="15000" dirty="0"/>
              <a:t>UM LUGAR EM SUA MESA ME PREPAROU</a:t>
            </a:r>
          </a:p>
          <a:p>
            <a:pPr algn="l"/>
            <a:r>
              <a:rPr lang="pt-BR" sz="15000" dirty="0"/>
              <a:t>ELE UNGE MINHA FRONTE E ME FAZ SER FELIZ</a:t>
            </a:r>
          </a:p>
          <a:p>
            <a:pPr algn="l"/>
            <a:r>
              <a:rPr lang="pt-BR" sz="15000" dirty="0"/>
              <a:t>E TRANSBORDA A MINHA TAÇA EM SEU AMOR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025709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TU ÉS, SENHOR, O MEU PASTOR</a:t>
            </a:r>
            <a:b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POR ISSO NADA EM MINHA VIDA FALTARÁ!</a:t>
            </a:r>
            <a:b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TU ÉS, SENHOR, O MEU PASTOR</a:t>
            </a:r>
            <a:b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pt-BR" sz="8000" b="1" i="0" dirty="0"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POR ISSO NADA EM MINHA VIDA FALTARÁ!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9797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203132" cy="575699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dirty="0"/>
              <a:t>ALMA DE CRISTO, SANTIFICAI-ME</a:t>
            </a:r>
          </a:p>
          <a:p>
            <a:pPr algn="l"/>
            <a:r>
              <a:rPr lang="pt-BR" sz="8000" b="1" dirty="0"/>
              <a:t>CORPO DE CRISTO, SALVAI-ME</a:t>
            </a:r>
          </a:p>
          <a:p>
            <a:pPr algn="l"/>
            <a:r>
              <a:rPr lang="pt-BR" sz="8000" b="1" dirty="0"/>
              <a:t>SANGUE DE CRISTO, INEBRIAI-ME</a:t>
            </a:r>
          </a:p>
          <a:p>
            <a:pPr algn="l"/>
            <a:r>
              <a:rPr lang="pt-BR" sz="8000" b="1" dirty="0"/>
              <a:t>ÁGUA DO LADO DE CRISTO, LAVAI-ME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PAIXÃO DE CRISTO, CONFORTAI-ME</a:t>
            </a:r>
          </a:p>
          <a:p>
            <a:pPr algn="l"/>
            <a:r>
              <a:rPr lang="pt-BR" sz="8000" dirty="0"/>
              <a:t>Ó BOM JESUS, OUVI-ME</a:t>
            </a:r>
          </a:p>
          <a:p>
            <a:pPr algn="l"/>
            <a:r>
              <a:rPr lang="pt-BR" sz="8000" dirty="0"/>
              <a:t>DENTRO DE VOSSAS CHAGAS, ESCONDEI-ME.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999778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NÃO PERMITAIS QUE EU ME SEPARE DE VÓS</a:t>
            </a:r>
          </a:p>
          <a:p>
            <a:pPr algn="l"/>
            <a:r>
              <a:rPr lang="pt-BR" sz="8000" dirty="0"/>
              <a:t>DO ESPÍRITO MALIGNO DEFENDEI-ME</a:t>
            </a:r>
          </a:p>
          <a:p>
            <a:pPr algn="l"/>
            <a:r>
              <a:rPr lang="pt-BR" sz="8000" dirty="0"/>
              <a:t>NA HORA DA MORTE</a:t>
            </a:r>
          </a:p>
          <a:p>
            <a:pPr algn="l"/>
            <a:r>
              <a:rPr lang="pt-BR" sz="8000" dirty="0"/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652183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023023" cy="566001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b="1" dirty="0"/>
              <a:t>E MANDAI-ME IR PARA VÓS</a:t>
            </a:r>
          </a:p>
          <a:p>
            <a:pPr algn="l"/>
            <a:r>
              <a:rPr lang="pt-BR" sz="8000" b="1" dirty="0"/>
              <a:t>PARA QUE COM VOSSOS SANTOS VOS LOUVE</a:t>
            </a:r>
          </a:p>
          <a:p>
            <a:pPr algn="l"/>
            <a:r>
              <a:rPr lang="pt-BR" sz="8000" b="1" dirty="0"/>
              <a:t>POR TODOS OS SÉCULOS DOS SÉCULOS, AMÉM</a:t>
            </a:r>
          </a:p>
        </p:txBody>
      </p:sp>
    </p:spTree>
    <p:extLst>
      <p:ext uri="{BB962C8B-B14F-4D97-AF65-F5344CB8AC3E}">
        <p14:creationId xmlns:p14="http://schemas.microsoft.com/office/powerpoint/2010/main" val="131592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600" b="1" dirty="0"/>
              <a:t>CRISTO VENCEU, ALELUIA!</a:t>
            </a:r>
          </a:p>
          <a:p>
            <a:pPr algn="l"/>
            <a:r>
              <a:rPr lang="pt-BR" sz="8600" b="1" dirty="0"/>
              <a:t>RESSUSCITOU, ALELUIA!</a:t>
            </a:r>
          </a:p>
          <a:p>
            <a:pPr algn="l"/>
            <a:r>
              <a:rPr lang="pt-BR" sz="8600" b="1" dirty="0"/>
              <a:t>O PAI LHE DEU GLÓRIA E PODER</a:t>
            </a:r>
          </a:p>
          <a:p>
            <a:pPr algn="l"/>
            <a:r>
              <a:rPr lang="pt-BR" sz="8600" b="1" dirty="0"/>
              <a:t>EIS NOSSO CANTO, ALELUIA!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600" dirty="0"/>
              <a:t>1. ESTE É O DIA EM QUE O AMOR VENCEU</a:t>
            </a:r>
          </a:p>
          <a:p>
            <a:pPr algn="l"/>
            <a:r>
              <a:rPr lang="pt-BR" sz="8600" dirty="0"/>
              <a:t>BRILHANTE LUZ ILUMINOU AS TREVAS</a:t>
            </a:r>
          </a:p>
          <a:p>
            <a:pPr algn="l"/>
            <a:r>
              <a:rPr lang="pt-BR" sz="8600" dirty="0"/>
              <a:t>NÓS FOMOS SALVOS PARA SEMPRE.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2277023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10230</TotalTime>
  <Words>1021</Words>
  <Application>Microsoft Office PowerPoint</Application>
  <PresentationFormat>Widescreen</PresentationFormat>
  <Paragraphs>165</Paragraphs>
  <Slides>45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FINAL</vt:lpstr>
      <vt:lpstr>FINAL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ORAÇÃO DO DIZIMISTA</vt:lpstr>
      <vt:lpstr>ORAÇÃO DO DIZIMISTA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40</cp:revision>
  <dcterms:created xsi:type="dcterms:W3CDTF">2023-05-06T17:01:55Z</dcterms:created>
  <dcterms:modified xsi:type="dcterms:W3CDTF">2025-07-13T18:40:31Z</dcterms:modified>
</cp:coreProperties>
</file>