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60" r:id="rId3"/>
    <p:sldId id="461" r:id="rId4"/>
    <p:sldId id="258" r:id="rId5"/>
    <p:sldId id="259" r:id="rId6"/>
    <p:sldId id="411" r:id="rId7"/>
    <p:sldId id="260" r:id="rId8"/>
    <p:sldId id="261" r:id="rId9"/>
    <p:sldId id="338" r:id="rId10"/>
    <p:sldId id="339" r:id="rId11"/>
    <p:sldId id="340" r:id="rId12"/>
    <p:sldId id="377" r:id="rId13"/>
    <p:sldId id="447" r:id="rId14"/>
    <p:sldId id="264" r:id="rId15"/>
    <p:sldId id="265" r:id="rId16"/>
    <p:sldId id="266" r:id="rId17"/>
    <p:sldId id="267" r:id="rId18"/>
    <p:sldId id="271" r:id="rId19"/>
    <p:sldId id="269" r:id="rId20"/>
    <p:sldId id="462" r:id="rId21"/>
    <p:sldId id="463" r:id="rId22"/>
    <p:sldId id="464" r:id="rId23"/>
    <p:sldId id="361" r:id="rId24"/>
    <p:sldId id="445" r:id="rId25"/>
    <p:sldId id="443" r:id="rId26"/>
    <p:sldId id="444" r:id="rId27"/>
    <p:sldId id="439" r:id="rId28"/>
    <p:sldId id="456" r:id="rId29"/>
    <p:sldId id="440" r:id="rId30"/>
    <p:sldId id="457" r:id="rId31"/>
    <p:sldId id="449" r:id="rId32"/>
    <p:sldId id="458" r:id="rId33"/>
    <p:sldId id="277" r:id="rId34"/>
    <p:sldId id="428" r:id="rId35"/>
    <p:sldId id="429" r:id="rId36"/>
    <p:sldId id="441" r:id="rId37"/>
    <p:sldId id="442" r:id="rId38"/>
    <p:sldId id="427" r:id="rId39"/>
    <p:sldId id="337" r:id="rId40"/>
    <p:sldId id="459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A32D0768-2BEC-4590-B2C0-706CE596E3C5}"/>
    <pc:docChg chg="undo redo custSel addSld delSld modSld sldOrd">
      <pc:chgData name="anaclaracosta116@gmail.com" userId="a793634777582c92" providerId="LiveId" clId="{A32D0768-2BEC-4590-B2C0-706CE596E3C5}" dt="2024-04-13T20:12:01.135" v="984" actId="20577"/>
      <pc:docMkLst>
        <pc:docMk/>
      </pc:docMkLst>
      <pc:sldChg chg="modSp mod">
        <pc:chgData name="anaclaracosta116@gmail.com" userId="a793634777582c92" providerId="LiveId" clId="{A32D0768-2BEC-4590-B2C0-706CE596E3C5}" dt="2024-04-13T20:01:13.836" v="338" actId="20577"/>
        <pc:sldMkLst>
          <pc:docMk/>
          <pc:sldMk cId="2490480151" sldId="259"/>
        </pc:sldMkLst>
        <pc:spChg chg="mod">
          <ac:chgData name="anaclaracosta116@gmail.com" userId="a793634777582c92" providerId="LiveId" clId="{A32D0768-2BEC-4590-B2C0-706CE596E3C5}" dt="2024-04-13T20:01:13.836" v="338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1:29.530" v="347" actId="113"/>
        <pc:sldMkLst>
          <pc:docMk/>
          <pc:sldMk cId="337661645" sldId="261"/>
        </pc:sldMkLst>
        <pc:spChg chg="mod">
          <ac:chgData name="anaclaracosta116@gmail.com" userId="a793634777582c92" providerId="LiveId" clId="{A32D0768-2BEC-4590-B2C0-706CE596E3C5}" dt="2024-04-13T20:01:29.530" v="347" actId="11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6:03.421" v="478" actId="403"/>
        <pc:sldMkLst>
          <pc:docMk/>
          <pc:sldMk cId="3388034860" sldId="265"/>
        </pc:sldMkLst>
        <pc:spChg chg="mod">
          <ac:chgData name="anaclaracosta116@gmail.com" userId="a793634777582c92" providerId="LiveId" clId="{A32D0768-2BEC-4590-B2C0-706CE596E3C5}" dt="2024-04-13T20:06:03.421" v="478" actId="403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7:07.353" v="591" actId="20577"/>
        <pc:sldMkLst>
          <pc:docMk/>
          <pc:sldMk cId="2671817442" sldId="267"/>
        </pc:sldMkLst>
        <pc:spChg chg="mod">
          <ac:chgData name="anaclaracosta116@gmail.com" userId="a793634777582c92" providerId="LiveId" clId="{A32D0768-2BEC-4590-B2C0-706CE596E3C5}" dt="2024-04-13T20:07:07.353" v="591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9:14.499" v="758" actId="113"/>
        <pc:sldMkLst>
          <pc:docMk/>
          <pc:sldMk cId="2786277918" sldId="269"/>
        </pc:sldMkLst>
        <pc:spChg chg="mod">
          <ac:chgData name="anaclaracosta116@gmail.com" userId="a793634777582c92" providerId="LiveId" clId="{A32D0768-2BEC-4590-B2C0-706CE596E3C5}" dt="2024-04-13T20:09:14.499" v="758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37:44.532" v="68" actId="403"/>
        <pc:sldMkLst>
          <pc:docMk/>
          <pc:sldMk cId="4141278968" sldId="337"/>
        </pc:sldMkLst>
        <pc:spChg chg="mod">
          <ac:chgData name="anaclaracosta116@gmail.com" userId="a793634777582c92" providerId="LiveId" clId="{A32D0768-2BEC-4590-B2C0-706CE596E3C5}" dt="2024-04-06T19:37:44.532" v="68" actId="403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2:19.872" v="366" actId="403"/>
        <pc:sldMkLst>
          <pc:docMk/>
          <pc:sldMk cId="1733667129" sldId="338"/>
        </pc:sldMkLst>
        <pc:spChg chg="mod">
          <ac:chgData name="anaclaracosta116@gmail.com" userId="a793634777582c92" providerId="LiveId" clId="{A32D0768-2BEC-4590-B2C0-706CE596E3C5}" dt="2024-04-13T20:02:19.872" v="366" actId="403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2:54.251" v="378" actId="403"/>
        <pc:sldMkLst>
          <pc:docMk/>
          <pc:sldMk cId="2703894855" sldId="339"/>
        </pc:sldMkLst>
        <pc:spChg chg="mod">
          <ac:chgData name="anaclaracosta116@gmail.com" userId="a793634777582c92" providerId="LiveId" clId="{A32D0768-2BEC-4590-B2C0-706CE596E3C5}" dt="2024-04-13T20:02:54.251" v="378" actId="403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4:03.399" v="406" actId="403"/>
        <pc:sldMkLst>
          <pc:docMk/>
          <pc:sldMk cId="641955455" sldId="340"/>
        </pc:sldMkLst>
        <pc:spChg chg="mod">
          <ac:chgData name="anaclaracosta116@gmail.com" userId="a793634777582c92" providerId="LiveId" clId="{A32D0768-2BEC-4590-B2C0-706CE596E3C5}" dt="2024-04-13T20:04:03.399" v="406" actId="403"/>
          <ac:spMkLst>
            <pc:docMk/>
            <pc:sldMk cId="641955455" sldId="340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13T19:57:30.731" v="301" actId="2696"/>
        <pc:sldMkLst>
          <pc:docMk/>
          <pc:sldMk cId="880466366" sldId="354"/>
        </pc:sldMkLst>
      </pc:sldChg>
      <pc:sldChg chg="del">
        <pc:chgData name="anaclaracosta116@gmail.com" userId="a793634777582c92" providerId="LiveId" clId="{A32D0768-2BEC-4590-B2C0-706CE596E3C5}" dt="2024-04-06T19:37:50.324" v="69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A32D0768-2BEC-4590-B2C0-706CE596E3C5}" dt="2024-04-13T19:53:17.076" v="294" actId="1076"/>
        <pc:sldMkLst>
          <pc:docMk/>
          <pc:sldMk cId="725659120" sldId="375"/>
        </pc:sldMkLst>
        <pc:spChg chg="mod">
          <ac:chgData name="anaclaracosta116@gmail.com" userId="a793634777582c92" providerId="LiveId" clId="{A32D0768-2BEC-4590-B2C0-706CE596E3C5}" dt="2024-04-13T19:53:11.841" v="293" actId="1076"/>
          <ac:spMkLst>
            <pc:docMk/>
            <pc:sldMk cId="725659120" sldId="375"/>
            <ac:spMk id="3" creationId="{FDE5B5AD-CD71-C2BA-2DE7-294D0B6E29B5}"/>
          </ac:spMkLst>
        </pc:spChg>
        <pc:spChg chg="add mod">
          <ac:chgData name="anaclaracosta116@gmail.com" userId="a793634777582c92" providerId="LiveId" clId="{A32D0768-2BEC-4590-B2C0-706CE596E3C5}" dt="2024-04-13T19:53:17.076" v="294" actId="1076"/>
          <ac:spMkLst>
            <pc:docMk/>
            <pc:sldMk cId="725659120" sldId="375"/>
            <ac:spMk id="4" creationId="{23B5BD68-62AE-07CF-D39A-D2ED40FE2B1C}"/>
          </ac:spMkLst>
        </pc:spChg>
        <pc:spChg chg="del mod">
          <ac:chgData name="anaclaracosta116@gmail.com" userId="a793634777582c92" providerId="LiveId" clId="{A32D0768-2BEC-4590-B2C0-706CE596E3C5}" dt="2024-04-06T20:23:15.800" v="154" actId="21"/>
          <ac:spMkLst>
            <pc:docMk/>
            <pc:sldMk cId="725659120" sldId="375"/>
            <ac:spMk id="4" creationId="{2403ABE3-D2A9-4E95-C93C-168023A9A24E}"/>
          </ac:spMkLst>
        </pc:spChg>
        <pc:picChg chg="add mod ord">
          <ac:chgData name="anaclaracosta116@gmail.com" userId="a793634777582c92" providerId="LiveId" clId="{A32D0768-2BEC-4590-B2C0-706CE596E3C5}" dt="2024-04-13T19:52:07.625" v="240" actId="167"/>
          <ac:picMkLst>
            <pc:docMk/>
            <pc:sldMk cId="725659120" sldId="375"/>
            <ac:picMk id="2" creationId="{D0405FAA-6758-8BB3-9297-BECBE78955CE}"/>
          </ac:picMkLst>
        </pc:picChg>
        <pc:picChg chg="del">
          <ac:chgData name="anaclaracosta116@gmail.com" userId="a793634777582c92" providerId="LiveId" clId="{A32D0768-2BEC-4590-B2C0-706CE596E3C5}" dt="2024-04-06T20:17:47.574" v="116" actId="21"/>
          <ac:picMkLst>
            <pc:docMk/>
            <pc:sldMk cId="725659120" sldId="375"/>
            <ac:picMk id="6" creationId="{DAB0DC57-F1B5-2427-B029-A18157A3D541}"/>
          </ac:picMkLst>
        </pc:picChg>
      </pc:sldChg>
      <pc:sldChg chg="del">
        <pc:chgData name="anaclaracosta116@gmail.com" userId="a793634777582c92" providerId="LiveId" clId="{A32D0768-2BEC-4590-B2C0-706CE596E3C5}" dt="2024-04-06T19:29:35.527" v="14" actId="2696"/>
        <pc:sldMkLst>
          <pc:docMk/>
          <pc:sldMk cId="1775942911" sldId="376"/>
        </pc:sldMkLst>
      </pc:sldChg>
      <pc:sldChg chg="modSp mod">
        <pc:chgData name="anaclaracosta116@gmail.com" userId="a793634777582c92" providerId="LiveId" clId="{A32D0768-2BEC-4590-B2C0-706CE596E3C5}" dt="2024-04-13T20:04:53.711" v="418" actId="14100"/>
        <pc:sldMkLst>
          <pc:docMk/>
          <pc:sldMk cId="3733524150" sldId="377"/>
        </pc:sldMkLst>
        <pc:spChg chg="mod">
          <ac:chgData name="anaclaracosta116@gmail.com" userId="a793634777582c92" providerId="LiveId" clId="{A32D0768-2BEC-4590-B2C0-706CE596E3C5}" dt="2024-04-13T20:04:53.711" v="418" actId="14100"/>
          <ac:spMkLst>
            <pc:docMk/>
            <pc:sldMk cId="3733524150" sldId="3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0:32.188" v="326" actId="27636"/>
        <pc:sldMkLst>
          <pc:docMk/>
          <pc:sldMk cId="1193674150" sldId="411"/>
        </pc:sldMkLst>
        <pc:spChg chg="mod">
          <ac:chgData name="anaclaracosta116@gmail.com" userId="a793634777582c92" providerId="LiveId" clId="{A32D0768-2BEC-4590-B2C0-706CE596E3C5}" dt="2024-04-13T20:00:32.188" v="326" actId="27636"/>
          <ac:spMkLst>
            <pc:docMk/>
            <pc:sldMk cId="1193674150" sldId="41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20:05:40.667" v="78" actId="113"/>
        <pc:sldMkLst>
          <pc:docMk/>
          <pc:sldMk cId="3734991938" sldId="428"/>
        </pc:sldMkLst>
        <pc:spChg chg="mod">
          <ac:chgData name="anaclaracosta116@gmail.com" userId="a793634777582c92" providerId="LiveId" clId="{A32D0768-2BEC-4590-B2C0-706CE596E3C5}" dt="2024-04-06T20:05:40.667" v="78" actId="113"/>
          <ac:spMkLst>
            <pc:docMk/>
            <pc:sldMk cId="3734991938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20:06:15.763" v="86"/>
        <pc:sldMkLst>
          <pc:docMk/>
          <pc:sldMk cId="1475441202" sldId="429"/>
        </pc:sldMkLst>
        <pc:spChg chg="mod">
          <ac:chgData name="anaclaracosta116@gmail.com" userId="a793634777582c92" providerId="LiveId" clId="{A32D0768-2BEC-4590-B2C0-706CE596E3C5}" dt="2024-04-06T20:06:15.763" v="86"/>
          <ac:spMkLst>
            <pc:docMk/>
            <pc:sldMk cId="1475441202" sldId="42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13T19:57:55.382" v="302" actId="2696"/>
        <pc:sldMkLst>
          <pc:docMk/>
          <pc:sldMk cId="3975748999" sldId="432"/>
        </pc:sldMkLst>
      </pc:sldChg>
      <pc:sldChg chg="modSp del mod">
        <pc:chgData name="anaclaracosta116@gmail.com" userId="a793634777582c92" providerId="LiveId" clId="{A32D0768-2BEC-4590-B2C0-706CE596E3C5}" dt="2024-04-13T20:00:44.004" v="329" actId="2696"/>
        <pc:sldMkLst>
          <pc:docMk/>
          <pc:sldMk cId="2198693354" sldId="433"/>
        </pc:sldMkLst>
        <pc:spChg chg="mod">
          <ac:chgData name="anaclaracosta116@gmail.com" userId="a793634777582c92" providerId="LiveId" clId="{A32D0768-2BEC-4590-B2C0-706CE596E3C5}" dt="2024-04-06T19:25:33.106" v="4" actId="20577"/>
          <ac:spMkLst>
            <pc:docMk/>
            <pc:sldMk cId="2198693354" sldId="43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06T19:29:39.170" v="15" actId="2696"/>
        <pc:sldMkLst>
          <pc:docMk/>
          <pc:sldMk cId="4078698063" sldId="435"/>
        </pc:sldMkLst>
      </pc:sldChg>
      <pc:sldChg chg="modSp mod">
        <pc:chgData name="anaclaracosta116@gmail.com" userId="a793634777582c92" providerId="LiveId" clId="{A32D0768-2BEC-4590-B2C0-706CE596E3C5}" dt="2024-04-06T19:33:39.582" v="46" actId="14100"/>
        <pc:sldMkLst>
          <pc:docMk/>
          <pc:sldMk cId="1179819499" sldId="439"/>
        </pc:sldMkLst>
        <pc:spChg chg="mod">
          <ac:chgData name="anaclaracosta116@gmail.com" userId="a793634777582c92" providerId="LiveId" clId="{A32D0768-2BEC-4590-B2C0-706CE596E3C5}" dt="2024-04-06T19:33:39.582" v="46" actId="14100"/>
          <ac:spMkLst>
            <pc:docMk/>
            <pc:sldMk cId="1179819499" sldId="4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35:09.844" v="52"/>
        <pc:sldMkLst>
          <pc:docMk/>
          <pc:sldMk cId="1269557353" sldId="440"/>
        </pc:sldMkLst>
        <pc:spChg chg="mod">
          <ac:chgData name="anaclaracosta116@gmail.com" userId="a793634777582c92" providerId="LiveId" clId="{A32D0768-2BEC-4590-B2C0-706CE596E3C5}" dt="2024-04-06T19:35:09.844" v="52"/>
          <ac:spMkLst>
            <pc:docMk/>
            <pc:sldMk cId="1269557353" sldId="4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20:06:48.952" v="100"/>
        <pc:sldMkLst>
          <pc:docMk/>
          <pc:sldMk cId="652183787" sldId="441"/>
        </pc:sldMkLst>
        <pc:spChg chg="mod">
          <ac:chgData name="anaclaracosta116@gmail.com" userId="a793634777582c92" providerId="LiveId" clId="{A32D0768-2BEC-4590-B2C0-706CE596E3C5}" dt="2024-04-06T20:06:48.952" v="100"/>
          <ac:spMkLst>
            <pc:docMk/>
            <pc:sldMk cId="652183787" sldId="44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20:07:33.486" v="108" actId="27636"/>
        <pc:sldMkLst>
          <pc:docMk/>
          <pc:sldMk cId="13159275" sldId="442"/>
        </pc:sldMkLst>
        <pc:spChg chg="mod">
          <ac:chgData name="anaclaracosta116@gmail.com" userId="a793634777582c92" providerId="LiveId" clId="{A32D0768-2BEC-4590-B2C0-706CE596E3C5}" dt="2024-04-06T20:07:33.486" v="108" actId="27636"/>
          <ac:spMkLst>
            <pc:docMk/>
            <pc:sldMk cId="13159275" sldId="44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33:06.012" v="29" actId="113"/>
        <pc:sldMkLst>
          <pc:docMk/>
          <pc:sldMk cId="3496163428" sldId="444"/>
        </pc:sldMkLst>
        <pc:spChg chg="mod">
          <ac:chgData name="anaclaracosta116@gmail.com" userId="a793634777582c92" providerId="LiveId" clId="{A32D0768-2BEC-4590-B2C0-706CE596E3C5}" dt="2024-04-06T19:33:06.012" v="29" actId="113"/>
          <ac:spMkLst>
            <pc:docMk/>
            <pc:sldMk cId="3496163428" sldId="44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31:16.085" v="26" actId="113"/>
        <pc:sldMkLst>
          <pc:docMk/>
          <pc:sldMk cId="374298811" sldId="445"/>
        </pc:sldMkLst>
        <pc:spChg chg="mod">
          <ac:chgData name="anaclaracosta116@gmail.com" userId="a793634777582c92" providerId="LiveId" clId="{A32D0768-2BEC-4590-B2C0-706CE596E3C5}" dt="2024-04-06T19:31:16.085" v="26" actId="113"/>
          <ac:spMkLst>
            <pc:docMk/>
            <pc:sldMk cId="374298811" sldId="44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13T20:05:17.876" v="427" actId="27636"/>
        <pc:sldMkLst>
          <pc:docMk/>
          <pc:sldMk cId="3643768469" sldId="447"/>
        </pc:sldMkLst>
        <pc:spChg chg="mod">
          <ac:chgData name="anaclaracosta116@gmail.com" userId="a793634777582c92" providerId="LiveId" clId="{A32D0768-2BEC-4590-B2C0-706CE596E3C5}" dt="2024-04-13T20:05:17.876" v="427" actId="27636"/>
          <ac:spMkLst>
            <pc:docMk/>
            <pc:sldMk cId="3643768469" sldId="44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06T19:35:15.835" v="53" actId="2696"/>
        <pc:sldMkLst>
          <pc:docMk/>
          <pc:sldMk cId="151327524" sldId="448"/>
        </pc:sldMkLst>
      </pc:sldChg>
      <pc:sldChg chg="modSp mod">
        <pc:chgData name="anaclaracosta116@gmail.com" userId="a793634777582c92" providerId="LiveId" clId="{A32D0768-2BEC-4590-B2C0-706CE596E3C5}" dt="2024-04-06T19:35:36.869" v="57"/>
        <pc:sldMkLst>
          <pc:docMk/>
          <pc:sldMk cId="1817972339" sldId="449"/>
        </pc:sldMkLst>
        <pc:spChg chg="mod">
          <ac:chgData name="anaclaracosta116@gmail.com" userId="a793634777582c92" providerId="LiveId" clId="{A32D0768-2BEC-4590-B2C0-706CE596E3C5}" dt="2024-04-06T19:35:36.869" v="57"/>
          <ac:spMkLst>
            <pc:docMk/>
            <pc:sldMk cId="1817972339" sldId="44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06T19:36:20.959" v="63" actId="2696"/>
        <pc:sldMkLst>
          <pc:docMk/>
          <pc:sldMk cId="1347575891" sldId="450"/>
        </pc:sldMkLst>
      </pc:sldChg>
      <pc:sldChg chg="del">
        <pc:chgData name="anaclaracosta116@gmail.com" userId="a793634777582c92" providerId="LiveId" clId="{A32D0768-2BEC-4590-B2C0-706CE596E3C5}" dt="2024-04-13T19:57:58.044" v="303" actId="2696"/>
        <pc:sldMkLst>
          <pc:docMk/>
          <pc:sldMk cId="3718361389" sldId="451"/>
        </pc:sldMkLst>
      </pc:sldChg>
      <pc:sldChg chg="del">
        <pc:chgData name="anaclaracosta116@gmail.com" userId="a793634777582c92" providerId="LiveId" clId="{A32D0768-2BEC-4590-B2C0-706CE596E3C5}" dt="2024-04-13T19:58:01.331" v="304" actId="2696"/>
        <pc:sldMkLst>
          <pc:docMk/>
          <pc:sldMk cId="3233140477" sldId="452"/>
        </pc:sldMkLst>
      </pc:sldChg>
      <pc:sldChg chg="modSp add del mod">
        <pc:chgData name="anaclaracosta116@gmail.com" userId="a793634777582c92" providerId="LiveId" clId="{A32D0768-2BEC-4590-B2C0-706CE596E3C5}" dt="2024-04-13T20:09:04.001" v="755" actId="2696"/>
        <pc:sldMkLst>
          <pc:docMk/>
          <pc:sldMk cId="3509327661" sldId="453"/>
        </pc:sldMkLst>
        <pc:spChg chg="mod">
          <ac:chgData name="anaclaracosta116@gmail.com" userId="a793634777582c92" providerId="LiveId" clId="{A32D0768-2BEC-4590-B2C0-706CE596E3C5}" dt="2024-04-06T19:30:22.357" v="23"/>
          <ac:spMkLst>
            <pc:docMk/>
            <pc:sldMk cId="3509327661" sldId="453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A32D0768-2BEC-4590-B2C0-706CE596E3C5}" dt="2024-04-13T20:09:06.383" v="756" actId="2696"/>
        <pc:sldMkLst>
          <pc:docMk/>
          <pc:sldMk cId="300185489" sldId="454"/>
        </pc:sldMkLst>
        <pc:spChg chg="mod">
          <ac:chgData name="anaclaracosta116@gmail.com" userId="a793634777582c92" providerId="LiveId" clId="{A32D0768-2BEC-4590-B2C0-706CE596E3C5}" dt="2024-04-06T19:30:40.821" v="24"/>
          <ac:spMkLst>
            <pc:docMk/>
            <pc:sldMk cId="300185489" sldId="454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A32D0768-2BEC-4590-B2C0-706CE596E3C5}" dt="2024-04-13T20:09:09.105" v="757" actId="2696"/>
        <pc:sldMkLst>
          <pc:docMk/>
          <pc:sldMk cId="3670547277" sldId="455"/>
        </pc:sldMkLst>
        <pc:spChg chg="mod">
          <ac:chgData name="anaclaracosta116@gmail.com" userId="a793634777582c92" providerId="LiveId" clId="{A32D0768-2BEC-4590-B2C0-706CE596E3C5}" dt="2024-04-06T19:31:04.777" v="25"/>
          <ac:spMkLst>
            <pc:docMk/>
            <pc:sldMk cId="3670547277" sldId="455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A32D0768-2BEC-4590-B2C0-706CE596E3C5}" dt="2024-04-06T19:33:53.851" v="49"/>
        <pc:sldMkLst>
          <pc:docMk/>
          <pc:sldMk cId="28680054" sldId="456"/>
        </pc:sldMkLst>
      </pc:sldChg>
      <pc:sldChg chg="add ord">
        <pc:chgData name="anaclaracosta116@gmail.com" userId="a793634777582c92" providerId="LiveId" clId="{A32D0768-2BEC-4590-B2C0-706CE596E3C5}" dt="2024-04-06T19:35:20.499" v="56"/>
        <pc:sldMkLst>
          <pc:docMk/>
          <pc:sldMk cId="3918839519" sldId="457"/>
        </pc:sldMkLst>
      </pc:sldChg>
      <pc:sldChg chg="add ord">
        <pc:chgData name="anaclaracosta116@gmail.com" userId="a793634777582c92" providerId="LiveId" clId="{A32D0768-2BEC-4590-B2C0-706CE596E3C5}" dt="2024-04-06T19:36:18.352" v="62"/>
        <pc:sldMkLst>
          <pc:docMk/>
          <pc:sldMk cId="1826363192" sldId="458"/>
        </pc:sldMkLst>
      </pc:sldChg>
      <pc:sldChg chg="add del">
        <pc:chgData name="anaclaracosta116@gmail.com" userId="a793634777582c92" providerId="LiveId" clId="{A32D0768-2BEC-4590-B2C0-706CE596E3C5}" dt="2024-04-06T19:35:56.594" v="59" actId="2696"/>
        <pc:sldMkLst>
          <pc:docMk/>
          <pc:sldMk cId="3109594539" sldId="458"/>
        </pc:sldMkLst>
      </pc:sldChg>
      <pc:sldChg chg="modSp add mod">
        <pc:chgData name="anaclaracosta116@gmail.com" userId="a793634777582c92" providerId="LiveId" clId="{A32D0768-2BEC-4590-B2C0-706CE596E3C5}" dt="2024-04-06T20:01:43.765" v="71"/>
        <pc:sldMkLst>
          <pc:docMk/>
          <pc:sldMk cId="2277023183" sldId="459"/>
        </pc:sldMkLst>
        <pc:spChg chg="mod">
          <ac:chgData name="anaclaracosta116@gmail.com" userId="a793634777582c92" providerId="LiveId" clId="{A32D0768-2BEC-4590-B2C0-706CE596E3C5}" dt="2024-04-06T20:01:43.765" v="71"/>
          <ac:spMkLst>
            <pc:docMk/>
            <pc:sldMk cId="2277023183" sldId="45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A32D0768-2BEC-4590-B2C0-706CE596E3C5}" dt="2024-04-13T19:55:07.456" v="298"/>
        <pc:sldMkLst>
          <pc:docMk/>
          <pc:sldMk cId="1220098403" sldId="460"/>
        </pc:sldMkLst>
      </pc:sldChg>
      <pc:sldChg chg="add ord">
        <pc:chgData name="anaclaracosta116@gmail.com" userId="a793634777582c92" providerId="LiveId" clId="{A32D0768-2BEC-4590-B2C0-706CE596E3C5}" dt="2024-04-13T19:55:17.572" v="300"/>
        <pc:sldMkLst>
          <pc:docMk/>
          <pc:sldMk cId="3609469896" sldId="461"/>
        </pc:sldMkLst>
      </pc:sldChg>
      <pc:sldChg chg="modSp add mod">
        <pc:chgData name="anaclaracosta116@gmail.com" userId="a793634777582c92" providerId="LiveId" clId="{A32D0768-2BEC-4590-B2C0-706CE596E3C5}" dt="2024-04-13T20:10:38.577" v="843" actId="20577"/>
        <pc:sldMkLst>
          <pc:docMk/>
          <pc:sldMk cId="2621809749" sldId="462"/>
        </pc:sldMkLst>
        <pc:spChg chg="mod">
          <ac:chgData name="anaclaracosta116@gmail.com" userId="a793634777582c92" providerId="LiveId" clId="{A32D0768-2BEC-4590-B2C0-706CE596E3C5}" dt="2024-04-13T20:10:38.577" v="843" actId="20577"/>
          <ac:spMkLst>
            <pc:docMk/>
            <pc:sldMk cId="2621809749" sldId="462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A32D0768-2BEC-4590-B2C0-706CE596E3C5}" dt="2024-04-13T20:00:40.560" v="328" actId="2696"/>
        <pc:sldMkLst>
          <pc:docMk/>
          <pc:sldMk cId="3878921723" sldId="462"/>
        </pc:sldMkLst>
      </pc:sldChg>
      <pc:sldChg chg="modSp add mod">
        <pc:chgData name="anaclaracosta116@gmail.com" userId="a793634777582c92" providerId="LiveId" clId="{A32D0768-2BEC-4590-B2C0-706CE596E3C5}" dt="2024-04-13T20:11:17.481" v="916" actId="20577"/>
        <pc:sldMkLst>
          <pc:docMk/>
          <pc:sldMk cId="1131609778" sldId="463"/>
        </pc:sldMkLst>
        <pc:spChg chg="mod">
          <ac:chgData name="anaclaracosta116@gmail.com" userId="a793634777582c92" providerId="LiveId" clId="{A32D0768-2BEC-4590-B2C0-706CE596E3C5}" dt="2024-04-13T20:11:17.481" v="916" actId="20577"/>
          <ac:spMkLst>
            <pc:docMk/>
            <pc:sldMk cId="1131609778" sldId="46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A32D0768-2BEC-4590-B2C0-706CE596E3C5}" dt="2024-04-13T20:12:01.135" v="984" actId="20577"/>
        <pc:sldMkLst>
          <pc:docMk/>
          <pc:sldMk cId="3132327845" sldId="464"/>
        </pc:sldMkLst>
        <pc:spChg chg="mod">
          <ac:chgData name="anaclaracosta116@gmail.com" userId="a793634777582c92" providerId="LiveId" clId="{A32D0768-2BEC-4590-B2C0-706CE596E3C5}" dt="2024-04-13T20:12:01.135" v="984" actId="20577"/>
          <ac:spMkLst>
            <pc:docMk/>
            <pc:sldMk cId="3132327845" sldId="464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0405FAA-6758-8BB3-9297-BECBE789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6" y="2140527"/>
            <a:ext cx="11225647" cy="2576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3º DOMINGO DO TEMPO PASCAL</a:t>
            </a:r>
            <a:endParaRPr lang="pt-B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600" b="1" dirty="0"/>
              <a:t>ANUNCIAI COM GRITOS DE ALEGRIA,</a:t>
            </a:r>
          </a:p>
          <a:p>
            <a:pPr algn="l"/>
            <a:r>
              <a:rPr lang="pt-BR" sz="8600" b="1" dirty="0"/>
              <a:t>PROCLAMAI AOS CONFINS DE TODA TERRA:</a:t>
            </a:r>
          </a:p>
          <a:p>
            <a:pPr algn="l"/>
            <a:r>
              <a:rPr lang="pt-BR" sz="8600" b="1" dirty="0"/>
              <a:t>O SENHOR NOS LIBERTOU, ALELUIA.</a:t>
            </a:r>
          </a:p>
          <a:p>
            <a:pPr algn="l"/>
            <a:r>
              <a:rPr lang="pt-BR" sz="8600" b="1" dirty="0"/>
              <a:t>O SENHOR NOS LIBERTOU, ALELUIA!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1. A ESCURIDÃO PASSOU... A LUZ DO SOL SURGIU.</a:t>
            </a:r>
          </a:p>
          <a:p>
            <a:pPr algn="l"/>
            <a:r>
              <a:rPr lang="pt-BR" sz="7400" dirty="0"/>
              <a:t>O CRISTO, NOSSO IRMÃO, SEU POVO REDIMIU!</a:t>
            </a:r>
          </a:p>
        </p:txBody>
      </p:sp>
    </p:spTree>
    <p:extLst>
      <p:ext uri="{BB962C8B-B14F-4D97-AF65-F5344CB8AC3E}">
        <p14:creationId xmlns:p14="http://schemas.microsoft.com/office/powerpoint/2010/main" val="122009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600" b="1" dirty="0"/>
              <a:t>ANUNCIAI COM GRITOS DE ALEGRIA,</a:t>
            </a:r>
          </a:p>
          <a:p>
            <a:pPr algn="l"/>
            <a:r>
              <a:rPr lang="pt-BR" sz="8600" b="1" dirty="0"/>
              <a:t>PROCLAMAI AOS CONFINS DE TODA TERRA:</a:t>
            </a:r>
          </a:p>
          <a:p>
            <a:pPr algn="l"/>
            <a:r>
              <a:rPr lang="pt-BR" sz="8600" b="1" dirty="0"/>
              <a:t>O SENHOR NOS LIBERTOU, ALELUIA.</a:t>
            </a:r>
          </a:p>
          <a:p>
            <a:pPr algn="l"/>
            <a:r>
              <a:rPr lang="pt-BR" sz="8600" b="1" dirty="0"/>
              <a:t>O SENHOR NOS LIBERTOU, ALELUIA!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2. A NOVA LEI DO AMOR CONDUZ O POVO SEU.</a:t>
            </a:r>
          </a:p>
          <a:p>
            <a:pPr algn="l"/>
            <a:r>
              <a:rPr lang="pt-BR" sz="7400" dirty="0"/>
              <a:t>VIVENDO A LEI DO AMOR POR TODOS NÓS SE DEU!</a:t>
            </a:r>
          </a:p>
        </p:txBody>
      </p:sp>
    </p:spTree>
    <p:extLst>
      <p:ext uri="{BB962C8B-B14F-4D97-AF65-F5344CB8AC3E}">
        <p14:creationId xmlns:p14="http://schemas.microsoft.com/office/powerpoint/2010/main" val="360946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dirty="0"/>
              <a:t>CONFESSO A DEUS TODO PODEROSO,</a:t>
            </a:r>
          </a:p>
          <a:p>
            <a:pPr algn="l"/>
            <a:r>
              <a:rPr lang="pt-BR" sz="8000" dirty="0"/>
              <a:t>E A VÓS IRMÃOS E IRMÃS,</a:t>
            </a:r>
          </a:p>
          <a:p>
            <a:pPr algn="l"/>
            <a:r>
              <a:rPr lang="pt-BR" sz="8000" dirty="0"/>
              <a:t>QUE PEQUEI MUITAS VEZES POR PENSAMENTOS,</a:t>
            </a:r>
          </a:p>
          <a:p>
            <a:pPr algn="l"/>
            <a:r>
              <a:rPr lang="pt-BR" sz="8000" dirty="0"/>
              <a:t>E PALAVRAS, ATOS E OMISSÕES,</a:t>
            </a:r>
          </a:p>
          <a:p>
            <a:pPr algn="l"/>
            <a:r>
              <a:rPr lang="pt-BR" sz="8000" dirty="0"/>
              <a:t>POR MINHA CULPA, MINHA CULPA, MINHA TÃO GRANDE CULPA.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dirty="0"/>
              <a:t>E PEÇO À VIRGEM MARIA,</a:t>
            </a:r>
          </a:p>
          <a:p>
            <a:pPr algn="l"/>
            <a:r>
              <a:rPr lang="pt-BR" sz="6600" dirty="0"/>
              <a:t>AOS ANJOS E SANTOS,</a:t>
            </a:r>
          </a:p>
          <a:p>
            <a:pPr algn="l"/>
            <a:r>
              <a:rPr lang="pt-BR" sz="6600" dirty="0"/>
              <a:t>E A VÓS, IRMÃOS E IRMÃS,</a:t>
            </a:r>
          </a:p>
          <a:p>
            <a:pPr algn="l"/>
            <a:r>
              <a:rPr lang="pt-BR" sz="6600" dirty="0"/>
              <a:t>QUE ROGUEIS POR MIM, A DEUS,</a:t>
            </a:r>
          </a:p>
          <a:p>
            <a:pPr algn="l"/>
            <a:r>
              <a:rPr lang="pt-BR" sz="6600" dirty="0"/>
              <a:t>NOSSO SENHOR.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2600" b="1" dirty="0"/>
              <a:t>GLÓRIA A DEUS NAS ALTURAS E PAZ NA TERRA AOS HOMENS POR ELE AMADOS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9600" dirty="0"/>
              <a:t>NÓS VOS DAMOS GRAÇAS, POR VOSSA IMENSA GLÓRIA. </a:t>
            </a:r>
            <a:endParaRPr lang="pt-BR" sz="6600" dirty="0"/>
          </a:p>
          <a:p>
            <a:pPr algn="l"/>
            <a:endParaRPr lang="pt-BR" sz="8600" dirty="0"/>
          </a:p>
          <a:p>
            <a:pPr algn="l"/>
            <a:r>
              <a:rPr lang="pt-BR" sz="9400" dirty="0"/>
              <a:t>SENHOR JESUS CRISTO, FILHO UNIGÊNITO,</a:t>
            </a:r>
          </a:p>
          <a:p>
            <a:pPr algn="l"/>
            <a:endParaRPr lang="pt-BR" sz="9400" dirty="0"/>
          </a:p>
          <a:p>
            <a:pPr algn="l"/>
            <a:r>
              <a:rPr lang="pt-BR" sz="9400" dirty="0"/>
              <a:t>SENHOR DEUS, CORDEIRO DE DEUS, FILHO DE DEUS PAI</a:t>
            </a:r>
            <a:endParaRPr lang="pt-BR" sz="94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b="1" dirty="0"/>
              <a:t>GLÓRIA A DEUS NAS ALTURAS E PAZ NA TERRA AOS HOMENS POR ELE AMADOS</a:t>
            </a:r>
          </a:p>
          <a:p>
            <a:pPr algn="just"/>
            <a:endParaRPr lang="pt-BR" sz="6000" dirty="0"/>
          </a:p>
          <a:p>
            <a:pPr algn="just"/>
            <a:endParaRPr lang="pt-BR" sz="6000" dirty="0"/>
          </a:p>
          <a:p>
            <a:pPr algn="just"/>
            <a:r>
              <a:rPr lang="pt-BR" sz="8700" dirty="0"/>
              <a:t>VÓS QUE TIRAIS O PECADO DO MUNDO, TENDE PIEDADE DE NÓS</a:t>
            </a:r>
          </a:p>
          <a:p>
            <a:pPr algn="just"/>
            <a:endParaRPr lang="pt-BR" sz="8700" dirty="0"/>
          </a:p>
          <a:p>
            <a:pPr algn="just"/>
            <a:r>
              <a:rPr lang="pt-BR" sz="8700" dirty="0"/>
              <a:t>VÓS QUE TIRAIS O PECADO DO MUNDO, ACOLHEI A NOSSA SÚPLICA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490173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dirty="0"/>
              <a:t>VÓS QUE ESTAIS À DIREITA DO PAI, </a:t>
            </a:r>
          </a:p>
          <a:p>
            <a:pPr algn="just"/>
            <a:r>
              <a:rPr lang="pt-BR" sz="9600" dirty="0"/>
              <a:t>TENDE PIEDADE DE NÓS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 A DEUS NAS ALTURAS E PAZ NA TERRA AOS HOMENS POR ELE AMADOS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 A DEUS NAS ALTURAS E PAZ NA TERRA AOS HOMENS POR ELE AMADOS</a:t>
            </a:r>
            <a:endParaRPr lang="pt-BR" sz="9600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SOBRE NÓS FAZEI BRILHAR O ESPLENDOR DE VOSSA FACE!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SENHOR JESUS, REVELAI-NOS O SENTIDO DA ESCRITURA, FAZEI O NOSSO CORAÇÃO ARDER, QUANDO NOS FALARDES,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ANSIOSO DESDE A AURORA VOS BUSCO, PARA TER VOSSO PODER, Ó SENHOR DEUS. ALELUIA, ALELUIA.</a:t>
            </a:r>
          </a:p>
          <a:p>
            <a:pPr algn="l"/>
            <a:r>
              <a:rPr lang="pt-BR" sz="6000" dirty="0"/>
              <a:t>A MINH’ALMA TEM SEDE DE VÓS, MINHA CARNE TAMBÉM VOS DESEJA.</a:t>
            </a:r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ANSIOSO DESDE A AURORA VOS BUSCO, PARA TER VOSSO PODER, Ó SENHOR DEUS. ALELUIA, ALELUIA.</a:t>
            </a:r>
          </a:p>
          <a:p>
            <a:pPr algn="l"/>
            <a:r>
              <a:rPr lang="pt-BR" sz="6000" dirty="0"/>
              <a:t>VENHO, ASSIM, COMTEMPLAR-VOS NO TEMPLO; PARA VER VOSSA GLÓRIA E PODER.</a:t>
            </a:r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621809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ANSIOSO DESDE A AURORA VOS BUSCO, PARA TER VOSSO PODER, Ó SENHOR DEUS. ALELUIA, ALELUIA.</a:t>
            </a:r>
          </a:p>
          <a:p>
            <a:pPr algn="l"/>
            <a:r>
              <a:rPr lang="pt-BR" sz="6000" dirty="0"/>
              <a:t>VOSSO AMOR VALE MAIS DO QUE A VIDA; E POR ISSO MEUS LÁBIOS VOS LOUVAM.</a:t>
            </a:r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131609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ANSIOSO DESDE A AURORA VOS BUSCO, PARA TER VOSSO PODER, Ó SENHOR DEUS. ALELUIA, ALELUIA.</a:t>
            </a:r>
          </a:p>
          <a:p>
            <a:pPr algn="l"/>
            <a:r>
              <a:rPr lang="pt-BR" sz="6000" dirty="0"/>
              <a:t>QUERO, POIS, VOS LOUVAR PELA VIDA; </a:t>
            </a:r>
            <a:r>
              <a:rPr lang="pt-BR" sz="6000"/>
              <a:t>E ELEVAR PARA VÓS MINHAS MÃOS.</a:t>
            </a:r>
            <a:endParaRPr lang="pt-BR" sz="6000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132327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i="0" dirty="0">
                <a:effectLst/>
                <a:latin typeface="Open Sans" panose="020B0606030504020204" pitchFamily="34" charset="0"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  <a:latin typeface="Open Sans" panose="020B0606030504020204" pitchFamily="34" charset="0"/>
              </a:rPr>
              <a:t>O CÉU E A TERRA PROCLAMAM VOSSA GLÓRIA!</a:t>
            </a:r>
            <a:br>
              <a:rPr lang="pt-BR" sz="21600" dirty="0"/>
            </a:br>
            <a:r>
              <a:rPr lang="pt-BR" sz="19200" i="0" dirty="0">
                <a:effectLst/>
                <a:latin typeface="Open Sans" panose="020B0606030504020204" pitchFamily="34" charset="0"/>
              </a:rPr>
              <a:t>HOSANA NAS ALTURAS!</a:t>
            </a:r>
            <a:endParaRPr lang="pt-BR" sz="19200" dirty="0">
              <a:latin typeface="Open Sans" panose="020B0606030504020204" pitchFamily="34" charset="0"/>
            </a:endParaRPr>
          </a:p>
          <a:p>
            <a:pPr algn="l"/>
            <a:endParaRPr lang="pt-BR" sz="19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19200" b="0" i="0" dirty="0">
                <a:effectLst/>
                <a:latin typeface="Open Sans" panose="020B0606030504020204" pitchFamily="34" charset="0"/>
              </a:rPr>
              <a:t>BENDITO O QUE VEM EM NOME DO SENHOR.</a:t>
            </a:r>
            <a:br>
              <a:rPr lang="pt-BR" sz="19200" dirty="0"/>
            </a:br>
            <a:r>
              <a:rPr lang="pt-BR" sz="19200" b="0" i="0" dirty="0">
                <a:effectLst/>
                <a:latin typeface="Open Sans" panose="020B0606030504020204" pitchFamily="34" charset="0"/>
              </a:rPr>
              <a:t>HOSANA NAS ALTURAS! (2X)</a:t>
            </a:r>
            <a:endParaRPr lang="pt-BR" sz="19200" dirty="0"/>
          </a:p>
          <a:p>
            <a:pPr algn="just"/>
            <a:endParaRPr lang="pt-BR" sz="128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COM TEU DEDO VEM TOCAR AS MINHAS MÃOS.</a:t>
            </a:r>
          </a:p>
          <a:p>
            <a:pPr algn="l"/>
            <a:r>
              <a:rPr lang="pt-BR" sz="12600" b="1" dirty="0"/>
              <a:t>COLOCA A TUA MÃO NO LADO ABERTO</a:t>
            </a:r>
          </a:p>
          <a:p>
            <a:pPr algn="l"/>
            <a:r>
              <a:rPr lang="pt-BR" sz="12600" b="1" dirty="0"/>
              <a:t>E NÃO SEJAS UM INCRÉDULO, TOMÉ</a:t>
            </a:r>
          </a:p>
          <a:p>
            <a:pPr algn="l"/>
            <a:r>
              <a:rPr lang="pt-BR" sz="12600" b="1" dirty="0"/>
              <a:t>MAS TENHA FÉ, ALELUIA!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521787" cy="6269614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1. DAI GRAÇAS AO SENHOR, PORQUE ELE É BOM!</a:t>
            </a:r>
          </a:p>
          <a:p>
            <a:pPr algn="l"/>
            <a:r>
              <a:rPr lang="pt-BR" sz="24000" dirty="0"/>
              <a:t>ETERNA É A SUA MISERICÓRDIA!</a:t>
            </a:r>
          </a:p>
          <a:p>
            <a:pPr algn="l"/>
            <a:r>
              <a:rPr lang="pt-BR" sz="24000" dirty="0"/>
              <a:t>A CASA DE ISRAEL AGORA O DIGA:</a:t>
            </a:r>
          </a:p>
          <a:p>
            <a:pPr algn="l"/>
            <a:r>
              <a:rPr lang="pt-BR" sz="24000" dirty="0"/>
              <a:t>ETERNA É A SUA MISERICÓRDIA!</a:t>
            </a:r>
            <a:endParaRPr lang="pt-BR" sz="32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79819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COM TEU DEDO VEM TOCAR AS MINHAS MÃOS.</a:t>
            </a:r>
          </a:p>
          <a:p>
            <a:pPr algn="l"/>
            <a:r>
              <a:rPr lang="pt-BR" sz="12600" b="1" dirty="0"/>
              <a:t>COLOCA A TUA MÃO NO LADO ABERTO</a:t>
            </a:r>
          </a:p>
          <a:p>
            <a:pPr algn="l"/>
            <a:r>
              <a:rPr lang="pt-BR" sz="12600" b="1" dirty="0"/>
              <a:t>E NÃO SEJAS UM INCRÉDULO, TOMÉ</a:t>
            </a:r>
          </a:p>
          <a:p>
            <a:pPr algn="l"/>
            <a:r>
              <a:rPr lang="pt-BR" sz="12600" b="1" dirty="0"/>
              <a:t>MAS TENHA FÉ, ALELUIA!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680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900" dirty="0"/>
              <a:t>2. É MELHOR BUSCAR REFÚGIO NO SENHOR</a:t>
            </a:r>
          </a:p>
          <a:p>
            <a:pPr algn="l"/>
            <a:r>
              <a:rPr lang="pt-BR" sz="13900" dirty="0"/>
              <a:t>DO QUE PÔR NO SER HUMANO A ESPERANÇA;</a:t>
            </a:r>
          </a:p>
          <a:p>
            <a:pPr algn="l"/>
            <a:r>
              <a:rPr lang="pt-BR" sz="13900" dirty="0"/>
              <a:t>É MELHOR BUSCAR REFÚGIO NO SENHOR</a:t>
            </a:r>
          </a:p>
          <a:p>
            <a:pPr algn="l"/>
            <a:r>
              <a:rPr lang="pt-BR" sz="13900" dirty="0"/>
              <a:t>DO QUE CONTAR COM OS PODEROSOS DESTE MUNDO!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69557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COM TEU DEDO VEM TOCAR AS MINHAS MÃOS.</a:t>
            </a:r>
          </a:p>
          <a:p>
            <a:pPr algn="l"/>
            <a:r>
              <a:rPr lang="pt-BR" sz="12600" b="1" dirty="0"/>
              <a:t>COLOCA A TUA MÃO NO LADO ABERTO</a:t>
            </a:r>
          </a:p>
          <a:p>
            <a:pPr algn="l"/>
            <a:r>
              <a:rPr lang="pt-BR" sz="12600" b="1" dirty="0"/>
              <a:t>E NÃO SEJAS UM INCRÉDULO, TOMÉ</a:t>
            </a:r>
          </a:p>
          <a:p>
            <a:pPr algn="l"/>
            <a:r>
              <a:rPr lang="pt-BR" sz="12600" b="1" dirty="0"/>
              <a:t>MAS TENHA FÉ, ALELUIA!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18839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900" dirty="0"/>
              <a:t>3. O SENHOR É MINHA FORÇA E O MEU CANTO</a:t>
            </a:r>
          </a:p>
          <a:p>
            <a:pPr algn="l"/>
            <a:r>
              <a:rPr lang="pt-BR" sz="13900" dirty="0"/>
              <a:t>E TORNOU-SE PARA MIM O SALVADOR.</a:t>
            </a:r>
          </a:p>
          <a:p>
            <a:pPr algn="l"/>
            <a:r>
              <a:rPr lang="pt-BR" sz="13900" dirty="0"/>
              <a:t>CLAMORES DE ALEGRIA E DE VITÓRIA</a:t>
            </a:r>
          </a:p>
          <a:p>
            <a:pPr algn="l"/>
            <a:r>
              <a:rPr lang="pt-BR" sz="13900" dirty="0"/>
              <a:t>RESSOEM PELAS TENDAS DOS FIÉIS.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179723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COM TEU DEDO VEM TOCAR AS MINHAS MÃOS.</a:t>
            </a:r>
          </a:p>
          <a:p>
            <a:pPr algn="l"/>
            <a:r>
              <a:rPr lang="pt-BR" sz="12600" b="1" dirty="0"/>
              <a:t>COLOCA A TUA MÃO NO LADO ABERTO</a:t>
            </a:r>
          </a:p>
          <a:p>
            <a:pPr algn="l"/>
            <a:r>
              <a:rPr lang="pt-BR" sz="12600" b="1" dirty="0"/>
              <a:t>E NÃO SEJAS UM INCRÉDULO, TOMÉ</a:t>
            </a:r>
          </a:p>
          <a:p>
            <a:pPr algn="l"/>
            <a:r>
              <a:rPr lang="pt-BR" sz="12600" b="1" dirty="0"/>
              <a:t>MAS TENHA FÉ, ALELUIA!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26363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75699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dirty="0"/>
              <a:t>ALMA DE CRISTO, SANTIFICAI-ME</a:t>
            </a:r>
          </a:p>
          <a:p>
            <a:pPr algn="l"/>
            <a:r>
              <a:rPr lang="pt-BR" sz="8000" b="1" dirty="0"/>
              <a:t>CORPO DE CRISTO, SALVAI-ME</a:t>
            </a:r>
          </a:p>
          <a:p>
            <a:pPr algn="l"/>
            <a:r>
              <a:rPr lang="pt-BR" sz="8000" b="1" dirty="0"/>
              <a:t>SANGUE DE CRISTO, INEBRIAI-ME</a:t>
            </a:r>
          </a:p>
          <a:p>
            <a:pPr algn="l"/>
            <a:r>
              <a:rPr lang="pt-BR" sz="8000" b="1" dirty="0"/>
              <a:t>ÁGUA DO LADO DE CRISTO, LAVAI-ME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PAIXÃO DE CRISTO, CONFORTAI-ME</a:t>
            </a:r>
          </a:p>
          <a:p>
            <a:pPr algn="l"/>
            <a:r>
              <a:rPr lang="pt-BR" sz="8000" dirty="0"/>
              <a:t>Ó BOM JESUS, OUVI-ME</a:t>
            </a:r>
          </a:p>
          <a:p>
            <a:pPr algn="l"/>
            <a:r>
              <a:rPr lang="pt-BR" sz="8000" dirty="0"/>
              <a:t>DENTRO DE VOSSAS CHAGAS, ESCONDEI-ME.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NÃO PERMITAIS QUE EU ME SEPARE DE VÓS</a:t>
            </a:r>
          </a:p>
          <a:p>
            <a:pPr algn="l"/>
            <a:r>
              <a:rPr lang="pt-BR" sz="8000" dirty="0"/>
              <a:t>DO ESPÍRITO MALIGNO DEFENDEI-ME</a:t>
            </a:r>
          </a:p>
          <a:p>
            <a:pPr algn="l"/>
            <a:r>
              <a:rPr lang="pt-BR" sz="8000" dirty="0"/>
              <a:t>NA HORA DA MORTE</a:t>
            </a:r>
          </a:p>
          <a:p>
            <a:pPr algn="l"/>
            <a:r>
              <a:rPr lang="pt-BR" sz="8000" dirty="0"/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23023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1" dirty="0"/>
              <a:t>E MANDAI-ME IR PARA VÓS</a:t>
            </a:r>
          </a:p>
          <a:p>
            <a:pPr algn="l"/>
            <a:r>
              <a:rPr lang="pt-BR" sz="8000" b="1" dirty="0"/>
              <a:t>PARA QUE COM VOSSOS SANTOS VOS LOUVE</a:t>
            </a:r>
          </a:p>
          <a:p>
            <a:pPr algn="l"/>
            <a:r>
              <a:rPr lang="pt-BR" sz="8000" b="1" dirty="0"/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13159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600" b="1" dirty="0"/>
              <a:t>ANUNCIAI COM GRITOS DE ALEGRIA,</a:t>
            </a:r>
          </a:p>
          <a:p>
            <a:pPr algn="l"/>
            <a:r>
              <a:rPr lang="pt-BR" sz="8600" b="1" dirty="0"/>
              <a:t>PROCLAMAI AOS CONFINS DE TODA TERRA:</a:t>
            </a:r>
          </a:p>
          <a:p>
            <a:pPr algn="l"/>
            <a:r>
              <a:rPr lang="pt-BR" sz="8600" b="1" dirty="0"/>
              <a:t>O SENHOR NOS LIBERTOU, ALELUIA.</a:t>
            </a:r>
          </a:p>
          <a:p>
            <a:pPr algn="l"/>
            <a:r>
              <a:rPr lang="pt-BR" sz="8600" b="1" dirty="0"/>
              <a:t>O SENHOR NOS LIBERTOU, ALELUIA!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1. A ESCURIDÃO PASSOU... A LUZ DO SOL SURGIU.</a:t>
            </a:r>
          </a:p>
          <a:p>
            <a:pPr algn="l"/>
            <a:r>
              <a:rPr lang="pt-BR" sz="7400" dirty="0"/>
              <a:t>O CRISTO, NOSSO IRMÃO, SEU POVO REDIMIU!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600" b="1" dirty="0"/>
              <a:t>ANUNCIAI COM GRITOS DE ALEGRIA,</a:t>
            </a:r>
          </a:p>
          <a:p>
            <a:pPr algn="l"/>
            <a:r>
              <a:rPr lang="pt-BR" sz="8600" b="1" dirty="0"/>
              <a:t>PROCLAMAI AOS CONFINS DE TODA TERRA:</a:t>
            </a:r>
          </a:p>
          <a:p>
            <a:pPr algn="l"/>
            <a:r>
              <a:rPr lang="pt-BR" sz="8600" b="1" dirty="0"/>
              <a:t>O SENHOR NOS LIBERTOU, ALELUIA.</a:t>
            </a:r>
          </a:p>
          <a:p>
            <a:pPr algn="l"/>
            <a:r>
              <a:rPr lang="pt-BR" sz="8600" b="1" dirty="0"/>
              <a:t>O SENHOR NOS LIBERTOU, ALELUIA!</a:t>
            </a:r>
          </a:p>
          <a:p>
            <a:pPr algn="l"/>
            <a:endParaRPr lang="pt-BR" sz="7400" dirty="0"/>
          </a:p>
          <a:p>
            <a:pPr algn="l"/>
            <a:r>
              <a:rPr lang="pt-BR" sz="7400" dirty="0"/>
              <a:t>2. A NOVA LEI DO AMOR CONDUZ O POVO SEU.</a:t>
            </a:r>
          </a:p>
          <a:p>
            <a:pPr algn="l"/>
            <a:r>
              <a:rPr lang="pt-BR" sz="7400" dirty="0"/>
              <a:t>VIVENDO A LEI DO AMOR POR TODOS NÓS SE DEU!</a:t>
            </a:r>
          </a:p>
        </p:txBody>
      </p:sp>
    </p:spTree>
    <p:extLst>
      <p:ext uri="{BB962C8B-B14F-4D97-AF65-F5344CB8AC3E}">
        <p14:creationId xmlns:p14="http://schemas.microsoft.com/office/powerpoint/2010/main" val="227702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10089</TotalTime>
  <Words>1027</Words>
  <Application>Microsoft Office PowerPoint</Application>
  <PresentationFormat>Widescreen</PresentationFormat>
  <Paragraphs>165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FINAL</vt:lpstr>
      <vt:lpstr>FINAL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38</cp:revision>
  <dcterms:created xsi:type="dcterms:W3CDTF">2023-05-06T17:01:55Z</dcterms:created>
  <dcterms:modified xsi:type="dcterms:W3CDTF">2024-04-13T20:12:03Z</dcterms:modified>
</cp:coreProperties>
</file>