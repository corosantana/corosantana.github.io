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8" r:id="rId2"/>
    <p:sldId id="305" r:id="rId3"/>
    <p:sldId id="306" r:id="rId4"/>
    <p:sldId id="258" r:id="rId5"/>
    <p:sldId id="259" r:id="rId6"/>
    <p:sldId id="279" r:id="rId7"/>
    <p:sldId id="307" r:id="rId8"/>
    <p:sldId id="260" r:id="rId9"/>
    <p:sldId id="261" r:id="rId10"/>
    <p:sldId id="262" r:id="rId11"/>
    <p:sldId id="263" r:id="rId12"/>
    <p:sldId id="283" r:id="rId13"/>
    <p:sldId id="264" r:id="rId14"/>
    <p:sldId id="265" r:id="rId15"/>
    <p:sldId id="290" r:id="rId16"/>
    <p:sldId id="267" r:id="rId17"/>
    <p:sldId id="268" r:id="rId18"/>
    <p:sldId id="269" r:id="rId19"/>
    <p:sldId id="308" r:id="rId20"/>
    <p:sldId id="309" r:id="rId21"/>
    <p:sldId id="271" r:id="rId22"/>
    <p:sldId id="272" r:id="rId23"/>
    <p:sldId id="273" r:id="rId24"/>
    <p:sldId id="286" r:id="rId25"/>
    <p:sldId id="275" r:id="rId26"/>
    <p:sldId id="310" r:id="rId27"/>
    <p:sldId id="311" r:id="rId28"/>
    <p:sldId id="302" r:id="rId29"/>
    <p:sldId id="287" r:id="rId30"/>
    <p:sldId id="312" r:id="rId31"/>
    <p:sldId id="313" r:id="rId32"/>
    <p:sldId id="277" r:id="rId33"/>
    <p:sldId id="278" r:id="rId34"/>
    <p:sldId id="304" r:id="rId3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DF1F1D-1954-4058-BEC6-865C206DA7D6}" v="3" dt="2023-06-03T19:03:03.5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D1DF1F1D-1954-4058-BEC6-865C206DA7D6}"/>
    <pc:docChg chg="undo custSel addSld delSld modSld sldOrd">
      <pc:chgData name="anaclaracosta116@gmail.com" userId="a793634777582c92" providerId="LiveId" clId="{D1DF1F1D-1954-4058-BEC6-865C206DA7D6}" dt="2023-06-03T19:09:37.063" v="170"/>
      <pc:docMkLst>
        <pc:docMk/>
      </pc:docMkLst>
      <pc:sldChg chg="del">
        <pc:chgData name="anaclaracosta116@gmail.com" userId="a793634777582c92" providerId="LiveId" clId="{D1DF1F1D-1954-4058-BEC6-865C206DA7D6}" dt="2023-06-03T18:31:56.496" v="7" actId="2696"/>
        <pc:sldMkLst>
          <pc:docMk/>
          <pc:sldMk cId="630913396" sldId="256"/>
        </pc:sldMkLst>
      </pc:sldChg>
      <pc:sldChg chg="modSp mod">
        <pc:chgData name="anaclaracosta116@gmail.com" userId="a793634777582c92" providerId="LiveId" clId="{D1DF1F1D-1954-4058-BEC6-865C206DA7D6}" dt="2023-06-03T18:34:44.664" v="13" actId="27636"/>
        <pc:sldMkLst>
          <pc:docMk/>
          <pc:sldMk cId="2490480151" sldId="259"/>
        </pc:sldMkLst>
        <pc:spChg chg="mod">
          <ac:chgData name="anaclaracosta116@gmail.com" userId="a793634777582c92" providerId="LiveId" clId="{D1DF1F1D-1954-4058-BEC6-865C206DA7D6}" dt="2023-06-03T18:34:44.664" v="13" actId="27636"/>
          <ac:spMkLst>
            <pc:docMk/>
            <pc:sldMk cId="2490480151" sldId="25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D1DF1F1D-1954-4058-BEC6-865C206DA7D6}" dt="2023-06-03T18:41:51.382" v="80" actId="14100"/>
        <pc:sldMkLst>
          <pc:docMk/>
          <pc:sldMk cId="3388034860" sldId="265"/>
        </pc:sldMkLst>
        <pc:spChg chg="mod">
          <ac:chgData name="anaclaracosta116@gmail.com" userId="a793634777582c92" providerId="LiveId" clId="{D1DF1F1D-1954-4058-BEC6-865C206DA7D6}" dt="2023-06-03T18:41:51.382" v="80" actId="14100"/>
          <ac:spMkLst>
            <pc:docMk/>
            <pc:sldMk cId="3388034860" sldId="265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D1DF1F1D-1954-4058-BEC6-865C206DA7D6}" dt="2023-06-03T18:42:36.510" v="86" actId="2696"/>
        <pc:sldMkLst>
          <pc:docMk/>
          <pc:sldMk cId="2267849453" sldId="266"/>
        </pc:sldMkLst>
      </pc:sldChg>
      <pc:sldChg chg="modSp mod">
        <pc:chgData name="anaclaracosta116@gmail.com" userId="a793634777582c92" providerId="LiveId" clId="{D1DF1F1D-1954-4058-BEC6-865C206DA7D6}" dt="2023-06-03T19:00:01.094" v="105" actId="1076"/>
        <pc:sldMkLst>
          <pc:docMk/>
          <pc:sldMk cId="2786277918" sldId="269"/>
        </pc:sldMkLst>
        <pc:spChg chg="mod">
          <ac:chgData name="anaclaracosta116@gmail.com" userId="a793634777582c92" providerId="LiveId" clId="{D1DF1F1D-1954-4058-BEC6-865C206DA7D6}" dt="2023-06-03T19:00:01.094" v="105" actId="1076"/>
          <ac:spMkLst>
            <pc:docMk/>
            <pc:sldMk cId="2786277918" sldId="26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D1DF1F1D-1954-4058-BEC6-865C206DA7D6}" dt="2023-06-03T19:03:52.329" v="143" actId="20577"/>
        <pc:sldMkLst>
          <pc:docMk/>
          <pc:sldMk cId="1261703118" sldId="272"/>
        </pc:sldMkLst>
        <pc:spChg chg="mod">
          <ac:chgData name="anaclaracosta116@gmail.com" userId="a793634777582c92" providerId="LiveId" clId="{D1DF1F1D-1954-4058-BEC6-865C206DA7D6}" dt="2023-06-03T19:03:52.329" v="143" actId="20577"/>
          <ac:spMkLst>
            <pc:docMk/>
            <pc:sldMk cId="1261703118" sldId="27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D1DF1F1D-1954-4058-BEC6-865C206DA7D6}" dt="2023-06-03T19:04:10.598" v="147" actId="20577"/>
        <pc:sldMkLst>
          <pc:docMk/>
          <pc:sldMk cId="1344366557" sldId="273"/>
        </pc:sldMkLst>
        <pc:spChg chg="mod">
          <ac:chgData name="anaclaracosta116@gmail.com" userId="a793634777582c92" providerId="LiveId" clId="{D1DF1F1D-1954-4058-BEC6-865C206DA7D6}" dt="2023-06-03T19:04:10.598" v="147" actId="20577"/>
          <ac:spMkLst>
            <pc:docMk/>
            <pc:sldMk cId="1344366557" sldId="273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D1DF1F1D-1954-4058-BEC6-865C206DA7D6}" dt="2023-06-03T19:05:05.780" v="149" actId="113"/>
        <pc:sldMkLst>
          <pc:docMk/>
          <pc:sldMk cId="1963412704" sldId="275"/>
        </pc:sldMkLst>
        <pc:spChg chg="mod">
          <ac:chgData name="anaclaracosta116@gmail.com" userId="a793634777582c92" providerId="LiveId" clId="{D1DF1F1D-1954-4058-BEC6-865C206DA7D6}" dt="2023-06-03T19:05:05.780" v="149" actId="113"/>
          <ac:spMkLst>
            <pc:docMk/>
            <pc:sldMk cId="1963412704" sldId="275"/>
            <ac:spMk id="3" creationId="{FC8F7E34-DB8C-1CEE-BAF4-E537563F9CD2}"/>
          </ac:spMkLst>
        </pc:spChg>
      </pc:sldChg>
      <pc:sldChg chg="addSp delSp modSp mod">
        <pc:chgData name="anaclaracosta116@gmail.com" userId="a793634777582c92" providerId="LiveId" clId="{D1DF1F1D-1954-4058-BEC6-865C206DA7D6}" dt="2023-06-03T18:35:32.240" v="23" actId="22"/>
        <pc:sldMkLst>
          <pc:docMk/>
          <pc:sldMk cId="4082794164" sldId="279"/>
        </pc:sldMkLst>
        <pc:spChg chg="mod">
          <ac:chgData name="anaclaracosta116@gmail.com" userId="a793634777582c92" providerId="LiveId" clId="{D1DF1F1D-1954-4058-BEC6-865C206DA7D6}" dt="2023-06-03T18:35:24.073" v="21" actId="114"/>
          <ac:spMkLst>
            <pc:docMk/>
            <pc:sldMk cId="4082794164" sldId="279"/>
            <ac:spMk id="3" creationId="{FC8F7E34-DB8C-1CEE-BAF4-E537563F9CD2}"/>
          </ac:spMkLst>
        </pc:spChg>
        <pc:spChg chg="add del">
          <ac:chgData name="anaclaracosta116@gmail.com" userId="a793634777582c92" providerId="LiveId" clId="{D1DF1F1D-1954-4058-BEC6-865C206DA7D6}" dt="2023-06-03T18:35:32.240" v="23" actId="22"/>
          <ac:spMkLst>
            <pc:docMk/>
            <pc:sldMk cId="4082794164" sldId="279"/>
            <ac:spMk id="5" creationId="{F2D4F052-F463-238B-386F-2A108F63D442}"/>
          </ac:spMkLst>
        </pc:spChg>
      </pc:sldChg>
      <pc:sldChg chg="del">
        <pc:chgData name="anaclaracosta116@gmail.com" userId="a793634777582c92" providerId="LiveId" clId="{D1DF1F1D-1954-4058-BEC6-865C206DA7D6}" dt="2023-06-03T18:59:48.797" v="103" actId="2696"/>
        <pc:sldMkLst>
          <pc:docMk/>
          <pc:sldMk cId="1358606533" sldId="284"/>
        </pc:sldMkLst>
      </pc:sldChg>
      <pc:sldChg chg="modSp mod">
        <pc:chgData name="anaclaracosta116@gmail.com" userId="a793634777582c92" providerId="LiveId" clId="{D1DF1F1D-1954-4058-BEC6-865C206DA7D6}" dt="2023-06-03T19:08:01.246" v="165" actId="1076"/>
        <pc:sldMkLst>
          <pc:docMk/>
          <pc:sldMk cId="887139133" sldId="287"/>
        </pc:sldMkLst>
        <pc:spChg chg="mod">
          <ac:chgData name="anaclaracosta116@gmail.com" userId="a793634777582c92" providerId="LiveId" clId="{D1DF1F1D-1954-4058-BEC6-865C206DA7D6}" dt="2023-06-03T19:08:01.246" v="165" actId="1076"/>
          <ac:spMkLst>
            <pc:docMk/>
            <pc:sldMk cId="887139133" sldId="287"/>
            <ac:spMk id="3" creationId="{FC8F7E34-DB8C-1CEE-BAF4-E537563F9CD2}"/>
          </ac:spMkLst>
        </pc:spChg>
      </pc:sldChg>
      <pc:sldChg chg="modSp mod ord">
        <pc:chgData name="anaclaracosta116@gmail.com" userId="a793634777582c92" providerId="LiveId" clId="{D1DF1F1D-1954-4058-BEC6-865C206DA7D6}" dt="2023-06-03T18:31:44.678" v="6"/>
        <pc:sldMkLst>
          <pc:docMk/>
          <pc:sldMk cId="1070008241" sldId="288"/>
        </pc:sldMkLst>
        <pc:spChg chg="mod">
          <ac:chgData name="anaclaracosta116@gmail.com" userId="a793634777582c92" providerId="LiveId" clId="{D1DF1F1D-1954-4058-BEC6-865C206DA7D6}" dt="2023-06-03T18:31:41.323" v="4" actId="403"/>
          <ac:spMkLst>
            <pc:docMk/>
            <pc:sldMk cId="1070008241" sldId="288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D1DF1F1D-1954-4058-BEC6-865C206DA7D6}" dt="2023-06-03T18:42:07.365" v="81" actId="2696"/>
        <pc:sldMkLst>
          <pc:docMk/>
          <pc:sldMk cId="769612183" sldId="289"/>
        </pc:sldMkLst>
      </pc:sldChg>
      <pc:sldChg chg="del">
        <pc:chgData name="anaclaracosta116@gmail.com" userId="a793634777582c92" providerId="LiveId" clId="{D1DF1F1D-1954-4058-BEC6-865C206DA7D6}" dt="2023-06-03T18:42:09.880" v="82" actId="2696"/>
        <pc:sldMkLst>
          <pc:docMk/>
          <pc:sldMk cId="3809861399" sldId="291"/>
        </pc:sldMkLst>
      </pc:sldChg>
      <pc:sldChg chg="del">
        <pc:chgData name="anaclaracosta116@gmail.com" userId="a793634777582c92" providerId="LiveId" clId="{D1DF1F1D-1954-4058-BEC6-865C206DA7D6}" dt="2023-06-03T18:42:11.955" v="83" actId="2696"/>
        <pc:sldMkLst>
          <pc:docMk/>
          <pc:sldMk cId="3355879729" sldId="292"/>
        </pc:sldMkLst>
      </pc:sldChg>
      <pc:sldChg chg="del">
        <pc:chgData name="anaclaracosta116@gmail.com" userId="a793634777582c92" providerId="LiveId" clId="{D1DF1F1D-1954-4058-BEC6-865C206DA7D6}" dt="2023-06-03T18:42:16.351" v="84" actId="2696"/>
        <pc:sldMkLst>
          <pc:docMk/>
          <pc:sldMk cId="3515441179" sldId="293"/>
        </pc:sldMkLst>
      </pc:sldChg>
      <pc:sldChg chg="del">
        <pc:chgData name="anaclaracosta116@gmail.com" userId="a793634777582c92" providerId="LiveId" clId="{D1DF1F1D-1954-4058-BEC6-865C206DA7D6}" dt="2023-06-03T18:42:20.068" v="85" actId="2696"/>
        <pc:sldMkLst>
          <pc:docMk/>
          <pc:sldMk cId="2042993433" sldId="294"/>
        </pc:sldMkLst>
      </pc:sldChg>
      <pc:sldChg chg="del">
        <pc:chgData name="anaclaracosta116@gmail.com" userId="a793634777582c92" providerId="LiveId" clId="{D1DF1F1D-1954-4058-BEC6-865C206DA7D6}" dt="2023-06-03T18:59:54.190" v="104" actId="2696"/>
        <pc:sldMkLst>
          <pc:docMk/>
          <pc:sldMk cId="3528290072" sldId="295"/>
        </pc:sldMkLst>
      </pc:sldChg>
      <pc:sldChg chg="del">
        <pc:chgData name="anaclaracosta116@gmail.com" userId="a793634777582c92" providerId="LiveId" clId="{D1DF1F1D-1954-4058-BEC6-865C206DA7D6}" dt="2023-06-03T19:05:10.339" v="150" actId="2696"/>
        <pc:sldMkLst>
          <pc:docMk/>
          <pc:sldMk cId="3551607229" sldId="296"/>
        </pc:sldMkLst>
      </pc:sldChg>
      <pc:sldChg chg="del">
        <pc:chgData name="anaclaracosta116@gmail.com" userId="a793634777582c92" providerId="LiveId" clId="{D1DF1F1D-1954-4058-BEC6-865C206DA7D6}" dt="2023-06-03T19:05:13.822" v="151" actId="2696"/>
        <pc:sldMkLst>
          <pc:docMk/>
          <pc:sldMk cId="3752704250" sldId="297"/>
        </pc:sldMkLst>
      </pc:sldChg>
      <pc:sldChg chg="del">
        <pc:chgData name="anaclaracosta116@gmail.com" userId="a793634777582c92" providerId="LiveId" clId="{D1DF1F1D-1954-4058-BEC6-865C206DA7D6}" dt="2023-06-03T19:05:23.241" v="152" actId="2696"/>
        <pc:sldMkLst>
          <pc:docMk/>
          <pc:sldMk cId="3959720611" sldId="298"/>
        </pc:sldMkLst>
      </pc:sldChg>
      <pc:sldChg chg="del">
        <pc:chgData name="anaclaracosta116@gmail.com" userId="a793634777582c92" providerId="LiveId" clId="{D1DF1F1D-1954-4058-BEC6-865C206DA7D6}" dt="2023-06-03T19:05:26.716" v="153" actId="2696"/>
        <pc:sldMkLst>
          <pc:docMk/>
          <pc:sldMk cId="1941030126" sldId="299"/>
        </pc:sldMkLst>
      </pc:sldChg>
      <pc:sldChg chg="del">
        <pc:chgData name="anaclaracosta116@gmail.com" userId="a793634777582c92" providerId="LiveId" clId="{D1DF1F1D-1954-4058-BEC6-865C206DA7D6}" dt="2023-06-03T19:05:29.904" v="154" actId="2696"/>
        <pc:sldMkLst>
          <pc:docMk/>
          <pc:sldMk cId="182377385" sldId="300"/>
        </pc:sldMkLst>
      </pc:sldChg>
      <pc:sldChg chg="del">
        <pc:chgData name="anaclaracosta116@gmail.com" userId="a793634777582c92" providerId="LiveId" clId="{D1DF1F1D-1954-4058-BEC6-865C206DA7D6}" dt="2023-06-03T19:05:33.121" v="155" actId="2696"/>
        <pc:sldMkLst>
          <pc:docMk/>
          <pc:sldMk cId="2225011697" sldId="301"/>
        </pc:sldMkLst>
      </pc:sldChg>
      <pc:sldChg chg="del">
        <pc:chgData name="anaclaracosta116@gmail.com" userId="a793634777582c92" providerId="LiveId" clId="{D1DF1F1D-1954-4058-BEC6-865C206DA7D6}" dt="2023-06-03T19:08:07.614" v="166" actId="2696"/>
        <pc:sldMkLst>
          <pc:docMk/>
          <pc:sldMk cId="118082689" sldId="303"/>
        </pc:sldMkLst>
      </pc:sldChg>
      <pc:sldChg chg="modSp add mod">
        <pc:chgData name="anaclaracosta116@gmail.com" userId="a793634777582c92" providerId="LiveId" clId="{D1DF1F1D-1954-4058-BEC6-865C206DA7D6}" dt="2023-06-03T18:32:41.966" v="10"/>
        <pc:sldMkLst>
          <pc:docMk/>
          <pc:sldMk cId="463893758" sldId="305"/>
        </pc:sldMkLst>
        <pc:spChg chg="mod">
          <ac:chgData name="anaclaracosta116@gmail.com" userId="a793634777582c92" providerId="LiveId" clId="{D1DF1F1D-1954-4058-BEC6-865C206DA7D6}" dt="2023-06-03T18:32:41.966" v="10"/>
          <ac:spMkLst>
            <pc:docMk/>
            <pc:sldMk cId="463893758" sldId="305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D1DF1F1D-1954-4058-BEC6-865C206DA7D6}" dt="2023-06-03T18:32:59.282" v="11"/>
        <pc:sldMkLst>
          <pc:docMk/>
          <pc:sldMk cId="932924950" sldId="306"/>
        </pc:sldMkLst>
        <pc:spChg chg="mod">
          <ac:chgData name="anaclaracosta116@gmail.com" userId="a793634777582c92" providerId="LiveId" clId="{D1DF1F1D-1954-4058-BEC6-865C206DA7D6}" dt="2023-06-03T18:32:59.282" v="11"/>
          <ac:spMkLst>
            <pc:docMk/>
            <pc:sldMk cId="932924950" sldId="306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D1DF1F1D-1954-4058-BEC6-865C206DA7D6}" dt="2023-06-03T18:36:34.132" v="35" actId="113"/>
        <pc:sldMkLst>
          <pc:docMk/>
          <pc:sldMk cId="2428797251" sldId="307"/>
        </pc:sldMkLst>
        <pc:spChg chg="mod">
          <ac:chgData name="anaclaracosta116@gmail.com" userId="a793634777582c92" providerId="LiveId" clId="{D1DF1F1D-1954-4058-BEC6-865C206DA7D6}" dt="2023-06-03T18:36:34.132" v="35" actId="113"/>
          <ac:spMkLst>
            <pc:docMk/>
            <pc:sldMk cId="2428797251" sldId="307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D1DF1F1D-1954-4058-BEC6-865C206DA7D6}" dt="2023-06-03T19:02:26.800" v="122" actId="27636"/>
        <pc:sldMkLst>
          <pc:docMk/>
          <pc:sldMk cId="1468322957" sldId="308"/>
        </pc:sldMkLst>
        <pc:spChg chg="mod">
          <ac:chgData name="anaclaracosta116@gmail.com" userId="a793634777582c92" providerId="LiveId" clId="{D1DF1F1D-1954-4058-BEC6-865C206DA7D6}" dt="2023-06-03T19:02:26.800" v="122" actId="27636"/>
          <ac:spMkLst>
            <pc:docMk/>
            <pc:sldMk cId="1468322957" sldId="308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D1DF1F1D-1954-4058-BEC6-865C206DA7D6}" dt="2023-06-03T19:03:03.577" v="134" actId="27636"/>
        <pc:sldMkLst>
          <pc:docMk/>
          <pc:sldMk cId="3628164904" sldId="309"/>
        </pc:sldMkLst>
        <pc:spChg chg="mod">
          <ac:chgData name="anaclaracosta116@gmail.com" userId="a793634777582c92" providerId="LiveId" clId="{D1DF1F1D-1954-4058-BEC6-865C206DA7D6}" dt="2023-06-03T19:03:03.577" v="134" actId="27636"/>
          <ac:spMkLst>
            <pc:docMk/>
            <pc:sldMk cId="3628164904" sldId="309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D1DF1F1D-1954-4058-BEC6-865C206DA7D6}" dt="2023-06-03T19:06:00.013" v="157"/>
        <pc:sldMkLst>
          <pc:docMk/>
          <pc:sldMk cId="1464385581" sldId="310"/>
        </pc:sldMkLst>
        <pc:spChg chg="mod">
          <ac:chgData name="anaclaracosta116@gmail.com" userId="a793634777582c92" providerId="LiveId" clId="{D1DF1F1D-1954-4058-BEC6-865C206DA7D6}" dt="2023-06-03T19:06:00.013" v="157"/>
          <ac:spMkLst>
            <pc:docMk/>
            <pc:sldMk cId="1464385581" sldId="310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D1DF1F1D-1954-4058-BEC6-865C206DA7D6}" dt="2023-06-03T19:06:21.457" v="159"/>
        <pc:sldMkLst>
          <pc:docMk/>
          <pc:sldMk cId="4259020309" sldId="311"/>
        </pc:sldMkLst>
        <pc:spChg chg="mod">
          <ac:chgData name="anaclaracosta116@gmail.com" userId="a793634777582c92" providerId="LiveId" clId="{D1DF1F1D-1954-4058-BEC6-865C206DA7D6}" dt="2023-06-03T19:06:21.457" v="159"/>
          <ac:spMkLst>
            <pc:docMk/>
            <pc:sldMk cId="4259020309" sldId="311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D1DF1F1D-1954-4058-BEC6-865C206DA7D6}" dt="2023-06-03T19:09:00.961" v="168"/>
        <pc:sldMkLst>
          <pc:docMk/>
          <pc:sldMk cId="3361783429" sldId="312"/>
        </pc:sldMkLst>
        <pc:spChg chg="mod">
          <ac:chgData name="anaclaracosta116@gmail.com" userId="a793634777582c92" providerId="LiveId" clId="{D1DF1F1D-1954-4058-BEC6-865C206DA7D6}" dt="2023-06-03T19:09:00.961" v="168"/>
          <ac:spMkLst>
            <pc:docMk/>
            <pc:sldMk cId="3361783429" sldId="312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D1DF1F1D-1954-4058-BEC6-865C206DA7D6}" dt="2023-06-03T19:09:37.063" v="170"/>
        <pc:sldMkLst>
          <pc:docMk/>
          <pc:sldMk cId="1398549785" sldId="313"/>
        </pc:sldMkLst>
        <pc:spChg chg="mod">
          <ac:chgData name="anaclaracosta116@gmail.com" userId="a793634777582c92" providerId="LiveId" clId="{D1DF1F1D-1954-4058-BEC6-865C206DA7D6}" dt="2023-06-03T19:09:37.063" v="170"/>
          <ac:spMkLst>
            <pc:docMk/>
            <pc:sldMk cId="1398549785" sldId="313"/>
            <ac:spMk id="3" creationId="{FC8F7E34-DB8C-1CEE-BAF4-E537563F9CD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03/06/2023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03/06/2023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03/06/2023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03/06/2023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03/06/2023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03/06/2023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03/06/2023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03/06/2023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03/06/2023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03/06/2023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03/06/2023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03/06/2023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1270673" cy="5481637"/>
          </a:xfrm>
        </p:spPr>
        <p:txBody>
          <a:bodyPr>
            <a:normAutofit/>
          </a:bodyPr>
          <a:lstStyle/>
          <a:p>
            <a:pPr algn="just"/>
            <a:r>
              <a:rPr lang="pt-BR" sz="4400" b="1" dirty="0"/>
              <a:t>BENDITO SEJA DEUS PAI,</a:t>
            </a:r>
          </a:p>
          <a:p>
            <a:pPr algn="just"/>
            <a:r>
              <a:rPr lang="pt-BR" sz="4400" b="1" dirty="0"/>
              <a:t>BENDITO O FILHO UNIGÊNITO</a:t>
            </a:r>
          </a:p>
          <a:p>
            <a:pPr algn="just"/>
            <a:r>
              <a:rPr lang="pt-BR" sz="4400" b="1" dirty="0"/>
              <a:t>E BENDITO O ESPÍRITO SANTO.</a:t>
            </a:r>
          </a:p>
          <a:p>
            <a:pPr algn="just"/>
            <a:r>
              <a:rPr lang="pt-BR" sz="4400" b="1" dirty="0"/>
              <a:t>DEUS FOI MISERICORDIOSO PARA CONOSCO.</a:t>
            </a:r>
          </a:p>
          <a:p>
            <a:pPr algn="just"/>
            <a:endParaRPr lang="pt-BR" sz="4400" b="1" dirty="0"/>
          </a:p>
          <a:p>
            <a:pPr algn="just"/>
            <a:r>
              <a:rPr lang="pt-BR" sz="4400" dirty="0"/>
              <a:t>1. Ó SENHOR, NOSSO DEUS, COMO É GRANDE</a:t>
            </a:r>
          </a:p>
          <a:p>
            <a:pPr algn="just"/>
            <a:r>
              <a:rPr lang="pt-BR" sz="4400" dirty="0"/>
              <a:t>VOSSO NOME POR TODO O UNIVERSO!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1070008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1270673" cy="5481637"/>
          </a:xfrm>
        </p:spPr>
        <p:txBody>
          <a:bodyPr>
            <a:normAutofit/>
          </a:bodyPr>
          <a:lstStyle/>
          <a:p>
            <a:pPr algn="just"/>
            <a:r>
              <a:rPr lang="pt-BR" sz="4400" b="1" dirty="0"/>
              <a:t>BENDITO SEJA DEUS PAI,</a:t>
            </a:r>
          </a:p>
          <a:p>
            <a:pPr algn="just"/>
            <a:r>
              <a:rPr lang="pt-BR" sz="4400" b="1" dirty="0"/>
              <a:t>BENDITO O FILHO UNIGÊNITO</a:t>
            </a:r>
          </a:p>
          <a:p>
            <a:pPr algn="just"/>
            <a:r>
              <a:rPr lang="pt-BR" sz="4400" b="1" dirty="0"/>
              <a:t>E BENDITO O ESPÍRITO SANTO.</a:t>
            </a:r>
          </a:p>
          <a:p>
            <a:pPr algn="just"/>
            <a:r>
              <a:rPr lang="pt-BR" sz="4400" b="1" dirty="0"/>
              <a:t>DEUS FOI MISERICORDIOSO PARA CONOSCO.</a:t>
            </a:r>
          </a:p>
          <a:p>
            <a:pPr algn="just"/>
            <a:endParaRPr lang="pt-BR" sz="4400" b="1" dirty="0"/>
          </a:p>
          <a:p>
            <a:pPr algn="just"/>
            <a:r>
              <a:rPr lang="pt-BR" sz="4400" dirty="0"/>
              <a:t>2. DESDOBRASTES NOS CÉUS VOSSA GLÓRIA</a:t>
            </a:r>
          </a:p>
          <a:p>
            <a:pPr algn="just"/>
            <a:r>
              <a:rPr lang="pt-BR" sz="4400" dirty="0"/>
              <a:t>COM GRANDEZA, ESPLENDOR, MAJESTADE.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463893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1270673" cy="5481637"/>
          </a:xfrm>
        </p:spPr>
        <p:txBody>
          <a:bodyPr>
            <a:normAutofit/>
          </a:bodyPr>
          <a:lstStyle/>
          <a:p>
            <a:pPr algn="just"/>
            <a:r>
              <a:rPr lang="pt-BR" sz="4400" b="1" dirty="0"/>
              <a:t>BENDITO SEJA DEUS PAI,</a:t>
            </a:r>
          </a:p>
          <a:p>
            <a:pPr algn="just"/>
            <a:r>
              <a:rPr lang="pt-BR" sz="4400" b="1" dirty="0"/>
              <a:t>BENDITO O FILHO UNIGÊNITO</a:t>
            </a:r>
          </a:p>
          <a:p>
            <a:pPr algn="just"/>
            <a:r>
              <a:rPr lang="pt-BR" sz="4400" b="1" dirty="0"/>
              <a:t>E BENDITO O ESPÍRITO SANTO.</a:t>
            </a:r>
          </a:p>
          <a:p>
            <a:pPr algn="just"/>
            <a:r>
              <a:rPr lang="pt-BR" sz="4400" b="1" dirty="0"/>
              <a:t>DEUS FOI MISERICORDIOSO PARA CONOSCO.</a:t>
            </a:r>
          </a:p>
          <a:p>
            <a:pPr algn="just"/>
            <a:endParaRPr lang="pt-BR" sz="4400" b="1" dirty="0"/>
          </a:p>
          <a:p>
            <a:pPr algn="just"/>
            <a:r>
              <a:rPr lang="pt-BR" sz="4400" dirty="0"/>
              <a:t>3. O PERFEITO LOUVOR VOS É DADO</a:t>
            </a:r>
          </a:p>
          <a:p>
            <a:pPr algn="just"/>
            <a:r>
              <a:rPr lang="pt-BR" sz="4400" dirty="0"/>
              <a:t>PELOS LÁBIOS DOS MAIS PEQUENINOS.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932924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680123" cy="5195454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9000" dirty="0"/>
              <a:t>CONFESSO A DEUS TODO-PODEROSO</a:t>
            </a:r>
          </a:p>
          <a:p>
            <a:pPr algn="just"/>
            <a:r>
              <a:rPr lang="pt-BR" sz="9000" dirty="0"/>
              <a:t>E A VÓS, IRMÃOS E IRMÃS,</a:t>
            </a:r>
          </a:p>
          <a:p>
            <a:pPr algn="just"/>
            <a:r>
              <a:rPr lang="pt-BR" sz="9000" dirty="0"/>
              <a:t>QUE PEQUEI MUITAS VEZES POR PENSAMENTOS,</a:t>
            </a:r>
          </a:p>
          <a:p>
            <a:pPr algn="just"/>
            <a:r>
              <a:rPr lang="pt-BR" sz="9000" dirty="0"/>
              <a:t>PALAVRAS, ATOS E OMISSÕES,</a:t>
            </a:r>
          </a:p>
          <a:p>
            <a:pPr algn="just"/>
            <a:r>
              <a:rPr lang="pt-BR" sz="9000" dirty="0"/>
              <a:t>POR MINHA CULPA,</a:t>
            </a:r>
          </a:p>
          <a:p>
            <a:pPr algn="just"/>
            <a:r>
              <a:rPr lang="pt-BR" sz="9000" dirty="0"/>
              <a:t>MINHA TÃO GRANDE CULPA.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/>
          </a:bodyPr>
          <a:lstStyle/>
          <a:p>
            <a:pPr algn="just"/>
            <a:r>
              <a:rPr lang="pt-BR" sz="5400" dirty="0"/>
              <a:t>E PEÇO À VIRGEM MARIA,</a:t>
            </a:r>
          </a:p>
          <a:p>
            <a:pPr algn="just"/>
            <a:r>
              <a:rPr lang="pt-BR" sz="5400" dirty="0"/>
              <a:t>AOS ANJOS E SANTOS</a:t>
            </a:r>
          </a:p>
          <a:p>
            <a:pPr algn="just"/>
            <a:r>
              <a:rPr lang="pt-BR" sz="5400" dirty="0"/>
              <a:t>E A VÓS, IRMÃOS E IRMÃS,</a:t>
            </a:r>
          </a:p>
          <a:p>
            <a:pPr algn="just"/>
            <a:r>
              <a:rPr lang="pt-BR" sz="5400" dirty="0"/>
              <a:t>QUE ROGUEIS POR MIM A DEUS,</a:t>
            </a:r>
          </a:p>
          <a:p>
            <a:pPr algn="just"/>
            <a:r>
              <a:rPr lang="pt-BR" sz="5400" dirty="0"/>
              <a:t>NOSSO SENHOR.</a:t>
            </a:r>
          </a:p>
        </p:txBody>
      </p:sp>
    </p:spTree>
    <p:extLst>
      <p:ext uri="{BB962C8B-B14F-4D97-AF65-F5344CB8AC3E}">
        <p14:creationId xmlns:p14="http://schemas.microsoft.com/office/powerpoint/2010/main" val="4082794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/>
          </a:bodyPr>
          <a:lstStyle/>
          <a:p>
            <a:pPr algn="just"/>
            <a:r>
              <a:rPr lang="pt-BR" sz="6600" b="1" dirty="0"/>
              <a:t>KYRIE ELEISON!</a:t>
            </a:r>
          </a:p>
          <a:p>
            <a:pPr algn="just"/>
            <a:endParaRPr lang="pt-BR" sz="6600" b="1" dirty="0"/>
          </a:p>
          <a:p>
            <a:pPr algn="just"/>
            <a:r>
              <a:rPr lang="pt-BR" sz="6600" b="1" dirty="0"/>
              <a:t>CHRISTE ELEISON!</a:t>
            </a:r>
          </a:p>
          <a:p>
            <a:pPr algn="just"/>
            <a:endParaRPr lang="pt-BR" sz="6600" b="1" dirty="0"/>
          </a:p>
          <a:p>
            <a:pPr algn="just"/>
            <a:r>
              <a:rPr lang="pt-BR" sz="6600" b="1" dirty="0"/>
              <a:t>KYRIE ELEISON!</a:t>
            </a:r>
          </a:p>
        </p:txBody>
      </p:sp>
    </p:spTree>
    <p:extLst>
      <p:ext uri="{BB962C8B-B14F-4D97-AF65-F5344CB8AC3E}">
        <p14:creationId xmlns:p14="http://schemas.microsoft.com/office/powerpoint/2010/main" val="2428797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pt-BR" sz="7700" b="1" dirty="0"/>
              <a:t>GLÓRIA A DEUS NAS ALTURAS (BIS) </a:t>
            </a:r>
          </a:p>
          <a:p>
            <a:pPr algn="just"/>
            <a:endParaRPr lang="pt-BR" sz="7700" b="1" dirty="0"/>
          </a:p>
          <a:p>
            <a:pPr algn="just"/>
            <a:r>
              <a:rPr lang="pt-BR" sz="7700" b="1" dirty="0"/>
              <a:t>E PAZ NA TERRA AOS HOMENS POR ELE AMADOS</a:t>
            </a:r>
          </a:p>
          <a:p>
            <a:pPr algn="just"/>
            <a:endParaRPr lang="pt-BR" sz="9000" dirty="0"/>
          </a:p>
          <a:p>
            <a:pPr algn="just"/>
            <a:r>
              <a:rPr lang="pt-BR" sz="7700" dirty="0"/>
              <a:t>SENHOR DEUS, REI DOS CÉUS, DEUS PAI TODO PODEROSO</a:t>
            </a:r>
          </a:p>
          <a:p>
            <a:pPr algn="just"/>
            <a:endParaRPr lang="pt-BR" sz="9000" dirty="0"/>
          </a:p>
          <a:p>
            <a:pPr algn="just"/>
            <a:endParaRPr lang="pt-BR" sz="7300" dirty="0"/>
          </a:p>
          <a:p>
            <a:pPr algn="just"/>
            <a:endParaRPr lang="pt-BR" sz="7300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585787"/>
            <a:ext cx="11236036" cy="6137564"/>
          </a:xfrm>
        </p:spPr>
        <p:txBody>
          <a:bodyPr>
            <a:normAutofit/>
          </a:bodyPr>
          <a:lstStyle/>
          <a:p>
            <a:pPr algn="just"/>
            <a:r>
              <a:rPr lang="pt-BR" sz="4800" dirty="0"/>
              <a:t>NÓS VOS LOUVAMOS, NÓS VOS BENDIZEMOS</a:t>
            </a:r>
          </a:p>
          <a:p>
            <a:pPr algn="just"/>
            <a:r>
              <a:rPr lang="pt-BR" sz="4800" dirty="0"/>
              <a:t>NÓS VOS ADORAMOS, NÓS VOS GLORIFICAMOS</a:t>
            </a:r>
          </a:p>
          <a:p>
            <a:pPr algn="just"/>
            <a:r>
              <a:rPr lang="pt-BR" sz="4800" dirty="0"/>
              <a:t>NÓS VOS DAMOS GRAÇAS, POR VOSSA IMENSA GLÓRIA. </a:t>
            </a:r>
          </a:p>
          <a:p>
            <a:pPr algn="just"/>
            <a:endParaRPr lang="pt-BR" sz="4800" dirty="0"/>
          </a:p>
          <a:p>
            <a:pPr algn="just"/>
            <a:r>
              <a:rPr lang="pt-BR" sz="4800" b="1" dirty="0"/>
              <a:t>GLÓRIA A DEUS NAS ALTURAS (BIS) </a:t>
            </a:r>
          </a:p>
          <a:p>
            <a:pPr algn="just"/>
            <a:endParaRPr lang="pt-BR" sz="4400" dirty="0"/>
          </a:p>
          <a:p>
            <a:pPr algn="just"/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3868190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443346"/>
            <a:ext cx="11236036" cy="6137564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pt-BR" sz="6000" dirty="0"/>
              <a:t>SENHOR JESUS CRISTO, FILHO UNIGÊNITO</a:t>
            </a:r>
          </a:p>
          <a:p>
            <a:pPr algn="just"/>
            <a:r>
              <a:rPr lang="pt-BR" sz="6000" dirty="0"/>
              <a:t>SENHOR DEUS, CORDEIRO DE DEUS, FILHO DE DEUS PAI</a:t>
            </a:r>
          </a:p>
          <a:p>
            <a:pPr algn="l"/>
            <a:endParaRPr lang="pt-BR" sz="6000" dirty="0"/>
          </a:p>
          <a:p>
            <a:pPr algn="l"/>
            <a:r>
              <a:rPr lang="pt-BR" sz="6000" b="1" dirty="0"/>
              <a:t>GLÓRIA A DEUS NAS ALTURAS (BIS) 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VÓS QUE TIRAIS O PECADO DO MUNDO,</a:t>
            </a:r>
          </a:p>
          <a:p>
            <a:pPr algn="l"/>
            <a:r>
              <a:rPr lang="pt-BR" sz="6000" dirty="0"/>
              <a:t>TENDE PIEDADE DE NÓS</a:t>
            </a:r>
          </a:p>
          <a:p>
            <a:pPr algn="l"/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7998632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263236"/>
            <a:ext cx="11617036" cy="659476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4800" dirty="0"/>
              <a:t>VÓS QUE TIRAIS O PECADO DO MUNDO, </a:t>
            </a:r>
          </a:p>
          <a:p>
            <a:pPr algn="l"/>
            <a:r>
              <a:rPr lang="pt-BR" sz="4800" dirty="0"/>
              <a:t>ACOLHEI A NOSSA SÚPLICA</a:t>
            </a:r>
          </a:p>
          <a:p>
            <a:pPr algn="l"/>
            <a:endParaRPr lang="pt-BR" sz="4800" dirty="0"/>
          </a:p>
          <a:p>
            <a:pPr algn="l"/>
            <a:r>
              <a:rPr lang="pt-BR" sz="4800" dirty="0"/>
              <a:t>VÓS QUE ESTAIS À DIREITA DO PAI, </a:t>
            </a:r>
          </a:p>
          <a:p>
            <a:pPr algn="l"/>
            <a:r>
              <a:rPr lang="pt-BR" sz="4800" dirty="0"/>
              <a:t>TENDE PIEDADE DE NÓS</a:t>
            </a:r>
            <a:endParaRPr lang="pt-BR" sz="1600" dirty="0"/>
          </a:p>
          <a:p>
            <a:pPr algn="l"/>
            <a:endParaRPr lang="pt-BR" sz="4800" dirty="0"/>
          </a:p>
          <a:p>
            <a:pPr algn="l"/>
            <a:r>
              <a:rPr lang="pt-BR" sz="4800" dirty="0"/>
              <a:t>SÓ VÓS SOIS SANTO, SÓ VÓS O SENHOR, SÓ VÓS O ALTÍSSIMO, JESUS CRISTO, COM O ESPÍRITO SANTO NA GLÓRIA DE DEUS PAI. </a:t>
            </a:r>
            <a:endParaRPr lang="pt-BR" sz="4800" b="1" dirty="0"/>
          </a:p>
          <a:p>
            <a:pPr algn="l"/>
            <a:r>
              <a:rPr lang="pt-BR" sz="4800" b="1" dirty="0"/>
              <a:t>AMÉM!</a:t>
            </a:r>
          </a:p>
        </p:txBody>
      </p:sp>
    </p:spTree>
    <p:extLst>
      <p:ext uri="{BB962C8B-B14F-4D97-AF65-F5344CB8AC3E}">
        <p14:creationId xmlns:p14="http://schemas.microsoft.com/office/powerpoint/2010/main" val="21097294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6904" y="2466108"/>
            <a:ext cx="9078191" cy="2050474"/>
          </a:xfrm>
        </p:spPr>
        <p:txBody>
          <a:bodyPr>
            <a:normAutofit/>
          </a:bodyPr>
          <a:lstStyle/>
          <a:p>
            <a:r>
              <a:rPr lang="pt-BR" sz="4400" b="1" dirty="0"/>
              <a:t> </a:t>
            </a:r>
            <a:r>
              <a:rPr lang="pt-BR" sz="6500" b="1" dirty="0"/>
              <a:t>A VÓS LOUVOR HONRA E GLÓRIA ETERNAMENTE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13109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51261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99308"/>
            <a:ext cx="10349345" cy="5209309"/>
          </a:xfrm>
        </p:spPr>
        <p:txBody>
          <a:bodyPr>
            <a:normAutofit fontScale="92500" lnSpcReduction="20000"/>
          </a:bodyPr>
          <a:lstStyle/>
          <a:p>
            <a:r>
              <a:rPr lang="pt-BR" sz="4400" b="1" dirty="0"/>
              <a:t>ALELUIA, ALELUIA, ALELUIA, ALELUIA</a:t>
            </a:r>
          </a:p>
          <a:p>
            <a:endParaRPr lang="pt-BR" sz="4400" b="1" dirty="0"/>
          </a:p>
          <a:p>
            <a:r>
              <a:rPr lang="pt-BR" sz="4400" dirty="0"/>
              <a:t>VINDE, ESPÍRITO DIVINO E ENCHEI COM VOSSOS DONS</a:t>
            </a:r>
          </a:p>
          <a:p>
            <a:r>
              <a:rPr lang="pt-BR" sz="4400" dirty="0"/>
              <a:t>OS CORAÇÕES DOS FIÉIS;</a:t>
            </a:r>
          </a:p>
          <a:p>
            <a:r>
              <a:rPr lang="pt-BR" sz="4400" dirty="0"/>
              <a:t>ACENDEI NELES O AMOR COMO UM FOGO ABRASADOR!</a:t>
            </a:r>
          </a:p>
          <a:p>
            <a:endParaRPr lang="pt-BR" sz="4400" b="1" dirty="0"/>
          </a:p>
          <a:p>
            <a:r>
              <a:rPr lang="pt-BR" sz="4400" b="1" dirty="0"/>
              <a:t>ALELUIA, ALELUIA, ALELUIA, ALELUIA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13434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CANTOS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22218"/>
            <a:ext cx="10965873" cy="5638799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300" b="1" dirty="0"/>
              <a:t>BENDIGAMOS AO PAI E AO FILHO, BENDIGAMOS AO ESPÍRITO SANTO,</a:t>
            </a:r>
          </a:p>
          <a:p>
            <a:pPr algn="l"/>
            <a:r>
              <a:rPr lang="pt-BR" sz="7300" b="1" dirty="0"/>
              <a:t>POIS FOI GRANDE PARA NÓS SEU AMOR E COMPAIXÃO.</a:t>
            </a:r>
          </a:p>
          <a:p>
            <a:pPr algn="l"/>
            <a:endParaRPr lang="pt-BR" sz="7300" dirty="0"/>
          </a:p>
          <a:p>
            <a:pPr algn="l"/>
            <a:r>
              <a:rPr lang="pt-BR" sz="7300" dirty="0"/>
              <a:t>BENDITO SOIS, SENHOR, NO FIRMAMENTO DOS CÉUS!</a:t>
            </a:r>
          </a:p>
          <a:p>
            <a:pPr algn="l"/>
            <a:r>
              <a:rPr lang="pt-BR" sz="7300" dirty="0"/>
              <a:t>SOIS DIGNO DE LOUVOR E DE GLÓRIA ETERNAMENTE!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CANTOS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22218"/>
            <a:ext cx="10965873" cy="5638799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300" b="1" dirty="0"/>
              <a:t>BENDIGAMOS AO PAI E AO FILHO, BENDIGAMOS AO ESPÍRITO SANTO,</a:t>
            </a:r>
          </a:p>
          <a:p>
            <a:pPr algn="l"/>
            <a:r>
              <a:rPr lang="pt-BR" sz="7300" b="1" dirty="0"/>
              <a:t>POIS FOI GRANDE PARA NÓS SEU AMOR E COMPAIXÃO.</a:t>
            </a:r>
          </a:p>
          <a:p>
            <a:pPr algn="l"/>
            <a:endParaRPr lang="pt-BR" sz="7300" dirty="0"/>
          </a:p>
          <a:p>
            <a:pPr algn="l"/>
            <a:r>
              <a:rPr lang="pt-BR" sz="7300" dirty="0"/>
              <a:t>OBRAS DO SENHOR, BENDIZEI O SENHOR,</a:t>
            </a:r>
          </a:p>
          <a:p>
            <a:pPr algn="l"/>
            <a:r>
              <a:rPr lang="pt-BR" sz="7300" dirty="0"/>
              <a:t>LOUVAI-O E EXALTAI-O PELOS SÉCULOS SEM FIM!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683229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CANTOS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22218"/>
            <a:ext cx="10965873" cy="5638799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300" b="1" dirty="0"/>
              <a:t>BENDIGAMOS AO PAI E AO FILHO, BENDIGAMOS AO ESPÍRITO SANTO,</a:t>
            </a:r>
          </a:p>
          <a:p>
            <a:pPr algn="l"/>
            <a:r>
              <a:rPr lang="pt-BR" sz="7300" b="1" dirty="0"/>
              <a:t>POIS FOI GRANDE PARA NÓS SEU AMOR E COMPAIXÃO.</a:t>
            </a:r>
          </a:p>
          <a:p>
            <a:pPr algn="l"/>
            <a:endParaRPr lang="pt-BR" sz="7300" dirty="0"/>
          </a:p>
          <a:p>
            <a:pPr algn="l"/>
            <a:r>
              <a:rPr lang="pt-BR" sz="7300" dirty="0"/>
              <a:t>CÉUS DO SENHOR, BENDIZEI O SENHOR!</a:t>
            </a:r>
          </a:p>
          <a:p>
            <a:pPr algn="l"/>
            <a:r>
              <a:rPr lang="pt-BR" sz="7300" dirty="0"/>
              <a:t>ANJOS DO SENHOR, BENDIZEI O SENHOR!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281649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pt-BR" sz="7300" dirty="0"/>
              <a:t>SANTO, SANTO, SANTO!</a:t>
            </a:r>
          </a:p>
          <a:p>
            <a:pPr algn="just"/>
            <a:r>
              <a:rPr lang="pt-BR" sz="7300" dirty="0"/>
              <a:t>SENHOR DEUS DO UNIVERSO.</a:t>
            </a:r>
          </a:p>
          <a:p>
            <a:pPr algn="just"/>
            <a:r>
              <a:rPr lang="pt-BR" sz="7300" dirty="0"/>
              <a:t>O CÉU E TERRA PROCLAMAM A VOSSA GLÓRIA!</a:t>
            </a:r>
          </a:p>
          <a:p>
            <a:pPr algn="just"/>
            <a:endParaRPr lang="pt-BR" sz="7300" b="1" dirty="0"/>
          </a:p>
          <a:p>
            <a:pPr algn="just"/>
            <a:r>
              <a:rPr lang="pt-BR" sz="7300" b="1" dirty="0"/>
              <a:t>HOSANA NAS ALTURAS! </a:t>
            </a:r>
          </a:p>
        </p:txBody>
      </p:sp>
    </p:spTree>
    <p:extLst>
      <p:ext uri="{BB962C8B-B14F-4D97-AF65-F5344CB8AC3E}">
        <p14:creationId xmlns:p14="http://schemas.microsoft.com/office/powerpoint/2010/main" val="12617031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831273"/>
            <a:ext cx="10349345" cy="5195454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7300" dirty="0"/>
              <a:t>BENDITO O QUE VEM,</a:t>
            </a:r>
          </a:p>
          <a:p>
            <a:pPr algn="just"/>
            <a:r>
              <a:rPr lang="pt-BR" sz="7300" dirty="0"/>
              <a:t>EM NOME DO SENHOR,</a:t>
            </a:r>
          </a:p>
          <a:p>
            <a:pPr algn="just"/>
            <a:r>
              <a:rPr lang="pt-BR" sz="7300" dirty="0"/>
              <a:t>BENDITO O QUE VEM,</a:t>
            </a:r>
          </a:p>
          <a:p>
            <a:pPr algn="just"/>
            <a:r>
              <a:rPr lang="pt-BR" sz="7300" dirty="0"/>
              <a:t>EM NOME DO SENHOR!</a:t>
            </a:r>
          </a:p>
          <a:p>
            <a:pPr algn="just"/>
            <a:endParaRPr lang="pt-BR" sz="7300" b="1" dirty="0"/>
          </a:p>
          <a:p>
            <a:pPr algn="just"/>
            <a:r>
              <a:rPr lang="pt-BR" sz="7300" b="1" dirty="0"/>
              <a:t>HOSANA, HOSANA, HOSANA NAS ALTURAS! </a:t>
            </a:r>
          </a:p>
        </p:txBody>
      </p:sp>
    </p:spTree>
    <p:extLst>
      <p:ext uri="{BB962C8B-B14F-4D97-AF65-F5344CB8AC3E}">
        <p14:creationId xmlns:p14="http://schemas.microsoft.com/office/powerpoint/2010/main" val="13443665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183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32500" lnSpcReduction="20000"/>
          </a:bodyPr>
          <a:lstStyle/>
          <a:p>
            <a:pPr algn="just"/>
            <a:r>
              <a:rPr lang="pt-BR" sz="14800" b="1" dirty="0"/>
              <a:t>DEUS ENVIOU AOS VOSSOS CORAÇÕES</a:t>
            </a:r>
          </a:p>
          <a:p>
            <a:pPr algn="just"/>
            <a:r>
              <a:rPr lang="pt-BR" sz="14800" b="1" dirty="0"/>
              <a:t>O ESPÍRITO DE SEU FILHO, QUE CLAMA:</a:t>
            </a:r>
          </a:p>
          <a:p>
            <a:pPr algn="just"/>
            <a:r>
              <a:rPr lang="pt-BR" sz="14800" b="1" dirty="0"/>
              <a:t>ABÁ PAI.</a:t>
            </a:r>
          </a:p>
          <a:p>
            <a:pPr algn="just"/>
            <a:endParaRPr lang="pt-BR" sz="14800" dirty="0"/>
          </a:p>
          <a:p>
            <a:pPr algn="just"/>
            <a:r>
              <a:rPr lang="pt-BR" sz="14800" dirty="0"/>
              <a:t>1. JÁ NÃO ÉS ESCRAVO, MAS FILHO.</a:t>
            </a:r>
          </a:p>
          <a:p>
            <a:pPr algn="just"/>
            <a:r>
              <a:rPr lang="pt-BR" sz="14800" dirty="0"/>
              <a:t>E, SE ÉS FILHO, ENTÃO TAMBÉM HERDEIRO POR DEUS.</a:t>
            </a:r>
            <a:endParaRPr lang="pt-BR" sz="14400" b="1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32500" lnSpcReduction="20000"/>
          </a:bodyPr>
          <a:lstStyle/>
          <a:p>
            <a:pPr algn="just"/>
            <a:r>
              <a:rPr lang="pt-BR" sz="14800" b="1" dirty="0"/>
              <a:t>DEUS ENVIOU AOS VOSSOS CORAÇÕES</a:t>
            </a:r>
          </a:p>
          <a:p>
            <a:pPr algn="just"/>
            <a:r>
              <a:rPr lang="pt-BR" sz="14800" b="1" dirty="0"/>
              <a:t>O ESPÍRITO DE SEU FILHO, QUE CLAMA:</a:t>
            </a:r>
          </a:p>
          <a:p>
            <a:pPr algn="just"/>
            <a:r>
              <a:rPr lang="pt-BR" sz="14800" b="1" dirty="0"/>
              <a:t>ABÁ PAI.</a:t>
            </a:r>
          </a:p>
          <a:p>
            <a:pPr algn="just"/>
            <a:endParaRPr lang="pt-BR" sz="14800" dirty="0"/>
          </a:p>
          <a:p>
            <a:pPr algn="just"/>
            <a:r>
              <a:rPr lang="pt-BR" sz="14800" dirty="0"/>
              <a:t>2. DEUS ENVIOU SEU FILHO, NASCIDO DE UMA MULHER</a:t>
            </a:r>
          </a:p>
          <a:p>
            <a:pPr algn="just"/>
            <a:r>
              <a:rPr lang="pt-BR" sz="14800" dirty="0"/>
              <a:t>A FIM DE REMIR OS QUE ESTAVAM SOB A LEI.</a:t>
            </a:r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643855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32500" lnSpcReduction="20000"/>
          </a:bodyPr>
          <a:lstStyle/>
          <a:p>
            <a:pPr algn="just"/>
            <a:r>
              <a:rPr lang="pt-BR" sz="14800" b="1" dirty="0"/>
              <a:t>DEUS ENVIOU AOS VOSSOS CORAÇÕES</a:t>
            </a:r>
          </a:p>
          <a:p>
            <a:pPr algn="just"/>
            <a:r>
              <a:rPr lang="pt-BR" sz="14800" b="1" dirty="0"/>
              <a:t>O ESPÍRITO DE SEU FILHO, QUE CLAMA:</a:t>
            </a:r>
          </a:p>
          <a:p>
            <a:pPr algn="just"/>
            <a:r>
              <a:rPr lang="pt-BR" sz="14800" b="1" dirty="0"/>
              <a:t>ABÁ PAI.</a:t>
            </a:r>
          </a:p>
          <a:p>
            <a:pPr algn="just"/>
            <a:endParaRPr lang="pt-BR" sz="14800" dirty="0"/>
          </a:p>
          <a:p>
            <a:pPr algn="just"/>
            <a:r>
              <a:rPr lang="pt-BR" sz="14800" dirty="0"/>
              <a:t>3. PARA QUE RECEBÊSSEMOS A SUA ADOÇÃO,</a:t>
            </a:r>
          </a:p>
          <a:p>
            <a:pPr algn="just"/>
            <a:r>
              <a:rPr lang="pt-BR" sz="14800" dirty="0"/>
              <a:t>E NOS TORNÁSSEMOS HERDEIROS DOS CÉUS.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590203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96467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30272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84132"/>
            <a:ext cx="10938164" cy="5078123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6600" b="1" dirty="0"/>
              <a:t>ALMA DE CRISTO, SANTIFICAI-ME</a:t>
            </a:r>
          </a:p>
          <a:p>
            <a:pPr algn="just"/>
            <a:r>
              <a:rPr lang="pt-BR" sz="16600" b="1" dirty="0"/>
              <a:t>CORPO DE CRISTO, SALVAI-ME</a:t>
            </a:r>
          </a:p>
          <a:p>
            <a:pPr algn="just"/>
            <a:r>
              <a:rPr lang="pt-BR" sz="16600" b="1" dirty="0"/>
              <a:t>SANGUE DE CRISTO, INEBRIAI-ME</a:t>
            </a:r>
          </a:p>
          <a:p>
            <a:pPr algn="just"/>
            <a:r>
              <a:rPr lang="pt-BR" sz="16600" b="1" dirty="0"/>
              <a:t>ÁGUA DO LADO DE CRISTO, LAVAI-ME</a:t>
            </a:r>
          </a:p>
          <a:p>
            <a:pPr algn="just"/>
            <a:endParaRPr lang="pt-BR" sz="16600" dirty="0"/>
          </a:p>
          <a:p>
            <a:pPr algn="just"/>
            <a:r>
              <a:rPr lang="pt-BR" sz="16600" dirty="0"/>
              <a:t>PAIXÃO DE CRISTO, CONFORTAI-ME</a:t>
            </a:r>
          </a:p>
          <a:p>
            <a:pPr algn="just"/>
            <a:r>
              <a:rPr lang="pt-BR" sz="16600" dirty="0"/>
              <a:t>Ó BOM JESUS, OUVI-ME</a:t>
            </a:r>
          </a:p>
          <a:p>
            <a:pPr algn="just"/>
            <a:r>
              <a:rPr lang="pt-BR" sz="16600" dirty="0"/>
              <a:t>DENTRO DE VOSSAS CHAGAS, ESCONDEI-ME, ESCONDEI-ME</a:t>
            </a:r>
          </a:p>
        </p:txBody>
      </p:sp>
    </p:spTree>
    <p:extLst>
      <p:ext uri="{BB962C8B-B14F-4D97-AF65-F5344CB8AC3E}">
        <p14:creationId xmlns:p14="http://schemas.microsoft.com/office/powerpoint/2010/main" val="8871391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30272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84132"/>
            <a:ext cx="10938164" cy="5078123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6600" b="1" dirty="0"/>
              <a:t>ALMA DE CRISTO, SANTIFICAI-ME</a:t>
            </a:r>
          </a:p>
          <a:p>
            <a:pPr algn="just"/>
            <a:r>
              <a:rPr lang="pt-BR" sz="16600" b="1" dirty="0"/>
              <a:t>CORPO DE CRISTO, SALVAI-ME</a:t>
            </a:r>
          </a:p>
          <a:p>
            <a:pPr algn="just"/>
            <a:r>
              <a:rPr lang="pt-BR" sz="16600" b="1" dirty="0"/>
              <a:t>SANGUE DE CRISTO, INEBRIAI-ME</a:t>
            </a:r>
          </a:p>
          <a:p>
            <a:pPr algn="just"/>
            <a:r>
              <a:rPr lang="pt-BR" sz="16600" b="1" dirty="0"/>
              <a:t>ÁGUA DO LADO DE CRISTO, LAVAI-ME</a:t>
            </a:r>
          </a:p>
          <a:p>
            <a:pPr algn="just"/>
            <a:endParaRPr lang="pt-BR" sz="16600" dirty="0"/>
          </a:p>
          <a:p>
            <a:pPr algn="just"/>
            <a:r>
              <a:rPr lang="pt-BR" sz="16600" dirty="0"/>
              <a:t>NÃO PERMITAIS QUE EU ME SEPARE DE VÓS</a:t>
            </a:r>
          </a:p>
          <a:p>
            <a:pPr algn="just"/>
            <a:r>
              <a:rPr lang="pt-BR" sz="16600" dirty="0"/>
              <a:t>DO ESPÍRITO MALIGNO DEFENDEI-ME</a:t>
            </a:r>
          </a:p>
          <a:p>
            <a:pPr algn="just"/>
            <a:r>
              <a:rPr lang="pt-BR" sz="16600" dirty="0"/>
              <a:t>NA HORA DA MORTE</a:t>
            </a:r>
          </a:p>
          <a:p>
            <a:pPr algn="just"/>
            <a:r>
              <a:rPr lang="pt-BR" sz="16600" dirty="0"/>
              <a:t>CHAMAI-ME, CHAMAI-ME</a:t>
            </a:r>
          </a:p>
        </p:txBody>
      </p:sp>
    </p:spTree>
    <p:extLst>
      <p:ext uri="{BB962C8B-B14F-4D97-AF65-F5344CB8AC3E}">
        <p14:creationId xmlns:p14="http://schemas.microsoft.com/office/powerpoint/2010/main" val="33617834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30272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84132"/>
            <a:ext cx="10938164" cy="5078123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6600" b="1" dirty="0"/>
              <a:t>ALMA DE CRISTO, SANTIFICAI-ME</a:t>
            </a:r>
          </a:p>
          <a:p>
            <a:pPr algn="just"/>
            <a:r>
              <a:rPr lang="pt-BR" sz="16600" b="1" dirty="0"/>
              <a:t>CORPO DE CRISTO, SALVAI-ME</a:t>
            </a:r>
          </a:p>
          <a:p>
            <a:pPr algn="just"/>
            <a:r>
              <a:rPr lang="pt-BR" sz="16600" b="1" dirty="0"/>
              <a:t>SANGUE DE CRISTO, INEBRIAI-ME</a:t>
            </a:r>
          </a:p>
          <a:p>
            <a:pPr algn="just"/>
            <a:r>
              <a:rPr lang="pt-BR" sz="16600" b="1" dirty="0"/>
              <a:t>ÁGUA DO LADO DE CRISTO, LAVAI-ME</a:t>
            </a:r>
          </a:p>
          <a:p>
            <a:pPr algn="just"/>
            <a:endParaRPr lang="pt-BR" sz="16600" dirty="0"/>
          </a:p>
          <a:p>
            <a:pPr algn="just"/>
            <a:r>
              <a:rPr lang="pt-BR" sz="16600" dirty="0"/>
              <a:t>E MANDAI-ME IR PARA VÓS</a:t>
            </a:r>
          </a:p>
          <a:p>
            <a:pPr algn="just"/>
            <a:r>
              <a:rPr lang="pt-BR" sz="16600" dirty="0"/>
              <a:t>PARA QUE COM VOSSOS SANTOS VOS LOUVE</a:t>
            </a:r>
          </a:p>
          <a:p>
            <a:pPr algn="just"/>
            <a:r>
              <a:rPr lang="pt-BR" sz="16600" dirty="0"/>
              <a:t>POR TODOS OS SÉCULOS DOS SÉCULOS, AMÉM</a:t>
            </a:r>
          </a:p>
        </p:txBody>
      </p:sp>
    </p:spTree>
    <p:extLst>
      <p:ext uri="{BB962C8B-B14F-4D97-AF65-F5344CB8AC3E}">
        <p14:creationId xmlns:p14="http://schemas.microsoft.com/office/powerpoint/2010/main" val="13985497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025236"/>
            <a:ext cx="10979728" cy="5638800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5100" b="1" dirty="0"/>
              <a:t>O ESPÍRITO DO SENHOR,</a:t>
            </a:r>
          </a:p>
          <a:p>
            <a:pPr algn="l"/>
            <a:r>
              <a:rPr lang="pt-BR" sz="5100" b="1" dirty="0"/>
              <a:t>O UNIVERSO TODO ENCHEU.</a:t>
            </a:r>
          </a:p>
          <a:p>
            <a:pPr algn="l"/>
            <a:r>
              <a:rPr lang="pt-BR" sz="5100" b="1" dirty="0"/>
              <a:t>TUDO ABARCA EM SEU SABER,</a:t>
            </a:r>
          </a:p>
          <a:p>
            <a:pPr algn="l"/>
            <a:r>
              <a:rPr lang="pt-BR" sz="5100" b="1" dirty="0"/>
              <a:t>TUDO ENLAÇA EM SEU AMOR.</a:t>
            </a:r>
          </a:p>
          <a:p>
            <a:pPr algn="l"/>
            <a:endParaRPr lang="pt-BR" sz="5100" b="1" dirty="0"/>
          </a:p>
          <a:p>
            <a:pPr algn="l"/>
            <a:r>
              <a:rPr lang="pt-BR" sz="5100" b="1" dirty="0"/>
              <a:t>ALELUIA, ALELUIA, ALELUIA, ALELUIA!</a:t>
            </a:r>
          </a:p>
          <a:p>
            <a:pPr algn="l"/>
            <a:endParaRPr lang="pt-BR" sz="4000" dirty="0"/>
          </a:p>
          <a:p>
            <a:pPr algn="l"/>
            <a:r>
              <a:rPr lang="pt-BR" sz="4000" dirty="0"/>
              <a:t>1. LEVANTA-SE DEUS, CADÊ OS INIMIGOS?</a:t>
            </a:r>
          </a:p>
          <a:p>
            <a:pPr algn="l"/>
            <a:r>
              <a:rPr lang="pt-BR" sz="4000" dirty="0"/>
              <a:t>NA SUA PRESENÇA PARECEM OS INÍQUOS!</a:t>
            </a:r>
          </a:p>
          <a:p>
            <a:pPr algn="l"/>
            <a:r>
              <a:rPr lang="pt-BR" sz="4000" dirty="0"/>
              <a:t>SÃO COMO FUMAÇA QUE DESAPARECE,</a:t>
            </a:r>
          </a:p>
          <a:p>
            <a:pPr algn="l"/>
            <a:r>
              <a:rPr lang="pt-BR" sz="4000" dirty="0"/>
              <a:t>SÃO CERA NO FOGO, QUE LOGO DERRETE!</a:t>
            </a:r>
            <a:endParaRPr lang="pt-BR" sz="4000" b="1" dirty="0"/>
          </a:p>
        </p:txBody>
      </p:sp>
    </p:spTree>
    <p:extLst>
      <p:ext uri="{BB962C8B-B14F-4D97-AF65-F5344CB8AC3E}">
        <p14:creationId xmlns:p14="http://schemas.microsoft.com/office/powerpoint/2010/main" val="24519939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025236"/>
            <a:ext cx="10979728" cy="5638800"/>
          </a:xfrm>
        </p:spPr>
        <p:txBody>
          <a:bodyPr>
            <a:normAutofit fontScale="92500"/>
          </a:bodyPr>
          <a:lstStyle/>
          <a:p>
            <a:pPr algn="l"/>
            <a:r>
              <a:rPr lang="pt-BR" sz="5100" b="1" dirty="0"/>
              <a:t>ALELUIA, ALELUIA, ALELUIA, ALELUIA!</a:t>
            </a:r>
          </a:p>
          <a:p>
            <a:pPr algn="l"/>
            <a:endParaRPr lang="pt-BR" sz="5100" b="1" dirty="0"/>
          </a:p>
          <a:p>
            <a:pPr algn="l"/>
            <a:r>
              <a:rPr lang="pt-BR" sz="5100" dirty="0"/>
              <a:t>2. OS JUSTOS SE ALEGRAM DIANTE DE DEUS</a:t>
            </a:r>
          </a:p>
          <a:p>
            <a:pPr algn="l"/>
            <a:r>
              <a:rPr lang="pt-BR" sz="5100" dirty="0"/>
              <a:t>CANTAI AO SENHOR, VIBRAI, FILHOS SEUS!</a:t>
            </a:r>
          </a:p>
          <a:p>
            <a:pPr algn="l"/>
            <a:r>
              <a:rPr lang="pt-BR" sz="5100" dirty="0"/>
              <a:t>ABRI O CAMINHO AO GRÃO-CAVALEIRO,</a:t>
            </a:r>
          </a:p>
          <a:p>
            <a:pPr algn="l"/>
            <a:r>
              <a:rPr lang="pt-BR" sz="5100" dirty="0"/>
              <a:t>DANÇAI DIANTE DELE, SENHOR JUSTICEIRO.</a:t>
            </a:r>
          </a:p>
        </p:txBody>
      </p:sp>
    </p:spTree>
    <p:extLst>
      <p:ext uri="{BB962C8B-B14F-4D97-AF65-F5344CB8AC3E}">
        <p14:creationId xmlns:p14="http://schemas.microsoft.com/office/powerpoint/2010/main" val="37654627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915</Words>
  <Application>Microsoft Office PowerPoint</Application>
  <PresentationFormat>Widescreen</PresentationFormat>
  <Paragraphs>180</Paragraphs>
  <Slides>34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38" baseType="lpstr">
      <vt:lpstr>Arial</vt:lpstr>
      <vt:lpstr>Calibri</vt:lpstr>
      <vt:lpstr>Calibri Light</vt:lpstr>
      <vt:lpstr>Tema do Office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Apresentação do PowerPoint</vt:lpstr>
      <vt:lpstr>Apresentação do PowerPoint</vt:lpstr>
      <vt:lpstr>Apresentação do PowerPoint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CANTOS DAS OFERENDAS</vt:lpstr>
      <vt:lpstr>CANTOS DAS OFERENDAS</vt:lpstr>
      <vt:lpstr>CANTOS DAS OFERENDAS</vt:lpstr>
      <vt:lpstr>Apresentação do PowerPoint</vt:lpstr>
      <vt:lpstr>SANTO</vt:lpstr>
      <vt:lpstr>Apresentação do PowerPoint</vt:lpstr>
      <vt:lpstr>Apresentação do PowerPoint</vt:lpstr>
      <vt:lpstr>COMUNHÃO</vt:lpstr>
      <vt:lpstr>COMUNHÃO</vt:lpstr>
      <vt:lpstr>COMUNHÃO</vt:lpstr>
      <vt:lpstr>Apresentação do PowerPoint</vt:lpstr>
      <vt:lpstr>PÓS COMUNHÃO</vt:lpstr>
      <vt:lpstr>PÓS COMUNHÃO</vt:lpstr>
      <vt:lpstr>PÓS 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4</cp:revision>
  <dcterms:created xsi:type="dcterms:W3CDTF">2023-05-06T17:01:55Z</dcterms:created>
  <dcterms:modified xsi:type="dcterms:W3CDTF">2023-06-03T19:09:45Z</dcterms:modified>
</cp:coreProperties>
</file>