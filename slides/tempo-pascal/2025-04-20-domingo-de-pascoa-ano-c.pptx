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0" r:id="rId4"/>
    <p:sldId id="421" r:id="rId5"/>
    <p:sldId id="258" r:id="rId6"/>
    <p:sldId id="430" r:id="rId7"/>
    <p:sldId id="431" r:id="rId8"/>
    <p:sldId id="260" r:id="rId9"/>
    <p:sldId id="261" r:id="rId10"/>
    <p:sldId id="338" r:id="rId11"/>
    <p:sldId id="339" r:id="rId12"/>
    <p:sldId id="340" r:id="rId13"/>
    <p:sldId id="377" r:id="rId14"/>
    <p:sldId id="264" r:id="rId15"/>
    <p:sldId id="265" r:id="rId16"/>
    <p:sldId id="266" r:id="rId17"/>
    <p:sldId id="432" r:id="rId18"/>
    <p:sldId id="271" r:id="rId19"/>
    <p:sldId id="438" r:id="rId20"/>
    <p:sldId id="503" r:id="rId21"/>
    <p:sldId id="504" r:id="rId22"/>
    <p:sldId id="505" r:id="rId23"/>
    <p:sldId id="292" r:id="rId24"/>
    <p:sldId id="506" r:id="rId25"/>
    <p:sldId id="361" r:id="rId26"/>
    <p:sldId id="507" r:id="rId27"/>
    <p:sldId id="508" r:id="rId28"/>
    <p:sldId id="441" r:id="rId29"/>
    <p:sldId id="400" r:id="rId30"/>
    <p:sldId id="442" r:id="rId31"/>
    <p:sldId id="509" r:id="rId32"/>
    <p:sldId id="443" r:id="rId33"/>
    <p:sldId id="510" r:id="rId34"/>
    <p:sldId id="444" r:id="rId35"/>
    <p:sldId id="403" r:id="rId36"/>
    <p:sldId id="445" r:id="rId37"/>
    <p:sldId id="446" r:id="rId38"/>
    <p:sldId id="404" r:id="rId39"/>
    <p:sldId id="477" r:id="rId40"/>
    <p:sldId id="479" r:id="rId41"/>
    <p:sldId id="480" r:id="rId42"/>
    <p:sldId id="481" r:id="rId43"/>
    <p:sldId id="514" r:id="rId44"/>
    <p:sldId id="422" r:id="rId45"/>
    <p:sldId id="424" r:id="rId46"/>
    <p:sldId id="425" r:id="rId47"/>
    <p:sldId id="512" r:id="rId48"/>
    <p:sldId id="458" r:id="rId49"/>
    <p:sldId id="459" r:id="rId50"/>
    <p:sldId id="460" r:id="rId51"/>
    <p:sldId id="461" r:id="rId52"/>
    <p:sldId id="515" r:id="rId53"/>
    <p:sldId id="337" r:id="rId54"/>
    <p:sldId id="511" r:id="rId5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4A0C6FD-0660-DB9A-0445-9D8B2FCBA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DOMINGO DE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O CRISTO, SENHOR RESSUSCITOU,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NOSSA ESPERANÇA REALIZOU: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VENCIDA A MORTE PARA SEMPRE,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TRIUNFA A VIDA ETERNAMENTE!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DEED-EB52-0F85-5F80-0679672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FF05-4F69-406B-2CB5-815A49C3C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336E86-1AB4-1D4F-81E8-6668CB100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O CRISTO REMIU A SEUS IRMÃOS,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AO PAI OS CONDUZIU POR SUA MÃO;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NO ESPÍRITO SANTO UNIDA ESTEJA,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FAMÍLIA DE DEUS, QUE É A IGREJA!</a:t>
            </a:r>
          </a:p>
        </p:txBody>
      </p:sp>
    </p:spTree>
    <p:extLst>
      <p:ext uri="{BB962C8B-B14F-4D97-AF65-F5344CB8AC3E}">
        <p14:creationId xmlns:p14="http://schemas.microsoft.com/office/powerpoint/2010/main" val="245317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2AFB-3DFE-BE28-47D7-4E8FCA3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E333C-0E7F-BFF5-0233-9126DC4B6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6FA33-59B0-2CFB-4391-BCC66BBD8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3. O CRISTO, NOSSA PÁSCOA SE IMOLOU,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SANGUE DA MORTE NOS LIVROU: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INCÓLUMES O MAR ATRAVESSAMOS,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À TERRA PROMETIDA CAMINHAMOS!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119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6000" dirty="0"/>
              <a:t>CONFESSO A DEUS TODO-PODEROSO</a:t>
            </a:r>
          </a:p>
          <a:p>
            <a:pPr algn="just"/>
            <a:r>
              <a:rPr lang="pt-BR" sz="6000" dirty="0"/>
              <a:t>E A VÓS, IRMÃOS E IRMÃS,</a:t>
            </a:r>
          </a:p>
          <a:p>
            <a:pPr algn="just"/>
            <a:r>
              <a:rPr lang="pt-BR" sz="6000" dirty="0"/>
              <a:t>QUE PEQUEI MUITAS VEZES POR PENSAMENTOS,</a:t>
            </a:r>
          </a:p>
          <a:p>
            <a:pPr algn="just"/>
            <a:r>
              <a:rPr lang="pt-BR" sz="6000" dirty="0"/>
              <a:t>PALAVRAS, ATOS E OMISSÕES,</a:t>
            </a:r>
          </a:p>
          <a:p>
            <a:pPr algn="just"/>
            <a:r>
              <a:rPr lang="pt-BR" sz="6000" dirty="0"/>
              <a:t>POR MINHA CULPA, MINHA CULPA, MINHA TÃO GRANDE CULPA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6" y="1011381"/>
            <a:ext cx="10988389" cy="5846619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</a:t>
            </a:r>
          </a:p>
          <a:p>
            <a:pPr algn="just"/>
            <a:r>
              <a:rPr lang="pt-BR" sz="7200" dirty="0"/>
              <a:t>AOS ANJOS E SANTOS</a:t>
            </a:r>
          </a:p>
          <a:p>
            <a:pPr algn="just"/>
            <a:r>
              <a:rPr lang="pt-BR" sz="7200" dirty="0"/>
              <a:t>E A VÓS, IRMÃOS E IRMÃS,</a:t>
            </a:r>
          </a:p>
          <a:p>
            <a:pPr algn="just"/>
            <a:r>
              <a:rPr lang="pt-BR" sz="7200" dirty="0"/>
              <a:t>QUE ROGUEIS POR MIM A DEUS, NOSSO SENHOR.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3820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(3X)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220389" cy="2332612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ESTE É O DIA QUE O SENHOR FEZ PARA NÓS: ALEGREMO-NOS E NELE EXULTEMOS!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900" y="45917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/>
          </a:bodyPr>
          <a:lstStyle/>
          <a:p>
            <a:r>
              <a:rPr lang="pt-BR" sz="6000" b="1" dirty="0"/>
              <a:t>ALELUIA, ALELUIA, ALELUIA </a:t>
            </a:r>
            <a:r>
              <a:rPr lang="pt-BR" sz="6500" b="1" dirty="0"/>
              <a:t> </a:t>
            </a:r>
          </a:p>
          <a:p>
            <a:endParaRPr lang="pt-BR" sz="6500" b="1" dirty="0"/>
          </a:p>
          <a:p>
            <a:r>
              <a:rPr lang="pt-BR" sz="6500" dirty="0"/>
              <a:t>O NOSSO CORDEIRO PASCAL, JESUS CRISTO, JÁ FOI IMOLADO. CELEBREMOS, ASSIM, ESTA FESTA, NA SINCERIDADE E VERDADE.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876837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A MINH'ALMA TEM SEDE DE VÓS,</a:t>
            </a:r>
          </a:p>
          <a:p>
            <a:pPr algn="l"/>
            <a:r>
              <a:rPr lang="pt-BR" sz="88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1095630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VENHO, ASSIM, CONTEMPLAR-VOS NO TEMPLO,</a:t>
            </a:r>
          </a:p>
          <a:p>
            <a:pPr algn="l"/>
            <a:r>
              <a:rPr lang="pt-BR" sz="88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5C48-85BF-1522-03D4-6FF4E4D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673E3-8A8A-CB23-7669-395B72D4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01CED-29C6-B6D4-C4F2-5107E37F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VOSSO AMOR VALE MAIS DO QUE A VIDA:</a:t>
            </a:r>
          </a:p>
          <a:p>
            <a:pPr algn="l"/>
            <a:r>
              <a:rPr lang="pt-BR" sz="88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239053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43C8-6413-BE3E-9C0D-EB12B63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4F02E-D75E-0549-955D-C6F3FD467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4625C-479D-68FE-FB13-4B45968A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QUERO, POIS, VOS LOUVAR PELA VIDA,</a:t>
            </a:r>
          </a:p>
          <a:p>
            <a:pPr algn="l"/>
            <a:r>
              <a:rPr lang="pt-BR" sz="8800" dirty="0"/>
              <a:t>E ELEVAR PARA VÓS MINHAS MÃOS!</a:t>
            </a:r>
          </a:p>
        </p:txBody>
      </p:sp>
    </p:spTree>
    <p:extLst>
      <p:ext uri="{BB962C8B-B14F-4D97-AF65-F5344CB8AC3E}">
        <p14:creationId xmlns:p14="http://schemas.microsoft.com/office/powerpoint/2010/main" val="1556747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dirty="0"/>
              <a:t>1.DAI GRAÇAS AO SENHOR, PORQUE ELE É BOM!</a:t>
            </a:r>
          </a:p>
          <a:p>
            <a:pPr algn="l"/>
            <a:r>
              <a:rPr lang="pt-BR" sz="6600" b="1" dirty="0"/>
              <a:t>“ETERNA É A SUA MISERICÓRDIA!”</a:t>
            </a:r>
          </a:p>
          <a:p>
            <a:pPr algn="l"/>
            <a:r>
              <a:rPr lang="pt-BR" sz="6600" dirty="0"/>
              <a:t>A CASA DE ISRAEL AGORA O DIGA:</a:t>
            </a:r>
          </a:p>
          <a:p>
            <a:pPr algn="l"/>
            <a:r>
              <a:rPr lang="pt-BR" sz="6600" b="1" dirty="0"/>
              <a:t>“ETERNA É A SUA MISERICÓRDIA.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5447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20091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2. NA MINHA ANGÚSTIA EU CLAMEI PELO SENHOR,</a:t>
            </a:r>
          </a:p>
          <a:p>
            <a:pPr algn="l"/>
            <a:r>
              <a:rPr lang="pt-BR" sz="6600" b="1" dirty="0"/>
              <a:t>E O SENHOR ME ATENDEU E LIBERTOU!</a:t>
            </a:r>
          </a:p>
          <a:p>
            <a:pPr algn="l"/>
            <a:r>
              <a:rPr lang="pt-BR" sz="6600" dirty="0"/>
              <a:t>É MELHOR BUSCAR REFÚGIO NO SENHOR,</a:t>
            </a:r>
          </a:p>
          <a:p>
            <a:pPr algn="l"/>
            <a:r>
              <a:rPr lang="pt-BR" sz="6600" b="1" dirty="0"/>
              <a:t>DO QUE PÔR NO SER HUMANO A ESPERANÇA.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37305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46859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3. POVOS PAGÃOS ME RODEARAM TODOS ELES,</a:t>
            </a:r>
          </a:p>
          <a:p>
            <a:pPr algn="l"/>
            <a:r>
              <a:rPr lang="pt-BR" sz="6600" b="1" dirty="0"/>
              <a:t>MAS EM NOME DO SENHOR OS DERROTEI;</a:t>
            </a:r>
          </a:p>
          <a:p>
            <a:pPr algn="l"/>
            <a:r>
              <a:rPr lang="pt-BR" sz="6600" dirty="0"/>
              <a:t>DE TODO LADO TODOS ELES ME CERCARAM,</a:t>
            </a:r>
          </a:p>
          <a:p>
            <a:pPr algn="l"/>
            <a:r>
              <a:rPr lang="pt-BR" sz="6600" b="1" dirty="0"/>
              <a:t>MAS EM NOME DO SENHOR OS DERROTEI.</a:t>
            </a:r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937093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985697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4. EMPURRARAM-ME, TENTANDO DERRUBAR-ME,</a:t>
            </a:r>
          </a:p>
          <a:p>
            <a:pPr algn="l"/>
            <a:r>
              <a:rPr lang="pt-BR" sz="6600" b="1" dirty="0"/>
              <a:t>MAS VEIO O SENHOR EM MEU SOCORRO.</a:t>
            </a:r>
          </a:p>
          <a:p>
            <a:pPr algn="l"/>
            <a:r>
              <a:rPr lang="pt-BR" sz="6600" dirty="0"/>
              <a:t>O SENHOR É MINHA FORÇA E O MEU CANTO,</a:t>
            </a:r>
          </a:p>
          <a:p>
            <a:pPr algn="l"/>
            <a:r>
              <a:rPr lang="pt-BR" sz="6600" b="1" dirty="0"/>
              <a:t>E TORNOU-SE PARA MIM O SALVADOR.</a:t>
            </a:r>
          </a:p>
        </p:txBody>
      </p:sp>
    </p:spTree>
    <p:extLst>
      <p:ext uri="{BB962C8B-B14F-4D97-AF65-F5344CB8AC3E}">
        <p14:creationId xmlns:p14="http://schemas.microsoft.com/office/powerpoint/2010/main" val="823369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74907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dirty="0"/>
              <a:t>5. “CLAMORES DE ALEGRIA E DE VITÓRIA </a:t>
            </a:r>
          </a:p>
          <a:p>
            <a:pPr algn="l"/>
            <a:r>
              <a:rPr lang="pt-BR" sz="6600" b="1" dirty="0"/>
              <a:t>RESSOEM PELAS TENDAS DOS FIÉIS.</a:t>
            </a:r>
          </a:p>
          <a:p>
            <a:pPr algn="l"/>
            <a:r>
              <a:rPr lang="pt-BR" sz="6600" dirty="0"/>
              <a:t>A MÃO DIREITA DO SENHOR FEZ MARAVILHAS,</a:t>
            </a:r>
          </a:p>
          <a:p>
            <a:pPr algn="l"/>
            <a:r>
              <a:rPr lang="pt-BR" sz="6600" b="1" dirty="0"/>
              <a:t>A MÃO DIREITA DO SENHOR ME LEVANTOU!”</a:t>
            </a:r>
          </a:p>
        </p:txBody>
      </p:sp>
    </p:spTree>
    <p:extLst>
      <p:ext uri="{BB962C8B-B14F-4D97-AF65-F5344CB8AC3E}">
        <p14:creationId xmlns:p14="http://schemas.microsoft.com/office/powerpoint/2010/main" val="358698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dirty="0"/>
              <a:t>O CRISTO, NOSSA PÁSCOA, FOI IMOLADO; CELEBREMOS A FESTA COM O PÃO SEM FERMENTO, COM O PÃO DA RETIDÃO E DA VERDADE, ALELUUUIA, ALELUUUIA, ALEELUUIA!</a:t>
            </a:r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88437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6. NÃO MORREREI, MAS, AO CONTRÁRIO, VIVEREI</a:t>
            </a:r>
          </a:p>
          <a:p>
            <a:pPr algn="l"/>
            <a:r>
              <a:rPr lang="pt-BR" sz="6600" b="1" dirty="0"/>
              <a:t>PARA CANTAR AS GRANDES OBRAS DO SENHOR!</a:t>
            </a:r>
          </a:p>
          <a:p>
            <a:pPr algn="l"/>
            <a:r>
              <a:rPr lang="pt-BR" sz="6600" dirty="0"/>
              <a:t>O SENHOR SEVERAMENTE ME PROVOU,</a:t>
            </a:r>
          </a:p>
          <a:p>
            <a:pPr algn="l"/>
            <a:r>
              <a:rPr lang="pt-BR" sz="6600" b="1" dirty="0"/>
              <a:t>MAS NÃO ME ABANDONOU ÀS MÃOS DA MORTE.</a:t>
            </a:r>
          </a:p>
        </p:txBody>
      </p:sp>
    </p:spTree>
    <p:extLst>
      <p:ext uri="{BB962C8B-B14F-4D97-AF65-F5344CB8AC3E}">
        <p14:creationId xmlns:p14="http://schemas.microsoft.com/office/powerpoint/2010/main" val="39606328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639279"/>
            <a:ext cx="11386320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NO TEU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FORÇA QUE SUSTENTA 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NO TEU SORRISO QUE FAZ BRILHAR O CÉU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NO TEU CANTO QUE ME DÁ ALEGRIA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NA TUA PAZ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VIDA QUE FAZ BELA A TERRA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LUZ QUE CLAREIA A NOITE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ROTA SEGURA NO MEU CAMINHO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QUE TU ME AMAS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SUSTENTAS, QUE ME DÁS O PERDÃO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TU ME GUIAS PELAS ESTRADAS DO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DARÁS A VIDA ETERNA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7F54-229C-CC0A-1DEA-761238A0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BFA8E58-4925-A5E7-80D5-9BB2F00CBA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6899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TU ÉS O TESTAMENTO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DA TÃO GRANDE DIVINA MISERICÓRDIA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TU ÉS O CORPO E O SANGUE DO SENHOR</a:t>
            </a:r>
          </a:p>
          <a:p>
            <a:pPr algn="l"/>
            <a:r>
              <a:rPr lang="pt-BR" sz="6000" i="0" dirty="0">
                <a:effectLst/>
                <a:latin typeface="Roboto" panose="02000000000000000000" pitchFamily="2" charset="0"/>
              </a:rPr>
              <a:t>SINAL DE AMOR POR NÓS PECADORES</a:t>
            </a:r>
          </a:p>
        </p:txBody>
      </p:sp>
    </p:spTree>
    <p:extLst>
      <p:ext uri="{BB962C8B-B14F-4D97-AF65-F5344CB8AC3E}">
        <p14:creationId xmlns:p14="http://schemas.microsoft.com/office/powerpoint/2010/main" val="21200245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3" y="1298223"/>
            <a:ext cx="11040534" cy="5226755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effectLst/>
                <a:latin typeface="Roboto" panose="02000000000000000000" pitchFamily="2" charset="0"/>
              </a:rPr>
              <a:t>TU ÉS A NASCENTE</a:t>
            </a:r>
          </a:p>
          <a:p>
            <a:pPr algn="l"/>
            <a:r>
              <a:rPr lang="pt-BR" sz="10600" i="0" dirty="0">
                <a:effectLst/>
                <a:latin typeface="Roboto" panose="02000000000000000000" pitchFamily="2" charset="0"/>
              </a:rPr>
              <a:t>DA ÁGUA VIVA PRA NÓS PECADORES</a:t>
            </a:r>
          </a:p>
          <a:p>
            <a:pPr algn="l"/>
            <a:r>
              <a:rPr lang="pt-BR" sz="10600" i="0" dirty="0">
                <a:effectLst/>
                <a:latin typeface="Roboto" panose="02000000000000000000" pitchFamily="2" charset="0"/>
              </a:rPr>
              <a:t>EM TI, O FOGO PURÍSSIMO DO AMOR</a:t>
            </a:r>
          </a:p>
          <a:p>
            <a:pPr algn="l"/>
            <a:r>
              <a:rPr lang="pt-BR" sz="10600" i="0" dirty="0">
                <a:effectLst/>
                <a:latin typeface="Roboto" panose="02000000000000000000" pitchFamily="2" charset="0"/>
              </a:rPr>
              <a:t>A TUA DIVINA MISERICÓRDIA</a:t>
            </a:r>
          </a:p>
        </p:txBody>
      </p:sp>
    </p:spTree>
    <p:extLst>
      <p:ext uri="{BB962C8B-B14F-4D97-AF65-F5344CB8AC3E}">
        <p14:creationId xmlns:p14="http://schemas.microsoft.com/office/powerpoint/2010/main" val="12287412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 O REMÉDIO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DÁ ALÍVIO À NOSSA FRAQUEZA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UNIÃO SAGRADA ENTRE DEUS E CADA HOMEM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CONFIA NO TEU AMOR</a:t>
            </a:r>
          </a:p>
        </p:txBody>
      </p:sp>
    </p:spTree>
    <p:extLst>
      <p:ext uri="{BB962C8B-B14F-4D97-AF65-F5344CB8AC3E}">
        <p14:creationId xmlns:p14="http://schemas.microsoft.com/office/powerpoint/2010/main" val="25284873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907822"/>
            <a:ext cx="11386320" cy="3172178"/>
          </a:xfrm>
        </p:spPr>
        <p:txBody>
          <a:bodyPr>
            <a:normAutofit/>
          </a:bodyPr>
          <a:lstStyle/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Ó HÓSTIA SANTA</a:t>
            </a:r>
          </a:p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HÓSTIA SANTA</a:t>
            </a:r>
          </a:p>
        </p:txBody>
      </p:sp>
    </p:spTree>
    <p:extLst>
      <p:ext uri="{BB962C8B-B14F-4D97-AF65-F5344CB8AC3E}">
        <p14:creationId xmlns:p14="http://schemas.microsoft.com/office/powerpoint/2010/main" val="38199084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CE1B-94BF-1932-4674-8BFF0B4B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E21CB98-DF14-FC23-2669-83F60ED722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91619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600" b="1" dirty="0"/>
              <a:t>CRISTO RESSUSCITOU, ALELUIA!</a:t>
            </a:r>
          </a:p>
          <a:p>
            <a:pPr algn="l"/>
            <a:r>
              <a:rPr lang="pt-BR" sz="6600" b="1" dirty="0"/>
              <a:t>VENCEU A MORTE COM AMOR!</a:t>
            </a:r>
          </a:p>
          <a:p>
            <a:pPr algn="l"/>
            <a:r>
              <a:rPr lang="pt-BR" sz="6600" b="1" dirty="0"/>
              <a:t>CRISTO RESSUSCITOU, ALELUIA!</a:t>
            </a:r>
          </a:p>
          <a:p>
            <a:pPr algn="l"/>
            <a:r>
              <a:rPr lang="pt-BR" sz="6600" b="1" dirty="0"/>
              <a:t>VENCEU A MORTE COM AMOR!</a:t>
            </a:r>
          </a:p>
          <a:p>
            <a:pPr algn="l"/>
            <a:r>
              <a:rPr lang="pt-BR" sz="6600" b="1" dirty="0"/>
              <a:t>ALELUIA!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1. TENDO VENCIDO A MORTE, O SENHOR FICARÁ</a:t>
            </a:r>
          </a:p>
          <a:p>
            <a:pPr algn="l"/>
            <a:r>
              <a:rPr lang="pt-BR" sz="6600" dirty="0"/>
              <a:t>PARA SEMPRE ENTRE NÓS</a:t>
            </a:r>
          </a:p>
          <a:p>
            <a:pPr algn="l"/>
            <a:r>
              <a:rPr lang="pt-BR" sz="6600" dirty="0"/>
              <a:t>PARA MANTER VIVA A CHAMA DO AMOR</a:t>
            </a:r>
          </a:p>
          <a:p>
            <a:pPr algn="l"/>
            <a:r>
              <a:rPr lang="pt-BR" sz="6600" dirty="0"/>
              <a:t>QUE RESIDE EM CADA CRISTÃO A CAMINHO DO PAI.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59C05-9BFE-0C01-14B1-63BA12E91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6600" b="1" dirty="0"/>
              <a:t>CRISTO RESSUSCITOU, ALELUIA!</a:t>
            </a:r>
          </a:p>
          <a:p>
            <a:pPr algn="l"/>
            <a:r>
              <a:rPr lang="pt-BR" sz="6600" b="1" dirty="0"/>
              <a:t>VENCEU A MORTE COM AMOR!</a:t>
            </a:r>
          </a:p>
          <a:p>
            <a:pPr algn="l"/>
            <a:r>
              <a:rPr lang="pt-BR" sz="6600" b="1" dirty="0"/>
              <a:t>CRISTO RESSUSCITOU, ALELUIA!</a:t>
            </a:r>
          </a:p>
          <a:p>
            <a:pPr algn="l"/>
            <a:r>
              <a:rPr lang="pt-BR" sz="6600" b="1" dirty="0"/>
              <a:t>VENCEU A MORTE COM AMOR!</a:t>
            </a:r>
          </a:p>
          <a:p>
            <a:pPr algn="l"/>
            <a:r>
              <a:rPr lang="pt-BR" sz="6600" b="1" dirty="0"/>
              <a:t>ALELUIA!</a:t>
            </a:r>
          </a:p>
          <a:p>
            <a:pPr algn="l"/>
            <a:endParaRPr lang="pt-BR" sz="6600" dirty="0"/>
          </a:p>
          <a:p>
            <a:pPr algn="l"/>
            <a:r>
              <a:rPr lang="pt-BR" sz="6600" dirty="0"/>
              <a:t>2. TENDO VENCIDO A MORTE, O SENHOR</a:t>
            </a:r>
          </a:p>
          <a:p>
            <a:pPr algn="l"/>
            <a:r>
              <a:rPr lang="pt-BR" sz="6600" dirty="0"/>
              <a:t>NOS ABRIU O HORIZONTE FELIZ</a:t>
            </a:r>
          </a:p>
          <a:p>
            <a:pPr algn="l"/>
            <a:r>
              <a:rPr lang="pt-BR" sz="6600" dirty="0"/>
              <a:t>POIS NOSSO PEREGRINAR PELA FACE DO MUNDO</a:t>
            </a:r>
          </a:p>
          <a:p>
            <a:pPr algn="l"/>
            <a:r>
              <a:rPr lang="pt-BR" sz="6600" dirty="0"/>
              <a:t>TERÁ SEU FINAL LÁ NA CASA DO PAI.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8299</TotalTime>
  <Words>1512</Words>
  <Application>Microsoft Office PowerPoint</Application>
  <PresentationFormat>Widescreen</PresentationFormat>
  <Paragraphs>220</Paragraphs>
  <Slides>54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61" baseType="lpstr">
      <vt:lpstr>-apple-system</vt:lpstr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PÓS-COMUNHÃO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43</cp:revision>
  <dcterms:created xsi:type="dcterms:W3CDTF">2023-05-06T17:01:55Z</dcterms:created>
  <dcterms:modified xsi:type="dcterms:W3CDTF">2025-05-17T17:04:26Z</dcterms:modified>
</cp:coreProperties>
</file>