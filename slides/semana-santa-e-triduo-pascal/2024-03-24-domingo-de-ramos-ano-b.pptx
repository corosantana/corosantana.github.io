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90" r:id="rId4"/>
    <p:sldId id="264" r:id="rId5"/>
    <p:sldId id="265" r:id="rId6"/>
    <p:sldId id="266" r:id="rId7"/>
    <p:sldId id="267" r:id="rId8"/>
    <p:sldId id="271" r:id="rId9"/>
    <p:sldId id="517" r:id="rId10"/>
    <p:sldId id="518" r:id="rId11"/>
    <p:sldId id="519" r:id="rId12"/>
    <p:sldId id="520" r:id="rId13"/>
    <p:sldId id="438" r:id="rId14"/>
    <p:sldId id="269" r:id="rId15"/>
    <p:sldId id="591" r:id="rId16"/>
    <p:sldId id="592" r:id="rId17"/>
    <p:sldId id="593" r:id="rId18"/>
    <p:sldId id="292" r:id="rId19"/>
    <p:sldId id="275" r:id="rId20"/>
    <p:sldId id="363" r:id="rId21"/>
    <p:sldId id="361" r:id="rId22"/>
    <p:sldId id="362" r:id="rId23"/>
    <p:sldId id="358" r:id="rId24"/>
    <p:sldId id="594" r:id="rId25"/>
    <p:sldId id="579" r:id="rId26"/>
    <p:sldId id="595" r:id="rId27"/>
    <p:sldId id="581" r:id="rId28"/>
    <p:sldId id="596" r:id="rId29"/>
    <p:sldId id="277" r:id="rId30"/>
    <p:sldId id="337" r:id="rId31"/>
    <p:sldId id="437" r:id="rId32"/>
    <p:sldId id="528" r:id="rId33"/>
    <p:sldId id="598" r:id="rId34"/>
    <p:sldId id="599" r:id="rId35"/>
    <p:sldId id="600" r:id="rId36"/>
    <p:sldId id="601" r:id="rId37"/>
    <p:sldId id="428" r:id="rId38"/>
    <p:sldId id="422" r:id="rId39"/>
    <p:sldId id="545" r:id="rId40"/>
    <p:sldId id="597" r:id="rId41"/>
    <p:sldId id="546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80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2245D42-B92F-B7B8-5AA0-D9DA81C5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634"/>
            <a:ext cx="12192000" cy="682274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2028616"/>
            <a:ext cx="11673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DOMINGO DE RAMOS DA PAIXÃO DO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0" i="0" dirty="0">
                <a:effectLst/>
              </a:rPr>
              <a:t>BENDITO O QUE VEM EM NOME DO SENHOR!</a:t>
            </a:r>
          </a:p>
          <a:p>
            <a:pPr algn="l"/>
            <a:endParaRPr lang="pt-BR" sz="7200" dirty="0"/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dirty="0"/>
              <a:t>REI DE ISRAEL, HOSANA NAS ALTURAS!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67521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MEU DEUS, MEU DEUS, POR QUE ME ABANDONASTES?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GLÓRIA E LOUVOR A VÓS, Ó CRISTO</a:t>
            </a:r>
          </a:p>
          <a:p>
            <a:endParaRPr lang="pt-BR" sz="4800" b="1" dirty="0"/>
          </a:p>
          <a:p>
            <a:r>
              <a:rPr lang="pt-BR" sz="4800" dirty="0"/>
              <a:t>JESUS CRISTO SE TORNOU OBEDIENTE, OBEDIENTE ATÉ A MORTE NUMA CRUZ; PELO QUE O SENHOR DEUS O EXALTOU, E DEU-LHE UM NOME MUITO ACIMA DO OUTRO NOME.</a:t>
            </a:r>
          </a:p>
          <a:p>
            <a:endParaRPr lang="pt-BR" sz="4800" b="1" dirty="0"/>
          </a:p>
          <a:p>
            <a:r>
              <a:rPr lang="pt-BR" sz="4800" b="1" dirty="0"/>
              <a:t>GLÓRIA E LOUVOR A VÓS, CRISTO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630C-596E-4EB6-EFBB-BFB198F9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5D1AD-9774-3083-5914-9E0CE04F9C8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72CC8-14C2-23FD-93B9-C84A659D7F36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EUS PAI, VÓS CRIASTES TODOS OS SERES HUMANOS COM A MESMA DIGNIDADE.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VÓS OS RESGATASTES PELA VIDA, MORTE E RESSURREIÇÃO DO VOSSO FILHO, JESUS </a:t>
            </a: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RISTO,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OS TORNASTES FILHOS E FILHAS SANTIFICADOS NO ESPÍRITO.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16719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9281-D5F0-61FE-5268-101F1447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A0B52-9B3B-8A1F-633C-E0B7D86F6DA7}"/>
              </a:ext>
            </a:extLst>
          </p:cNvPr>
          <p:cNvSpPr txBox="1">
            <a:spLocks/>
          </p:cNvSpPr>
          <p:nvPr/>
        </p:nvSpPr>
        <p:spPr>
          <a:xfrm>
            <a:off x="430530" y="0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78C07-30F9-6793-B795-76972BA89FB6}"/>
              </a:ext>
            </a:extLst>
          </p:cNvPr>
          <p:cNvSpPr txBox="1">
            <a:spLocks/>
          </p:cNvSpPr>
          <p:nvPr/>
        </p:nvSpPr>
        <p:spPr>
          <a:xfrm>
            <a:off x="430530" y="398943"/>
            <a:ext cx="11330940" cy="700664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AJUDAI-NOS, NESTA QUARESMA,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COMPREENDER O VALOR DA AMIZADE SOCIAL E A VIVER A BELEZA DA FRATERNIDADE HUMANA ABERTA A TODOS,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ALÉM DOS NOSSOS GOSTOS, AFETOS E PREFERÊNCIAS,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 CAMINHO DE VERDADEIRA PENITÊNCIA E CONVERSÃO.</a:t>
            </a:r>
          </a:p>
        </p:txBody>
      </p:sp>
    </p:spTree>
    <p:extLst>
      <p:ext uri="{BB962C8B-B14F-4D97-AF65-F5344CB8AC3E}">
        <p14:creationId xmlns:p14="http://schemas.microsoft.com/office/powerpoint/2010/main" val="551363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98C2-25E9-1BF8-5E5F-C1B1D3A1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53B1-6ABE-8AC0-B299-F45C29F314F6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FF277C-72F0-8159-DCC8-903C828E044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INSPIRAI-NOS UM RENOVADO COMPROMISSO BATISMAL COM A CONSTRUÇÃO DE UM MUNDO NOVO, DE DIÁLOGO, JUSTIÇA, IGUALDADE E PAZ, CONFORME A BOA-NOVA DO EVANGELHO.</a:t>
            </a:r>
          </a:p>
        </p:txBody>
      </p:sp>
    </p:spTree>
    <p:extLst>
      <p:ext uri="{BB962C8B-B14F-4D97-AF65-F5344CB8AC3E}">
        <p14:creationId xmlns:p14="http://schemas.microsoft.com/office/powerpoint/2010/main" val="3802134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9492-2AF6-A04C-397D-150795A9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E1DCE-4360-892B-072F-8F3C8038D13D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51EB96-79E0-D7B3-7360-9249756D6A9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ENSINAI-NOS A CONSTRUIR UMA SOCIEDADE SOLIDÁRIA, SEM EXCLUSÃO, INDIFERENÇA, VIOLÊNCIA E GUERRAS. E QUE MARIA, VOSSA SERVA E NOSSA MÃE, EDUQUE-NOS PARA FAZERMOS VOSSA SANTA VONTADE. AMÉM!</a:t>
            </a:r>
          </a:p>
        </p:txBody>
      </p:sp>
    </p:spTree>
    <p:extLst>
      <p:ext uri="{BB962C8B-B14F-4D97-AF65-F5344CB8AC3E}">
        <p14:creationId xmlns:p14="http://schemas.microsoft.com/office/powerpoint/2010/main" val="778293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O INSULTO ME PARTIU O CORAÇÃO, NÃO SUPORTEI, DESFALECI DE TANTA DOR.</a:t>
            </a:r>
          </a:p>
          <a:p>
            <a:pPr algn="l"/>
            <a:endParaRPr lang="pt-BR" sz="35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7200" b="1" dirty="0">
                <a:solidFill>
                  <a:srgbClr val="333333"/>
                </a:solidFill>
              </a:rPr>
              <a:t>DERAM-ME FEL COMO SE FOSSE UM ALIMENTO, EM MINHA SEDE, OFERECERAM-ME VINAGRE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ESPEREI QUE ALGUÉM DE MIM TIVESSE PENA, MAS FOI EM VÃO, POIS A NINGUÉM PUDE ENCONTRAR</a:t>
            </a:r>
          </a:p>
          <a:p>
            <a:pPr algn="l"/>
            <a:endParaRPr lang="pt-BR" sz="35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7200" b="1" dirty="0">
                <a:solidFill>
                  <a:srgbClr val="333333"/>
                </a:solidFill>
              </a:rPr>
              <a:t>DERAM-ME FEL COMO SE FOSSE UM ALIMENTO, EM MINHA SEDE, OFERECERAM-ME VINAGRE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289976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ESPEREI QUE ALGUÉM DE MIM TIVESSE PENA, EU PROCUREI QUEM ME ALIVIASSE E NÃO ACHEI</a:t>
            </a:r>
          </a:p>
          <a:p>
            <a:pPr algn="l"/>
            <a:endParaRPr lang="pt-BR" sz="35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7200" b="1" dirty="0">
                <a:solidFill>
                  <a:srgbClr val="333333"/>
                </a:solidFill>
              </a:rPr>
              <a:t>DERAM-ME FEL COMO SE FOSSE UM ALIMENTO, EM MINHA SEDE, OFERECERAM-ME VINAGRE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947682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POBRE DE MIM, SOU INFELIZ E SOFREDOR! QUE VOSSO AUXÍLIO ME LEVANTE, SENHOR DEUS!</a:t>
            </a:r>
          </a:p>
          <a:p>
            <a:pPr algn="l"/>
            <a:endParaRPr lang="pt-BR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7200" b="1" dirty="0">
                <a:solidFill>
                  <a:srgbClr val="333333"/>
                </a:solidFill>
              </a:rPr>
              <a:t>DERAM-ME FEL COMO SE FOSSE UM ALIMENTO, EM MINHA SEDE, OFERECERAM-ME VINAGRE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171533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</a:rPr>
              <a:t>GUARDEI A MINHA FÉ, MESMO DIZENDO: ‘É DEMAIS O SOFRIMENTO EM MINHA VIDA’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</a:rPr>
              <a:t>CONFIEI, QUANDO DIZIA NA AFLIÇÃO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</a:rPr>
              <a:t>‘TODO HOMEM É MENTIROSO! TODO HOMEM!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143966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9"/>
            <a:ext cx="10851573" cy="504868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QUE PODEREI RETRIBUIR AO SENHOR DEUS, PORTUDO AQUILO QUE ELE FEZ EM MEU FAVOR?ELEVO O CÁLICE DA MINHA SALVAÇÃO, INVOCANDO O NOME DO SENHOR.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09419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466574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9"/>
            <a:ext cx="10851573" cy="504868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É SENTIDA POR DEMAIS POR DEMAIS PELO SENHOR, A MORTE DOS SEUS SANTOS, SEUS AMIGOS. EIS QUE SOU O VOSSO SERVO, Ó SENHOR, VOSSO SERVO QUE NASCEU DE VOSSA SERVA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072840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818840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800" b="0" i="0" dirty="0">
                <a:solidFill>
                  <a:srgbClr val="131313"/>
                </a:solidFill>
                <a:effectLst/>
              </a:rPr>
              <a:t>DEUS DE AMOR, NÓS TE ADORAMOS NESTE SACRAMENTO</a:t>
            </a:r>
          </a:p>
          <a:p>
            <a:pPr algn="l"/>
            <a:r>
              <a:rPr lang="pt-BR" sz="7800" b="0" i="0" dirty="0">
                <a:solidFill>
                  <a:srgbClr val="131313"/>
                </a:solidFill>
                <a:effectLst/>
              </a:rPr>
              <a:t>CORPO E SANGUE QUE FIZESTE NOSSO ALIMENTO</a:t>
            </a:r>
          </a:p>
          <a:p>
            <a:pPr algn="l"/>
            <a:r>
              <a:rPr lang="pt-BR" sz="7800" b="0" i="0" dirty="0">
                <a:solidFill>
                  <a:srgbClr val="131313"/>
                </a:solidFill>
                <a:effectLst/>
              </a:rPr>
              <a:t>ÉS O DEUS ESCONDIDO, VIVO E VENCEDOR</a:t>
            </a:r>
          </a:p>
          <a:p>
            <a:pPr algn="l"/>
            <a:r>
              <a:rPr lang="pt-BR" sz="7800" b="0" i="0" dirty="0">
                <a:solidFill>
                  <a:srgbClr val="131313"/>
                </a:solidFill>
                <a:effectLst/>
              </a:rPr>
              <a:t>A TEUS PÉS DEPOSITAMOS TODO NOSSO AMOR.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242-1D3D-14F1-0B48-26011349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0CF9-71BE-F943-6755-18479C23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E11F4-7466-1C9C-3614-81E501E0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61108"/>
            <a:ext cx="11194472" cy="534825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MEUS PECADOS REDIMISTE SOB A TUA CRUZ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COM TEU CORPO E COM TEU SANGUE, Ó SENHOR JESUS!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SOBRE OS NOSSOS ALTARES, VÍTIMA SEM PAR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TEU DIVINO SACRIFÍCIO QUERES RENOVAR!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937708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40C2-CA91-9B16-CB9E-85DB7CC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6C85-8BEA-58D8-B6E2-C8186A64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75F-13A6-6462-608C-43A303A0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15386"/>
            <a:ext cx="11194472" cy="6572994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NO CALVÁRIO SE ESCONDIA TUA DIVINDADE</a:t>
            </a: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MAS AQUI TAMBÉM SE ESCONDE TUA HUMANIDADE</a:t>
            </a: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CREIO EM AMBAS E PEÇO, COMO O BOM LADRÃO</a:t>
            </a:r>
          </a:p>
        </p:txBody>
      </p:sp>
    </p:spTree>
    <p:extLst>
      <p:ext uri="{BB962C8B-B14F-4D97-AF65-F5344CB8AC3E}">
        <p14:creationId xmlns:p14="http://schemas.microsoft.com/office/powerpoint/2010/main" val="449585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40C2-CA91-9B16-CB9E-85DB7CC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6C85-8BEA-58D8-B6E2-C8186A64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75F-13A6-6462-608C-43A303A0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15386"/>
            <a:ext cx="11194472" cy="6572994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NO TEU REINO, ETERNAMENTE, TUA SALVAÇÃO!</a:t>
            </a: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CREIO EM TI RESSUSCITADO, MAIS QUE SÃO TOMÉ</a:t>
            </a:r>
          </a:p>
          <a:p>
            <a:pPr algn="l"/>
            <a:r>
              <a:rPr lang="pt-BR" sz="5400" dirty="0"/>
              <a:t>MAS AUMENTA NA MINH'ALMA O PODER DA FÉ</a:t>
            </a:r>
          </a:p>
        </p:txBody>
      </p:sp>
    </p:spTree>
    <p:extLst>
      <p:ext uri="{BB962C8B-B14F-4D97-AF65-F5344CB8AC3E}">
        <p14:creationId xmlns:p14="http://schemas.microsoft.com/office/powerpoint/2010/main" val="187069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40C2-CA91-9B16-CB9E-85DB7CC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6C85-8BEA-58D8-B6E2-C8186A64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75F-13A6-6462-608C-43A303A0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15386"/>
            <a:ext cx="11194472" cy="6572994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NO TEU REINO, ETERNAMENTE, TUA SALVAÇÃO!</a:t>
            </a: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</a:rPr>
              <a:t>CREIO EM TI RESSUSCITADO, MAIS QUE SÃO TOMÉ</a:t>
            </a:r>
          </a:p>
          <a:p>
            <a:pPr algn="l"/>
            <a:r>
              <a:rPr lang="pt-BR" sz="5400" dirty="0"/>
              <a:t>MAS AUMENTA NA MINH'ALMA O PODER DA FÉ</a:t>
            </a:r>
          </a:p>
        </p:txBody>
      </p:sp>
    </p:spTree>
    <p:extLst>
      <p:ext uri="{BB962C8B-B14F-4D97-AF65-F5344CB8AC3E}">
        <p14:creationId xmlns:p14="http://schemas.microsoft.com/office/powerpoint/2010/main" val="1821570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40C2-CA91-9B16-CB9E-85DB7CC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6C85-8BEA-58D8-B6E2-C8186A64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75F-13A6-6462-608C-43A303A0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15386"/>
            <a:ext cx="11194472" cy="6572994"/>
          </a:xfrm>
        </p:spPr>
        <p:txBody>
          <a:bodyPr>
            <a:no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GUARDA A MINHA ESPERANÇA, CRESCE O MEU AMOR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CREIO EM TI RESSUSCITADO, MEU DEUS E SENHOR!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66098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40C2-CA91-9B16-CB9E-85DB7CC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6C85-8BEA-58D8-B6E2-C8186A64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75F-13A6-6462-608C-43A303A0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15386"/>
            <a:ext cx="11194472" cy="6572994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2A2A2A"/>
                </a:solidFill>
                <a:effectLst/>
              </a:rPr>
              <a:t>Ó JESUS, QUE NESTA VIDA PELA FÉ EU VEJO</a:t>
            </a:r>
            <a:br>
              <a:rPr lang="pt-BR" sz="5400" dirty="0"/>
            </a:br>
            <a:r>
              <a:rPr lang="pt-BR" sz="5400" b="0" i="0" dirty="0">
                <a:solidFill>
                  <a:srgbClr val="2A2A2A"/>
                </a:solidFill>
                <a:effectLst/>
              </a:rPr>
              <a:t>REALIZA, EU TE SUPLICO, ESTE MEU DESEJO</a:t>
            </a:r>
          </a:p>
          <a:p>
            <a:pPr algn="l"/>
            <a:r>
              <a:rPr lang="pt-BR" sz="5400" b="0" i="0" dirty="0">
                <a:solidFill>
                  <a:srgbClr val="2A2A2A"/>
                </a:solidFill>
                <a:effectLst/>
              </a:rPr>
              <a:t>VER-TE, ENFIM, FACE A FACE, MEU DIVINO AMIGO</a:t>
            </a:r>
            <a:br>
              <a:rPr lang="pt-BR" sz="5400" dirty="0"/>
            </a:br>
            <a:r>
              <a:rPr lang="pt-BR" sz="5400" b="0" i="0" dirty="0">
                <a:solidFill>
                  <a:srgbClr val="2A2A2A"/>
                </a:solidFill>
                <a:effectLst/>
              </a:rPr>
              <a:t>LÁ NO CÉU, ETERNAMENTE, SER FELIZ CONTIGO!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431426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1440873"/>
            <a:ext cx="11972144" cy="4951493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HOSANA HEI HOSANA HA</a:t>
            </a:r>
          </a:p>
          <a:p>
            <a:pPr algn="l"/>
            <a:r>
              <a:rPr lang="pt-BR" sz="7200" b="1" dirty="0"/>
              <a:t>HOSANA HEI HOSANA HEI</a:t>
            </a:r>
          </a:p>
          <a:p>
            <a:pPr algn="l"/>
            <a:r>
              <a:rPr lang="pt-BR" sz="7200" b="1" dirty="0"/>
              <a:t>HOSANA HA (BIS)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ELE É O SANTO ELE É O FILHO DE MARIA</a:t>
            </a:r>
          </a:p>
          <a:p>
            <a:pPr algn="l"/>
            <a:r>
              <a:rPr lang="pt-BR" sz="7200" dirty="0"/>
              <a:t>ELE É O DEUS DE ISRAEL, ELE É O FILHO DE DAVI</a:t>
            </a:r>
          </a:p>
          <a:p>
            <a:pPr algn="l"/>
            <a:r>
              <a:rPr lang="pt-BR" sz="7200" dirty="0"/>
              <a:t>SANTO É O SEU NOME É O SENHOR DEUS DO UNIVERSO</a:t>
            </a:r>
          </a:p>
          <a:p>
            <a:pPr algn="l"/>
            <a:r>
              <a:rPr lang="pt-BR" sz="7200" dirty="0"/>
              <a:t>GLORIA A DEUS DE ISRAEL NOSSO REI E SALVADOR</a:t>
            </a:r>
          </a:p>
        </p:txBody>
      </p:sp>
    </p:spTree>
    <p:extLst>
      <p:ext uri="{BB962C8B-B14F-4D97-AF65-F5344CB8AC3E}">
        <p14:creationId xmlns:p14="http://schemas.microsoft.com/office/powerpoint/2010/main" val="208989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1440873"/>
            <a:ext cx="11972144" cy="4951493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HOSANA HEI HOSANA HA</a:t>
            </a:r>
          </a:p>
          <a:p>
            <a:pPr algn="l"/>
            <a:r>
              <a:rPr lang="pt-BR" sz="7200" b="1" dirty="0"/>
              <a:t>HOSANA HEI HOSANA HEI</a:t>
            </a:r>
          </a:p>
          <a:p>
            <a:pPr algn="l"/>
            <a:r>
              <a:rPr lang="pt-BR" sz="7200" b="1" dirty="0"/>
              <a:t>HOSANA HA (BIS)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6342075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VAMOS A ELE COM AS FLORES DOS TRIGAIS</a:t>
            </a:r>
          </a:p>
          <a:p>
            <a:pPr algn="l"/>
            <a:r>
              <a:rPr lang="pt-BR" sz="7200" dirty="0"/>
              <a:t>COM OS RAMOS DE OLIVEIRA COM ALEGRIA E MUITA PAZ</a:t>
            </a:r>
          </a:p>
          <a:p>
            <a:pPr algn="l"/>
            <a:r>
              <a:rPr lang="pt-BR" sz="7200" dirty="0"/>
              <a:t>SANTO É O SEU NOME É O SENHOR DEUS DO UNIVERSO</a:t>
            </a:r>
          </a:p>
          <a:p>
            <a:pPr algn="l"/>
            <a:r>
              <a:rPr lang="pt-BR" sz="7200" dirty="0"/>
              <a:t>GLORIA A DEUS DE ISRAEL NOSSO REI E SALVADOR</a:t>
            </a:r>
          </a:p>
        </p:txBody>
      </p:sp>
    </p:spTree>
    <p:extLst>
      <p:ext uri="{BB962C8B-B14F-4D97-AF65-F5344CB8AC3E}">
        <p14:creationId xmlns:p14="http://schemas.microsoft.com/office/powerpoint/2010/main" val="4147317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19678</TotalTime>
  <Words>987</Words>
  <Application>Microsoft Office PowerPoint</Application>
  <PresentationFormat>Widescreen</PresentationFormat>
  <Paragraphs>119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55</cp:revision>
  <dcterms:created xsi:type="dcterms:W3CDTF">2023-05-06T17:01:55Z</dcterms:created>
  <dcterms:modified xsi:type="dcterms:W3CDTF">2024-03-24T09:44:50Z</dcterms:modified>
</cp:coreProperties>
</file>