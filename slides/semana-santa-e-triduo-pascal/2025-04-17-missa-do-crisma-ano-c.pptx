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39" r:id="rId4"/>
    <p:sldId id="549" r:id="rId5"/>
    <p:sldId id="550" r:id="rId6"/>
    <p:sldId id="258" r:id="rId7"/>
    <p:sldId id="551" r:id="rId8"/>
    <p:sldId id="553" r:id="rId9"/>
    <p:sldId id="555" r:id="rId10"/>
    <p:sldId id="554" r:id="rId11"/>
    <p:sldId id="600" r:id="rId12"/>
    <p:sldId id="598" r:id="rId13"/>
    <p:sldId id="601" r:id="rId14"/>
    <p:sldId id="599" r:id="rId15"/>
    <p:sldId id="602" r:id="rId16"/>
    <p:sldId id="552" r:id="rId17"/>
    <p:sldId id="525" r:id="rId18"/>
    <p:sldId id="397" r:id="rId19"/>
    <p:sldId id="556" r:id="rId20"/>
    <p:sldId id="260" r:id="rId21"/>
    <p:sldId id="261" r:id="rId22"/>
    <p:sldId id="338" r:id="rId23"/>
    <p:sldId id="339" r:id="rId24"/>
    <p:sldId id="340" r:id="rId25"/>
    <p:sldId id="377" r:id="rId26"/>
    <p:sldId id="264" r:id="rId27"/>
    <p:sldId id="265" r:id="rId28"/>
    <p:sldId id="266" r:id="rId29"/>
    <p:sldId id="267" r:id="rId30"/>
    <p:sldId id="271" r:id="rId31"/>
    <p:sldId id="570" r:id="rId32"/>
    <p:sldId id="571" r:id="rId33"/>
    <p:sldId id="572" r:id="rId34"/>
    <p:sldId id="573" r:id="rId35"/>
    <p:sldId id="574" r:id="rId36"/>
    <p:sldId id="575" r:id="rId37"/>
    <p:sldId id="576" r:id="rId38"/>
    <p:sldId id="577" r:id="rId39"/>
    <p:sldId id="578" r:id="rId40"/>
    <p:sldId id="579" r:id="rId41"/>
    <p:sldId id="580" r:id="rId42"/>
    <p:sldId id="581" r:id="rId43"/>
    <p:sldId id="582" r:id="rId44"/>
    <p:sldId id="269" r:id="rId45"/>
    <p:sldId id="538" r:id="rId46"/>
    <p:sldId id="539" r:id="rId47"/>
    <p:sldId id="540" r:id="rId48"/>
    <p:sldId id="292" r:id="rId49"/>
    <p:sldId id="275" r:id="rId50"/>
    <p:sldId id="363" r:id="rId51"/>
    <p:sldId id="361" r:id="rId52"/>
    <p:sldId id="362" r:id="rId53"/>
    <p:sldId id="583" r:id="rId54"/>
    <p:sldId id="584" r:id="rId55"/>
    <p:sldId id="585" r:id="rId56"/>
    <p:sldId id="586" r:id="rId57"/>
    <p:sldId id="404" r:id="rId58"/>
    <p:sldId id="587" r:id="rId59"/>
    <p:sldId id="588" r:id="rId60"/>
    <p:sldId id="589" r:id="rId61"/>
    <p:sldId id="590" r:id="rId62"/>
    <p:sldId id="429" r:id="rId63"/>
    <p:sldId id="477" r:id="rId64"/>
    <p:sldId id="479" r:id="rId65"/>
    <p:sldId id="480" r:id="rId66"/>
    <p:sldId id="481" r:id="rId67"/>
    <p:sldId id="592" r:id="rId68"/>
    <p:sldId id="543" r:id="rId69"/>
    <p:sldId id="337" r:id="rId70"/>
    <p:sldId id="593" r:id="rId71"/>
    <p:sldId id="594" r:id="rId72"/>
    <p:sldId id="595" r:id="rId73"/>
    <p:sldId id="596" r:id="rId74"/>
    <p:sldId id="597" r:id="rId7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65" autoAdjust="0"/>
    <p:restoredTop sz="94660"/>
  </p:normalViewPr>
  <p:slideViewPr>
    <p:cSldViewPr snapToGrid="0">
      <p:cViewPr varScale="1">
        <p:scale>
          <a:sx n="87" d="100"/>
          <a:sy n="87" d="100"/>
        </p:scale>
        <p:origin x="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98D7F3D-A57C-5BA1-66C0-F82A107FF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1998" cy="685799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-3366" y="0"/>
            <a:ext cx="12191998" cy="6857998"/>
          </a:xfrm>
          <a:prstGeom prst="rect">
            <a:avLst/>
          </a:prstGeom>
          <a:solidFill>
            <a:schemeClr val="tx1">
              <a:alpha val="23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754274" y="3428998"/>
            <a:ext cx="1067671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MISSA DOS SANTOS ÓLEOS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96" y="39203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96" y="995475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000" i="0" dirty="0">
                <a:solidFill>
                  <a:srgbClr val="000000"/>
                </a:solidFill>
                <a:effectLst/>
                <a:latin typeface="-apple-system"/>
              </a:rPr>
              <a:t>REUNIDOS EM TORNO DOS NOSSOS PASTORES, NÓS IREMOS A TI.</a:t>
            </a:r>
          </a:p>
          <a:p>
            <a:pPr algn="l"/>
            <a:r>
              <a:rPr lang="pt-BR" sz="7000" i="0" dirty="0">
                <a:solidFill>
                  <a:srgbClr val="000000"/>
                </a:solidFill>
                <a:effectLst/>
                <a:latin typeface="-apple-system"/>
              </a:rPr>
              <a:t>PROFESSANDO TODOS UMA SÓ FÉ, NÓS IREMOS A TI.</a:t>
            </a:r>
          </a:p>
          <a:p>
            <a:pPr algn="l"/>
            <a:r>
              <a:rPr lang="pt-BR" sz="7000" i="0" dirty="0">
                <a:solidFill>
                  <a:srgbClr val="000000"/>
                </a:solidFill>
                <a:effectLst/>
                <a:latin typeface="-apple-system"/>
              </a:rPr>
              <a:t>ARMADOS COM A FORÇA QUE VEM DO SENHOR, NÓS IREMOS A TI.</a:t>
            </a:r>
          </a:p>
          <a:p>
            <a:pPr algn="l"/>
            <a:r>
              <a:rPr lang="pt-BR" sz="7000" i="0" dirty="0">
                <a:solidFill>
                  <a:srgbClr val="000000"/>
                </a:solidFill>
                <a:effectLst/>
                <a:latin typeface="-apple-system"/>
              </a:rPr>
              <a:t>SOB O IMPULSO DO ESPÍRITO SANTO, NÓS IREMOS A TI.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EFA03-C195-C382-B534-9AA84336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0CEBA-6464-1127-22BF-DD9F5469D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96" y="39203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42463B-D3FF-3AE4-2A71-4FDE9168D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96" y="995475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IGREJA SANTA, TEMPLO DO SENHOR. GLÓRIA A TI, IGREJA SANTA, Ó</a:t>
            </a:r>
          </a:p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CIDADE DOS CRISTÃOS, QUE TEUS FILHOS HOJE E SEMPRE VIVAM TODOS</a:t>
            </a:r>
          </a:p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COMO IRMÃOS.</a:t>
            </a:r>
          </a:p>
        </p:txBody>
      </p:sp>
    </p:spTree>
    <p:extLst>
      <p:ext uri="{BB962C8B-B14F-4D97-AF65-F5344CB8AC3E}">
        <p14:creationId xmlns:p14="http://schemas.microsoft.com/office/powerpoint/2010/main" val="2143903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43B64-F702-7ADF-F3C6-F002ECC0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DB58DA-09FB-48B6-C1AD-B8C2B9D0C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96" y="39203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E9AE31-26A1-F0CE-4A79-2C9890C697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96" y="995475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000" i="0" dirty="0">
                <a:solidFill>
                  <a:srgbClr val="000000"/>
                </a:solidFill>
                <a:effectLst/>
                <a:latin typeface="-apple-system"/>
              </a:rPr>
              <a:t>COM NOSSAS IRMÃS E IRMÃOS NOS </a:t>
            </a:r>
            <a:r>
              <a:rPr lang="pt-BR" sz="7000" dirty="0">
                <a:solidFill>
                  <a:srgbClr val="000000"/>
                </a:solidFill>
                <a:latin typeface="-apple-system"/>
              </a:rPr>
              <a:t>CLAUSTROS, NÓS IREMOS A TI </a:t>
            </a:r>
          </a:p>
          <a:p>
            <a:pPr algn="l"/>
            <a:r>
              <a:rPr lang="pt-BR" sz="7000" i="0" dirty="0">
                <a:solidFill>
                  <a:srgbClr val="000000"/>
                </a:solidFill>
                <a:effectLst/>
                <a:latin typeface="-apple-system"/>
              </a:rPr>
              <a:t>COM OS NOSSOS IRMÃOS</a:t>
            </a:r>
          </a:p>
          <a:p>
            <a:pPr algn="l"/>
            <a:r>
              <a:rPr lang="pt-BR" sz="7000" dirty="0">
                <a:solidFill>
                  <a:srgbClr val="000000"/>
                </a:solidFill>
                <a:latin typeface="-apple-system"/>
              </a:rPr>
              <a:t>SOFREDORES, NÓS IREMOS A TI</a:t>
            </a:r>
          </a:p>
          <a:p>
            <a:pPr algn="l"/>
            <a:r>
              <a:rPr lang="pt-BR" sz="7000" i="0" dirty="0">
                <a:solidFill>
                  <a:srgbClr val="000000"/>
                </a:solidFill>
                <a:effectLst/>
                <a:latin typeface="-apple-system"/>
              </a:rPr>
              <a:t>COM OS PADRES QUE SOBEM AO </a:t>
            </a:r>
            <a:r>
              <a:rPr lang="pt-BR" sz="7000" dirty="0">
                <a:solidFill>
                  <a:srgbClr val="000000"/>
                </a:solidFill>
                <a:latin typeface="-apple-system"/>
              </a:rPr>
              <a:t>ALTAR, NÓS IREMOS A TI</a:t>
            </a:r>
          </a:p>
          <a:p>
            <a:pPr algn="l"/>
            <a:r>
              <a:rPr lang="pt-BR" sz="7000" i="0" dirty="0">
                <a:solidFill>
                  <a:srgbClr val="000000"/>
                </a:solidFill>
                <a:effectLst/>
                <a:latin typeface="-apple-system"/>
              </a:rPr>
              <a:t>COM OS PADRES QUE PARTEM EM MISSÃO, </a:t>
            </a:r>
            <a:r>
              <a:rPr lang="pt-BR" sz="7200" dirty="0">
                <a:solidFill>
                  <a:srgbClr val="000000"/>
                </a:solidFill>
                <a:latin typeface="-apple-system"/>
              </a:rPr>
              <a:t>NÓS IREMOS A TI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899809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48816-8C94-FADF-6F5E-764A5006B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0EB43-46C8-CD1C-BD53-9BDBBB6ED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96" y="39203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530F4F-2B31-3591-0E00-080468651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96" y="995475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IGREJA SANTA, TEMPLO DO SENHOR. GLÓRIA A TI, IGREJA SANTA, Ó</a:t>
            </a:r>
          </a:p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CIDADE DOS CRISTÃOS, QUE TEUS FILHOS HOJE E SEMPRE VIVAM TODOS</a:t>
            </a:r>
          </a:p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COMO IRMÃOS.</a:t>
            </a:r>
          </a:p>
        </p:txBody>
      </p:sp>
    </p:spTree>
    <p:extLst>
      <p:ext uri="{BB962C8B-B14F-4D97-AF65-F5344CB8AC3E}">
        <p14:creationId xmlns:p14="http://schemas.microsoft.com/office/powerpoint/2010/main" val="1946471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BDC28-9E42-0F2B-6A2B-694B98E79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583A88-BF69-F4F2-3B19-BC179D04F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96" y="39203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B83B89-03CA-3884-4E20-883C1FAF6D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96" y="1998010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POVO ELEITO, SACERDÓCIO RÉGIO, NAÇÃO SANTA, POVO DE DEUS, CANTAI AO SENHOR.</a:t>
            </a:r>
          </a:p>
        </p:txBody>
      </p:sp>
    </p:spTree>
    <p:extLst>
      <p:ext uri="{BB962C8B-B14F-4D97-AF65-F5344CB8AC3E}">
        <p14:creationId xmlns:p14="http://schemas.microsoft.com/office/powerpoint/2010/main" val="109139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FA2F4-9753-9886-8AE3-9F869E3F1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DEBB9C-19C0-5E3B-1CE2-F4732ED45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96" y="39203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44BFCE-778B-6F93-5FB9-AA1139D41A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96" y="995475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000" i="0" dirty="0">
                <a:solidFill>
                  <a:srgbClr val="000000"/>
                </a:solidFill>
                <a:effectLst/>
                <a:latin typeface="-apple-system"/>
              </a:rPr>
              <a:t>NÓS TE CANTAMOS, Ó FILHO BEM-AMADO DO PAI, </a:t>
            </a:r>
          </a:p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NÓS TE LOUVAMOS, SABEDORIA ETERNA, Ó VERBO DE DEUS. </a:t>
            </a:r>
          </a:p>
          <a:p>
            <a:pPr algn="l"/>
            <a:r>
              <a:rPr lang="pt-BR" sz="7000" i="0" dirty="0">
                <a:solidFill>
                  <a:srgbClr val="000000"/>
                </a:solidFill>
                <a:effectLst/>
                <a:latin typeface="-apple-system"/>
              </a:rPr>
              <a:t>NÓS TE CANTAMOS, Ó FILHO DA VIRGEM MARIA, </a:t>
            </a:r>
          </a:p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NÓS TE LOUVAMOS, Ó CRISTO, NOSSO IRMÃO, VEM NOS SALVAR. </a:t>
            </a:r>
          </a:p>
        </p:txBody>
      </p:sp>
    </p:spTree>
    <p:extLst>
      <p:ext uri="{BB962C8B-B14F-4D97-AF65-F5344CB8AC3E}">
        <p14:creationId xmlns:p14="http://schemas.microsoft.com/office/powerpoint/2010/main" val="2699910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01589-3585-15E4-4378-0A68EF4BF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D59C73-751A-32EC-0F97-50AE3269C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96" y="39203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775067-FF49-6664-DBB3-0056B9E82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96" y="1998010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POVO ELEITO, SACERDÓCIO RÉGIO, NAÇÃO SANTA, POVO DE DEUS, CANTAI AO SENHOR.</a:t>
            </a:r>
          </a:p>
        </p:txBody>
      </p:sp>
    </p:spTree>
    <p:extLst>
      <p:ext uri="{BB962C8B-B14F-4D97-AF65-F5344CB8AC3E}">
        <p14:creationId xmlns:p14="http://schemas.microsoft.com/office/powerpoint/2010/main" val="345911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9C672-CB1E-DC99-C2DF-6408820FD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832AB-F621-3C40-0CE1-FCA5B74B2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96" y="39203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1D65EB-A7DF-07C3-DBAC-26ECB3AFA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96" y="995475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000" i="0" dirty="0">
                <a:solidFill>
                  <a:srgbClr val="000000"/>
                </a:solidFill>
                <a:effectLst/>
                <a:latin typeface="-apple-system"/>
              </a:rPr>
              <a:t>NÓS TE CANTAMOS, Ó ESPLENDOR DA LUZ ETERNA, </a:t>
            </a:r>
          </a:p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NÓS TE LOUVAMOS, ESTRELA DA MANHÃ, ANUNCIANDO O DIA. </a:t>
            </a:r>
          </a:p>
          <a:p>
            <a:pPr algn="l"/>
            <a:r>
              <a:rPr lang="pt-BR" sz="7000" i="0" dirty="0">
                <a:solidFill>
                  <a:srgbClr val="000000"/>
                </a:solidFill>
                <a:effectLst/>
                <a:latin typeface="-apple-system"/>
              </a:rPr>
              <a:t>NÓS TE CANTAMOS, Ó LUZ QUE CLAREIA AS TREVAS, </a:t>
            </a:r>
          </a:p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NÓS TE LOUVAMOS, Ó CHAMA DA NOVA JERUSALÉM.</a:t>
            </a:r>
          </a:p>
        </p:txBody>
      </p:sp>
    </p:spTree>
    <p:extLst>
      <p:ext uri="{BB962C8B-B14F-4D97-AF65-F5344CB8AC3E}">
        <p14:creationId xmlns:p14="http://schemas.microsoft.com/office/powerpoint/2010/main" val="2342582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54B2C-4EBB-B148-B1A4-44D07CAD9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A961CA-B2F1-2928-6C74-0089D10061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96" y="39203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8D34CD-F770-8F53-63E8-FA0D99ACD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96" y="1998010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POVO ELEITO, SACERDÓCIO RÉGIO, NAÇÃO SANTA, POVO DE DEUS, CANTAI AO SENHOR.</a:t>
            </a:r>
          </a:p>
        </p:txBody>
      </p:sp>
    </p:spTree>
    <p:extLst>
      <p:ext uri="{BB962C8B-B14F-4D97-AF65-F5344CB8AC3E}">
        <p14:creationId xmlns:p14="http://schemas.microsoft.com/office/powerpoint/2010/main" val="1700308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883E6-BEE7-6485-249E-9E1C3F096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C9D51-164B-E9BC-7A15-87E98FA87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96" y="39203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DA89F2-819B-5487-9BE0-6BD27FCFF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96" y="995475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000" i="0" dirty="0">
                <a:solidFill>
                  <a:srgbClr val="000000"/>
                </a:solidFill>
                <a:effectLst/>
                <a:latin typeface="-apple-system"/>
              </a:rPr>
              <a:t>NÓS TE CANTAMOS, MESSIAS ANUNCIADO PELOS PROFETAS</a:t>
            </a:r>
          </a:p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NÓS TE LOUVAMOS, Ó FILHO DE ABRAÃO E FILHO DE DAVI</a:t>
            </a:r>
          </a:p>
          <a:p>
            <a:pPr algn="l"/>
            <a:r>
              <a:rPr lang="pt-BR" sz="7000" i="0" dirty="0">
                <a:solidFill>
                  <a:srgbClr val="000000"/>
                </a:solidFill>
                <a:effectLst/>
                <a:latin typeface="-apple-system"/>
              </a:rPr>
              <a:t>NÓS TE CANTAMOS, MESSIAS ESPERADO PELOS POBRES</a:t>
            </a:r>
          </a:p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NÓS TE LOUVAMOS, Ó CRISTO NOSSO REI, DEUS DE HUMILDE CORAÇÃO</a:t>
            </a:r>
          </a:p>
        </p:txBody>
      </p:sp>
    </p:spTree>
    <p:extLst>
      <p:ext uri="{BB962C8B-B14F-4D97-AF65-F5344CB8AC3E}">
        <p14:creationId xmlns:p14="http://schemas.microsoft.com/office/powerpoint/2010/main" val="959147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4B6CE-CA67-F429-8728-40BA52F05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450451-5754-ABBD-7DFA-513BF27CB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96" y="39203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1ECDB6-93E2-E37D-0573-E931ADFF6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96" y="1998010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POVO ELEITO, SACERDÓCIO RÉGIO, NAÇÃO SANTA, POVO DE DEUS, CANTAI AO SENHOR.</a:t>
            </a:r>
          </a:p>
        </p:txBody>
      </p:sp>
    </p:spTree>
    <p:extLst>
      <p:ext uri="{BB962C8B-B14F-4D97-AF65-F5344CB8AC3E}">
        <p14:creationId xmlns:p14="http://schemas.microsoft.com/office/powerpoint/2010/main" val="867149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4314B-69C6-82A9-C339-1B3117719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EBD9C-DCA6-FFE1-BCF2-F7A1DEB80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96" y="39203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D5FB13-9FB5-A363-7E09-D9CDA30C0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96" y="995475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000" i="0" dirty="0">
                <a:solidFill>
                  <a:srgbClr val="000000"/>
                </a:solidFill>
                <a:effectLst/>
                <a:latin typeface="-apple-system"/>
              </a:rPr>
              <a:t>NÓS TE CANTAMOS, MESSIAS ANUNCIADO PELOS PROFETAS</a:t>
            </a:r>
          </a:p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NÓS TE LOUVAMOS, Ó FILHO DE ABRAÃO E FILHO DE DAVI</a:t>
            </a:r>
          </a:p>
          <a:p>
            <a:pPr algn="l"/>
            <a:r>
              <a:rPr lang="pt-BR" sz="7000" i="0" dirty="0">
                <a:solidFill>
                  <a:srgbClr val="000000"/>
                </a:solidFill>
                <a:effectLst/>
                <a:latin typeface="-apple-system"/>
              </a:rPr>
              <a:t>NÓS TE CANTAMOS, MESSIAS ESPERADO PELOS POBRES</a:t>
            </a:r>
          </a:p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NÓS TE LOUVAMOS, Ó CRISTO NOSSO REI, DEUS DE HUMILDE CORAÇÃO</a:t>
            </a:r>
          </a:p>
        </p:txBody>
      </p:sp>
    </p:spTree>
    <p:extLst>
      <p:ext uri="{BB962C8B-B14F-4D97-AF65-F5344CB8AC3E}">
        <p14:creationId xmlns:p14="http://schemas.microsoft.com/office/powerpoint/2010/main" val="3264089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0D4EE-AD07-89F5-75E5-952FBAC09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313F5E-A4BF-FBB5-8E20-DC37866A4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96" y="392032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6FCB39-CE23-1AF0-E2B8-6EA69246B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496" y="1998010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000" b="1" i="0" dirty="0">
                <a:solidFill>
                  <a:srgbClr val="000000"/>
                </a:solidFill>
                <a:effectLst/>
                <a:latin typeface="-apple-system"/>
              </a:rPr>
              <a:t>POVO ELEITO, SACERDÓCIO RÉGIO, NAÇÃO SANTA, POVO DE DEUS, CANTAI AO SENHOR.</a:t>
            </a:r>
          </a:p>
        </p:txBody>
      </p:sp>
    </p:spTree>
    <p:extLst>
      <p:ext uri="{BB962C8B-B14F-4D97-AF65-F5344CB8AC3E}">
        <p14:creationId xmlns:p14="http://schemas.microsoft.com/office/powerpoint/2010/main" val="2276958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40974-4E5C-14F9-A5D2-131328FB7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2F82F6A-E65D-5CC4-0DAC-7432DFFDAC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4857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455603" cy="5347855"/>
          </a:xfrm>
        </p:spPr>
        <p:txBody>
          <a:bodyPr>
            <a:normAutofit/>
          </a:bodyPr>
          <a:lstStyle/>
          <a:p>
            <a:pPr algn="l"/>
            <a:r>
              <a:rPr lang="pt-BR" sz="7100" dirty="0"/>
              <a:t>SENHOR, QUE NA CRUZ PERDOASTE O LADRÃO ARREPENDIDO, TENDE PIEDADE DE NÓS. </a:t>
            </a:r>
          </a:p>
          <a:p>
            <a:pPr algn="l"/>
            <a:r>
              <a:rPr lang="pt-BR" sz="7100" b="1" dirty="0"/>
              <a:t>KYRIE ELEISON (2X)</a:t>
            </a:r>
          </a:p>
        </p:txBody>
      </p:sp>
    </p:spTree>
    <p:extLst>
      <p:ext uri="{BB962C8B-B14F-4D97-AF65-F5344CB8AC3E}">
        <p14:creationId xmlns:p14="http://schemas.microsoft.com/office/powerpoint/2010/main" val="2618582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dirty="0"/>
              <a:t>CRISTO, QUE NOS MANDASTES PERDOAR-NOS MUTUAMENTE ANTES DE NOS APROXIMAR DO VOSSA ALTAR, TENDE PIEDADE DE NÓS. 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CHRISTE ELEISON (2X)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A6729-02C0-4038-F7F1-06B95D6A6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D9DA8-D44C-6914-F29F-7941419E7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D98676-E1E8-E9F5-C39C-9F4662EFB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SENHOR, QUE CONFIASTES À VOSSA IGREJA O MINISTÉRIO DA RECONCILIAÇÃO, TENDE PIEDADE DE NÓS. </a:t>
            </a:r>
          </a:p>
          <a:p>
            <a:pPr algn="l"/>
            <a:r>
              <a:rPr lang="pt-BR" sz="6600" b="1" dirty="0"/>
              <a:t>KYRIE ELEISON (2X)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2084268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49322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b="1" dirty="0"/>
              <a:t>GLÓRIA A DEUS NAS ALTURAS </a:t>
            </a:r>
          </a:p>
          <a:p>
            <a:pPr algn="just"/>
            <a:r>
              <a:rPr lang="pt-BR" sz="6000" dirty="0"/>
              <a:t>GLÓRIA A DEUS NAS ALTURAS </a:t>
            </a:r>
          </a:p>
          <a:p>
            <a:pPr algn="just"/>
            <a:r>
              <a:rPr lang="pt-BR" sz="6000" b="1" dirty="0"/>
              <a:t>E PAZ NA TERRA AOS HOMENS POR ELE AMADOS</a:t>
            </a:r>
            <a:endParaRPr lang="pt-BR" sz="8000" b="1" dirty="0"/>
          </a:p>
          <a:p>
            <a:pPr algn="just"/>
            <a:r>
              <a:rPr lang="pt-BR" sz="6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b="1" dirty="0"/>
              <a:t>NÓS VOS LOUVAMOS, </a:t>
            </a:r>
            <a:r>
              <a:rPr lang="pt-BR" sz="11000" dirty="0"/>
              <a:t>NÓS VOS BENDIZEMOS</a:t>
            </a:r>
          </a:p>
          <a:p>
            <a:pPr algn="just"/>
            <a:r>
              <a:rPr lang="pt-BR" sz="11000" b="1" dirty="0"/>
              <a:t>NÓS VOS ADORAMOS</a:t>
            </a:r>
            <a:r>
              <a:rPr lang="pt-BR" sz="11000" dirty="0"/>
              <a:t>, NÓS VOS GLORIFICAMOS</a:t>
            </a:r>
          </a:p>
          <a:p>
            <a:pPr algn="just"/>
            <a:r>
              <a:rPr lang="pt-BR" sz="11000" b="1" i="1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</a:t>
            </a:r>
            <a:r>
              <a:rPr lang="pt-BR" sz="5400" b="1" i="1" dirty="0"/>
              <a:t>FILHO DE DEUS PAI</a:t>
            </a:r>
          </a:p>
          <a:p>
            <a:pPr algn="l"/>
            <a:r>
              <a:rPr lang="pt-BR" sz="5400" b="1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2300" b="1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b="1" dirty="0"/>
              <a:t>VÓS QUE ESTAIS À DIREITA DO PAI, </a:t>
            </a:r>
          </a:p>
          <a:p>
            <a:pPr algn="just"/>
            <a:r>
              <a:rPr lang="pt-BR" sz="12300" dirty="0"/>
              <a:t>TENDE PIEDADE DE NÓS.</a:t>
            </a:r>
          </a:p>
          <a:p>
            <a:pPr algn="just"/>
            <a:r>
              <a:rPr lang="pt-BR" sz="12300" b="1" i="1" dirty="0"/>
              <a:t>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b="1" i="1" dirty="0"/>
              <a:t>SÓ VÓS SOIS SANTO, SÓ VÓS O SENHOR, SÓ VÓS O ALTÍSSIMO, JESUS CRISTO, COM O ESPÍRITO SANTO NA GLÓRIA DE DEUS PAI. </a:t>
            </a:r>
          </a:p>
          <a:p>
            <a:pPr algn="l"/>
            <a:r>
              <a:rPr lang="pt-BR" sz="7200" b="1" i="1" dirty="0"/>
              <a:t>AMÉM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671181"/>
            <a:ext cx="10280138" cy="2573258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SENHOR, EU CANTAREI ETERNAMENTE O VOSSO AMOR.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5400" b="1" dirty="0"/>
              <a:t>LOUVOR E HONRA A VÓS, SENHOR JESUS.</a:t>
            </a:r>
          </a:p>
          <a:p>
            <a:endParaRPr lang="pt-BR" sz="4800" b="1" dirty="0"/>
          </a:p>
          <a:p>
            <a:r>
              <a:rPr lang="pt-BR" sz="4800" dirty="0"/>
              <a:t>O ESPÍRITO DO SENHOR SOBRE MIM FEZ A SUA UNÇÃO, ENVIOU-ME AOS EMPOBRECIDOS A FAZER FELIZ PROCLAMAÇÃO!</a:t>
            </a:r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75154-25A9-4545-0CB5-BB60FA387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5B9E93-ADD0-F8CD-A2BE-5C82CA8A7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17694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VOCACIONAL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6E204E-78F0-DC97-7541-7B8EFDE53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7200" dirty="0"/>
              <a:t>TU CHEGASTE UM DIA FALASTE DE UM REINO. DE AMOR E JUSTIÇA E DISSESTE VAI, INFLAMA ESTA TERRA COM MINHA PALAVRA E EU TE SEGUIREI. 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0125180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60563-E458-698C-500A-F71AE8081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34FAAF-2353-6950-CE53-F5B29C208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17694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VOCACIONAL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5ED114-4567-46FB-83E0-33970E11A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dirty="0"/>
              <a:t>TE SEGUIREI NESTE CAMINHAR, DEIXEI PRA TRÁS A SAUDADE DE ONDE EU VENHO, SÓ TRAGO UM PAR DE SANDÁLIAS E MINHA VOZ PRA GRITAR QUE ÉS A FORÇA QUE TENHO. 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89535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74B55-F6AA-98E4-FB0B-396A2F4BB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E6E71-429B-30D2-BB04-CFA0A31B1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17694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VOCACIONAL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0351BE-D99C-5765-7F98-946EA89FE5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dirty="0"/>
              <a:t>E TODO AQUELE QUE ME ESCUTAR, ENTENDERÁ A VERDADE DO TEU EVANGELHO E VEREI COMO SÃO BELOS OS PÉS DE QUEM VAI TE PREGAR, NÃO NOUTRA CRUZ MAS NO PEITO DE QUEM TE ACEITAR.</a:t>
            </a:r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432155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4B1CD-2EFB-5689-6B9D-6D5EA007E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AE3099-A1CF-A4F1-A7EF-E97D82C92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17694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VOCACIONAL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3FA7E0-F540-4D38-23D8-1F998A455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200" b="1" dirty="0"/>
              <a:t>EU VOU SEM DESCANSO PELA ESTRADA CANTO TEU NOME QUE É PRA TODA A TERRA ESCUTAR. </a:t>
            </a:r>
          </a:p>
          <a:p>
            <a:pPr algn="l"/>
            <a:endParaRPr lang="pt-BR" sz="7200" b="1" dirty="0"/>
          </a:p>
          <a:p>
            <a:pPr algn="l"/>
            <a:r>
              <a:rPr lang="pt-BR" sz="7200" b="1" dirty="0"/>
              <a:t>E NESSA ESTRADA, NÃO EXISTE NADA QUE IMPEÇA QUE EU LEVE TUA LUZ PELO MUNDO PORQUE CONTINUO OUVINDO TUA VOZ NO MEU PRÓPRIO CANTAR...(CANTAR.)</a:t>
            </a:r>
            <a:endParaRPr lang="pt-BR" sz="192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8157696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FC637-E05B-384F-913D-C223992DC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81493-81B9-9BEB-5CFD-8DA2D5040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17694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VOCACIONAL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A35F7E-DCBE-81B7-A941-AC15E0921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dirty="0"/>
              <a:t>MAS SE NESSE LONGO CAMINHAR, A SOLIDÃO FOR MAIS FORTE QUE A FORÇA QUE TENHO, ESQUECEREI QUE SOU FRACO E PROMETO QUE VOU TE PREGAR. NÃO NOUTRA CRUZ MAS NO PEITO DE QUEM DE ACEITAR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062372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AD585-94D7-C797-A607-4D5EB7473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CFE934-9F7B-AEBD-05CE-DA8E67D03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17694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VOCACIONAL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7D9B20-B245-E768-D848-31FC2CF49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200" b="1" dirty="0"/>
              <a:t>EU VOU SEM DESCANSO PELA ESTRADA CANTO TEU NOME QUE É PRA TODA A TERRA ESCUTAR. </a:t>
            </a:r>
          </a:p>
          <a:p>
            <a:pPr algn="l"/>
            <a:endParaRPr lang="pt-BR" sz="7200" b="1" dirty="0"/>
          </a:p>
          <a:p>
            <a:pPr algn="l"/>
            <a:r>
              <a:rPr lang="pt-BR" sz="7200" b="1" dirty="0"/>
              <a:t>E NESSA ESTRADA, NÃO EXISTE NADA QUE IMPEÇA QUE EU LEVE TUA LUZ PELO MUNDO PORQUE CONTINUO OUVINDO TUA VOZ NO MEU PRÓPRIO CANTAR...(CANTAR.)</a:t>
            </a:r>
            <a:endParaRPr lang="pt-BR" sz="192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1171999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82682-FD8D-1B15-0ABE-E33A3F938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0FA52CB-2DBD-11D6-C1FB-9632FD80B8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1317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11E15-A5C7-2326-2BCA-0804910CE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16C17-9F16-7918-040D-BCBB1BE0E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2676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 DOS SANTOS ÓLEOS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6E4AB7-6203-47C0-A561-2E0F7F179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52082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200" b="1" dirty="0"/>
              <a:t>ACOLHEI, Ó REDENTOR, NOSSOS HINOS DE LOUVOR, NOSSOS HINOS DE</a:t>
            </a:r>
          </a:p>
          <a:p>
            <a:pPr algn="l"/>
            <a:r>
              <a:rPr lang="pt-BR" sz="7200" b="1" dirty="0"/>
              <a:t>LOUVOR!</a:t>
            </a:r>
          </a:p>
          <a:p>
            <a:pPr algn="l"/>
            <a:endParaRPr lang="pt-BR" sz="7200" dirty="0"/>
          </a:p>
          <a:p>
            <a:pPr algn="l"/>
            <a:r>
              <a:rPr lang="pt-BR" sz="7200" dirty="0"/>
              <a:t>1. O ÓLEO A SER CONSAGRADO DESCEU DO TRONO FECUNDO; POR NÓS VAI SER</a:t>
            </a:r>
          </a:p>
          <a:p>
            <a:pPr algn="l"/>
            <a:r>
              <a:rPr lang="pt-BR" sz="7200" dirty="0"/>
              <a:t>OFERTADO A QUEM SALVOU ESTE MUNDO!</a:t>
            </a:r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5838836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3F185-D4ED-BB64-CCEC-6B80AD5A1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7BE93-65CC-B490-9AC7-5BF05DB8D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2676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 DOS SANTOS ÓLEOS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488534-0C4A-EAFA-8DB4-A6CD6A8E86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52082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200" b="1" dirty="0"/>
              <a:t>ACOLHEI, Ó REDENTOR, NOSSOS HINOS DE LOUVOR, NOSSOS HINOS DE</a:t>
            </a:r>
          </a:p>
          <a:p>
            <a:pPr algn="l"/>
            <a:r>
              <a:rPr lang="pt-BR" sz="7200" b="1" dirty="0"/>
              <a:t>LOUVOR!</a:t>
            </a:r>
          </a:p>
          <a:p>
            <a:pPr algn="l"/>
            <a:endParaRPr lang="pt-BR" sz="7200" dirty="0"/>
          </a:p>
          <a:p>
            <a:pPr algn="l"/>
            <a:r>
              <a:rPr lang="pt-BR" sz="7200" dirty="0"/>
              <a:t>QUEM NA FRAQUEZA SE ABISMA, SEJA EM VIGOR RESTAURADO GRAÇAS À UNÇÃO DESTE CRISMA QUE O FAZ DO CRISTO SOLDADO.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9241773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462C3-C29B-D29F-B670-1019F6932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B37FC8-7D72-AE9D-F19C-51E4300B6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2676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 DOS SANTOS ÓLEOS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B7E12F-CC31-D84B-62DC-B4A3A99DA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52082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200" b="1" dirty="0"/>
              <a:t>ACOLHEI, Ó REDENTOR, NOSSOS HINOS DE LOUVOR, NOSSOS HINOS DE</a:t>
            </a:r>
          </a:p>
          <a:p>
            <a:pPr algn="l"/>
            <a:r>
              <a:rPr lang="pt-BR" sz="7200" b="1" dirty="0"/>
              <a:t>LOUVOR!</a:t>
            </a:r>
          </a:p>
          <a:p>
            <a:pPr algn="l"/>
            <a:endParaRPr lang="pt-BR" sz="7200" dirty="0"/>
          </a:p>
          <a:p>
            <a:pPr algn="l"/>
            <a:r>
              <a:rPr lang="pt-BR" sz="7200" dirty="0"/>
              <a:t>QUEM, NO BATISMO LAVADO, A FRONTE AO CRISMA OFERECE, JÁ PELA GRAÇA HABITADO, COM SETE DONS SE ENRIQUECE.</a:t>
            </a:r>
          </a:p>
        </p:txBody>
      </p:sp>
    </p:spTree>
    <p:extLst>
      <p:ext uri="{BB962C8B-B14F-4D97-AF65-F5344CB8AC3E}">
        <p14:creationId xmlns:p14="http://schemas.microsoft.com/office/powerpoint/2010/main" val="37858566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D9420-CF26-6A2E-2670-715131FB4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A466B-D365-6CAA-B62C-1DBF580C5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2676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 DOS SANTOS ÓLEOS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0B2110-811A-C448-DA8D-41FCC952F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52082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200" b="1" dirty="0"/>
              <a:t>ACOLHEI, Ó REDENTOR, NOSSOS HINOS DE LOUVOR, NOSSOS HINOS DE</a:t>
            </a:r>
          </a:p>
          <a:p>
            <a:pPr algn="l"/>
            <a:r>
              <a:rPr lang="pt-BR" sz="7200" b="1" dirty="0"/>
              <a:t>LOUVOR!</a:t>
            </a:r>
          </a:p>
          <a:p>
            <a:pPr algn="l"/>
            <a:endParaRPr lang="pt-BR" sz="7200" dirty="0"/>
          </a:p>
          <a:p>
            <a:pPr algn="l"/>
            <a:r>
              <a:rPr lang="pt-BR" sz="7200" dirty="0"/>
              <a:t>DO PAI À VIRGEM DESCIDO, DE NOVO AO PAI REGRESSAIS, E O AMIGO, ENTÃO PROMETIDO, ÀS NOSSAS ALMAS MANDAIS.</a:t>
            </a:r>
          </a:p>
        </p:txBody>
      </p:sp>
    </p:spTree>
    <p:extLst>
      <p:ext uri="{BB962C8B-B14F-4D97-AF65-F5344CB8AC3E}">
        <p14:creationId xmlns:p14="http://schemas.microsoft.com/office/powerpoint/2010/main" val="25462838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3BA26-95B1-42B2-5646-0BD906935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A05853-2223-F11F-E3CD-4B6307314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2676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 DOS SANTOS ÓLEOS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F24194-E0DF-B373-866C-E630A03A0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52082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b="1" dirty="0"/>
              <a:t>ACOLHEI, Ó REDENTOR, NOSSOS HINOS DE LOUVOR, NOSSOS HINOS DE LOUVOR!</a:t>
            </a:r>
          </a:p>
          <a:p>
            <a:pPr algn="l"/>
            <a:endParaRPr lang="pt-BR" sz="7200" dirty="0"/>
          </a:p>
          <a:p>
            <a:pPr algn="l"/>
            <a:r>
              <a:rPr lang="pt-BR" sz="7200" dirty="0"/>
              <a:t>SEJA FESTIVO ESTE DIA, DELE SE FAÇA MEMÓRIA: ÓLEO DE SANTA ALEGRIA, JÁ NOS PROMETE A VITÓRIA!</a:t>
            </a:r>
          </a:p>
        </p:txBody>
      </p:sp>
    </p:spTree>
    <p:extLst>
      <p:ext uri="{BB962C8B-B14F-4D97-AF65-F5344CB8AC3E}">
        <p14:creationId xmlns:p14="http://schemas.microsoft.com/office/powerpoint/2010/main" val="28665224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77CE2-A469-5416-A1E9-8DBFC9E4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B16CA96-0E69-32A3-03E6-3AA59D4A84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656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QUE PODEREI RETRIBUIR AO SENHOR,</a:t>
            </a:r>
          </a:p>
          <a:p>
            <a:pPr algn="l"/>
            <a:r>
              <a:rPr lang="pt-BR" sz="8800" b="1" dirty="0"/>
              <a:t>POR TUDO AQUILO QUE ELE ME DEU?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OFERECEREI O SEU SACRIFÍCIO</a:t>
            </a:r>
          </a:p>
          <a:p>
            <a:pPr algn="l"/>
            <a:r>
              <a:rPr lang="pt-BR" sz="8800" dirty="0"/>
              <a:t>E INVOCAREI O SEU SANTO NOME.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84A85-23F9-A73F-6C0B-CC8F3B132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E67ED-C6F3-BB49-F3B4-6E9D856CE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B97CD5-8697-2897-5163-36F9489C2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QUE PODEREI OFERECER AO MEU DEUS</a:t>
            </a:r>
          </a:p>
          <a:p>
            <a:pPr algn="l"/>
            <a:r>
              <a:rPr lang="pt-BR" sz="8800" b="1" dirty="0"/>
              <a:t>PELOS IMENSOS BENEFÍCIOS QUE ME FEZ?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OFERECEREI O SEU SACRIFÍCIO</a:t>
            </a:r>
          </a:p>
          <a:p>
            <a:pPr algn="l"/>
            <a:r>
              <a:rPr lang="pt-BR" sz="8800" dirty="0"/>
              <a:t>E INVOCAREI O SEU SANTO NOME.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1503905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94AF2-B7A1-DC69-069B-933819D76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DC43D-8861-4EC2-857E-B1671157F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4AA6BA-17ED-85E5-9BDC-76B82FEF9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EU CUMPRIREI MINHAS PROMESSAS AO SENHOR,</a:t>
            </a:r>
          </a:p>
          <a:p>
            <a:pPr algn="l"/>
            <a:r>
              <a:rPr lang="pt-BR" sz="8800" b="1" dirty="0"/>
              <a:t>NA REUNIÃO DO POVO SANTO DE DEUS.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OFERECEREI O SEU SACRIFÍCIO</a:t>
            </a:r>
          </a:p>
          <a:p>
            <a:pPr algn="l"/>
            <a:r>
              <a:rPr lang="pt-BR" sz="8800" dirty="0"/>
              <a:t>E INVOCAREI O SEU SANTO NOME.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620732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88EC0-E910-CFB7-1C07-3CDA93693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304AC-CAA6-8BD1-7F6F-F6394C68F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468D1C-0D10-3057-2452-3975F14CC2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VÓS ME QUEBRASTES OS GRILHÕES DA ESCRAVIDÃO,</a:t>
            </a:r>
          </a:p>
          <a:p>
            <a:pPr algn="l"/>
            <a:r>
              <a:rPr lang="pt-BR" sz="8800" b="1" dirty="0"/>
              <a:t>E É POR ISSO QUE HOJE EU CANTO VOSSO AMOR.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OFERECEREI O SEU SACRIFÍCIO</a:t>
            </a:r>
          </a:p>
          <a:p>
            <a:pPr algn="l"/>
            <a:r>
              <a:rPr lang="pt-BR" sz="8800" dirty="0"/>
              <a:t>E INVOCAREI O SEU SANTO NOME.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3985752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SANTO, SANTO, SANTO</a:t>
            </a:r>
          </a:p>
          <a:p>
            <a:pPr algn="just"/>
            <a:r>
              <a:rPr lang="pt-BR" sz="6000" dirty="0"/>
              <a:t>SENHOR DEUS DO UNIVERSO</a:t>
            </a:r>
          </a:p>
          <a:p>
            <a:pPr algn="just"/>
            <a:r>
              <a:rPr lang="pt-BR" sz="6000" dirty="0"/>
              <a:t>O CÉU E A TERRA PROCLAMAM</a:t>
            </a:r>
          </a:p>
          <a:p>
            <a:pPr algn="just"/>
            <a:r>
              <a:rPr lang="pt-BR" sz="6000" dirty="0"/>
              <a:t>A VOSSA GLÓRIA</a:t>
            </a:r>
          </a:p>
          <a:p>
            <a:pPr algn="just"/>
            <a:r>
              <a:rPr lang="pt-BR" sz="6000" b="1" dirty="0"/>
              <a:t>HOSANA NAS ALTURAS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BENDITO O QUE VEM</a:t>
            </a:r>
          </a:p>
          <a:p>
            <a:pPr algn="just"/>
            <a:r>
              <a:rPr lang="pt-BR" sz="7200" dirty="0"/>
              <a:t>EM NOME DO SENHOR</a:t>
            </a:r>
          </a:p>
          <a:p>
            <a:pPr algn="just"/>
            <a:r>
              <a:rPr lang="pt-BR" sz="72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000" b="1" i="0" dirty="0">
                <a:effectLst/>
                <a:latin typeface="Roboto" panose="02000000000000000000" pitchFamily="2" charset="0"/>
              </a:rPr>
              <a:t>CANTAREI ETERNAMENTE AS MISERICÓRDIAS DO SENHOR; DE GERAÇÃO EM GERAÇÃO ANUNCIAREI, ANUNCIAREI VOSSA VERDADE.</a:t>
            </a:r>
          </a:p>
          <a:p>
            <a:pPr algn="l"/>
            <a:endParaRPr lang="pt-BR" sz="7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7000" i="0" dirty="0">
                <a:effectLst/>
                <a:latin typeface="Roboto" panose="02000000000000000000" pitchFamily="2" charset="0"/>
              </a:rPr>
              <a:t>TRANSBORDA UM POEMA DO MEU CORAÇÃO; VOU CANTAR-VOS, Ó REI, ESTA MINHA CANÇÃO; SOIS TÃO BELO, O MAIS BELO ENTRE OS FILHOS DOS HOMENS!</a:t>
            </a:r>
          </a:p>
          <a:p>
            <a:pPr algn="l"/>
            <a:r>
              <a:rPr lang="pt-BR" sz="7000" i="0" dirty="0">
                <a:effectLst/>
                <a:latin typeface="Roboto" panose="02000000000000000000" pitchFamily="2" charset="0"/>
              </a:rPr>
              <a:t>VOSSOS LÁBIOS ESPALHAM A GRAÇA, O ENCANTO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84F0A-D97B-A2C0-0DCA-60457793D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2B033-6E77-6C60-5614-149A8E9AC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B10DBA-D1AE-CF37-E29E-C7EA847D2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000" b="1" i="0" dirty="0">
                <a:effectLst/>
                <a:latin typeface="Roboto" panose="02000000000000000000" pitchFamily="2" charset="0"/>
              </a:rPr>
              <a:t>CANTAREI ETERNAMENTE AS MISERICÓRDIAS DO SENHOR; DE GERAÇÃO EM GERAÇÃO ANUNCIAREI, ANUNCIAREI VOSSA VERDADE.</a:t>
            </a:r>
          </a:p>
          <a:p>
            <a:pPr algn="l"/>
            <a:endParaRPr lang="pt-BR" sz="7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7000" i="0" dirty="0">
                <a:effectLst/>
                <a:latin typeface="Roboto" panose="02000000000000000000" pitchFamily="2" charset="0"/>
              </a:rPr>
              <a:t>LEVAI VOSSA ESPADA DE GLÓRIA NO FLANCO,</a:t>
            </a:r>
          </a:p>
          <a:p>
            <a:pPr algn="l"/>
            <a:r>
              <a:rPr lang="pt-BR" sz="7000" i="0" dirty="0">
                <a:effectLst/>
                <a:latin typeface="Roboto" panose="02000000000000000000" pitchFamily="2" charset="0"/>
              </a:rPr>
              <a:t>HERÓI VALOROSO, NO VOSSO ESPLENDOR; </a:t>
            </a:r>
          </a:p>
          <a:p>
            <a:pPr algn="l"/>
            <a:r>
              <a:rPr lang="pt-BR" sz="7000" i="0" dirty="0">
                <a:effectLst/>
                <a:latin typeface="Roboto" panose="02000000000000000000" pitchFamily="2" charset="0"/>
              </a:rPr>
              <a:t>SAÍ PARA A LUTA NO CARRO DE GUERRA </a:t>
            </a:r>
          </a:p>
          <a:p>
            <a:pPr algn="l"/>
            <a:r>
              <a:rPr lang="pt-BR" sz="7000" i="0" dirty="0">
                <a:effectLst/>
                <a:latin typeface="Roboto" panose="02000000000000000000" pitchFamily="2" charset="0"/>
              </a:rPr>
              <a:t>EM DEFESA DA FÉ, DA JUSTIÇA E VERDADE!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8268644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D31A9-E51B-70D3-454F-C5A35E5D7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1C7D2-4B10-21A3-4049-D7AABD991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B0C126-D2B6-49C2-D947-D4DFBEFE7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000" b="1" i="0" dirty="0">
                <a:effectLst/>
                <a:latin typeface="Roboto" panose="02000000000000000000" pitchFamily="2" charset="0"/>
              </a:rPr>
              <a:t>CANTAREI ETERNAMENTE AS MISERICÓRDIAS DO SENHOR; DE GERAÇÃO EM GERAÇÃO ANUNCIAREI, ANUNCIAREI VOSSA VERDADE.</a:t>
            </a:r>
          </a:p>
          <a:p>
            <a:pPr algn="l"/>
            <a:endParaRPr lang="pt-BR" sz="7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7000" i="0" dirty="0">
                <a:effectLst/>
                <a:latin typeface="Roboto" panose="02000000000000000000" pitchFamily="2" charset="0"/>
              </a:rPr>
              <a:t>VOSSA MÃO VOS ENSINE VALENTES PROEZAS,</a:t>
            </a:r>
          </a:p>
          <a:p>
            <a:pPr algn="l"/>
            <a:r>
              <a:rPr lang="pt-BR" sz="7000" i="0" dirty="0">
                <a:effectLst/>
                <a:latin typeface="Roboto" panose="02000000000000000000" pitchFamily="2" charset="0"/>
              </a:rPr>
              <a:t>VOSSAS FLECHAS AGUDAS ABATAM OS POVOS.</a:t>
            </a:r>
          </a:p>
          <a:p>
            <a:pPr algn="l"/>
            <a:r>
              <a:rPr lang="pt-BR" sz="7000" i="0" dirty="0">
                <a:effectLst/>
                <a:latin typeface="Roboto" panose="02000000000000000000" pitchFamily="2" charset="0"/>
              </a:rPr>
              <a:t>VOSSO TRONO, Ó DEUS, É ETERNO, É SEM FIM;</a:t>
            </a:r>
          </a:p>
          <a:p>
            <a:pPr algn="l"/>
            <a:r>
              <a:rPr lang="pt-BR" sz="7000" i="0" dirty="0">
                <a:effectLst/>
                <a:latin typeface="Roboto" panose="02000000000000000000" pitchFamily="2" charset="0"/>
              </a:rPr>
              <a:t>VOSSO CETRO REAL É SINAL DE JUSTIÇA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6989673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CC89F-6EF9-CA33-5C9F-0A017C95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0640B-3AFD-4E0A-F82B-3BDD7AA2A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4B3052-9F3C-DC80-44D9-378CAFDA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000" b="1" i="0" dirty="0">
                <a:effectLst/>
                <a:latin typeface="Roboto" panose="02000000000000000000" pitchFamily="2" charset="0"/>
              </a:rPr>
              <a:t>CANTAREI ETERNAMENTE AS MISERICÓRDIAS DO SENHOR; DE GERAÇÃO EM GERAÇÃO ANUNCIAREI, ANUNCIAREI VOSSA VERDADE.</a:t>
            </a:r>
          </a:p>
          <a:p>
            <a:pPr algn="l"/>
            <a:endParaRPr lang="pt-BR" sz="7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7000" i="0" dirty="0">
                <a:effectLst/>
                <a:latin typeface="Roboto" panose="02000000000000000000" pitchFamily="2" charset="0"/>
              </a:rPr>
              <a:t>VÓS AMAIS A JUSTIÇA E ODIAIS A MALDADE. </a:t>
            </a:r>
          </a:p>
          <a:p>
            <a:pPr algn="l"/>
            <a:r>
              <a:rPr lang="pt-BR" sz="7000" i="0" dirty="0">
                <a:effectLst/>
                <a:latin typeface="Roboto" panose="02000000000000000000" pitchFamily="2" charset="0"/>
              </a:rPr>
              <a:t>É POR ISSO QUE DEUS VOS UNGIU COM SEU ÓLEO, </a:t>
            </a:r>
          </a:p>
          <a:p>
            <a:pPr algn="l"/>
            <a:r>
              <a:rPr lang="pt-BR" sz="7000" i="0" dirty="0">
                <a:effectLst/>
                <a:latin typeface="Roboto" panose="02000000000000000000" pitchFamily="2" charset="0"/>
              </a:rPr>
              <a:t>DEU-VOS MAIS ALEGRIA QUE AOS VOSSOS AMIGOS.VOSSAS VESTES EXALAM PRECIOSOS PERFUMES.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1391295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11B79-FAFB-D0F3-C59A-2CF23B4C5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100A6-1DB2-5D56-B86C-B4B4E019D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15550C-2AD4-7628-96C9-FB9497095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000" b="1" i="0" dirty="0">
                <a:effectLst/>
                <a:latin typeface="Roboto" panose="02000000000000000000" pitchFamily="2" charset="0"/>
              </a:rPr>
              <a:t>CANTAREI ETERNAMENTE AS MISERICÓRDIAS DO SENHOR; DE GERAÇÃO EM GERAÇÃO ANUNCIAREI, ANUNCIAREI VOSSA VERDADE.</a:t>
            </a:r>
          </a:p>
          <a:p>
            <a:pPr algn="l"/>
            <a:endParaRPr lang="pt-BR" sz="7000" b="1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pt-BR" sz="7000" i="0" dirty="0">
                <a:effectLst/>
                <a:latin typeface="Roboto" panose="02000000000000000000" pitchFamily="2" charset="0"/>
              </a:rPr>
              <a:t>DEIXAREIS VOSSOS PAIS, MAS TEREIS MUITOS FILHOS; </a:t>
            </a:r>
          </a:p>
          <a:p>
            <a:pPr algn="l"/>
            <a:r>
              <a:rPr lang="pt-BR" sz="7000" i="0" dirty="0">
                <a:effectLst/>
                <a:latin typeface="Roboto" panose="02000000000000000000" pitchFamily="2" charset="0"/>
              </a:rPr>
              <a:t>FAREIS DELES OS REIS SOBERANOS DA TERRA. CANTAREI VOSSO NOME DE IDADE EM IDADE,</a:t>
            </a:r>
          </a:p>
          <a:p>
            <a:pPr algn="l"/>
            <a:r>
              <a:rPr lang="pt-BR" sz="7000" i="0" dirty="0">
                <a:effectLst/>
                <a:latin typeface="Roboto" panose="02000000000000000000" pitchFamily="2" charset="0"/>
              </a:rPr>
              <a:t>PARA SEMPRE HAVERÃO DE LOUVAR-VOS OS POVOS!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331378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DEUS DE AMOR, NÓS TE ADORAMOS NESTE SACRAMENTO</a:t>
            </a:r>
          </a:p>
          <a:p>
            <a:pPr algn="l"/>
            <a:r>
              <a:rPr lang="pt-BR" sz="6000" dirty="0"/>
              <a:t>CORPO E SANGUE QUE FIZESTE NOSSO ALIMENTO</a:t>
            </a:r>
          </a:p>
          <a:p>
            <a:pPr algn="l"/>
            <a:r>
              <a:rPr lang="pt-BR" sz="6000" dirty="0"/>
              <a:t>ÉS O DEUS ESCONDIDO, VIVO E VENCEDOR</a:t>
            </a:r>
          </a:p>
          <a:p>
            <a:pPr algn="l"/>
            <a:r>
              <a:rPr lang="pt-BR" sz="6000" dirty="0"/>
              <a:t>A TEUS PÉS DEPOSITAMOS TODO NOSSO AMOR.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4183809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MEUS PECADOS REDIMISTE SOB A TUA CRUZ</a:t>
            </a:r>
          </a:p>
          <a:p>
            <a:pPr algn="l"/>
            <a:r>
              <a:rPr lang="pt-BR" sz="6000" dirty="0"/>
              <a:t>COM TEU CORPO E COM TEU SANGUE, Ó SENHOR JESUS!</a:t>
            </a:r>
          </a:p>
          <a:p>
            <a:pPr algn="l"/>
            <a:r>
              <a:rPr lang="pt-BR" sz="6000" dirty="0"/>
              <a:t>SOBRE OS NOSSOS ALTARES, VÍTIMA SEM PAR</a:t>
            </a:r>
          </a:p>
          <a:p>
            <a:pPr algn="l"/>
            <a:r>
              <a:rPr lang="pt-BR" sz="6000" dirty="0"/>
              <a:t>TEU DIVINO SACRIFÍCIO QUERES RENOVAR!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20202431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NO CALVÁRIO SE ESCONDIA TUA DIVINDADE</a:t>
            </a:r>
          </a:p>
          <a:p>
            <a:pPr algn="l"/>
            <a:r>
              <a:rPr lang="pt-BR" sz="6000" dirty="0"/>
              <a:t>MAS AQUI TAMBÉM SE ESCONDE TUA HUMANIDADE</a:t>
            </a:r>
          </a:p>
          <a:p>
            <a:pPr algn="l"/>
            <a:r>
              <a:rPr lang="pt-BR" sz="6000" dirty="0"/>
              <a:t>CREIO EM AMBAS E PEÇO, COMO O BOM LADRÃO</a:t>
            </a:r>
          </a:p>
          <a:p>
            <a:pPr algn="l"/>
            <a:r>
              <a:rPr lang="pt-BR" sz="6000" dirty="0"/>
              <a:t>NO TEU REINO, ETERNAMENTE, TUA SALVAÇÃO!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9474726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CREIO EM TI RESSUSCITADO, MAIS QUE SÃO TOMÉ</a:t>
            </a:r>
          </a:p>
          <a:p>
            <a:pPr algn="l"/>
            <a:r>
              <a:rPr lang="pt-BR" sz="6000" dirty="0"/>
              <a:t>MAS AUMENTA NA MINH'ALMA O PODER DA FÉ</a:t>
            </a:r>
          </a:p>
          <a:p>
            <a:pPr algn="l"/>
            <a:r>
              <a:rPr lang="pt-BR" sz="6000" dirty="0"/>
              <a:t>GUARDA A MINHA ESPERANÇA, CRESCE O MEU AMOR</a:t>
            </a:r>
          </a:p>
          <a:p>
            <a:pPr algn="l"/>
            <a:r>
              <a:rPr lang="pt-BR" sz="6000" dirty="0"/>
              <a:t>CREIO EM TI RESSUSCITADO, MEU DEUS E SENHOR!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19331810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BA02-669A-524C-4601-D028BE6FD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F9BD71-2335-E696-27B9-6118A3A3EA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779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DEUS DE AMOR, NÓS TE ADORAMOS NESTE SACRAMENTO</a:t>
            </a:r>
          </a:p>
          <a:p>
            <a:pPr algn="l"/>
            <a:r>
              <a:rPr lang="pt-BR" sz="6000" dirty="0"/>
              <a:t>CORPO E SANGUE QUE FIZESTE NOSSO ALIMENTO</a:t>
            </a:r>
          </a:p>
          <a:p>
            <a:pPr algn="l"/>
            <a:r>
              <a:rPr lang="pt-BR" sz="6000" dirty="0"/>
              <a:t>ÉS O DEUS ESCONDIDO, VIVO E VENCEDOR</a:t>
            </a:r>
          </a:p>
          <a:p>
            <a:pPr algn="l"/>
            <a:r>
              <a:rPr lang="pt-BR" sz="6000" dirty="0"/>
              <a:t>A TEUS PÉS DEPOSITAMOS TODO NOSSO AMOR.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6599034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MEUS PECADOS REDIMISTE SOB A TUA CRUZ</a:t>
            </a:r>
          </a:p>
          <a:p>
            <a:pPr algn="l"/>
            <a:r>
              <a:rPr lang="pt-BR" sz="6000" dirty="0"/>
              <a:t>COM TEU CORPO E COM TEU SANGUE, Ó SENHOR JESUS!</a:t>
            </a:r>
          </a:p>
          <a:p>
            <a:pPr algn="l"/>
            <a:r>
              <a:rPr lang="pt-BR" sz="6000" dirty="0"/>
              <a:t>SOBRE OS NOSSOS ALTARES, VÍTIMA SEM PAR</a:t>
            </a:r>
          </a:p>
          <a:p>
            <a:pPr algn="l"/>
            <a:r>
              <a:rPr lang="pt-BR" sz="6000" dirty="0"/>
              <a:t>TEU DIVINO SACRIFÍCIO QUERES RENOVAR!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6739626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NO CALVÁRIO SE ESCONDIA TUA DIVINDADE</a:t>
            </a:r>
          </a:p>
          <a:p>
            <a:pPr algn="l"/>
            <a:r>
              <a:rPr lang="pt-BR" sz="6000" dirty="0"/>
              <a:t>MAS AQUI TAMBÉM SE ESCONDE TUA HUMANIDADE</a:t>
            </a:r>
          </a:p>
          <a:p>
            <a:pPr algn="l"/>
            <a:r>
              <a:rPr lang="pt-BR" sz="6000" dirty="0"/>
              <a:t>CREIO EM AMBAS E PEÇO, COMO O BOM LADRÃO</a:t>
            </a:r>
          </a:p>
          <a:p>
            <a:pPr algn="l"/>
            <a:r>
              <a:rPr lang="pt-BR" sz="6000" dirty="0"/>
              <a:t>NO TEU REINO, ETERNAMENTE, TUA SALVAÇÃO!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7564113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CREIO EM TI RESSUSCITADO, MAIS QUE SÃO TOMÉ</a:t>
            </a:r>
          </a:p>
          <a:p>
            <a:pPr algn="l"/>
            <a:r>
              <a:rPr lang="pt-BR" sz="6000" dirty="0"/>
              <a:t>MAS AUMENTA NA MINH'ALMA O PODER DA FÉ</a:t>
            </a:r>
          </a:p>
          <a:p>
            <a:pPr algn="l"/>
            <a:r>
              <a:rPr lang="pt-BR" sz="6000" dirty="0"/>
              <a:t>GUARDA A MINHA ESPERANÇA, CRESCE O MEU AMOR</a:t>
            </a:r>
          </a:p>
          <a:p>
            <a:pPr algn="l"/>
            <a:r>
              <a:rPr lang="pt-BR" sz="6000" dirty="0"/>
              <a:t>CREIO EM TI RESSUSCITADO, MEU DEUS E SENHOR!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24030974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01D91-66C2-A153-DAC2-4C38A09A1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04D19-1F05-12BC-76F2-5C2AFD4A2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A193BA-4B08-0EF7-D43B-34F9ABEF3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Ó JESUS, QUE NESTA VIDA PELA FÉ EU VEJO</a:t>
            </a:r>
          </a:p>
          <a:p>
            <a:pPr algn="l"/>
            <a:r>
              <a:rPr lang="pt-BR" sz="6000" dirty="0"/>
              <a:t>REALIZA, EU TE SUPLICO, ESTE MEU DESEJO</a:t>
            </a:r>
          </a:p>
          <a:p>
            <a:pPr algn="l"/>
            <a:r>
              <a:rPr lang="pt-BR" sz="6000" dirty="0"/>
              <a:t>VER-TE, ENFIM, FACE A FACE, MEU DIVINO AMIGO</a:t>
            </a:r>
          </a:p>
          <a:p>
            <a:pPr algn="l"/>
            <a:r>
              <a:rPr lang="pt-BR" sz="6000" dirty="0"/>
              <a:t>LÁ NO CÉU, ETERNAMENTE, SER FELIZ CONTIGO.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1033588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CD346-A028-2971-05A7-F23EA8079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344FC02-B2F4-98DD-365C-E813B62549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514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600" b="1" dirty="0"/>
              <a:t>O SENHOR FEZ EM MIM MARAVILHAS E SANTO É O SEU NOME, E SANTO</a:t>
            </a:r>
          </a:p>
          <a:p>
            <a:pPr algn="l"/>
            <a:r>
              <a:rPr lang="pt-BR" sz="12600" b="1" dirty="0"/>
              <a:t>É O SEU NOME! MAGNIFICAT! MAGNIFICAT!</a:t>
            </a:r>
          </a:p>
          <a:p>
            <a:pPr algn="l"/>
            <a:endParaRPr lang="pt-BR" sz="12600" dirty="0"/>
          </a:p>
          <a:p>
            <a:pPr algn="l"/>
            <a:r>
              <a:rPr lang="pt-BR" sz="12600" dirty="0"/>
              <a:t>1. GLORIFICA A MINHA ALMA AO SENHOR. DE ALEGRIA EU EXULTO EM DEUS.</a:t>
            </a:r>
          </a:p>
          <a:p>
            <a:pPr algn="l"/>
            <a:r>
              <a:rPr lang="pt-BR" sz="12600" dirty="0"/>
              <a:t>POIS SOBRE MIM QUIS DERRAMAR SEU AMOR. CANTO OS LOUVORES SEUS!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4DFD5-9340-5DD0-C147-7A68C78D1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16BEE-805A-2D10-D795-A841794A5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80DEC4-C0BE-B845-AA4F-0E9A2B124A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600" b="1" dirty="0"/>
              <a:t>O SENHOR FEZ EM MIM MARAVILHAS E SANTO É O SEU NOME, E SANTO</a:t>
            </a:r>
          </a:p>
          <a:p>
            <a:pPr algn="l"/>
            <a:r>
              <a:rPr lang="pt-BR" sz="12600" b="1" dirty="0"/>
              <a:t>É O SEU NOME! MAGNIFICAT! MAGNIFICAT!</a:t>
            </a:r>
          </a:p>
          <a:p>
            <a:pPr algn="l"/>
            <a:endParaRPr lang="pt-BR" sz="12600" dirty="0"/>
          </a:p>
          <a:p>
            <a:pPr algn="l"/>
            <a:r>
              <a:rPr lang="pt-BR" sz="12600" dirty="0"/>
              <a:t>DE SUA SERVA ELE VIU A POBREZA. E CHAMADA SEREI DE BENDITA. FELIZ</a:t>
            </a:r>
          </a:p>
          <a:p>
            <a:pPr algn="l"/>
            <a:r>
              <a:rPr lang="pt-BR" sz="12600" dirty="0"/>
              <a:t>EU SOU, AMADA PELO SENHOR. MEU DEUS E MEU SALVADOR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180206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F5000-F662-0468-EE68-AFF804ABA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464004-07F4-0BF1-8810-C3CEA3C6B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51A9C7-78C9-712E-4718-3A856EAF0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600" b="1" dirty="0"/>
              <a:t>O SENHOR FEZ EM MIM MARAVILHAS E SANTO É O SEU NOME, E SANTO</a:t>
            </a:r>
          </a:p>
          <a:p>
            <a:pPr algn="l"/>
            <a:r>
              <a:rPr lang="pt-BR" sz="12600" b="1" dirty="0"/>
              <a:t>É O SEU NOME! MAGNIFICAT! MAGNIFICAT!</a:t>
            </a:r>
          </a:p>
          <a:p>
            <a:pPr algn="l"/>
            <a:endParaRPr lang="pt-BR" sz="12600" dirty="0"/>
          </a:p>
          <a:p>
            <a:pPr algn="l"/>
            <a:r>
              <a:rPr lang="pt-BR" sz="12600" dirty="0"/>
              <a:t>SEU AMOR PARA SEMPRE SE ESTENDE. SOBRE TODOS AQUELES QUE O TEMEM.</a:t>
            </a:r>
          </a:p>
          <a:p>
            <a:pPr algn="l"/>
            <a:r>
              <a:rPr lang="pt-BR" sz="12600" dirty="0"/>
              <a:t>É COMPAIXÃO, MISERICÓRDIA SEM FIM. PARA COM O POVO SEU!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16724229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DA700-8E5B-51CE-43DC-E0E3DDD08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296146-E0C5-16DB-3499-BF43EDF21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1B1146-069D-9710-7FD7-3A7C89D0C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600" b="1" dirty="0"/>
              <a:t>O SENHOR FEZ EM MIM MARAVILHAS E SANTO É O SEU NOME, E SANTO</a:t>
            </a:r>
          </a:p>
          <a:p>
            <a:pPr algn="l"/>
            <a:r>
              <a:rPr lang="pt-BR" sz="12600" b="1" dirty="0"/>
              <a:t>É O SEU NOME! MAGNIFICAT! MAGNIFICAT!</a:t>
            </a:r>
          </a:p>
          <a:p>
            <a:pPr algn="l"/>
            <a:endParaRPr lang="pt-BR" sz="12600" dirty="0"/>
          </a:p>
          <a:p>
            <a:pPr algn="l"/>
            <a:r>
              <a:rPr lang="pt-BR" sz="12600" dirty="0"/>
              <a:t>MANIFESTA O PODER DO SEU BRAÇO. ORGULHOSOS, SOBERBOS, DISPERSA.</a:t>
            </a:r>
          </a:p>
          <a:p>
            <a:pPr algn="l"/>
            <a:r>
              <a:rPr lang="pt-BR" sz="12600" dirty="0"/>
              <a:t>DERRUBA OS MAUS, O HUMILDE ELEVA AOS CÉUS. SENHOR DA HISTÓRIA É DEUS!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7055571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BAF2B-B8FA-70ED-205F-1767E3BFC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3750A-8156-839E-E3D5-C605E1799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303ABE-1A34-A0F7-18E9-02CA5F55E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600" b="1" dirty="0"/>
              <a:t>O SENHOR FEZ EM MIM MARAVILHAS E SANTO É O SEU NOME, E SANTO</a:t>
            </a:r>
          </a:p>
          <a:p>
            <a:pPr algn="l"/>
            <a:r>
              <a:rPr lang="pt-BR" sz="12600" b="1" dirty="0"/>
              <a:t>É O SEU NOME! MAGNIFICAT! MAGNIFICAT!</a:t>
            </a:r>
          </a:p>
          <a:p>
            <a:pPr algn="l"/>
            <a:endParaRPr lang="pt-BR" sz="12600" dirty="0"/>
          </a:p>
          <a:p>
            <a:pPr algn="l"/>
            <a:r>
              <a:rPr lang="pt-BR" sz="12600" dirty="0"/>
              <a:t>DEUS SACIA DE BENS OS FAMINTOS. MAS DESPEDE OS RICOS SEM NADA</a:t>
            </a:r>
          </a:p>
          <a:p>
            <a:pPr algn="l"/>
            <a:r>
              <a:rPr lang="pt-BR" sz="12600" dirty="0"/>
              <a:t>DE CORAÇÃO ACOLHE O SEU SERVIDOR. FIEL AO SEU GRANDE AMOR!</a:t>
            </a:r>
          </a:p>
        </p:txBody>
      </p:sp>
    </p:spTree>
    <p:extLst>
      <p:ext uri="{BB962C8B-B14F-4D97-AF65-F5344CB8AC3E}">
        <p14:creationId xmlns:p14="http://schemas.microsoft.com/office/powerpoint/2010/main" val="31749145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C93A0-B77F-0B9B-EDC1-44FED1D61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704D5-49AB-7BF8-9197-A1D0B6F41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3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E4047C-CB85-55A3-5C8F-1EA19B15E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3" y="686788"/>
            <a:ext cx="11194472" cy="657299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600" b="1" dirty="0"/>
              <a:t>O SENHOR FEZ EM MIM MARAVILHAS E SANTO É O SEU NOME, E SANTO</a:t>
            </a:r>
          </a:p>
          <a:p>
            <a:pPr algn="l"/>
            <a:r>
              <a:rPr lang="pt-BR" sz="12600" b="1" dirty="0"/>
              <a:t>É O SEU NOME! MAGNIFICAT! MAGNIFICAT!</a:t>
            </a:r>
          </a:p>
          <a:p>
            <a:pPr algn="l"/>
            <a:endParaRPr lang="pt-BR" sz="12600" dirty="0"/>
          </a:p>
          <a:p>
            <a:pPr algn="l"/>
            <a:r>
              <a:rPr lang="pt-BR" sz="12600" dirty="0"/>
              <a:t>GLÓRIA AO DEUS DOS PEQUENOS E POBRES. QUE CONFIAM A ELE SUA VIDA.</a:t>
            </a:r>
          </a:p>
          <a:p>
            <a:pPr algn="l"/>
            <a:r>
              <a:rPr lang="pt-BR" sz="12600" dirty="0"/>
              <a:t>POIS CUMPRIRÁ SUA PROMESSA DE PAZ. POR TODAS AS GERAÇÕES!</a:t>
            </a:r>
          </a:p>
        </p:txBody>
      </p:sp>
    </p:spTree>
    <p:extLst>
      <p:ext uri="{BB962C8B-B14F-4D97-AF65-F5344CB8AC3E}">
        <p14:creationId xmlns:p14="http://schemas.microsoft.com/office/powerpoint/2010/main" val="26596321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8366</TotalTime>
  <Words>2190</Words>
  <Application>Microsoft Office PowerPoint</Application>
  <PresentationFormat>Widescreen</PresentationFormat>
  <Paragraphs>281</Paragraphs>
  <Slides>74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74</vt:i4>
      </vt:variant>
    </vt:vector>
  </HeadingPairs>
  <TitlesOfParts>
    <vt:vector size="81" baseType="lpstr">
      <vt:lpstr>-apple-system</vt:lpstr>
      <vt:lpstr>Arial</vt:lpstr>
      <vt:lpstr>Baskerville Old Face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VOCACIONAL</vt:lpstr>
      <vt:lpstr>CANTO VOCACIONAL</vt:lpstr>
      <vt:lpstr>CANTO VOCACIONAL</vt:lpstr>
      <vt:lpstr>CANTO VOCACIONAL</vt:lpstr>
      <vt:lpstr>CANTO VOCACIONAL</vt:lpstr>
      <vt:lpstr>CANTO VOCACIONAL</vt:lpstr>
      <vt:lpstr>Apresentação do PowerPoint</vt:lpstr>
      <vt:lpstr>ENTRADA DOS SANTOS ÓLEOS</vt:lpstr>
      <vt:lpstr>ENTRADA DOS SANTOS ÓLEOS</vt:lpstr>
      <vt:lpstr>ENTRADA DOS SANTOS ÓLEOS</vt:lpstr>
      <vt:lpstr>ENTRADA DOS SANTOS ÓLEOS</vt:lpstr>
      <vt:lpstr>ENTRADA DOS SANTOS ÓLEOS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PÓS-COMUNHÃO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65</cp:revision>
  <dcterms:created xsi:type="dcterms:W3CDTF">2023-05-06T17:01:55Z</dcterms:created>
  <dcterms:modified xsi:type="dcterms:W3CDTF">2026-03-20T03:43:49Z</dcterms:modified>
</cp:coreProperties>
</file>