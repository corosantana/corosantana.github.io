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41" r:id="rId4"/>
    <p:sldId id="547" r:id="rId5"/>
    <p:sldId id="543" r:id="rId6"/>
    <p:sldId id="548" r:id="rId7"/>
    <p:sldId id="549" r:id="rId8"/>
    <p:sldId id="550" r:id="rId9"/>
    <p:sldId id="551" r:id="rId10"/>
    <p:sldId id="552" r:id="rId11"/>
    <p:sldId id="258" r:id="rId12"/>
    <p:sldId id="259" r:id="rId13"/>
    <p:sldId id="531" r:id="rId14"/>
    <p:sldId id="264" r:id="rId15"/>
    <p:sldId id="553" r:id="rId16"/>
    <p:sldId id="554" r:id="rId17"/>
    <p:sldId id="556" r:id="rId18"/>
    <p:sldId id="557" r:id="rId19"/>
    <p:sldId id="558" r:id="rId20"/>
    <p:sldId id="559" r:id="rId21"/>
    <p:sldId id="577" r:id="rId22"/>
    <p:sldId id="555" r:id="rId23"/>
    <p:sldId id="265" r:id="rId24"/>
    <p:sldId id="266" r:id="rId25"/>
    <p:sldId id="267" r:id="rId26"/>
    <p:sldId id="271" r:id="rId27"/>
    <p:sldId id="562" r:id="rId28"/>
    <p:sldId id="563" r:id="rId29"/>
    <p:sldId id="564" r:id="rId30"/>
    <p:sldId id="565" r:id="rId31"/>
    <p:sldId id="566" r:id="rId32"/>
    <p:sldId id="567" r:id="rId33"/>
    <p:sldId id="568" r:id="rId34"/>
    <p:sldId id="578" r:id="rId35"/>
    <p:sldId id="438" r:id="rId36"/>
    <p:sldId id="269" r:id="rId37"/>
    <p:sldId id="524" r:id="rId38"/>
    <p:sldId id="570" r:id="rId39"/>
    <p:sldId id="525" r:id="rId40"/>
    <p:sldId id="571" r:id="rId41"/>
    <p:sldId id="535" r:id="rId42"/>
    <p:sldId id="572" r:id="rId43"/>
    <p:sldId id="292" r:id="rId44"/>
    <p:sldId id="275" r:id="rId45"/>
    <p:sldId id="363" r:id="rId46"/>
    <p:sldId id="361" r:id="rId47"/>
    <p:sldId id="362" r:id="rId48"/>
    <p:sldId id="358" r:id="rId49"/>
    <p:sldId id="573" r:id="rId50"/>
    <p:sldId id="574" r:id="rId51"/>
    <p:sldId id="575" r:id="rId52"/>
    <p:sldId id="576" r:id="rId53"/>
    <p:sldId id="428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1" autoAdjust="0"/>
    <p:restoredTop sz="93969" autoAdjust="0"/>
  </p:normalViewPr>
  <p:slideViewPr>
    <p:cSldViewPr snapToGrid="0">
      <p:cViewPr varScale="1">
        <p:scale>
          <a:sx n="107" d="100"/>
          <a:sy n="107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esus Christ with the twelve apostles. Christ (depicted wearing a white robe with a yellow sash), is kneeling before one of the apostles as He washes the feet of that apostle. The other eleven apostles are gathered around a table (having just completed the last supper). They are watching Christ. (John 13:1-20)">
            <a:extLst>
              <a:ext uri="{FF2B5EF4-FFF2-40B4-BE49-F238E27FC236}">
                <a16:creationId xmlns:a16="http://schemas.microsoft.com/office/drawing/2014/main" id="{3AF9ED9B-9800-CA56-58C5-89B10E29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20634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80" y="1631000"/>
            <a:ext cx="1167384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</a:rPr>
              <a:t>TRÍDUO PASCAL</a:t>
            </a:r>
          </a:p>
          <a:p>
            <a:pPr algn="ctr"/>
            <a:r>
              <a:rPr lang="pt-BR" sz="8800" b="1" dirty="0">
                <a:solidFill>
                  <a:schemeClr val="bg1"/>
                </a:solidFill>
              </a:rPr>
              <a:t>MISSA DA CEIA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dirty="0"/>
              <a:t>QUANTO A NÓS, DEVEMOS GLORIAR-NOS NA CRUZ</a:t>
            </a:r>
          </a:p>
          <a:p>
            <a:pPr algn="l"/>
            <a:r>
              <a:rPr lang="pt-BR" sz="7000" b="1" dirty="0"/>
              <a:t>DE NOSSO SENHOR JESUS CRISTO</a:t>
            </a:r>
          </a:p>
          <a:p>
            <a:pPr algn="l"/>
            <a:r>
              <a:rPr lang="pt-BR" sz="7000" b="1" dirty="0"/>
              <a:t>QUE É NOSSA SALVAÇÃO, NOSSA VIDA</a:t>
            </a:r>
          </a:p>
          <a:p>
            <a:pPr algn="l"/>
            <a:r>
              <a:rPr lang="pt-BR" sz="7000" b="1" dirty="0"/>
              <a:t>NOSSA ESPERANÇA DE RESSURREIÇÃO</a:t>
            </a:r>
          </a:p>
          <a:p>
            <a:pPr algn="l"/>
            <a:r>
              <a:rPr lang="pt-BR" sz="7000" b="1" dirty="0"/>
              <a:t>E PELO QUAL FOMOS SALVOS E LIBERTOS</a:t>
            </a:r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ESTA É A NOITE DA CEIA PASCAL</a:t>
            </a:r>
          </a:p>
          <a:p>
            <a:pPr algn="l"/>
            <a:r>
              <a:rPr lang="pt-BR" sz="6000" dirty="0"/>
              <a:t>A CEIA EM QUE O NOSSO CORDEIRO SE IMOLOU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234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dirty="0"/>
              <a:t>QUANTO A NÓS, DEVEMOS GLORIAR-NOS NA CRUZ</a:t>
            </a:r>
          </a:p>
          <a:p>
            <a:pPr algn="l"/>
            <a:r>
              <a:rPr lang="pt-BR" sz="7000" b="1" dirty="0"/>
              <a:t>DE NOSSO SENHOR JESUS CRISTO</a:t>
            </a:r>
          </a:p>
          <a:p>
            <a:pPr algn="l"/>
            <a:r>
              <a:rPr lang="pt-BR" sz="7000" b="1" dirty="0"/>
              <a:t>QUE É NOSSA SALVAÇÃO, NOSSA VIDA</a:t>
            </a:r>
          </a:p>
          <a:p>
            <a:pPr algn="l"/>
            <a:r>
              <a:rPr lang="pt-BR" sz="7000" b="1" dirty="0"/>
              <a:t>NOSSA ESPERANÇA DE RESSURREIÇÃO</a:t>
            </a:r>
          </a:p>
          <a:p>
            <a:pPr algn="l"/>
            <a:r>
              <a:rPr lang="pt-BR" sz="7000" b="1" dirty="0"/>
              <a:t>E PELO QUAL FOMOS SALVOS E LIBERTOS</a:t>
            </a:r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4486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ESTA É A NOITE DA CEIA DO AMOR</a:t>
            </a:r>
          </a:p>
          <a:p>
            <a:pPr algn="l"/>
            <a:r>
              <a:rPr lang="pt-BR" sz="6000" dirty="0"/>
              <a:t>A CEIA EM QUE JESUS POR NÓS SE ENTREGOU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74142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dirty="0"/>
              <a:t>QUANTO A NÓS, DEVEMOS GLORIARNOS NA CRUZ</a:t>
            </a:r>
          </a:p>
          <a:p>
            <a:pPr algn="l"/>
            <a:r>
              <a:rPr lang="pt-BR" sz="7000" b="1" dirty="0"/>
              <a:t>DE NOSSO SENHOR JESUS CRISTO</a:t>
            </a:r>
          </a:p>
          <a:p>
            <a:pPr algn="l"/>
            <a:r>
              <a:rPr lang="pt-BR" sz="7000" b="1" dirty="0"/>
              <a:t>QUE É NOSSA SALVAÇÃO, NOSSA VIDA</a:t>
            </a:r>
          </a:p>
          <a:p>
            <a:pPr algn="l"/>
            <a:r>
              <a:rPr lang="pt-BR" sz="7000" b="1" dirty="0"/>
              <a:t>NOSSA ESPERANÇA DE RESSURREIÇÃO</a:t>
            </a:r>
          </a:p>
          <a:p>
            <a:pPr algn="l"/>
            <a:r>
              <a:rPr lang="pt-BR" sz="7000" b="1" dirty="0"/>
              <a:t>E PELO QUAL FOMOS SALVOS E LIBERTOS</a:t>
            </a:r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54365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ESTA É A CEIA DA NOVA ALIANÇA</a:t>
            </a:r>
          </a:p>
          <a:p>
            <a:pPr algn="l"/>
            <a:r>
              <a:rPr lang="pt-BR" sz="6000" dirty="0"/>
              <a:t>A ALIANÇA CONFIRMADA NO SANGUE DO SENHOR</a:t>
            </a:r>
          </a:p>
        </p:txBody>
      </p:sp>
    </p:spTree>
    <p:extLst>
      <p:ext uri="{BB962C8B-B14F-4D97-AF65-F5344CB8AC3E}">
        <p14:creationId xmlns:p14="http://schemas.microsoft.com/office/powerpoint/2010/main" val="246178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dirty="0"/>
              <a:t>QUANTO A NÓS, DEVEMOS GLORIARNOS NA CRUZ</a:t>
            </a:r>
          </a:p>
          <a:p>
            <a:pPr algn="l"/>
            <a:r>
              <a:rPr lang="pt-BR" sz="7000" b="1" dirty="0"/>
              <a:t>DE NOSSO SENHOR JESUS CRISTO</a:t>
            </a:r>
          </a:p>
          <a:p>
            <a:pPr algn="l"/>
            <a:r>
              <a:rPr lang="pt-BR" sz="7000" b="1" dirty="0"/>
              <a:t>QUE É NOSSA SALVAÇÃO, NOSSA VIDA</a:t>
            </a:r>
          </a:p>
          <a:p>
            <a:pPr algn="l"/>
            <a:r>
              <a:rPr lang="pt-BR" sz="7000" b="1" dirty="0"/>
              <a:t>NOSSA ESPERANÇA DE RESSURREIÇÃO</a:t>
            </a:r>
          </a:p>
          <a:p>
            <a:pPr algn="l"/>
            <a:r>
              <a:rPr lang="pt-BR" sz="7000" b="1" dirty="0"/>
              <a:t>E PELO QUAL FOMOS SALVOS E LIBERTOS</a:t>
            </a:r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7120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ESTA É A CEIA DA NOVA ALIANÇA</a:t>
            </a:r>
          </a:p>
          <a:p>
            <a:pPr algn="l"/>
            <a:r>
              <a:rPr lang="pt-BR" sz="6000" dirty="0"/>
              <a:t>A ALIANÇA CONFIRMADA NO SANGUE DO SENHOR</a:t>
            </a:r>
          </a:p>
        </p:txBody>
      </p:sp>
    </p:spTree>
    <p:extLst>
      <p:ext uri="{BB962C8B-B14F-4D97-AF65-F5344CB8AC3E}">
        <p14:creationId xmlns:p14="http://schemas.microsoft.com/office/powerpoint/2010/main" val="3295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dirty="0"/>
              <a:t>QUANTO A NÓS, DEVEMOS GLORIARNOS NA CRUZ</a:t>
            </a:r>
          </a:p>
          <a:p>
            <a:pPr algn="l"/>
            <a:r>
              <a:rPr lang="pt-BR" sz="7000" b="1" dirty="0"/>
              <a:t>DE NOSSO SENHOR JESUS CRISTO</a:t>
            </a:r>
          </a:p>
          <a:p>
            <a:pPr algn="l"/>
            <a:r>
              <a:rPr lang="pt-BR" sz="7000" b="1" dirty="0"/>
              <a:t>QUE É NOSSA SALVAÇÃO, NOSSA VIDA</a:t>
            </a:r>
          </a:p>
          <a:p>
            <a:pPr algn="l"/>
            <a:r>
              <a:rPr lang="pt-BR" sz="7000" b="1" dirty="0"/>
              <a:t>NOSSA ESPERANÇA DE RESSURREIÇÃO</a:t>
            </a:r>
          </a:p>
          <a:p>
            <a:pPr algn="l"/>
            <a:r>
              <a:rPr lang="pt-BR" sz="7000" b="1" dirty="0"/>
              <a:t>E PELO QUAL FOMOS SALVOS E LIBERTOS</a:t>
            </a:r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83793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CONFESSO A DEUS TODO-PODEROSO E A VÓS, IRMÃOS E IRMÃS, QUE PEQUEI MUITAS VEZES POR PENSAMENTOS.</a:t>
            </a:r>
            <a:r>
              <a:rPr lang="pt-BR" sz="4400" b="1" dirty="0"/>
              <a:t> </a:t>
            </a:r>
            <a:r>
              <a:rPr lang="pt-BR" sz="6000" dirty="0"/>
              <a:t>PALAVRAS, ATOS E OMISSÕES, POR MINHA CULPA, MINHA CULPA, MINHA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E PEÇO À VIRGEM MARIA, AOS ANJOS E SANTOS E A VÓS, IRMÃOS E IRMÃS, QUE ROGUEIS POR MIM A DEUS, NOSSO SENHOR.</a:t>
            </a:r>
          </a:p>
          <a:p>
            <a:pPr algn="l"/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72785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92500"/>
          </a:bodyPr>
          <a:lstStyle/>
          <a:p>
            <a:pPr algn="l"/>
            <a:r>
              <a:rPr lang="nn-NO" sz="6000" dirty="0"/>
              <a:t>KYRIE ELEISON! KYRIE ELEISON! (BIS)</a:t>
            </a:r>
          </a:p>
          <a:p>
            <a:pPr algn="l"/>
            <a:endParaRPr lang="nn-NO" sz="6000" b="1" dirty="0"/>
          </a:p>
          <a:p>
            <a:pPr algn="l"/>
            <a:r>
              <a:rPr lang="fr-FR" sz="6000" dirty="0"/>
              <a:t>CHRISTE ELEISON! CHRISTE ELEISON! </a:t>
            </a:r>
            <a:r>
              <a:rPr lang="nn-NO" sz="6000" dirty="0"/>
              <a:t>(BIS)</a:t>
            </a:r>
          </a:p>
          <a:p>
            <a:pPr algn="l"/>
            <a:endParaRPr lang="fr-FR" sz="6000" dirty="0"/>
          </a:p>
          <a:p>
            <a:pPr algn="l"/>
            <a:r>
              <a:rPr lang="pt-BR" sz="6000" dirty="0"/>
              <a:t>KYRIE ELEISON! KYRIE ELEISON!</a:t>
            </a:r>
            <a:r>
              <a:rPr lang="nn-NO" sz="6000" dirty="0"/>
              <a:t> (BIS)</a:t>
            </a:r>
          </a:p>
          <a:p>
            <a:pPr algn="l"/>
            <a:r>
              <a:rPr lang="pt-BR" sz="6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1651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821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2A2A2A"/>
                </a:solidFill>
                <a:effectLst/>
              </a:rPr>
              <a:t>GLORIA IN EXCELSIS DEO ET IN TERRA PAX HOMINIBUS BONÆ VOLUNTATIS, BONÆ VOLUNTATIS!</a:t>
            </a:r>
          </a:p>
          <a:p>
            <a:pPr algn="l"/>
            <a:r>
              <a:rPr lang="pt-BR" sz="4400" dirty="0">
                <a:solidFill>
                  <a:srgbClr val="2A2A2A"/>
                </a:solidFill>
              </a:rPr>
              <a:t>TRADUÇÃO:</a:t>
            </a:r>
          </a:p>
          <a:p>
            <a:pPr algn="l"/>
            <a:r>
              <a:rPr lang="pt-BR" sz="4400" i="0" dirty="0">
                <a:solidFill>
                  <a:srgbClr val="2A2A2A"/>
                </a:solidFill>
                <a:effectLst/>
              </a:rPr>
              <a:t>GLÓRIA A DEUS NAS ALTURAS E PAZ NA TERRA AOS HOMENS POR ELE AMADOS, POR ELE AMADOS!</a:t>
            </a:r>
          </a:p>
        </p:txBody>
      </p:sp>
    </p:spTree>
    <p:extLst>
      <p:ext uri="{BB962C8B-B14F-4D97-AF65-F5344CB8AC3E}">
        <p14:creationId xmlns:p14="http://schemas.microsoft.com/office/powerpoint/2010/main" val="1574949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REI DOS CÉUS, DEUS PAI TODO PODEROSO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LOUVAMOS, NÓS VOS BENDIZEMOS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ADORAMOS, NÓS VOS GLORIFICAMOS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DAMOS GRAÇAS POR VOSSA IMENSA GLÓRIA</a:t>
            </a:r>
          </a:p>
          <a:p>
            <a:pPr algn="l"/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7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JESUS CRISTO, FILHO UNIGÊNITO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CORDEIRO DE DEUS, FILHO DE DEUS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1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08571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ACOLHEI A NOSSA SÚPLICA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ESTAIS À DIREITA DO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SOIS SANTO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SENHOR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ALTÍSSIMO, JESUS CRISTO!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COM O ESPÍRITO SANTO, NA GLÓRIA DE DEUS PAI</a:t>
            </a:r>
          </a:p>
        </p:txBody>
      </p:sp>
    </p:spTree>
    <p:extLst>
      <p:ext uri="{BB962C8B-B14F-4D97-AF65-F5344CB8AC3E}">
        <p14:creationId xmlns:p14="http://schemas.microsoft.com/office/powerpoint/2010/main" val="608069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1F79-8489-D335-64E7-343F81D2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A372F-D181-1348-DDCA-9BF6202DA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D27D26-E617-C6AC-7E27-CB0989315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2A2A2A"/>
                </a:solidFill>
                <a:effectLst/>
              </a:rPr>
              <a:t>GLORIA IN EXCELSIS DEO ET IN TERRA PAX HOMINIBUS BONÆ VOLUNTATIS, BONÆ VOLUNTATIS</a:t>
            </a:r>
            <a:r>
              <a:rPr lang="pt-BR" sz="6600" b="1" dirty="0">
                <a:solidFill>
                  <a:srgbClr val="2A2A2A"/>
                </a:solidFill>
              </a:rPr>
              <a:t>!</a:t>
            </a:r>
          </a:p>
          <a:p>
            <a:pPr algn="l"/>
            <a:r>
              <a:rPr lang="pt-BR" sz="6600" b="1" i="0" dirty="0">
                <a:solidFill>
                  <a:srgbClr val="2A2A2A"/>
                </a:solidFill>
                <a:effectLst/>
              </a:rPr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01390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486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O CÁLICE POR NÓS ABENÇOADO É A NOSSA COMUNHÃO COM O SANGUE DO SENHOR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GLÓRIA A VÓS, Ó CRISTO, VERBO DE DEUS</a:t>
            </a:r>
          </a:p>
          <a:p>
            <a:endParaRPr lang="pt-BR" sz="4800" b="1" dirty="0"/>
          </a:p>
          <a:p>
            <a:r>
              <a:rPr lang="pt-BR" sz="4800" dirty="0"/>
              <a:t>EU VOS DOU ESTE NOVO MANDAMENTO, NOVA ORDEM AGORA VOS DOU, QUE, TAMBÉM, VOS AMEIS UNS OS OUROS, COMO EU VOS AMEI, DIZ O SENHOR</a:t>
            </a:r>
          </a:p>
          <a:p>
            <a:endParaRPr lang="pt-BR" sz="4800" b="1" dirty="0"/>
          </a:p>
          <a:p>
            <a:r>
              <a:rPr lang="pt-BR" sz="4800" b="1" dirty="0"/>
              <a:t>GLÓRIA A VÓS, Ó CRISTO, VERBO DE DEUS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JESUS ERGUENDO-SE DA CEIA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JARRO E BACIA TOMOU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LAVOU OS PÉS DOS DISCÍPULOS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ESTE EXEMPLO NOS DEIXOU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AOS PÉS DE PEDRO INCLINOU-SE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Ó MESTRE, NÃO POR QUEM ÉS!</a:t>
            </a:r>
            <a:endParaRPr lang="pt-BR" sz="6000" dirty="0"/>
          </a:p>
          <a:p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956565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333333"/>
              </a:solidFill>
              <a:effectLst/>
            </a:endParaRPr>
          </a:p>
          <a:p>
            <a:pPr algn="l"/>
            <a:endParaRPr lang="pt-BR" sz="6000" b="1" dirty="0">
              <a:solidFill>
                <a:srgbClr val="333333"/>
              </a:solidFill>
            </a:endParaRP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NÃO TERÁS PARTE COMIGO</a:t>
            </a:r>
            <a:br>
              <a:rPr lang="pt-BR" sz="6000" dirty="0"/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SE NÃO LAVAR OS TEUS PÉS (2X)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4818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ÉS O SENHOR, TU ÉS O MESTRE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OS MEUS PÉS NÃO LAVARÁS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O QUE ORA FAÇO NÃO SABES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MAS DEPOIS COMPREENDERÁS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SE EU VOSSO MESTRE E SENHOR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VOSSOS PÉS HOJE LAVAREI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001519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333333"/>
              </a:solidFill>
              <a:effectLst/>
            </a:endParaRPr>
          </a:p>
          <a:p>
            <a:pPr algn="l"/>
            <a:endParaRPr lang="pt-BR" sz="6000" b="1" dirty="0">
              <a:solidFill>
                <a:srgbClr val="333333"/>
              </a:solidFill>
            </a:endParaRP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NÃO TERÁS PARTE COMIGO</a:t>
            </a:r>
            <a:br>
              <a:rPr lang="pt-BR" sz="6000" dirty="0"/>
            </a:br>
            <a:r>
              <a:rPr lang="pt-BR" sz="6000" b="1" i="0" dirty="0">
                <a:solidFill>
                  <a:srgbClr val="333333"/>
                </a:solidFill>
                <a:effectLst/>
              </a:rPr>
              <a:t>SE NÃO LAVAR OS TEUS PÉS (2X)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53856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ÉS O SENHOR, TU ÉS O MESTRE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OS MEUS PÉS NÃO LAVARÁS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O QUE ORA FAÇO NÃO SABES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MAS DEPOIS COMPREENDERÁS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SE EU VOSSO MESTRE E SENHOR</a:t>
            </a:r>
          </a:p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VOSSOS PÉS HOJE LAVAREI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572274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333333"/>
              </a:solidFill>
              <a:effectLst/>
            </a:endParaRPr>
          </a:p>
          <a:p>
            <a:pPr algn="l"/>
            <a:endParaRPr lang="pt-BR" sz="6000" b="1" dirty="0">
              <a:solidFill>
                <a:srgbClr val="333333"/>
              </a:solidFill>
            </a:endParaRP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LAVAI OS PÉS UNS DOS OUTROS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EIS A LIÇÃO QUE VOS DEI. (2X)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683663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EIS COMO IRÃO RECONHECER-VOS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COMO DISCÍPULOS MEUS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SE VOS AMEIS UNS AOS OUTROS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DISSE JESUS PARA OS SEUS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DOU-VOS NOVO MANDAMENTO</a:t>
            </a:r>
          </a:p>
          <a:p>
            <a:pPr algn="l"/>
            <a:r>
              <a:rPr lang="pt-BR" sz="5400" b="0" i="0" dirty="0">
                <a:solidFill>
                  <a:srgbClr val="333333"/>
                </a:solidFill>
                <a:effectLst/>
              </a:rPr>
              <a:t>DEIXO AO PARTIR NOVA LEI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36415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D37D-9565-02D7-46D5-44813B4F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7935DD1-18F2-6C1F-9CD3-45F0F4C1E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512619"/>
            <a:ext cx="10744200" cy="5389418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333333"/>
              </a:solidFill>
              <a:effectLst/>
            </a:endParaRPr>
          </a:p>
          <a:p>
            <a:pPr algn="l"/>
            <a:endParaRPr lang="pt-BR" sz="6000" b="1" dirty="0">
              <a:solidFill>
                <a:srgbClr val="333333"/>
              </a:solidFill>
            </a:endParaRP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LAVAI OS PÉS UNS DOS OUTROS</a:t>
            </a:r>
          </a:p>
          <a:p>
            <a:pPr algn="l"/>
            <a:r>
              <a:rPr lang="pt-BR" sz="6000" b="1" i="0" dirty="0">
                <a:solidFill>
                  <a:srgbClr val="333333"/>
                </a:solidFill>
                <a:effectLst/>
              </a:rPr>
              <a:t>EIS A LIÇÃO QUE VOS DEI. (2X)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58763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568035"/>
            <a:ext cx="10785764" cy="6262253"/>
          </a:xfrm>
        </p:spPr>
        <p:txBody>
          <a:bodyPr>
            <a:normAutofit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ONDE O AMOR E A CARIDADE, DEUS AÍ ESTÁ! (2X)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CONGREGOU-NOS NUM SÓ CORPO O AMOR DE CRISTO</a:t>
            </a:r>
          </a:p>
          <a:p>
            <a:pPr algn="l"/>
            <a:r>
              <a:rPr lang="pt-BR" sz="8800" dirty="0"/>
              <a:t>EXULTEMOS, POIS, E NELE JUBILEMOS.</a:t>
            </a:r>
          </a:p>
          <a:p>
            <a:pPr algn="l"/>
            <a:r>
              <a:rPr lang="pt-BR" sz="8800" dirty="0"/>
              <a:t>AO DEUS VIVO NÓS TEMAMOS, MAS AMEMOS.</a:t>
            </a:r>
          </a:p>
          <a:p>
            <a:pPr algn="l"/>
            <a:r>
              <a:rPr lang="pt-BR" sz="8800" dirty="0"/>
              <a:t>E, SINCEROS, UNS AOS OUTROS, NOS QUEIRAMOS.</a:t>
            </a:r>
          </a:p>
        </p:txBody>
      </p:sp>
    </p:spTree>
    <p:extLst>
      <p:ext uri="{BB962C8B-B14F-4D97-AF65-F5344CB8AC3E}">
        <p14:creationId xmlns:p14="http://schemas.microsoft.com/office/powerpoint/2010/main" val="2268825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588819"/>
            <a:ext cx="10785764" cy="6262253"/>
          </a:xfrm>
        </p:spPr>
        <p:txBody>
          <a:bodyPr>
            <a:normAutofit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ONDE O AMOR E A CARIDADE, DEUS AÍ ESTÁ! (2X)</a:t>
            </a:r>
          </a:p>
        </p:txBody>
      </p:sp>
    </p:spTree>
    <p:extLst>
      <p:ext uri="{BB962C8B-B14F-4D97-AF65-F5344CB8AC3E}">
        <p14:creationId xmlns:p14="http://schemas.microsoft.com/office/powerpoint/2010/main" val="2260858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7433-9DB4-2811-6E54-CED948B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4CE9-0498-8ECA-7724-C1A3D597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A5D66-F48F-C7D2-CDC8-D6F313A8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TODOS JUNTOS, NUM SÓ CORPO CONGREGADOS:</a:t>
            </a:r>
          </a:p>
          <a:p>
            <a:pPr algn="l"/>
            <a:r>
              <a:rPr lang="pt-BR" sz="8800" dirty="0"/>
              <a:t>PELA MENTE NÃO SEJAMOS SEPARADOS!</a:t>
            </a:r>
          </a:p>
          <a:p>
            <a:pPr algn="l"/>
            <a:r>
              <a:rPr lang="pt-BR" sz="8800" dirty="0"/>
              <a:t>CESSEM LUTAS, CESSEM RIXAS, DISSENSÕES,</a:t>
            </a:r>
          </a:p>
          <a:p>
            <a:pPr algn="l"/>
            <a:r>
              <a:rPr lang="pt-BR" sz="8800" dirty="0"/>
              <a:t>MAS ESTEJA EM NOSSO MEIO CRISTO DEUS!</a:t>
            </a:r>
          </a:p>
        </p:txBody>
      </p:sp>
    </p:spTree>
    <p:extLst>
      <p:ext uri="{BB962C8B-B14F-4D97-AF65-F5344CB8AC3E}">
        <p14:creationId xmlns:p14="http://schemas.microsoft.com/office/powerpoint/2010/main" val="531200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588819"/>
            <a:ext cx="10785764" cy="6262253"/>
          </a:xfrm>
        </p:spPr>
        <p:txBody>
          <a:bodyPr>
            <a:normAutofit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ONDE O AMOR E A CARIDADE, DEUS AÍ ESTÁ! (2X)</a:t>
            </a:r>
          </a:p>
        </p:txBody>
      </p:sp>
    </p:spTree>
    <p:extLst>
      <p:ext uri="{BB962C8B-B14F-4D97-AF65-F5344CB8AC3E}">
        <p14:creationId xmlns:p14="http://schemas.microsoft.com/office/powerpoint/2010/main" val="3263336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7433-9DB4-2811-6E54-CED948B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4CE9-0498-8ECA-7724-C1A3D597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A5D66-F48F-C7D2-CDC8-D6F313A8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JUNTO UM DIA, COM OS ELEITOS, NÓS VEJAMOS</a:t>
            </a:r>
          </a:p>
          <a:p>
            <a:pPr algn="l"/>
            <a:r>
              <a:rPr lang="pt-BR" sz="8800" dirty="0"/>
              <a:t>TUA FACE GLORIOSA, CRISTO DEUS:</a:t>
            </a:r>
          </a:p>
          <a:p>
            <a:pPr algn="l"/>
            <a:r>
              <a:rPr lang="pt-BR" sz="8800" dirty="0"/>
              <a:t>GÁUDIO PURO, QUE É IMENSO E AINDA VEM,</a:t>
            </a:r>
          </a:p>
          <a:p>
            <a:pPr algn="l"/>
            <a:r>
              <a:rPr lang="pt-BR" sz="8800" dirty="0"/>
              <a:t>PELOS SÉCULOS DOS SÉCULOS. AMÉM.</a:t>
            </a:r>
          </a:p>
        </p:txBody>
      </p:sp>
    </p:spTree>
    <p:extLst>
      <p:ext uri="{BB962C8B-B14F-4D97-AF65-F5344CB8AC3E}">
        <p14:creationId xmlns:p14="http://schemas.microsoft.com/office/powerpoint/2010/main" val="2402403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588819"/>
            <a:ext cx="10785764" cy="6262253"/>
          </a:xfrm>
        </p:spPr>
        <p:txBody>
          <a:bodyPr>
            <a:normAutofit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b="1" dirty="0"/>
              <a:t>ONDE O AMOR E A CARIDADE, DEUS AÍ ESTÁ! (2X)</a:t>
            </a:r>
          </a:p>
        </p:txBody>
      </p:sp>
    </p:spTree>
    <p:extLst>
      <p:ext uri="{BB962C8B-B14F-4D97-AF65-F5344CB8AC3E}">
        <p14:creationId xmlns:p14="http://schemas.microsoft.com/office/powerpoint/2010/main" val="5772519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ALTURAS! HOSANA NAS ALTURAS!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endParaRPr lang="pt-BR" sz="8000" dirty="0"/>
          </a:p>
          <a:p>
            <a:pPr algn="just"/>
            <a:r>
              <a:rPr lang="pt-BR" sz="8000" b="1" dirty="0"/>
              <a:t>HOSANA NAS ALTURAS! HOSANA NAS ALTURAS!</a:t>
            </a:r>
            <a:endParaRPr lang="pt-BR" sz="8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EU QUIS COMER ESTA CEIA AGORA</a:t>
            </a:r>
          </a:p>
          <a:p>
            <a:pPr algn="l"/>
            <a:r>
              <a:rPr lang="pt-BR" sz="6500" dirty="0"/>
              <a:t>POIS VOU MORRER, JÁ CHEGOU MINHA HORA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TOMAI, COMEI, É MEU CORPO E MEU SANGUE QUE DOU</a:t>
            </a:r>
          </a:p>
          <a:p>
            <a:pPr algn="l"/>
            <a:r>
              <a:rPr lang="pt-BR" sz="6000" b="1" dirty="0"/>
              <a:t>VIVEI NO AMOR!</a:t>
            </a:r>
          </a:p>
          <a:p>
            <a:pPr algn="l"/>
            <a:r>
              <a:rPr lang="pt-BR" sz="6000" b="1" dirty="0"/>
              <a:t>EU VOU PREPARAR A CEIA NA CASA DO PAI (2X)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COMEI O PÃO, É MEU CORPO IMOLADO </a:t>
            </a:r>
          </a:p>
          <a:p>
            <a:pPr algn="l"/>
            <a:r>
              <a:rPr lang="pt-BR" sz="6500" dirty="0"/>
              <a:t>POR VÓS, PERDÃO PARA TODO PECADO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503569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TOMAI, COMEI, É MEU CORPO E MEU SANGUE QUE DOU</a:t>
            </a:r>
          </a:p>
          <a:p>
            <a:pPr algn="l"/>
            <a:r>
              <a:rPr lang="pt-BR" sz="6000" b="1" dirty="0"/>
              <a:t>VIVEI NO AMOR!</a:t>
            </a:r>
          </a:p>
          <a:p>
            <a:pPr algn="l"/>
            <a:r>
              <a:rPr lang="pt-BR" sz="6000" b="1" dirty="0"/>
              <a:t>EU VOU PREPARAR A CEIA NA CASA DO PAI (2X)</a:t>
            </a:r>
          </a:p>
        </p:txBody>
      </p:sp>
    </p:spTree>
    <p:extLst>
      <p:ext uri="{BB962C8B-B14F-4D97-AF65-F5344CB8AC3E}">
        <p14:creationId xmlns:p14="http://schemas.microsoft.com/office/powerpoint/2010/main" val="1862790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500" dirty="0"/>
              <a:t>E VAI NASCER DO MEU SANGUE A ESPERANÇA</a:t>
            </a:r>
          </a:p>
          <a:p>
            <a:pPr algn="l"/>
            <a:r>
              <a:rPr lang="pt-BR" sz="6500" dirty="0"/>
              <a:t>O AMOR, A PAZ, UMA NOVA ALIANÇA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79993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TOMAI, COMEI, É MEU CORPO E MEU SANGUE QUE DOU</a:t>
            </a:r>
          </a:p>
          <a:p>
            <a:pPr algn="l"/>
            <a:r>
              <a:rPr lang="pt-BR" sz="6000" b="1" dirty="0"/>
              <a:t>VIVEI NO AMOR!</a:t>
            </a:r>
          </a:p>
          <a:p>
            <a:pPr algn="l"/>
            <a:r>
              <a:rPr lang="pt-BR" sz="6000" b="1" dirty="0"/>
              <a:t>EU VOU PREPARAR A CEIA NA CASA DO PAI (2X)</a:t>
            </a:r>
          </a:p>
        </p:txBody>
      </p:sp>
    </p:spTree>
    <p:extLst>
      <p:ext uri="{BB962C8B-B14F-4D97-AF65-F5344CB8AC3E}">
        <p14:creationId xmlns:p14="http://schemas.microsoft.com/office/powerpoint/2010/main" val="3870211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18620</TotalTime>
  <Words>1131</Words>
  <Application>Microsoft Office PowerPoint</Application>
  <PresentationFormat>Widescreen</PresentationFormat>
  <Paragraphs>182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Apresentação do PowerPoint</vt:lpstr>
      <vt:lpstr>Apresentação do PowerPoint</vt:lpstr>
      <vt:lpstr>GLÓRIA</vt:lpstr>
      <vt:lpstr>GLÓRIA</vt:lpstr>
      <vt:lpstr>GLÓRIA</vt:lpstr>
      <vt:lpstr>GLÓRIA</vt:lpstr>
      <vt:lpstr>GLÓRIA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59</cp:revision>
  <dcterms:created xsi:type="dcterms:W3CDTF">2023-05-06T17:01:55Z</dcterms:created>
  <dcterms:modified xsi:type="dcterms:W3CDTF">2026-04-02T19:17:35Z</dcterms:modified>
</cp:coreProperties>
</file>