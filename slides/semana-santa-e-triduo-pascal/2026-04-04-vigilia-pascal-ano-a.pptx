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258" r:id="rId13"/>
    <p:sldId id="415" r:id="rId14"/>
    <p:sldId id="416" r:id="rId15"/>
    <p:sldId id="417" r:id="rId16"/>
    <p:sldId id="419" r:id="rId17"/>
    <p:sldId id="418" r:id="rId18"/>
    <p:sldId id="420" r:id="rId19"/>
    <p:sldId id="421" r:id="rId20"/>
    <p:sldId id="422" r:id="rId21"/>
    <p:sldId id="261" r:id="rId22"/>
    <p:sldId id="338" r:id="rId23"/>
    <p:sldId id="339" r:id="rId24"/>
    <p:sldId id="340" r:id="rId25"/>
    <p:sldId id="377" r:id="rId26"/>
    <p:sldId id="264" r:id="rId27"/>
    <p:sldId id="265" r:id="rId28"/>
    <p:sldId id="266" r:id="rId29"/>
    <p:sldId id="267" r:id="rId30"/>
    <p:sldId id="423" r:id="rId31"/>
    <p:sldId id="424" r:id="rId32"/>
    <p:sldId id="425" r:id="rId33"/>
    <p:sldId id="426" r:id="rId34"/>
    <p:sldId id="427" r:id="rId35"/>
    <p:sldId id="428" r:id="rId36"/>
    <p:sldId id="429" r:id="rId37"/>
    <p:sldId id="430" r:id="rId38"/>
    <p:sldId id="271" r:id="rId39"/>
    <p:sldId id="435" r:id="rId40"/>
    <p:sldId id="432" r:id="rId41"/>
    <p:sldId id="269" r:id="rId42"/>
    <p:sldId id="376" r:id="rId43"/>
    <p:sldId id="454" r:id="rId44"/>
    <p:sldId id="391" r:id="rId45"/>
    <p:sldId id="455" r:id="rId46"/>
    <p:sldId id="392" r:id="rId47"/>
    <p:sldId id="456" r:id="rId48"/>
    <p:sldId id="440" r:id="rId49"/>
    <p:sldId id="457" r:id="rId50"/>
    <p:sldId id="292" r:id="rId51"/>
    <p:sldId id="436" r:id="rId52"/>
    <p:sldId id="438" r:id="rId53"/>
    <p:sldId id="466" r:id="rId54"/>
    <p:sldId id="468" r:id="rId55"/>
    <p:sldId id="361" r:id="rId56"/>
    <p:sldId id="362" r:id="rId57"/>
    <p:sldId id="399" r:id="rId58"/>
    <p:sldId id="441" r:id="rId59"/>
    <p:sldId id="400" r:id="rId60"/>
    <p:sldId id="442" r:id="rId61"/>
    <p:sldId id="401" r:id="rId62"/>
    <p:sldId id="443" r:id="rId63"/>
    <p:sldId id="402" r:id="rId64"/>
    <p:sldId id="444" r:id="rId65"/>
    <p:sldId id="403" r:id="rId66"/>
    <p:sldId id="445" r:id="rId67"/>
    <p:sldId id="446" r:id="rId68"/>
    <p:sldId id="277" r:id="rId69"/>
    <p:sldId id="469" r:id="rId70"/>
    <p:sldId id="470" r:id="rId71"/>
    <p:sldId id="471" r:id="rId72"/>
    <p:sldId id="404" r:id="rId73"/>
    <p:sldId id="337" r:id="rId74"/>
    <p:sldId id="374" r:id="rId75"/>
    <p:sldId id="450" r:id="rId76"/>
    <p:sldId id="451" r:id="rId77"/>
    <p:sldId id="452" r:id="rId78"/>
    <p:sldId id="453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2651E4-C3EC-6A11-85DE-2C0D7578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8" y="-1"/>
            <a:ext cx="12141361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1"/>
            <a:ext cx="12141362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73431" y="2497975"/>
            <a:ext cx="97945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VIGÍLIA PASCAL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EXULTE O CÉU E OS ANJOS TRIUNFANTES,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MENSAGEIROS DE DEUS DESÇAM CANTANDO...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FAÇAM SOAR TROMBETAS FULGURANTES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À VITÓRIA DE UM REI ANUNCIANDO.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ALEGRE-SE TAMBÉM A TERRA AMIGA,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EM MEIO A TANTAS LUZES RESPLANDECE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 VENDO DISSIPAR-SE A TREVA ANTIGA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AO SOM DO ETERNO REI BRILHA E SE AQUECE.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A MÃE IGREJA ALEGRE-SE IGUALMENTE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ERGUENDO AS VELAS DESSE FOGO NOVO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 ESCUTE, REBOANDO DE REPENTE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O JÚBILO CANTADO PELO POVO.</a:t>
            </a:r>
          </a:p>
        </p:txBody>
      </p:sp>
    </p:spTree>
    <p:extLst>
      <p:ext uri="{BB962C8B-B14F-4D97-AF65-F5344CB8AC3E}">
        <p14:creationId xmlns:p14="http://schemas.microsoft.com/office/powerpoint/2010/main" val="30669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chemeClr val="bg1"/>
                </a:solidFill>
                <a:effectLst/>
                <a:latin typeface="-apple-system"/>
              </a:rPr>
              <a:t>C. O SENHOR ESTEJA CONVOSCO.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T. ELE ESTÁ NO MEIO DE NÓS.</a:t>
            </a:r>
          </a:p>
          <a:p>
            <a:pPr algn="l"/>
            <a:r>
              <a:rPr lang="pt-BR" sz="6000" i="0" dirty="0">
                <a:solidFill>
                  <a:schemeClr val="bg1"/>
                </a:solidFill>
                <a:effectLst/>
                <a:latin typeface="-apple-system"/>
              </a:rPr>
              <a:t>C. CORAÇÕES AO ALTO</a:t>
            </a:r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T. O NOSSO CORAÇÃO ESTÁ EM DEUS.</a:t>
            </a:r>
          </a:p>
          <a:p>
            <a:pPr algn="l"/>
            <a:r>
              <a:rPr lang="pt-BR" sz="6000" i="0" dirty="0">
                <a:solidFill>
                  <a:schemeClr val="bg1"/>
                </a:solidFill>
                <a:effectLst/>
                <a:latin typeface="-apple-system"/>
              </a:rPr>
              <a:t>C. DEMOS GRAÇAS AO SENHOR NOSSO DEUS.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T. É NOSSO DEVER E NOSSA SALVAÇÃO.</a:t>
            </a:r>
          </a:p>
        </p:txBody>
      </p:sp>
    </p:spTree>
    <p:extLst>
      <p:ext uri="{BB962C8B-B14F-4D97-AF65-F5344CB8AC3E}">
        <p14:creationId xmlns:p14="http://schemas.microsoft.com/office/powerpoint/2010/main" val="329696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SIM, VERDADEIRAMENTE É BOM E JUSTO 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CANTAR AO PAI DE TODO O CORAÇÃO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 CELEBRAR SEU FILHO JESUS CRISTO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TORNADO PARA NÓS O NOVO ADÃO.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FOI ELE QUEM PAGOU DO OUTRO A CULPA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QUANDO POR NÓS A MORTE SE ENTREGOU: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PARA PAGAR O ANTIGO DOCUMENTO,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NA CRUZ TODO O SEU SANGUE DERRAMOU.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02820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POIS EIS AGORA A PÁSCOA, NOSSA FESTA,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EM QUE O REAL CORDEIRO SE IMOLOU: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MARCANDO NOSSAS PORTAS, NOSSAS ALMAS,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COM SEU DIVINO SANGUE NOS SALVOU.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ESTA É, SENHOR, A NOITE EM QUE O EGITO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RETIRASTES OS FILHOS DE ISRAEL,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TRANSPONDO O MAR VERMELHO A PÉ ENXUTO,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RUMO A TERRA ONDE CORREM LEITE E MEL.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827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NOITE EM QUE A COLUNA LUMINOSA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AS TREVAS DO PECADO DISSIPOU,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 AOS QUE CRÊEM NO CRISTO EM TODA A TERRA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EM NOVO POVO ELEITO CONGREGOU!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NOITE EM QUE JESUS ROMPEU O INFERNO,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AO RESSURGIR DA MORTE VENCEDOR: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DE QUE NOS VALERIA TER NASCIDO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SE NÃO NOS RESGATASSE EM SEU AMOR.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01064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DEUS, QUÃO ESTUPENDA CARIDADE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VEMOS NO VOSSO GESTO FULGURAR: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NÃO HESITAIS EM DAR O PRÓPRIO FILHO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PARA A CULPA DOS SERVOS RESGATAR.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PECADO DE ADÃO INDISPENSÁVEL,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POIS CRISTO O DISSOLVE EM SEU AMOR;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CULPA TÃO FELIZ, QUE HÁ MERECIDO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 GRAÇA DE UM TÃO GRANDE REDENTOR!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35068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POIS ESTA NOITE LAVA TODO O CRIME,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LIBERTA O PECADOR DOS SEUS GRILHÕES;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DISSIPA O ÓDIO E DOBRA OS PODEROSOS,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ENCHE DE LUZ E PAZ OS CORAÇÕES.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Ó NOITE DE ALEGRIA VERDADEIRA,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PROSTRA O FARAÓ E ERGUE OS HEBREUS,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UNE DE NOVO AO CÉU A TERRA INTEIRA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PONDO DA TREVA HUMANA A LUZ DE DEUS.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54052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NA GRAÇA DESTA NOITE O VOSSO POVO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ACENDE UM SACRIFÍCIO DE LOUVOR;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ACOLHEI, Ó PAI SANTO, O FOGO NOVO: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NÃO PERDE, AO DIVIDIR-SE, O SEU FULGOR.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CERA VIRGEM DE ABELHA GENEROSA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AO CRISTO RESSURGIDO TROUXE A LUZ: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EIS DE NOVO A COLUNA LUMINOSA,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O VOSSO POVO PARA O CÉU CONDUZ.</a:t>
            </a:r>
          </a:p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!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65821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PRECÔNIO PASCAL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O CÍRIO QUE ACENDEU AS NOSSAS VELAS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POSSA ESTA NOITE TODA FULGURAR;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MISTURE SUA LUZ À DAS ESTRELAS,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CINTILE QUANDO O DIA DESPONTAR.</a:t>
            </a:r>
          </a:p>
          <a:p>
            <a:pPr algn="l"/>
            <a:endParaRPr lang="pt-BR" sz="60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ELE POSSA AGRADAR-VOS COMO O FILHO,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QUE TRIUNFOU DA MORTE E VENCE O MAL: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DEUS, QUE A TODOS ACENDE NO SEU BRILHO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E UM DIA VOLTARÁ, SOL TRIUNFAL.</a:t>
            </a:r>
          </a:p>
          <a:p>
            <a:pPr algn="l"/>
            <a:r>
              <a:rPr lang="pt-BR" sz="6000" b="1" i="0" dirty="0">
                <a:solidFill>
                  <a:schemeClr val="bg1"/>
                </a:solidFill>
                <a:effectLst/>
                <a:latin typeface="-apple-system"/>
              </a:rPr>
              <a:t>AMÉM! AMÉM! AMÉM! AMÉM! AAAAMÉM!</a:t>
            </a:r>
          </a:p>
        </p:txBody>
      </p:sp>
    </p:spTree>
    <p:extLst>
      <p:ext uri="{BB962C8B-B14F-4D97-AF65-F5344CB8AC3E}">
        <p14:creationId xmlns:p14="http://schemas.microsoft.com/office/powerpoint/2010/main" val="122249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1067" y="2619022"/>
            <a:ext cx="8353777" cy="1862667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i="0" dirty="0">
                <a:solidFill>
                  <a:schemeClr val="bg1"/>
                </a:solidFill>
                <a:effectLst/>
                <a:latin typeface="-apple-system"/>
              </a:rPr>
              <a:t>ENVIAI O VOSSO ESPÍRITO, SENHOR, E DA TERRA TODA A FACE RENOVAI</a:t>
            </a:r>
          </a:p>
        </p:txBody>
      </p:sp>
    </p:spTree>
    <p:extLst>
      <p:ext uri="{BB962C8B-B14F-4D97-AF65-F5344CB8AC3E}">
        <p14:creationId xmlns:p14="http://schemas.microsoft.com/office/powerpoint/2010/main" val="18285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084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6531" y="2887133"/>
            <a:ext cx="8060269" cy="1481667"/>
          </a:xfrm>
        </p:spPr>
        <p:txBody>
          <a:bodyPr>
            <a:normAutofit/>
          </a:bodyPr>
          <a:lstStyle/>
          <a:p>
            <a:r>
              <a:rPr lang="pt-BR" sz="4800" b="1" i="0" dirty="0">
                <a:solidFill>
                  <a:schemeClr val="bg1"/>
                </a:solidFill>
                <a:effectLst/>
                <a:latin typeface="-apple-system"/>
              </a:rPr>
              <a:t>CANTEMOS AO SENHOR QUE FEZ BRILHAR A SUA GLÓRIA!</a:t>
            </a:r>
          </a:p>
        </p:txBody>
      </p:sp>
    </p:spTree>
    <p:extLst>
      <p:ext uri="{BB962C8B-B14F-4D97-AF65-F5344CB8AC3E}">
        <p14:creationId xmlns:p14="http://schemas.microsoft.com/office/powerpoint/2010/main" val="1676101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08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6531" y="2887133"/>
            <a:ext cx="7834489" cy="1083733"/>
          </a:xfrm>
        </p:spPr>
        <p:txBody>
          <a:bodyPr>
            <a:normAutofit fontScale="92500" lnSpcReduction="20000"/>
          </a:bodyPr>
          <a:lstStyle/>
          <a:p>
            <a:r>
              <a:rPr lang="pt-BR" sz="4800" b="1" i="0" dirty="0">
                <a:solidFill>
                  <a:schemeClr val="bg1"/>
                </a:solidFill>
                <a:effectLst/>
                <a:latin typeface="-apple-system"/>
              </a:rPr>
              <a:t>COM ALEGRIA BEBEREIS DO MANANCIAL DA SALVAÇÃO</a:t>
            </a:r>
          </a:p>
        </p:txBody>
      </p:sp>
    </p:spTree>
    <p:extLst>
      <p:ext uri="{BB962C8B-B14F-4D97-AF65-F5344CB8AC3E}">
        <p14:creationId xmlns:p14="http://schemas.microsoft.com/office/powerpoint/2010/main" val="3347658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93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3A76B7D-AEEE-3526-224E-E4DB771793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7022" y="2667000"/>
            <a:ext cx="8477956" cy="1524000"/>
          </a:xfrm>
        </p:spPr>
        <p:txBody>
          <a:bodyPr>
            <a:normAutofit/>
          </a:bodyPr>
          <a:lstStyle/>
          <a:p>
            <a:r>
              <a:rPr lang="pt-BR" sz="4800" b="1" i="0" dirty="0">
                <a:solidFill>
                  <a:schemeClr val="bg1"/>
                </a:solidFill>
                <a:effectLst/>
                <a:latin typeface="-apple-system"/>
              </a:rPr>
              <a:t>A MINH’ALMA TEM SEDE DE DEUS.</a:t>
            </a:r>
          </a:p>
        </p:txBody>
      </p:sp>
    </p:spTree>
    <p:extLst>
      <p:ext uri="{BB962C8B-B14F-4D97-AF65-F5344CB8AC3E}">
        <p14:creationId xmlns:p14="http://schemas.microsoft.com/office/powerpoint/2010/main" val="2335790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63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b="1" dirty="0"/>
              <a:t>GLÓRIA A DEUS NAS ALTURAS </a:t>
            </a:r>
          </a:p>
          <a:p>
            <a:pPr algn="just"/>
            <a:r>
              <a:rPr lang="pt-BR" sz="6000" dirty="0"/>
              <a:t>GLÓRIA A DEUS NAS ALTURAS 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b="1" dirty="0"/>
              <a:t>NÓS VOS LOUVAMOS, </a:t>
            </a:r>
            <a:r>
              <a:rPr lang="pt-BR" sz="11000" dirty="0"/>
              <a:t>NÓS VOS BENDIZEMOS</a:t>
            </a:r>
          </a:p>
          <a:p>
            <a:pPr algn="just"/>
            <a:r>
              <a:rPr lang="pt-BR" sz="11000" b="1" dirty="0"/>
              <a:t>NÓS VOS ADORAMOS</a:t>
            </a:r>
            <a:r>
              <a:rPr lang="pt-BR" sz="11000" dirty="0"/>
              <a:t>, NÓS VOS GLORIFICAMOS</a:t>
            </a:r>
          </a:p>
          <a:p>
            <a:pPr algn="just"/>
            <a:r>
              <a:rPr lang="pt-BR" sz="11000" b="1" i="1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</a:t>
            </a:r>
            <a:r>
              <a:rPr lang="pt-BR" sz="5400" b="1" i="1" dirty="0"/>
              <a:t>FILHO DE DEUS PAI</a:t>
            </a:r>
          </a:p>
          <a:p>
            <a:pPr algn="l"/>
            <a:r>
              <a:rPr lang="pt-BR" sz="5400" b="1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b="1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b="1" dirty="0"/>
              <a:t>VÓS QUE ESTAIS À DIREITA DO PAI, </a:t>
            </a:r>
          </a:p>
          <a:p>
            <a:pPr algn="just"/>
            <a:r>
              <a:rPr lang="pt-BR" sz="12300" dirty="0"/>
              <a:t>TENDE PIEDADE DE NÓS.</a:t>
            </a:r>
          </a:p>
          <a:p>
            <a:pPr algn="just"/>
            <a:r>
              <a:rPr lang="pt-BR" sz="12300" b="1" i="1" dirty="0"/>
              <a:t>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i="1" dirty="0"/>
              <a:t>SÓ VÓS SOIS SANTO, SÓ VÓS O SENHOR, SÓ VÓS O ALTÍSSIMO, JESUS CRISTO, COM O ESPÍRITO SANTO NA GLÓRIA DE DEUS PAI. </a:t>
            </a:r>
          </a:p>
          <a:p>
            <a:pPr algn="l"/>
            <a:r>
              <a:rPr lang="pt-BR" sz="7200" b="1" i="1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74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ALELUIA, ALELUIA, ALELUIA, ALELUIA.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2045598"/>
            <a:ext cx="10744200" cy="2766803"/>
          </a:xfrm>
        </p:spPr>
        <p:txBody>
          <a:bodyPr>
            <a:normAutofit/>
          </a:bodyPr>
          <a:lstStyle/>
          <a:p>
            <a:r>
              <a:rPr lang="pt-BR" sz="5400" dirty="0"/>
              <a:t>KYRIE ELEISON</a:t>
            </a:r>
            <a:r>
              <a:rPr lang="pt-BR" sz="5400" b="1" dirty="0"/>
              <a:t>, KYRIE ELEISON</a:t>
            </a:r>
          </a:p>
          <a:p>
            <a:r>
              <a:rPr lang="pt-BR" sz="5400" dirty="0"/>
              <a:t>CHRISTE ELEISON</a:t>
            </a:r>
            <a:r>
              <a:rPr lang="pt-BR" sz="5400" b="1" dirty="0"/>
              <a:t>, CHRISTE ELEISON</a:t>
            </a:r>
          </a:p>
          <a:p>
            <a:r>
              <a:rPr lang="pt-BR" sz="5400" dirty="0"/>
              <a:t>KYRIE ELEISON</a:t>
            </a:r>
            <a:r>
              <a:rPr lang="pt-BR" sz="5400" b="1" dirty="0"/>
              <a:t>, KYRIE ELEISON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93631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 MARIA, MÃE DE DEUS,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MIGUEL,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SANTOS ANJOS DE DEUS,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JOÃO BATISTA,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JOSÉ,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PEDRO E SÃO PAULO,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88569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82342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127863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 ANDRÉ,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JOÃO,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 MARIA MADALENA,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 ESTÊVÃO,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 INÁCIO DE ANTIOQUIA,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LOURENÇO,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84257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55007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SANTAS PERPÉTUA E FELICIDADE,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 INÊS,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GREGÓRIO,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 AGOSTINHO,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SANTO ATANÁSIO,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BASÍLIO,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842419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93631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MARTINHO,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BENTO,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FRANCISCO E SÃO DOMINGOS,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FRANCISCO XAVIER,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SÃO JOÃO MARIA VIANNEY,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 CATARINA DE SENA,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852140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06519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SANTA TERESA DE JESUS,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TODOS OS SANTOS E SANTAS DE DEUS, ROGAI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POR NÓS.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***</a:t>
            </a:r>
            <a:endParaRPr lang="pt-BR" sz="17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SEDE-NOS PROPÍCIO,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 QUE NOS LIVREIS DE TODO MAL,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866908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06519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 QUE NOS LIVREIS DE TODO PECADO,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 QUE NOS LIVREIS DA MORTE ETERNA,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PELA VOSSA ENCARNAÇÃO,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7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PELA VOSSA MORTE E RESSURREIÇÃO, </a:t>
            </a:r>
            <a:r>
              <a:rPr lang="pt-BR" sz="17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16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60593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06519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400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0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PELA EFUSÃO DO ESPÍRITO SANTO, </a:t>
            </a:r>
            <a:r>
              <a:rPr lang="pt-BR" sz="10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9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0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APESAR DE NOSSOS PECADOS, </a:t>
            </a:r>
            <a:r>
              <a:rPr lang="pt-BR" sz="10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9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0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 QUE VOS DIGNEIS DAR A NOVA VIDA AOS QUE CHAMASTES AO BATISMO, </a:t>
            </a:r>
            <a:r>
              <a:rPr lang="pt-BR" sz="10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</a:t>
            </a:r>
            <a:endParaRPr lang="pt-BR" sz="9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10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JESUS, FILHO DO DEUS VIVO, </a:t>
            </a:r>
            <a:r>
              <a:rPr lang="pt-BR" sz="10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OUVI-NOS, SENHOR.</a:t>
            </a:r>
            <a:endParaRPr lang="pt-BR" sz="9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35785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06519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2418131"/>
            <a:ext cx="10744200" cy="202173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CRISTO, OUVI-NOS. </a:t>
            </a:r>
            <a:r>
              <a:rPr lang="pt-BR" sz="4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CRISTO, OUVI-NOS</a:t>
            </a:r>
            <a:r>
              <a:rPr lang="pt-BR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CRISTO, ATENDEI-NOS. </a:t>
            </a:r>
            <a:r>
              <a:rPr lang="pt-BR" sz="4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CRISTO, ATENDEI-NOS.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72245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06519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365956"/>
            <a:ext cx="10937522" cy="5125155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BANHADOS EM CRISTO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SOMOS UMA NOVA CRIATURA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 COISAS ANTIGAS JÁ SE PASSARAM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SOMOS NASCIDOS DE NOVO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pt-BR" sz="6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ALELUIA,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712398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0632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DOU-VOS GRAÇAS, Ó SENHOR, PORQUE ME OUVISTES *</a:t>
            </a:r>
          </a:p>
          <a:p>
            <a:pPr algn="l"/>
            <a:r>
              <a:rPr lang="pt-BR" sz="8000" dirty="0"/>
              <a:t>E VOS TORNASTES PARA MIM O SALVADOR!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C0C9-72CE-B604-E4EF-936A09EA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A932E-D18E-BC60-5959-B393DAA63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4E5942-F834-1ED5-6630-037531DC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88809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A PEDRA QUE OS PEDREIROS REJEITARAM, *</a:t>
            </a:r>
          </a:p>
          <a:p>
            <a:pPr algn="l"/>
            <a:r>
              <a:rPr lang="pt-BR" sz="8000" dirty="0"/>
              <a:t>TORNOU-SE AGORA A PEDRA ANGULAR. R.</a:t>
            </a:r>
          </a:p>
          <a:p>
            <a:pPr algn="l"/>
            <a:endParaRPr lang="pt-BR" sz="80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0F994-EAB9-CD19-48B3-1CEDACE1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FE0C-044D-664F-5337-12B0C5C17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66F91E-4476-2AE3-8CE4-1D455E1FD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18583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PELO SENHOR É QUE FOI FEITO TUDO ISSO: *</a:t>
            </a:r>
          </a:p>
          <a:p>
            <a:pPr algn="l"/>
            <a:r>
              <a:rPr lang="pt-BR" sz="8000" dirty="0"/>
              <a:t>QUE MARAVILHAS ELE FEZ A NOSSOS OLHOS!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18393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6668-8189-CC83-C6C4-32C7426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36146-2FD5-BF43-F2CF-C4DE1B221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1BE094-BFDB-5030-D18B-7104C9A6A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46966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EMPUNHAI RAMOS NAS MÃOS, FORMAI CORTEJO, *</a:t>
            </a:r>
          </a:p>
          <a:p>
            <a:pPr algn="l"/>
            <a:r>
              <a:rPr lang="pt-BR" sz="8000" dirty="0"/>
              <a:t>APROXIMAI-VOS DO ALTAR, ATÉ BEM PERTO! R.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78555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21DB-B6CB-9D19-AB3B-4BECF30C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576D7-70FF-713D-03C4-E9D11E460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60A16A-31E0-87AA-9F94-742306543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A MÃO DIREITA DO SENHOR FEZ MARAVILHAS, A MÃO DIREITA DO SENHOR ME LEVANTOU! ALELUIA, ALELUIA.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21484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SANCTUS, SANCTUS, SANCTUS</a:t>
            </a:r>
          </a:p>
          <a:p>
            <a:pPr algn="l"/>
            <a:r>
              <a:rPr lang="pt-BR" sz="3300" dirty="0">
                <a:latin typeface="-apple-system"/>
              </a:rPr>
              <a:t>SANTO, SANTO, SANTO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DOMINUS DEUS SABAOTH</a:t>
            </a:r>
          </a:p>
          <a:p>
            <a:pPr algn="l"/>
            <a:r>
              <a:rPr lang="pt-BR" sz="3300" i="0" dirty="0">
                <a:solidFill>
                  <a:srgbClr val="000000"/>
                </a:solidFill>
                <a:effectLst/>
                <a:latin typeface="-apple-system"/>
              </a:rPr>
              <a:t>SENHOR DEUS DO UNIVERSO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PLENI SUNT CÆLI ET TERRA GLORIA TUA</a:t>
            </a:r>
          </a:p>
          <a:p>
            <a:pPr algn="l"/>
            <a:r>
              <a:rPr lang="pt-BR" sz="3000" dirty="0">
                <a:solidFill>
                  <a:srgbClr val="000000"/>
                </a:solidFill>
                <a:latin typeface="-apple-system"/>
              </a:rPr>
              <a:t>O CÉU E A TERRA PROCLAMAM A VOSSA GLÓRIA</a:t>
            </a:r>
            <a:endParaRPr lang="pt-BR" sz="3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(2X)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5375-6235-9B8D-68EB-1531A2D9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4A5DF-A93C-B731-76D7-67864886D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A0691-986B-B0EB-5A84-0DB6F8CE3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BENEDICTUS, QUI VENIT IN NOMINE DOMINI</a:t>
            </a:r>
          </a:p>
          <a:p>
            <a:pPr algn="l"/>
            <a:r>
              <a:rPr lang="pt-BR" sz="3900" dirty="0">
                <a:solidFill>
                  <a:srgbClr val="000000"/>
                </a:solidFill>
                <a:latin typeface="-apple-system"/>
              </a:rPr>
              <a:t>BENDITO O QUE VEM EM NOME DO SENHOR</a:t>
            </a:r>
            <a:endParaRPr lang="pt-BR" sz="39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QUI VENIT, QUI VENIT IN NOMINE DOMINI</a:t>
            </a:r>
          </a:p>
          <a:p>
            <a:pPr algn="l"/>
            <a:r>
              <a:rPr lang="pt-BR" sz="4000" dirty="0">
                <a:solidFill>
                  <a:srgbClr val="000000"/>
                </a:solidFill>
                <a:latin typeface="-apple-system"/>
              </a:rPr>
              <a:t>QUE VEM, QUE VEM EM NOME DO SENHOR</a:t>
            </a:r>
            <a:endParaRPr lang="pt-BR" sz="4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395834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C734-E0A7-0627-787A-401794BC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E892C-80FC-9FD1-1A3B-06095D624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21181-6969-BD16-B526-44C353DD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(3X)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01761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dirty="0"/>
              <a:t>1.DAI GRAÇAS AO SENHOR, PORQUE ELE É BOM!</a:t>
            </a:r>
          </a:p>
          <a:p>
            <a:pPr algn="l"/>
            <a:r>
              <a:rPr lang="pt-BR" sz="6600" b="1" dirty="0"/>
              <a:t>“ETERNA É A SUA MISERICÓRDIA!”</a:t>
            </a:r>
          </a:p>
          <a:p>
            <a:pPr algn="l"/>
            <a:r>
              <a:rPr lang="pt-BR" sz="6600" dirty="0"/>
              <a:t>A CASA DE ISRAEL AGORA O DIGA:</a:t>
            </a:r>
          </a:p>
          <a:p>
            <a:pPr algn="l"/>
            <a:r>
              <a:rPr lang="pt-BR" sz="6600" b="1" dirty="0"/>
              <a:t>“ETERNA É A SUA MISERICÓRDIA.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200912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2. NA MINHA ANGÚSTIA EU CLAMEI PELO SENHOR,</a:t>
            </a:r>
          </a:p>
          <a:p>
            <a:pPr algn="l"/>
            <a:r>
              <a:rPr lang="pt-BR" sz="6600" b="1" dirty="0"/>
              <a:t>E O SENHOR ME ATENDEU E LIBERTOU!</a:t>
            </a:r>
          </a:p>
          <a:p>
            <a:pPr algn="l"/>
            <a:r>
              <a:rPr lang="pt-BR" sz="6600" dirty="0"/>
              <a:t>É MELHOR BUSCAR REFÚGIO NO SENHOR,</a:t>
            </a:r>
          </a:p>
          <a:p>
            <a:pPr algn="l"/>
            <a:r>
              <a:rPr lang="pt-BR" sz="6600" b="1" dirty="0"/>
              <a:t>DO QUE PÔR NO SER HUMANO A ESPERANÇA.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37305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468595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3. POVOS PAGÃOS ME RODEARAM TODOS ELES,</a:t>
            </a:r>
          </a:p>
          <a:p>
            <a:pPr algn="l"/>
            <a:r>
              <a:rPr lang="pt-BR" sz="6600" b="1" dirty="0"/>
              <a:t>MAS EM NOME DO SENHOR OS DERROTEI;</a:t>
            </a:r>
          </a:p>
          <a:p>
            <a:pPr algn="l"/>
            <a:r>
              <a:rPr lang="pt-BR" sz="6600" dirty="0"/>
              <a:t>DE TODO LADO TODOS ELES ME CERCARAM,</a:t>
            </a:r>
          </a:p>
          <a:p>
            <a:pPr algn="l"/>
            <a:r>
              <a:rPr lang="pt-BR" sz="6600" b="1" dirty="0"/>
              <a:t>MAS EM NOME DO SENHOR OS DERROTEI.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37415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985697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4. EMPURRARAM-ME, TENTANDO DERRUBAR-ME,</a:t>
            </a:r>
          </a:p>
          <a:p>
            <a:pPr algn="l"/>
            <a:r>
              <a:rPr lang="pt-BR" sz="6600" b="1" dirty="0"/>
              <a:t>MAS VEIO O SENHOR EM MEU SOCORRO.</a:t>
            </a:r>
          </a:p>
          <a:p>
            <a:pPr algn="l"/>
            <a:r>
              <a:rPr lang="pt-BR" sz="6600" dirty="0"/>
              <a:t>O SENHOR É MINHA FORÇA E O MEU CANTO,</a:t>
            </a:r>
          </a:p>
          <a:p>
            <a:pPr algn="l"/>
            <a:r>
              <a:rPr lang="pt-BR" sz="6600" b="1" dirty="0"/>
              <a:t>E TORNOU-SE PARA MIM O SALVADOR.</a:t>
            </a:r>
          </a:p>
        </p:txBody>
      </p:sp>
    </p:spTree>
    <p:extLst>
      <p:ext uri="{BB962C8B-B14F-4D97-AF65-F5344CB8AC3E}">
        <p14:creationId xmlns:p14="http://schemas.microsoft.com/office/powerpoint/2010/main" val="24828487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749073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dirty="0"/>
              <a:t>5. “CLAMORES DE ALEGRIA E DE VITÓRIA </a:t>
            </a:r>
          </a:p>
          <a:p>
            <a:pPr algn="l"/>
            <a:r>
              <a:rPr lang="pt-BR" sz="6600" b="1" dirty="0"/>
              <a:t>RESSOEM PELAS TENDAS DOS FIÉIS.</a:t>
            </a:r>
          </a:p>
          <a:p>
            <a:pPr algn="l"/>
            <a:r>
              <a:rPr lang="pt-BR" sz="6600" dirty="0"/>
              <a:t>A MÃO DIREITA DO SENHOR FEZ MARAVILHAS,</a:t>
            </a:r>
          </a:p>
          <a:p>
            <a:pPr algn="l"/>
            <a:r>
              <a:rPr lang="pt-BR" sz="6600" b="1" dirty="0"/>
              <a:t>A MÃO DIREITA DO SENHOR ME LEVANTOU!”</a:t>
            </a:r>
          </a:p>
        </p:txBody>
      </p:sp>
    </p:spTree>
    <p:extLst>
      <p:ext uri="{BB962C8B-B14F-4D97-AF65-F5344CB8AC3E}">
        <p14:creationId xmlns:p14="http://schemas.microsoft.com/office/powerpoint/2010/main" val="3586983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84372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6. NÃO MORREREI, MAS, AO CONTRÁRIO, VIVEREI</a:t>
            </a:r>
          </a:p>
          <a:p>
            <a:pPr algn="l"/>
            <a:r>
              <a:rPr lang="pt-BR" sz="6600" b="1" dirty="0"/>
              <a:t>PARA CANTAR AS GRANDES OBRAS DO SENHOR!</a:t>
            </a:r>
          </a:p>
          <a:p>
            <a:pPr algn="l"/>
            <a:r>
              <a:rPr lang="pt-BR" sz="6600" dirty="0"/>
              <a:t>O SENHOR SEVERAMENTE ME PROVOU,</a:t>
            </a:r>
          </a:p>
          <a:p>
            <a:pPr algn="l"/>
            <a:r>
              <a:rPr lang="pt-BR" sz="6600" b="1" dirty="0"/>
              <a:t>MAS NÃO ME ABANDONOU ÀS MÃOS DA MORTE.</a:t>
            </a:r>
          </a:p>
        </p:txBody>
      </p:sp>
    </p:spTree>
    <p:extLst>
      <p:ext uri="{BB962C8B-B14F-4D97-AF65-F5344CB8AC3E}">
        <p14:creationId xmlns:p14="http://schemas.microsoft.com/office/powerpoint/2010/main" val="39606328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DO AMOR</a:t>
            </a:r>
          </a:p>
          <a:p>
            <a:pPr algn="l"/>
            <a:r>
              <a:rPr lang="pt-BR" sz="6600" dirty="0"/>
              <a:t>E DOAREI AO MUNDO A VIDA</a:t>
            </a:r>
          </a:p>
        </p:txBody>
      </p:sp>
    </p:spTree>
    <p:extLst>
      <p:ext uri="{BB962C8B-B14F-4D97-AF65-F5344CB8AC3E}">
        <p14:creationId xmlns:p14="http://schemas.microsoft.com/office/powerpoint/2010/main" val="13472245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DOR</a:t>
            </a:r>
          </a:p>
          <a:p>
            <a:pPr algn="l"/>
            <a:r>
              <a:rPr lang="pt-BR" sz="6600" dirty="0"/>
              <a:t>E A TUA CRUZ NOS SALVARÁ</a:t>
            </a:r>
          </a:p>
        </p:txBody>
      </p:sp>
    </p:spTree>
    <p:extLst>
      <p:ext uri="{BB962C8B-B14F-4D97-AF65-F5344CB8AC3E}">
        <p14:creationId xmlns:p14="http://schemas.microsoft.com/office/powerpoint/2010/main" val="37545069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DDFE-5782-1FBC-12F9-EF1E50FF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216CD-859A-7060-76C4-641568B97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6A935-A1C6-2472-B687-359CFFED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ALEGRIA</a:t>
            </a:r>
          </a:p>
          <a:p>
            <a:pPr algn="l"/>
            <a:r>
              <a:rPr lang="pt-BR" sz="6600" dirty="0"/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36061016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87480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114454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966494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95127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8313</TotalTime>
  <Words>2122</Words>
  <Application>Microsoft Office PowerPoint</Application>
  <PresentationFormat>Widescreen</PresentationFormat>
  <Paragraphs>321</Paragraphs>
  <Slides>78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83" baseType="lpstr">
      <vt:lpstr>-apple-system</vt:lpstr>
      <vt:lpstr>Arial</vt:lpstr>
      <vt:lpstr>Calibri</vt:lpstr>
      <vt:lpstr>Calibri Light</vt:lpstr>
      <vt:lpstr>Tema do Office</vt:lpstr>
      <vt:lpstr>Apresentação do PowerPoint</vt:lpstr>
      <vt:lpstr>PRECÔNIO PASCAL</vt:lpstr>
      <vt:lpstr>PRECÔNIO PASCAL</vt:lpstr>
      <vt:lpstr>PRECÔNIO PASCAL</vt:lpstr>
      <vt:lpstr>PRECÔNIO PASCAL</vt:lpstr>
      <vt:lpstr>PRECÔNIO PASCAL</vt:lpstr>
      <vt:lpstr>PRECÔNIO PASCAL</vt:lpstr>
      <vt:lpstr>PRECÔNIO PASCAL</vt:lpstr>
      <vt:lpstr>PRECÔNIO PASCAL</vt:lpstr>
      <vt:lpstr>PRECÔNIO PASCAL</vt:lpstr>
      <vt:lpstr>PRECÔNIO PASCAL</vt:lpstr>
      <vt:lpstr>Apresentação do PowerPoint</vt:lpstr>
      <vt:lpstr>SALMO RESPONSORIAL</vt:lpstr>
      <vt:lpstr>Apresentação do PowerPoint</vt:lpstr>
      <vt:lpstr>SALMO RESPONSORIAL</vt:lpstr>
      <vt:lpstr>Apresentação do PowerPoint</vt:lpstr>
      <vt:lpstr>SALMO RESPONSORIAL</vt:lpstr>
      <vt:lpstr>Apresentação do PowerPoint</vt:lpstr>
      <vt:lpstr>SALMO RESPONSORIAL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Apresentação do PowerPoint</vt:lpstr>
      <vt:lpstr>ASPERSÃO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</vt:lpstr>
      <vt:lpstr>PÓS</vt:lpstr>
      <vt:lpstr>PÓS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41</cp:revision>
  <dcterms:created xsi:type="dcterms:W3CDTF">2023-05-06T17:01:55Z</dcterms:created>
  <dcterms:modified xsi:type="dcterms:W3CDTF">2026-04-04T15:10:31Z</dcterms:modified>
</cp:coreProperties>
</file>