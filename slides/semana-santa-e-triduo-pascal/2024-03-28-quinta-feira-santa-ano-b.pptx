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40" r:id="rId3"/>
    <p:sldId id="541" r:id="rId4"/>
    <p:sldId id="577" r:id="rId5"/>
    <p:sldId id="578" r:id="rId6"/>
    <p:sldId id="579" r:id="rId7"/>
    <p:sldId id="258" r:id="rId8"/>
    <p:sldId id="259" r:id="rId9"/>
    <p:sldId id="554" r:id="rId10"/>
    <p:sldId id="556" r:id="rId11"/>
    <p:sldId id="557" r:id="rId12"/>
    <p:sldId id="558" r:id="rId13"/>
    <p:sldId id="559" r:id="rId14"/>
    <p:sldId id="555" r:id="rId15"/>
    <p:sldId id="265" r:id="rId16"/>
    <p:sldId id="266" r:id="rId17"/>
    <p:sldId id="267" r:id="rId18"/>
    <p:sldId id="438" r:id="rId19"/>
    <p:sldId id="269" r:id="rId20"/>
    <p:sldId id="524" r:id="rId21"/>
    <p:sldId id="580" r:id="rId22"/>
    <p:sldId id="581" r:id="rId23"/>
    <p:sldId id="582" r:id="rId24"/>
    <p:sldId id="583" r:id="rId25"/>
    <p:sldId id="584" r:id="rId26"/>
    <p:sldId id="292" r:id="rId27"/>
    <p:sldId id="275" r:id="rId28"/>
    <p:sldId id="363" r:id="rId29"/>
    <p:sldId id="361" r:id="rId30"/>
    <p:sldId id="362" r:id="rId31"/>
    <p:sldId id="358" r:id="rId32"/>
    <p:sldId id="590" r:id="rId33"/>
    <p:sldId id="573" r:id="rId34"/>
    <p:sldId id="591" r:id="rId35"/>
    <p:sldId id="585" r:id="rId36"/>
    <p:sldId id="592" r:id="rId37"/>
    <p:sldId id="586" r:id="rId38"/>
    <p:sldId id="593" r:id="rId39"/>
    <p:sldId id="587" r:id="rId40"/>
    <p:sldId id="594" r:id="rId41"/>
    <p:sldId id="588" r:id="rId42"/>
    <p:sldId id="595" r:id="rId43"/>
    <p:sldId id="589" r:id="rId44"/>
    <p:sldId id="596" r:id="rId45"/>
    <p:sldId id="428" r:id="rId46"/>
    <p:sldId id="597" r:id="rId47"/>
    <p:sldId id="598" r:id="rId48"/>
    <p:sldId id="599" r:id="rId49"/>
    <p:sldId id="600" r:id="rId50"/>
    <p:sldId id="601" r:id="rId51"/>
    <p:sldId id="602" r:id="rId52"/>
    <p:sldId id="603" r:id="rId53"/>
    <p:sldId id="604" r:id="rId54"/>
    <p:sldId id="605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4" autoAdjust="0"/>
    <p:restoredTop sz="93969" autoAdjust="0"/>
  </p:normalViewPr>
  <p:slideViewPr>
    <p:cSldViewPr snapToGrid="0">
      <p:cViewPr>
        <p:scale>
          <a:sx n="50" d="100"/>
          <a:sy n="50" d="100"/>
        </p:scale>
        <p:origin x="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flexão do Evangelho - Jo 20,1-9 - Vocacional Oblata">
            <a:extLst>
              <a:ext uri="{FF2B5EF4-FFF2-40B4-BE49-F238E27FC236}">
                <a16:creationId xmlns:a16="http://schemas.microsoft.com/office/drawing/2014/main" id="{F49B45CD-37DE-0BEE-DAB7-8A5DEBDB7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20634"/>
            <a:ext cx="12192000" cy="6837366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80" y="1631000"/>
            <a:ext cx="116738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DOMINGO DA PÁSCOA NA RESSURREIÇÃO O SENHOR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b="1" dirty="0"/>
              <a:t>O SENHOR RESSURGIU, ALELUIA, ALELUIA!</a:t>
            </a:r>
          </a:p>
          <a:p>
            <a:pPr algn="l"/>
            <a:r>
              <a:rPr lang="pt-BR" sz="7000" b="1" dirty="0"/>
              <a:t>É O CORDEIRO PASCAL, ALELUIA, ALELUIA!</a:t>
            </a:r>
          </a:p>
          <a:p>
            <a:pPr algn="l"/>
            <a:r>
              <a:rPr lang="pt-BR" sz="7000" b="1" dirty="0"/>
              <a:t>IMOLADO POR NÓS, ALELUIA, ALELUIA!</a:t>
            </a:r>
          </a:p>
          <a:p>
            <a:pPr algn="l"/>
            <a:r>
              <a:rPr lang="pt-BR" sz="7000" b="1" dirty="0"/>
              <a:t>É O CRISTO, O SENHOR, ELE VIVE E VENCEU, ALELUIA!</a:t>
            </a:r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27306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O CRISTO, SENHOR RESSUSCITOU</a:t>
            </a:r>
          </a:p>
          <a:p>
            <a:pPr algn="l"/>
            <a:r>
              <a:rPr lang="pt-BR" sz="6000" dirty="0"/>
              <a:t>A NOSSA ESPERANÇA REALIZOU</a:t>
            </a:r>
          </a:p>
          <a:p>
            <a:pPr algn="l"/>
            <a:r>
              <a:rPr lang="pt-BR" sz="6000" dirty="0"/>
              <a:t>VENCIDA A MORTE PARA SEMPRE</a:t>
            </a:r>
          </a:p>
          <a:p>
            <a:pPr algn="l"/>
            <a:r>
              <a:rPr lang="pt-BR" sz="6000" dirty="0"/>
              <a:t>TRIUNFA A VIDA ETERNAMENTE!</a:t>
            </a:r>
          </a:p>
          <a:p>
            <a:pPr algn="l"/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32341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b="1" dirty="0"/>
              <a:t>O SENHOR RESSURGIU, ALELUIA, ALELUIA!</a:t>
            </a:r>
          </a:p>
          <a:p>
            <a:pPr algn="l"/>
            <a:r>
              <a:rPr lang="pt-BR" sz="7000" b="1" dirty="0"/>
              <a:t>É O CORDEIRO PASCAL, ALELUIA, ALELUIA!</a:t>
            </a:r>
          </a:p>
          <a:p>
            <a:pPr algn="l"/>
            <a:r>
              <a:rPr lang="pt-BR" sz="7000" b="1" dirty="0"/>
              <a:t>IMOLADO POR NÓS, ALELUIA, ALELUIA!</a:t>
            </a:r>
          </a:p>
          <a:p>
            <a:pPr algn="l"/>
            <a:r>
              <a:rPr lang="pt-BR" sz="7000" b="1" dirty="0"/>
              <a:t>É O CRISTO, O SENHOR, ELE VIVE E VENCEU, ALELUIA!</a:t>
            </a:r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875011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62" y="1098144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O CRISTO REMIU A SEUS IRMÃOS</a:t>
            </a:r>
          </a:p>
          <a:p>
            <a:pPr algn="l"/>
            <a:r>
              <a:rPr lang="pt-BR" sz="6000" dirty="0"/>
              <a:t>AO PAI OS CONDUZIU POR SUA MÃO</a:t>
            </a:r>
          </a:p>
          <a:p>
            <a:pPr algn="l"/>
            <a:r>
              <a:rPr lang="pt-BR" sz="6000" dirty="0"/>
              <a:t>NO ESPÍRITO SANTO UNIDA ESTEJA</a:t>
            </a:r>
          </a:p>
          <a:p>
            <a:pPr algn="l"/>
            <a:r>
              <a:rPr lang="pt-BR" sz="6000" dirty="0"/>
              <a:t>A FAMÍLIA DE DEUS, QUE É A IGREJA!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28498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000" b="1" dirty="0"/>
              <a:t>O SENHOR RESSURGIU, ALELUIA, ALELUIA!</a:t>
            </a:r>
          </a:p>
          <a:p>
            <a:pPr algn="l"/>
            <a:r>
              <a:rPr lang="pt-BR" sz="7000" b="1" dirty="0"/>
              <a:t>É O CORDEIRO PASCAL, ALELUIA, ALELUIA!</a:t>
            </a:r>
          </a:p>
          <a:p>
            <a:pPr algn="l"/>
            <a:r>
              <a:rPr lang="pt-BR" sz="7000" b="1" dirty="0"/>
              <a:t>IMOLADO POR NÓS, ALELUIA, ALELUIA!</a:t>
            </a:r>
          </a:p>
          <a:p>
            <a:pPr algn="l"/>
            <a:r>
              <a:rPr lang="pt-BR" sz="7000" b="1" dirty="0"/>
              <a:t>É O CRISTO, O SENHOR, ELE VIVE E VENCEU, ALELUIA!</a:t>
            </a:r>
            <a:endParaRPr lang="pt-BR" sz="6000" dirty="0"/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16287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SENHOR, NOSSA PAZ, TENDE PIEDADE DE NÓS.</a:t>
            </a:r>
            <a:br>
              <a:rPr lang="pt-BR" sz="4800" dirty="0"/>
            </a:br>
            <a:r>
              <a:rPr lang="pt-BR" sz="48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SENHOR TENDE PIEDADE DE NÓS</a:t>
            </a:r>
            <a:br>
              <a:rPr lang="pt-BR" sz="4800" dirty="0"/>
            </a:b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CRISTO, NOSSA PÁSCOA, TENDE PIEDADE DE NÓS.</a:t>
            </a:r>
            <a:br>
              <a:rPr lang="pt-BR" sz="4800" dirty="0"/>
            </a:br>
            <a:r>
              <a:rPr lang="pt-BR" sz="48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CRISTO TENDE PIEDADE DE NÓS</a:t>
            </a:r>
            <a:br>
              <a:rPr lang="pt-BR" sz="4800" dirty="0"/>
            </a:b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SENHOR, NOSSA VIDA, TENDE PIEDADE DE NÓS.</a:t>
            </a:r>
            <a:br>
              <a:rPr lang="pt-BR" sz="4800" dirty="0"/>
            </a:br>
            <a:r>
              <a:rPr lang="pt-BR" sz="48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SENHOR TENDE PIEDADE DE NÓS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821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GLÓRIA A DEUS NAS ALTURAS</a:t>
            </a:r>
            <a:br>
              <a:rPr lang="pt-BR" sz="6000" dirty="0"/>
            </a:br>
            <a:r>
              <a:rPr lang="pt-BR" sz="6000" i="0" dirty="0">
                <a:solidFill>
                  <a:srgbClr val="2A2A2A"/>
                </a:solidFill>
                <a:effectLst/>
              </a:rPr>
              <a:t>GLÓRIA A DEUS NAS ALTURAS</a:t>
            </a:r>
            <a:br>
              <a:rPr lang="pt-BR" sz="6000" dirty="0"/>
            </a:br>
            <a:r>
              <a:rPr lang="pt-BR" sz="6000" i="0" dirty="0">
                <a:solidFill>
                  <a:srgbClr val="2A2A2A"/>
                </a:solidFill>
                <a:effectLst/>
              </a:rPr>
              <a:t>GLÓRIA A DEUS NAS ALTURAS</a:t>
            </a:r>
            <a:br>
              <a:rPr lang="pt-BR" sz="6000" dirty="0"/>
            </a:br>
            <a:r>
              <a:rPr lang="pt-BR" sz="6000" i="0" dirty="0">
                <a:solidFill>
                  <a:srgbClr val="2A2A2A"/>
                </a:solidFill>
                <a:effectLst/>
              </a:rPr>
              <a:t>E PAZ NA TERRA AOS HOMENS POR ELE AMADOS</a:t>
            </a:r>
          </a:p>
        </p:txBody>
      </p:sp>
    </p:spTree>
    <p:extLst>
      <p:ext uri="{BB962C8B-B14F-4D97-AF65-F5344CB8AC3E}">
        <p14:creationId xmlns:p14="http://schemas.microsoft.com/office/powerpoint/2010/main" val="1574949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DEUS, REI DOS CÉUS, DEUS PAI TODO PODEROSO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LOUVAMOS, NÓS VOS BENDIZEMOS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ADORAMOS, NÓS VOS GLORIFICAMOS</a:t>
            </a:r>
            <a:br>
              <a:rPr lang="pt-BR" sz="6000" i="0" dirty="0">
                <a:solidFill>
                  <a:srgbClr val="2A2A2A"/>
                </a:solidFill>
                <a:effectLst/>
              </a:rPr>
            </a:br>
            <a:r>
              <a:rPr lang="pt-BR" sz="6000" i="0" dirty="0">
                <a:solidFill>
                  <a:srgbClr val="2A2A2A"/>
                </a:solidFill>
                <a:effectLst/>
              </a:rPr>
              <a:t>NÓS VOS DAMOS GRAÇAS POR VOSSA IMENSA GLÓRIA</a:t>
            </a:r>
          </a:p>
          <a:p>
            <a:pPr algn="l"/>
            <a:endParaRPr lang="pt-BR" sz="6000" dirty="0">
              <a:solidFill>
                <a:srgbClr val="2A2A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7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JESUS CRISTO, FILHO UNIGÊNITO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SENHOR DEUS, CORDEIRO DE DEUS, FILHO DE DEUS PAI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TIRAIS O PECADO DO MUNDO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TENDE PIEDADE DE NÓS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TIRAIS O PECADO DO MUNDO</a:t>
            </a:r>
            <a:endParaRPr lang="pt-BR" sz="6000" dirty="0">
              <a:solidFill>
                <a:srgbClr val="2A2A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11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24072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673677"/>
            <a:ext cx="11002243" cy="637309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ACOLHEI A NOSSA SÚPLICA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VÓS QUE ESTAIS À DIREITA DO PAI</a:t>
            </a:r>
          </a:p>
          <a:p>
            <a:pPr algn="l"/>
            <a:r>
              <a:rPr lang="pt-BR" sz="6000" i="0" dirty="0">
                <a:solidFill>
                  <a:srgbClr val="2A2A2A"/>
                </a:solidFill>
                <a:effectLst/>
              </a:rPr>
              <a:t>TENDE PIEDADE DE NÓS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SOIS SANTO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O SENHOR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SÓ VÓS O ALTÍSSIMO, JESUS CRISTO!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COM O ESPÍRITO SANTO, NA GLÓRIA DE DEUS PAI</a:t>
            </a:r>
          </a:p>
          <a:p>
            <a:pPr algn="l"/>
            <a:r>
              <a:rPr lang="pt-BR" sz="6000" dirty="0">
                <a:solidFill>
                  <a:srgbClr val="2A2A2A"/>
                </a:solidFill>
              </a:rPr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608069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486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787" y="2129270"/>
            <a:ext cx="10462426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ESTE É O DIA QUE O SENHOR FEZ PARA NÓS: ALEGREMO-NOS E NELE EXULTEMOS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r>
              <a:rPr lang="pt-BR" sz="4800" dirty="0"/>
              <a:t>O NOSSO CORDEIRO PASCAL, JESUS CRISTO, JÁ FOI IMOLADO. CELEBREMOS, ASSIM, ESTA FESTA, NA SINCERIDADE E VERDADE.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814D6-F5BF-2D1F-C87C-0626E20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BAED85-DA4D-F6E8-B131-A15F6B495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916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568035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dirty="0"/>
              <a:t>BENDITO SEJAS, Ó REI DA GLÓRIA,</a:t>
            </a:r>
          </a:p>
          <a:p>
            <a:pPr algn="l"/>
            <a:r>
              <a:rPr lang="pt-BR" sz="8800" dirty="0"/>
              <a:t>RESSUSCITADO SENHOR DA IGREJA!</a:t>
            </a:r>
          </a:p>
          <a:p>
            <a:pPr algn="l"/>
            <a:r>
              <a:rPr lang="pt-BR" sz="8800" dirty="0"/>
              <a:t>AQUI TRAZEMOS AS NOSSAS OFERTAS!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B661-34B6-D820-0093-1D297A20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3B3EE-67E0-C457-89AD-6948DE5E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5F711-1016-CA3E-0008-5A63EA254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/>
          </a:bodyPr>
          <a:lstStyle/>
          <a:p>
            <a:pPr algn="l"/>
            <a:r>
              <a:rPr lang="pt-BR" sz="8800" b="1" dirty="0"/>
              <a:t>VÊ COM BONS OLHOS NOSSAS HUMILDES OFERTAS,</a:t>
            </a:r>
          </a:p>
          <a:p>
            <a:pPr algn="l"/>
            <a:r>
              <a:rPr lang="pt-BR" sz="8800" b="1" dirty="0"/>
              <a:t>TUDO QUE TEMOS, SEJA PRA TI, Ó SENHOR!</a:t>
            </a:r>
          </a:p>
        </p:txBody>
      </p:sp>
    </p:spTree>
    <p:extLst>
      <p:ext uri="{BB962C8B-B14F-4D97-AF65-F5344CB8AC3E}">
        <p14:creationId xmlns:p14="http://schemas.microsoft.com/office/powerpoint/2010/main" val="2268825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568035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endParaRPr lang="pt-BR" sz="8800" b="1" dirty="0"/>
          </a:p>
          <a:p>
            <a:pPr algn="l"/>
            <a:r>
              <a:rPr lang="pt-BR" sz="8800" dirty="0"/>
              <a:t>VIDAS SE ENCONTRAM NO ALTAR DE DEUS,</a:t>
            </a:r>
          </a:p>
          <a:p>
            <a:pPr algn="l"/>
            <a:r>
              <a:rPr lang="pt-BR" sz="8800" dirty="0"/>
              <a:t>GENTE SE DOA, DOM QUE SE IMOLA.</a:t>
            </a:r>
          </a:p>
          <a:p>
            <a:pPr algn="l"/>
            <a:r>
              <a:rPr lang="pt-BR" sz="8800" dirty="0"/>
              <a:t>AQUI TRAZEMOS AS NOSSAS OFERTAS!</a:t>
            </a:r>
          </a:p>
        </p:txBody>
      </p:sp>
    </p:spTree>
    <p:extLst>
      <p:ext uri="{BB962C8B-B14F-4D97-AF65-F5344CB8AC3E}">
        <p14:creationId xmlns:p14="http://schemas.microsoft.com/office/powerpoint/2010/main" val="1142214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B661-34B6-D820-0093-1D297A20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3B3EE-67E0-C457-89AD-6948DE5E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5F711-1016-CA3E-0008-5A63EA254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/>
          </a:bodyPr>
          <a:lstStyle/>
          <a:p>
            <a:pPr algn="l"/>
            <a:r>
              <a:rPr lang="pt-BR" sz="8800" b="1" dirty="0"/>
              <a:t>VÊ COM BONS OLHOS NOSSAS HUMILDES OFERTAS,</a:t>
            </a:r>
          </a:p>
          <a:p>
            <a:pPr algn="l"/>
            <a:r>
              <a:rPr lang="pt-BR" sz="8800" b="1" dirty="0"/>
              <a:t>TUDO QUE TEMOS, SEJA PRA TI, Ó SENHOR!</a:t>
            </a:r>
          </a:p>
        </p:txBody>
      </p:sp>
    </p:spTree>
    <p:extLst>
      <p:ext uri="{BB962C8B-B14F-4D97-AF65-F5344CB8AC3E}">
        <p14:creationId xmlns:p14="http://schemas.microsoft.com/office/powerpoint/2010/main" val="259581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332508"/>
            <a:ext cx="10785764" cy="6262253"/>
          </a:xfrm>
        </p:spPr>
        <p:txBody>
          <a:bodyPr>
            <a:normAutofit lnSpcReduction="10000"/>
          </a:bodyPr>
          <a:lstStyle/>
          <a:p>
            <a:pPr algn="l"/>
            <a:endParaRPr lang="pt-BR" sz="72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MAIOR MOTIVO DE OFERENDA, POIS,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O SENHOR RESSUSCITOU,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PARA QUE TODOS TIVESSEM VIDA.</a:t>
            </a:r>
          </a:p>
        </p:txBody>
      </p:sp>
    </p:spTree>
    <p:extLst>
      <p:ext uri="{BB962C8B-B14F-4D97-AF65-F5344CB8AC3E}">
        <p14:creationId xmlns:p14="http://schemas.microsoft.com/office/powerpoint/2010/main" val="1720293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B661-34B6-D820-0093-1D297A20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3B3EE-67E0-C457-89AD-6948DE5E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5F711-1016-CA3E-0008-5A63EA254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/>
          </a:bodyPr>
          <a:lstStyle/>
          <a:p>
            <a:pPr algn="l"/>
            <a:r>
              <a:rPr lang="pt-BR" sz="8800" b="1" dirty="0"/>
              <a:t>VÊ COM BONS OLHOS NOSSAS HUMILDES OFERTAS,</a:t>
            </a:r>
          </a:p>
          <a:p>
            <a:pPr algn="l"/>
            <a:r>
              <a:rPr lang="pt-BR" sz="8800" b="1" dirty="0"/>
              <a:t>TUDO QUE TEMOS, SEJA PRA TI, Ó SENHOR!</a:t>
            </a:r>
          </a:p>
        </p:txBody>
      </p:sp>
    </p:spTree>
    <p:extLst>
      <p:ext uri="{BB962C8B-B14F-4D97-AF65-F5344CB8AC3E}">
        <p14:creationId xmlns:p14="http://schemas.microsoft.com/office/powerpoint/2010/main" val="4150932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332508"/>
            <a:ext cx="10785764" cy="6262253"/>
          </a:xfrm>
        </p:spPr>
        <p:txBody>
          <a:bodyPr>
            <a:normAutofit fontScale="92500" lnSpcReduction="10000"/>
          </a:bodyPr>
          <a:lstStyle/>
          <a:p>
            <a:pPr algn="l"/>
            <a:endParaRPr lang="pt-BR" sz="72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IRMÃOS DA TERRA, IRMÃOS DO CÉU,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JUNTOS CANTEMOS GLÓRIA AO SENHOR.</a:t>
            </a:r>
          </a:p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AQUI TRAZEMOS AS NOSSAS OFERTAS!</a:t>
            </a:r>
          </a:p>
        </p:txBody>
      </p:sp>
    </p:spTree>
    <p:extLst>
      <p:ext uri="{BB962C8B-B14F-4D97-AF65-F5344CB8AC3E}">
        <p14:creationId xmlns:p14="http://schemas.microsoft.com/office/powerpoint/2010/main" val="1188876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ALTURAS! HOSANA (BIS)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just"/>
            <a:endParaRPr lang="pt-BR" sz="8000" dirty="0"/>
          </a:p>
          <a:p>
            <a:pPr algn="l"/>
            <a:r>
              <a:rPr lang="pt-BR" sz="8000" b="1" dirty="0"/>
              <a:t>HOSANA NAS ALTURAS! HOSANA! (BIS)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O CRISTO, NOSSA PÁSCOA, FOI IMOLADO;</a:t>
            </a:r>
          </a:p>
          <a:p>
            <a:pPr algn="l"/>
            <a:r>
              <a:rPr lang="pt-BR" sz="6500" b="1" dirty="0"/>
              <a:t>CELEBREMOS A FESTA COM PÃO SEM FERMENTO,</a:t>
            </a:r>
          </a:p>
          <a:p>
            <a:pPr algn="l"/>
            <a:r>
              <a:rPr lang="pt-BR" sz="6500" b="1" dirty="0"/>
              <a:t>COM O PÃO DA RETIDÃO E DA VERDADE, </a:t>
            </a:r>
          </a:p>
          <a:p>
            <a:pPr algn="l"/>
            <a:r>
              <a:rPr lang="pt-BR" sz="6500" b="1" dirty="0"/>
              <a:t>ALELUIA, ALELUIA,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DAI GRAÇAS AO SENHOR, PORQUE ELE É BOM!</a:t>
            </a:r>
          </a:p>
          <a:p>
            <a:pPr algn="l"/>
            <a:r>
              <a:rPr lang="pt-BR" sz="6000" dirty="0"/>
              <a:t>“ETERNA É A SUA MISERICÓRDIA!”</a:t>
            </a:r>
          </a:p>
          <a:p>
            <a:pPr algn="l"/>
            <a:r>
              <a:rPr lang="pt-BR" sz="6000" dirty="0"/>
              <a:t>A CASA DE ISRAEL AGORA O DIGA:</a:t>
            </a:r>
          </a:p>
          <a:p>
            <a:pPr algn="l"/>
            <a:r>
              <a:rPr lang="pt-BR" sz="6000" dirty="0"/>
              <a:t>“ETERNA É A SUA MISERICÓRDIA.”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O CRISTO, NOSSA PÁSCOA, FOI IMOLADO;</a:t>
            </a:r>
          </a:p>
          <a:p>
            <a:pPr algn="l"/>
            <a:r>
              <a:rPr lang="pt-BR" sz="6500" b="1" dirty="0"/>
              <a:t>CELEBREMOS A FESTA COM PÃO SEM FERMENTO,</a:t>
            </a:r>
          </a:p>
          <a:p>
            <a:pPr algn="l"/>
            <a:r>
              <a:rPr lang="pt-BR" sz="6500" b="1" dirty="0"/>
              <a:t>COM O PÃO DA RETIDÃO E DA VERDADE, </a:t>
            </a:r>
          </a:p>
          <a:p>
            <a:pPr algn="l"/>
            <a:r>
              <a:rPr lang="pt-BR" sz="6500" b="1" dirty="0"/>
              <a:t>ALELUIA, ALELUIA,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696674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500" dirty="0"/>
              <a:t>NA MINHA ANGÚSTIA EU CLAMEI PELO SENHOR,</a:t>
            </a:r>
          </a:p>
          <a:p>
            <a:pPr algn="l"/>
            <a:r>
              <a:rPr lang="pt-BR" sz="6500" dirty="0"/>
              <a:t>E O SENHOR ME ATENDEU E LIBERTOU!</a:t>
            </a:r>
          </a:p>
          <a:p>
            <a:pPr algn="l"/>
            <a:r>
              <a:rPr lang="pt-BR" sz="6500" dirty="0"/>
              <a:t>É MELHOR BUSCAR REFÚGIO NO SENHOR,</a:t>
            </a:r>
          </a:p>
          <a:p>
            <a:pPr algn="l"/>
            <a:r>
              <a:rPr lang="pt-BR" sz="6500" dirty="0"/>
              <a:t>DO QUE PÔR NO SER HUMANO A ESPERANÇA.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50356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O CRISTO, NOSSA PÁSCOA, FOI IMOLADO;</a:t>
            </a:r>
          </a:p>
          <a:p>
            <a:pPr algn="l"/>
            <a:r>
              <a:rPr lang="pt-BR" sz="6500" b="1" dirty="0"/>
              <a:t>CELEBREMOS A FESTA COM PÃO SEM FERMENTO,</a:t>
            </a:r>
          </a:p>
          <a:p>
            <a:pPr algn="l"/>
            <a:r>
              <a:rPr lang="pt-BR" sz="6500" b="1" dirty="0"/>
              <a:t>COM O PÃO DA RETIDÃO E DA VERDADE, </a:t>
            </a:r>
          </a:p>
          <a:p>
            <a:pPr algn="l"/>
            <a:r>
              <a:rPr lang="pt-BR" sz="6500" b="1" dirty="0"/>
              <a:t>ALELUIA, ALELUIA,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10609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500" dirty="0"/>
              <a:t>POVOS PAGÃOS ME RODEARAM TODOS ELES,</a:t>
            </a:r>
          </a:p>
          <a:p>
            <a:pPr algn="l"/>
            <a:r>
              <a:rPr lang="pt-BR" sz="6500" dirty="0"/>
              <a:t>MAS EM NOME DO SENHOR OS DERROTEI;</a:t>
            </a:r>
          </a:p>
          <a:p>
            <a:pPr algn="l"/>
            <a:r>
              <a:rPr lang="pt-BR" sz="6500" dirty="0"/>
              <a:t>DE TODO LADO TODOS ELES ME CERCARAM,</a:t>
            </a:r>
          </a:p>
          <a:p>
            <a:pPr algn="l"/>
            <a:r>
              <a:rPr lang="pt-BR" sz="6500" dirty="0"/>
              <a:t>MAS EM NOME DO SENHOR OS DERROTEI.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3947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O CRISTO, NOSSA PÁSCOA, FOI IMOLADO;</a:t>
            </a:r>
          </a:p>
          <a:p>
            <a:pPr algn="l"/>
            <a:r>
              <a:rPr lang="pt-BR" sz="6500" b="1" dirty="0"/>
              <a:t>CELEBREMOS A FESTA COM PÃO SEM FERMENTO,</a:t>
            </a:r>
          </a:p>
          <a:p>
            <a:pPr algn="l"/>
            <a:r>
              <a:rPr lang="pt-BR" sz="6500" b="1" dirty="0"/>
              <a:t>COM O PÃO DA RETIDÃO E DA VERDADE, </a:t>
            </a:r>
          </a:p>
          <a:p>
            <a:pPr algn="l"/>
            <a:r>
              <a:rPr lang="pt-BR" sz="6500" b="1" dirty="0"/>
              <a:t>ALELUIA, ALELUIA,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5892698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500" dirty="0"/>
              <a:t>“CLAMORES DE ALEGRIA E DE VITÓRIA </a:t>
            </a:r>
          </a:p>
          <a:p>
            <a:pPr algn="l"/>
            <a:r>
              <a:rPr lang="pt-BR" sz="6500" dirty="0"/>
              <a:t>RESSOEM PELAS TENDAS DOS FIÉIS.</a:t>
            </a:r>
          </a:p>
          <a:p>
            <a:pPr algn="l"/>
            <a:r>
              <a:rPr lang="pt-BR" sz="6500" dirty="0"/>
              <a:t>A MÃO DIREITA DO SENHOR FEZ MARAVILHAS,</a:t>
            </a:r>
          </a:p>
          <a:p>
            <a:pPr algn="l"/>
            <a:r>
              <a:rPr lang="pt-BR" sz="6500" dirty="0"/>
              <a:t>A MÃO DIREITA DO SENHOR ME LEVANTOU!”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6526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O CRISTO, NOSSA PÁSCOA, FOI IMOLADO;</a:t>
            </a:r>
          </a:p>
          <a:p>
            <a:pPr algn="l"/>
            <a:r>
              <a:rPr lang="pt-BR" sz="6500" b="1" dirty="0"/>
              <a:t>CELEBREMOS A FESTA COM PÃO SEM FERMENTO,</a:t>
            </a:r>
          </a:p>
          <a:p>
            <a:pPr algn="l"/>
            <a:r>
              <a:rPr lang="pt-BR" sz="6500" b="1" dirty="0"/>
              <a:t>COM O PÃO DA RETIDÃO E DA VERDADE, </a:t>
            </a:r>
          </a:p>
          <a:p>
            <a:pPr algn="l"/>
            <a:r>
              <a:rPr lang="pt-BR" sz="6500" b="1" dirty="0"/>
              <a:t>ALELUIA, ALELUIA,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576118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500" dirty="0"/>
              <a:t>NÃO MORREREI, MAS, AO CONTRÁRIO, VIVEREI</a:t>
            </a:r>
          </a:p>
          <a:p>
            <a:pPr algn="l"/>
            <a:r>
              <a:rPr lang="pt-BR" sz="6500" dirty="0"/>
              <a:t>PARA CANTAR AS GRANDES OBRAS DO SENHOR!</a:t>
            </a:r>
          </a:p>
          <a:p>
            <a:pPr algn="l"/>
            <a:r>
              <a:rPr lang="pt-BR" sz="6500" dirty="0"/>
              <a:t>O SENHOR SEVERAMENTE ME PROVOU,</a:t>
            </a:r>
          </a:p>
          <a:p>
            <a:pPr algn="l"/>
            <a:r>
              <a:rPr lang="pt-BR" sz="6500" dirty="0"/>
              <a:t>MAS NÃO ME ABANDONOU ÀS MÃOS DA MORTE.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08507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O CRISTO, NOSSA PÁSCOA, FOI IMOLADO;</a:t>
            </a:r>
          </a:p>
          <a:p>
            <a:pPr algn="l"/>
            <a:r>
              <a:rPr lang="pt-BR" sz="6500" b="1" dirty="0"/>
              <a:t>CELEBREMOS A FESTA COM PÃO SEM FERMENTO,</a:t>
            </a:r>
          </a:p>
          <a:p>
            <a:pPr algn="l"/>
            <a:r>
              <a:rPr lang="pt-BR" sz="6500" b="1" dirty="0"/>
              <a:t>COM O PÃO DA RETIDÃO E DA VERDADE, </a:t>
            </a:r>
          </a:p>
          <a:p>
            <a:pPr algn="l"/>
            <a:r>
              <a:rPr lang="pt-BR" sz="6500" b="1" dirty="0"/>
              <a:t>ALELUIA, ALELUIA,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131809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500" dirty="0"/>
              <a:t>A PEDRA QUE OS PEDREIROS REJEITARAM,</a:t>
            </a:r>
          </a:p>
          <a:p>
            <a:pPr algn="l"/>
            <a:r>
              <a:rPr lang="pt-BR" sz="6500" dirty="0"/>
              <a:t>TORNOU-SE AGORA A PEDRA ANGULAR.</a:t>
            </a:r>
          </a:p>
          <a:p>
            <a:pPr algn="l"/>
            <a:r>
              <a:rPr lang="pt-BR" sz="6500" dirty="0"/>
              <a:t>PELO SENHOR É QUE FOI FEITO TUDO ISTO:</a:t>
            </a:r>
          </a:p>
          <a:p>
            <a:pPr algn="l"/>
            <a:r>
              <a:rPr lang="pt-BR" sz="6500" dirty="0"/>
              <a:t>QUE MARAVILHAS ELE FEZ AOS NOSSOS OLHOS!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292213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O CRISTO, NOSSA PÁSCOA, FOI IMOLADO;</a:t>
            </a:r>
          </a:p>
          <a:p>
            <a:pPr algn="l"/>
            <a:r>
              <a:rPr lang="pt-BR" sz="6500" b="1" dirty="0"/>
              <a:t>CELEBREMOS A FESTA COM PÃO SEM FERMENTO,</a:t>
            </a:r>
          </a:p>
          <a:p>
            <a:pPr algn="l"/>
            <a:r>
              <a:rPr lang="pt-BR" sz="6500" b="1" dirty="0"/>
              <a:t>COM O PÃO DA RETIDÃO E DA VERDADE, </a:t>
            </a:r>
          </a:p>
          <a:p>
            <a:pPr algn="l"/>
            <a:r>
              <a:rPr lang="pt-BR" sz="6500" b="1" dirty="0"/>
              <a:t>ALELUIA, ALELUIA,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7201397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500" dirty="0"/>
              <a:t>ESTE É O DIA QUE O SENHOR FEZ PARA NÓS,</a:t>
            </a:r>
          </a:p>
          <a:p>
            <a:pPr algn="l"/>
            <a:r>
              <a:rPr lang="pt-BR" sz="6500" dirty="0"/>
              <a:t>ALEGREMO-NOS E NELE EXULTEMOS!”</a:t>
            </a:r>
          </a:p>
          <a:p>
            <a:pPr algn="l"/>
            <a:r>
              <a:rPr lang="pt-BR" sz="6500" dirty="0"/>
              <a:t>DAI GRAÇAS AO SENHOR, PORQUE ELE É BOM!</a:t>
            </a:r>
          </a:p>
          <a:p>
            <a:pPr algn="l"/>
            <a:r>
              <a:rPr lang="pt-BR" sz="6500" dirty="0"/>
              <a:t>“ETERNA É A SUA MISERICÓRDIA!”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73320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O CRISTO, NOSSA PÁSCOA, FOI IMOLADO;</a:t>
            </a:r>
          </a:p>
          <a:p>
            <a:pPr algn="l"/>
            <a:r>
              <a:rPr lang="pt-BR" sz="6500" b="1" dirty="0"/>
              <a:t>CELEBREMOS A FESTA COM PÃO SEM FERMENTO,</a:t>
            </a:r>
          </a:p>
          <a:p>
            <a:pPr algn="l"/>
            <a:r>
              <a:rPr lang="pt-BR" sz="6500" b="1" dirty="0"/>
              <a:t>COM O PÃO DA RETIDÃO E DA VERDADE, </a:t>
            </a:r>
          </a:p>
          <a:p>
            <a:pPr algn="l"/>
            <a:r>
              <a:rPr lang="pt-BR" sz="6500" b="1" dirty="0"/>
              <a:t>ALELUIA, ALELUIA, 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653305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PROVAI E VEDE QUÃO SUAVE É O SENHOR</a:t>
            </a:r>
          </a:p>
          <a:p>
            <a:pPr algn="l"/>
            <a:r>
              <a:rPr lang="pt-BR" sz="6500" b="1" dirty="0"/>
              <a:t>FELIZ É O HOMEM QUE TEM NELE O SEU REFÚGIO</a:t>
            </a:r>
          </a:p>
          <a:p>
            <a:pPr algn="l"/>
            <a:r>
              <a:rPr lang="pt-BR" sz="6500" b="1" dirty="0"/>
              <a:t>TEMEI O SENHOR, SEUS SANTOS, TODOS PORQUE NADA FALTARÁ AOS QUE O TEMEM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4016357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500" dirty="0"/>
              <a:t>BENDIREI O SENHOR DEUS EM TODO O TEMPO</a:t>
            </a:r>
          </a:p>
          <a:p>
            <a:pPr algn="l"/>
            <a:r>
              <a:rPr lang="pt-BR" sz="6500" dirty="0"/>
              <a:t>SEU LOUVOR ESTARÁ SEMPRE EM MINHA BOCA</a:t>
            </a:r>
          </a:p>
          <a:p>
            <a:pPr algn="l"/>
            <a:r>
              <a:rPr lang="pt-BR" sz="6500" dirty="0"/>
              <a:t>MINHA ALMA SE GLORIA NO SENHOR</a:t>
            </a:r>
          </a:p>
          <a:p>
            <a:pPr algn="l"/>
            <a:r>
              <a:rPr lang="pt-BR" sz="6500" dirty="0"/>
              <a:t>QUE OUÇAM O HUMILDES E SE ALEGREM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941676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b="1" dirty="0"/>
              <a:t>PROVAI E VEDE QUÃO SUAVE É O SENHOR</a:t>
            </a:r>
          </a:p>
          <a:p>
            <a:pPr algn="l"/>
            <a:r>
              <a:rPr lang="pt-BR" sz="6500" b="1" dirty="0"/>
              <a:t>FELIZ É O HOMEM QUE TEM NELE O SEU REFÚGIO</a:t>
            </a:r>
          </a:p>
          <a:p>
            <a:pPr algn="l"/>
            <a:r>
              <a:rPr lang="pt-BR" sz="6500" b="1" dirty="0"/>
              <a:t>TEMEI O SENHOR, SEUS SANTOS, TODOS PORQUE NADA FALTARÁ AOS QUE O TEMEM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4159854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7866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500" b="1" dirty="0"/>
              <a:t>CRISTO RESSUSCITOU, ALELUIA!</a:t>
            </a:r>
          </a:p>
          <a:p>
            <a:pPr algn="l"/>
            <a:r>
              <a:rPr lang="pt-BR" sz="6500" b="1" dirty="0"/>
              <a:t>VENCEU A MORTE COM AMOR</a:t>
            </a:r>
          </a:p>
          <a:p>
            <a:pPr algn="l"/>
            <a:r>
              <a:rPr lang="pt-BR" sz="6500" b="1" dirty="0"/>
              <a:t>CRISTO RESSUSCITOU, ALELUIA!</a:t>
            </a:r>
          </a:p>
          <a:p>
            <a:pPr algn="l"/>
            <a:r>
              <a:rPr lang="pt-BR" sz="6500" b="1" dirty="0"/>
              <a:t>VENCEU A MORTE COM AMOR</a:t>
            </a:r>
          </a:p>
          <a:p>
            <a:pPr algn="l"/>
            <a:r>
              <a:rPr lang="pt-BR" sz="6500" b="1" dirty="0"/>
              <a:t>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3425270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500" dirty="0"/>
              <a:t>TENDO VENCIDO A MORTE</a:t>
            </a:r>
          </a:p>
          <a:p>
            <a:pPr algn="l"/>
            <a:r>
              <a:rPr lang="pt-BR" sz="6500" dirty="0"/>
              <a:t>O SENHOR FICARÁ PARA SEMPRE ENTRE NÓS</a:t>
            </a:r>
          </a:p>
          <a:p>
            <a:pPr algn="l"/>
            <a:r>
              <a:rPr lang="pt-BR" sz="6500" dirty="0"/>
              <a:t>PARA MANTER VIVA</a:t>
            </a:r>
          </a:p>
          <a:p>
            <a:pPr algn="l"/>
            <a:r>
              <a:rPr lang="pt-BR" sz="6500" dirty="0"/>
              <a:t>A CHAMA DO AMOR QUE RESIDE</a:t>
            </a:r>
          </a:p>
          <a:p>
            <a:pPr algn="l"/>
            <a:r>
              <a:rPr lang="pt-BR" sz="6500" dirty="0"/>
              <a:t>EM CADA CRISTÃO A CAMINHO DO PAI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460027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500" b="1" dirty="0"/>
              <a:t>CRISTO RESSUSCITOU, ALELUIA!</a:t>
            </a:r>
          </a:p>
          <a:p>
            <a:pPr algn="l"/>
            <a:r>
              <a:rPr lang="pt-BR" sz="6500" b="1" dirty="0"/>
              <a:t>VENCEU A MORTE COM AMOR</a:t>
            </a:r>
          </a:p>
          <a:p>
            <a:pPr algn="l"/>
            <a:r>
              <a:rPr lang="pt-BR" sz="6500" b="1" dirty="0"/>
              <a:t>CRISTO RESSUSCITOU, ALELUIA!</a:t>
            </a:r>
          </a:p>
          <a:p>
            <a:pPr algn="l"/>
            <a:r>
              <a:rPr lang="pt-BR" sz="6500" b="1" dirty="0"/>
              <a:t>VENCEU A MORTE COM AMOR</a:t>
            </a:r>
          </a:p>
          <a:p>
            <a:pPr algn="l"/>
            <a:r>
              <a:rPr lang="pt-BR" sz="6500" b="1" dirty="0"/>
              <a:t>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0976097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500" dirty="0"/>
              <a:t>TENDO VENCIDO A MORTE</a:t>
            </a:r>
          </a:p>
          <a:p>
            <a:pPr algn="l"/>
            <a:r>
              <a:rPr lang="pt-BR" sz="6500" dirty="0"/>
              <a:t>O SENHOR NOS ABRIU HORIZONTE, FELIZ</a:t>
            </a:r>
          </a:p>
          <a:p>
            <a:pPr algn="l"/>
            <a:r>
              <a:rPr lang="pt-BR" sz="6500" dirty="0"/>
              <a:t>POIS NOSSO PEREGRINAR</a:t>
            </a:r>
          </a:p>
          <a:p>
            <a:pPr algn="l"/>
            <a:r>
              <a:rPr lang="pt-BR" sz="6500" dirty="0"/>
              <a:t>PELA FACE DO MUNDO TERÁ</a:t>
            </a:r>
          </a:p>
          <a:p>
            <a:pPr algn="l"/>
            <a:r>
              <a:rPr lang="pt-BR" sz="6500" dirty="0"/>
              <a:t>SEU FINAL LÁ NA CASA DO PAI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3907866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500" b="1" dirty="0"/>
              <a:t>CRISTO RESSUSCITOU, ALELUIA!</a:t>
            </a:r>
          </a:p>
          <a:p>
            <a:pPr algn="l"/>
            <a:r>
              <a:rPr lang="pt-BR" sz="6500" b="1" dirty="0"/>
              <a:t>VENCEU A MORTE COM AMOR</a:t>
            </a:r>
          </a:p>
          <a:p>
            <a:pPr algn="l"/>
            <a:r>
              <a:rPr lang="pt-BR" sz="6500" b="1" dirty="0"/>
              <a:t>CRISTO RESSUSCITOU, ALELUIA!</a:t>
            </a:r>
          </a:p>
          <a:p>
            <a:pPr algn="l"/>
            <a:r>
              <a:rPr lang="pt-BR" sz="6500" b="1" dirty="0"/>
              <a:t>VENCEU A MORTE COM AMOR</a:t>
            </a:r>
          </a:p>
          <a:p>
            <a:pPr algn="l"/>
            <a:r>
              <a:rPr lang="pt-BR" sz="6500" b="1" dirty="0"/>
              <a:t>ALELUIA!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4090562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18699</TotalTime>
  <Words>1369</Words>
  <Application>Microsoft Office PowerPoint</Application>
  <PresentationFormat>Widescreen</PresentationFormat>
  <Paragraphs>217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GLÓRIA</vt:lpstr>
      <vt:lpstr>GLÓRIA</vt:lpstr>
      <vt:lpstr>GLÓRIA</vt:lpstr>
      <vt:lpstr>GLÓRIA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67</cp:revision>
  <dcterms:created xsi:type="dcterms:W3CDTF">2023-05-06T17:01:55Z</dcterms:created>
  <dcterms:modified xsi:type="dcterms:W3CDTF">2024-03-31T21:05:25Z</dcterms:modified>
</cp:coreProperties>
</file>