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40" r:id="rId3"/>
    <p:sldId id="590" r:id="rId4"/>
    <p:sldId id="264" r:id="rId5"/>
    <p:sldId id="265" r:id="rId6"/>
    <p:sldId id="266" r:id="rId7"/>
    <p:sldId id="267" r:id="rId8"/>
    <p:sldId id="271" r:id="rId9"/>
    <p:sldId id="517" r:id="rId10"/>
    <p:sldId id="602" r:id="rId11"/>
    <p:sldId id="603" r:id="rId12"/>
    <p:sldId id="604" r:id="rId13"/>
    <p:sldId id="438" r:id="rId14"/>
    <p:sldId id="269" r:id="rId15"/>
    <p:sldId id="591" r:id="rId16"/>
    <p:sldId id="630" r:id="rId17"/>
    <p:sldId id="592" r:id="rId18"/>
    <p:sldId id="292" r:id="rId19"/>
    <p:sldId id="275" r:id="rId20"/>
    <p:sldId id="363" r:id="rId21"/>
    <p:sldId id="361" r:id="rId22"/>
    <p:sldId id="362" r:id="rId23"/>
    <p:sldId id="358" r:id="rId24"/>
    <p:sldId id="594" r:id="rId25"/>
    <p:sldId id="579" r:id="rId26"/>
    <p:sldId id="595" r:id="rId27"/>
    <p:sldId id="581" r:id="rId28"/>
    <p:sldId id="596" r:id="rId29"/>
    <p:sldId id="277" r:id="rId30"/>
    <p:sldId id="612" r:id="rId31"/>
    <p:sldId id="624" r:id="rId32"/>
    <p:sldId id="625" r:id="rId33"/>
    <p:sldId id="626" r:id="rId34"/>
    <p:sldId id="627" r:id="rId35"/>
    <p:sldId id="608" r:id="rId36"/>
    <p:sldId id="628" r:id="rId37"/>
    <p:sldId id="428" r:id="rId38"/>
    <p:sldId id="422" r:id="rId39"/>
    <p:sldId id="545" r:id="rId40"/>
    <p:sldId id="597" r:id="rId41"/>
    <p:sldId id="546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6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C67E597-55B4-5F10-D5FF-2EA52806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8382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3617" y="0"/>
            <a:ext cx="12178382" cy="6858000"/>
          </a:xfrm>
          <a:prstGeom prst="rect">
            <a:avLst/>
          </a:prstGeom>
          <a:solidFill>
            <a:schemeClr val="tx1">
              <a:alpha val="59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2028616"/>
            <a:ext cx="1167384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DOMINGO DE RAMOS DA PAIXÃO DO SENHOR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0" i="0" dirty="0">
                <a:effectLst/>
              </a:rPr>
              <a:t>BENDITO O QUE VEM EM NOME DO SENHOR!</a:t>
            </a:r>
          </a:p>
          <a:p>
            <a:pPr algn="l"/>
            <a:endParaRPr lang="pt-BR" sz="7200" dirty="0"/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273069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953" y="1233055"/>
            <a:ext cx="11225647" cy="5624945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b="1" i="0" dirty="0">
                <a:effectLst/>
              </a:rPr>
              <a:t>HOSANA AO FILHO DE DAVI!</a:t>
            </a:r>
          </a:p>
          <a:p>
            <a:pPr algn="l"/>
            <a:r>
              <a:rPr lang="pt-BR" sz="7200" dirty="0"/>
              <a:t>REI DE ISRAEL, HOSANA NAS ALTURAS!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67521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462426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MEU DEUS, MEU DEUS, POR QUE ME ABANDONASTES?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GLÓRIA E LOUVOR A VÓS, Ó CRISTO</a:t>
            </a:r>
          </a:p>
          <a:p>
            <a:endParaRPr lang="pt-BR" sz="4800" b="1" dirty="0"/>
          </a:p>
          <a:p>
            <a:r>
              <a:rPr lang="pt-BR" sz="4800" dirty="0"/>
              <a:t>JESUS CRISTO SE TORNOU OBEDIENTE, OBEDIENTE ATÉ A MORTE NUMA CRUZ; PELO QUE O SENHOR DEUS O EXALTOU, E DEU-LHE UM NOME MUITO ACIMA DO OUTRO NOME.</a:t>
            </a:r>
          </a:p>
          <a:p>
            <a:endParaRPr lang="pt-BR" sz="4800" b="1" dirty="0"/>
          </a:p>
          <a:p>
            <a:r>
              <a:rPr lang="pt-BR" sz="4800" b="1" dirty="0"/>
              <a:t>GLÓRIA E LOUVOR A VÓS, CRISTO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C630C-596E-4EB6-EFBB-BFB198F9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5D1AD-9774-3083-5914-9E0CE04F9C8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372CC8-14C2-23FD-93B9-C84A659D7F36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72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DEUS, NOSSO PAI,</a:t>
            </a:r>
          </a:p>
          <a:p>
            <a:pPr marL="0" indent="0">
              <a:buNone/>
            </a:pPr>
            <a:r>
              <a:rPr lang="pt-BR" sz="72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EM JESUS, VOSSO FILHO,</a:t>
            </a:r>
          </a:p>
          <a:p>
            <a:pPr marL="0" indent="0">
              <a:buNone/>
            </a:pPr>
            <a:r>
              <a:rPr lang="pt-BR" sz="72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VIESTES MORAR ENTRE NÓS E</a:t>
            </a:r>
          </a:p>
          <a:p>
            <a:pPr marL="0" indent="0">
              <a:buNone/>
            </a:pPr>
            <a:r>
              <a:rPr lang="pt-BR" sz="72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NOS ENSINASTES O VALOR DA DIGNIDADE HUMANA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1671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B534-233B-2C87-FB50-6874C2F2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92333-224B-D9DC-575A-A7BCEEDEA3A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3142B7-70B2-0991-D862-92E9D338E98F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NÓS VOS AGRADECEMOS</a:t>
            </a:r>
          </a:p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POR TODAS AS PESSOAS E GRUPOS QUE,SOB O IMPULSO DO ESPÍRITO SANTO, SE EMPENHAM EM PROL DA MORADIA DIGNA PARA TODOS</a:t>
            </a:r>
            <a:endParaRPr lang="pt-BR" sz="6500" dirty="0"/>
          </a:p>
        </p:txBody>
      </p:sp>
    </p:spTree>
    <p:extLst>
      <p:ext uri="{BB962C8B-B14F-4D97-AF65-F5344CB8AC3E}">
        <p14:creationId xmlns:p14="http://schemas.microsoft.com/office/powerpoint/2010/main" val="151196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8A5F-548A-4BCA-02AF-0182CD6E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0EB4D-B539-BC37-73B7-E82A701F0EB5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F17666-FDFD-5601-5108-F6ABC2F52D8D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NÓS VOS SUPLICAMOS:</a:t>
            </a:r>
          </a:p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DAI-NOS A GRAÇA DA CONVERSÃO,</a:t>
            </a:r>
          </a:p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PARA AJUDARMOS A CONSTRUIR UMA SOCIEDADE MAIS JUSTA E FRATERNA,</a:t>
            </a:r>
          </a:p>
        </p:txBody>
      </p:sp>
    </p:spTree>
    <p:extLst>
      <p:ext uri="{BB962C8B-B14F-4D97-AF65-F5344CB8AC3E}">
        <p14:creationId xmlns:p14="http://schemas.microsoft.com/office/powerpoint/2010/main" val="4145326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B37B-E971-25C9-D3A3-FABFFE074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3FCCF-2A67-0579-CD94-8BF4A1194368}"/>
              </a:ext>
            </a:extLst>
          </p:cNvPr>
          <p:cNvSpPr txBox="1">
            <a:spLocks/>
          </p:cNvSpPr>
          <p:nvPr/>
        </p:nvSpPr>
        <p:spPr>
          <a:xfrm>
            <a:off x="430530" y="163416"/>
            <a:ext cx="5305301" cy="47105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rgbClr val="FF0000"/>
                </a:solidFill>
              </a:rPr>
              <a:t>Oração da campanha da fraternidade 2026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BF476-FCA7-AAFA-3ACE-5CE2AEC32E63}"/>
              </a:ext>
            </a:extLst>
          </p:cNvPr>
          <p:cNvSpPr txBox="1">
            <a:spLocks/>
          </p:cNvSpPr>
          <p:nvPr/>
        </p:nvSpPr>
        <p:spPr>
          <a:xfrm>
            <a:off x="430530" y="634471"/>
            <a:ext cx="11330940" cy="700664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COM TERRA, TETO E TRABALHO PARA TODAS AS PESSOAS,</a:t>
            </a:r>
          </a:p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A FIM DE, UM DIA, HABITARMOS CONVOSCO A CASA DO CÉU.</a:t>
            </a:r>
          </a:p>
          <a:p>
            <a:pPr marL="0" indent="0">
              <a:buNone/>
            </a:pPr>
            <a:r>
              <a:rPr lang="pt-BR" sz="6500" dirty="0">
                <a:solidFill>
                  <a:schemeClr val="bg2">
                    <a:lumMod val="10000"/>
                  </a:schemeClr>
                </a:solidFill>
                <a:ea typeface="Roboto" panose="02000000000000000000" pitchFamily="2" charset="0"/>
                <a:cs typeface="Roboto" panose="02000000000000000000" pitchFamily="2" charset="0"/>
              </a:rPr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2791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814D6-F5BF-2D1F-C87C-0626E2096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4BAED85-DA4D-F6E8-B131-A15F6B4957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0916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i="0" dirty="0">
                <a:effectLst/>
              </a:rPr>
              <a:t>O INSULTO ME PARTIU O CORAÇÃO, NÃO SUPORTEI, DESFALECI DE TANTA DOR. EU ESPEREI QUE ALGUÉM DE MIM TIVESSE PENA, MAS FOI EM VÃO, POIS A NINGUÉM PUDE ENCONTRAR.</a:t>
            </a:r>
          </a:p>
          <a:p>
            <a:pPr algn="l"/>
            <a:r>
              <a:rPr lang="pt-BR" sz="7200" b="1" dirty="0"/>
              <a:t>PROCUREI QUEM ME ALIVIASSE E NÃO ACHEI.</a:t>
            </a:r>
          </a:p>
          <a:p>
            <a:pPr algn="l"/>
            <a:r>
              <a:rPr lang="pt-BR" sz="7200" b="1" i="0" dirty="0">
                <a:effectLst/>
              </a:rPr>
              <a:t>DERAM-ME FEL, COMO SE FOSSE UM ALIMENTO. EM MINHA SEDE, OFERECERAM-ME VINAGRE.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200" i="0" dirty="0">
                <a:effectLst/>
              </a:rPr>
              <a:t>SENHOR, OUVI-ME POIS SUAVE É SUA VOZ</a:t>
            </a:r>
          </a:p>
          <a:p>
            <a:pPr algn="l"/>
            <a:r>
              <a:rPr lang="pt-BR" sz="7200" dirty="0"/>
              <a:t>PONDE OS OLHOS SOBRE MIM COM GRANDE AMOR</a:t>
            </a:r>
          </a:p>
          <a:p>
            <a:pPr algn="l"/>
            <a:r>
              <a:rPr lang="pt-BR" sz="7200" dirty="0"/>
              <a:t>NÃO OCULTEIS A VOSSA FACE AO VOSSO SERVO</a:t>
            </a:r>
          </a:p>
          <a:p>
            <a:pPr algn="l"/>
            <a:r>
              <a:rPr lang="pt-BR" sz="7200" dirty="0"/>
              <a:t>COMO EU SOFRO, RESPONDEI-ME BEM DEPRESSA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289976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21E5-07C8-DE4B-3100-6E6EC8314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2352B-85F0-7691-42AF-0806F6AE3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82E428-462E-B293-6A30-C500DDCE4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200" b="1" i="0" dirty="0">
                <a:effectLst/>
              </a:rPr>
              <a:t>O INSULTO ME PARTIU O CORAÇÃO, NÃO SUPORTEI, DESFALECI DE TANTA DOR. EU ESPEREI QUE ALGUÉM DE MIM TIVESSE PENA, MAS FOI EM VÃO, POIS A NINGUÉM PUDE ENCONTRAR.</a:t>
            </a:r>
          </a:p>
          <a:p>
            <a:pPr algn="l"/>
            <a:r>
              <a:rPr lang="pt-BR" sz="7200" b="1" dirty="0"/>
              <a:t>PROCUREI QUEM ME ALIVIASSE E NÃO ACHEI.</a:t>
            </a:r>
          </a:p>
          <a:p>
            <a:pPr algn="l"/>
            <a:r>
              <a:rPr lang="pt-BR" sz="7200" b="1" i="0" dirty="0">
                <a:effectLst/>
              </a:rPr>
              <a:t>DERAM-ME FEL, COMO SE FOSSE UM ALIMENTO. EM MINHA SEDE, OFERECERAM-ME VINAGRE.</a:t>
            </a:r>
          </a:p>
        </p:txBody>
      </p:sp>
    </p:spTree>
    <p:extLst>
      <p:ext uri="{BB962C8B-B14F-4D97-AF65-F5344CB8AC3E}">
        <p14:creationId xmlns:p14="http://schemas.microsoft.com/office/powerpoint/2010/main" val="1007142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dirty="0">
                <a:effectLst/>
              </a:rPr>
              <a:t>POIS NOSSO DEUS ATENDE À PRECE DOS SEUS POBRES</a:t>
            </a:r>
          </a:p>
          <a:p>
            <a:pPr algn="l"/>
            <a:r>
              <a:rPr lang="pt-BR" sz="6600" dirty="0"/>
              <a:t>E NÃO DESPREZA O CLAMOR DE SEUS CATIVOS</a:t>
            </a:r>
          </a:p>
          <a:p>
            <a:pPr algn="l"/>
            <a:r>
              <a:rPr lang="pt-BR" sz="6600" dirty="0"/>
              <a:t>QUE CÉUS E TERRA GLORIFIQUEM O SENHOR</a:t>
            </a:r>
          </a:p>
          <a:p>
            <a:pPr algn="l"/>
            <a:r>
              <a:rPr lang="pt-BR" sz="6600" dirty="0"/>
              <a:t>COM O MAR E TODO SER QUE NELE VIVE.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947682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63" y="58050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63" y="1289426"/>
            <a:ext cx="11441777" cy="5424487"/>
          </a:xfrm>
        </p:spPr>
        <p:txBody>
          <a:bodyPr>
            <a:normAutofit/>
          </a:bodyPr>
          <a:lstStyle/>
          <a:p>
            <a:pPr algn="just"/>
            <a:r>
              <a:rPr lang="pt-BR" sz="8000" dirty="0"/>
              <a:t>SANTO, SANTO, SANTO</a:t>
            </a:r>
          </a:p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</a:t>
            </a:r>
          </a:p>
          <a:p>
            <a:pPr algn="l"/>
            <a:r>
              <a:rPr lang="pt-BR" sz="8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000" b="0" i="0" dirty="0">
                <a:solidFill>
                  <a:srgbClr val="131313"/>
                </a:solidFill>
                <a:effectLst/>
              </a:rPr>
              <a:t>GUARDEI A MINHA FÉ, MESMO DIZENDO: ‘É DEMAIS O SOFRIMENTO EM MINHA VIDA’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CONFIEI, QUANDO DIZIA NA AFLIÇÃO</a:t>
            </a:r>
          </a:p>
          <a:p>
            <a:pPr algn="l"/>
            <a:r>
              <a:rPr lang="pt-BR" sz="8000" dirty="0">
                <a:solidFill>
                  <a:srgbClr val="131313"/>
                </a:solidFill>
              </a:rPr>
              <a:t>‘TODO HOMEM É MENTIROSO! TODO HOMEM!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143966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QUE PODEREI RETRIBUIR AO SENHOR DEUS, PORTUDO AQUILO QUE ELE FEZ EM MEU FAVOR?ELEVO O CÁLICE DA MINHA SALVAÇÃO, INVOCANDO O NOME SANTO DO SENHOR.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09419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466574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9"/>
            <a:ext cx="10851573" cy="504868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b="0" i="0" dirty="0">
                <a:solidFill>
                  <a:srgbClr val="131313"/>
                </a:solidFill>
                <a:effectLst/>
              </a:rPr>
              <a:t>É SENTIDA POR DEMAIS POR DEMAIS PELO SENHOR, A MORTE DOS SEUS SANTOS, SEUS AMIGOS. EIS QUE SOU O VOSSO SERVO, Ó SENHOR, VOSSO SERVO QUE NASCEU DE VOSSA SERVA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072840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09255"/>
            <a:ext cx="10851573" cy="4814455"/>
          </a:xfrm>
        </p:spPr>
        <p:txBody>
          <a:bodyPr>
            <a:no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Ó PAI, SE ESTE CÁLICE NÃO PODE PASSAR SEM QUE EU O BEBA, FAÇA-SE A TUA VONTADE, A TUA VONTADE!</a:t>
            </a:r>
            <a:br>
              <a:rPr lang="pt-BR" sz="7200" b="1" dirty="0"/>
            </a:br>
            <a:endParaRPr lang="pt-BR" sz="7200" b="1" dirty="0"/>
          </a:p>
          <a:p>
            <a:pPr algn="just"/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2818840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r>
              <a:rPr lang="pt-BR" sz="6600" dirty="0"/>
              <a:t>ÉS DOS ANJOS O TESOURO</a:t>
            </a:r>
          </a:p>
          <a:p>
            <a:pPr algn="l"/>
            <a:r>
              <a:rPr lang="pt-BR" sz="6600" dirty="0"/>
              <a:t>E DOS HOMENS O DULÇOR</a:t>
            </a:r>
          </a:p>
        </p:txBody>
      </p:sp>
    </p:spTree>
    <p:extLst>
      <p:ext uri="{BB962C8B-B14F-4D97-AF65-F5344CB8AC3E}">
        <p14:creationId xmlns:p14="http://schemas.microsoft.com/office/powerpoint/2010/main" val="14016357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26BA-4FE4-7614-8883-13F533A1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DDFB7-99AF-DC94-BEE1-A321B8E09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3855AC-3631-B421-81CD-64D1401BC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r>
              <a:rPr lang="pt-BR" sz="6600" dirty="0"/>
              <a:t>ÉS NA VIDA ALENTO E FORÇA, E NA MORTE O DEFENSOR</a:t>
            </a:r>
          </a:p>
        </p:txBody>
      </p:sp>
    </p:spTree>
    <p:extLst>
      <p:ext uri="{BB962C8B-B14F-4D97-AF65-F5344CB8AC3E}">
        <p14:creationId xmlns:p14="http://schemas.microsoft.com/office/powerpoint/2010/main" val="2692763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E157-C5E6-3FC8-0999-C650171E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E85A3-BB71-1673-891F-505BDD09B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E7BE49-A066-E012-A925-80F30B367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ÉS NA TERRA FIEL AMIGO, E DO CÉU, FELIZ PENHOR</a:t>
            </a:r>
          </a:p>
        </p:txBody>
      </p:sp>
    </p:spTree>
    <p:extLst>
      <p:ext uri="{BB962C8B-B14F-4D97-AF65-F5344CB8AC3E}">
        <p14:creationId xmlns:p14="http://schemas.microsoft.com/office/powerpoint/2010/main" val="3119502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6B61-D940-A06D-1319-9C2E1AE1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973AC-2651-30B5-FBB5-DC4086F61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512618"/>
            <a:ext cx="253018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7F676E-192D-F5F3-3506-66615E56F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EU TE ADORO, HÓSTIA DIVINA, EU TE ADORO, HÓSTIA DE AMOR!</a:t>
            </a:r>
            <a:br>
              <a:rPr lang="pt-BR" sz="6600" dirty="0"/>
            </a:br>
            <a:br>
              <a:rPr lang="pt-BR" sz="6600" dirty="0"/>
            </a:br>
            <a:r>
              <a:rPr lang="pt-BR" sz="6600" dirty="0"/>
              <a:t>ÉS MEU DEUS, EXCELSO E GRANDE, E DOS SÉCULOS, O SENHOR</a:t>
            </a:r>
          </a:p>
        </p:txBody>
      </p:sp>
    </p:spTree>
    <p:extLst>
      <p:ext uri="{BB962C8B-B14F-4D97-AF65-F5344CB8AC3E}">
        <p14:creationId xmlns:p14="http://schemas.microsoft.com/office/powerpoint/2010/main" val="22712640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0FD3-C78C-80ED-BDB2-A906E1AD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31B7877-6446-6CA8-7654-BC199FC33C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659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52F1-76AF-E2B9-D8EC-68F1D165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4F5720E-DF20-9E79-6FEB-7C503F2FF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145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6CAE0-1B61-F6BD-90E6-FDB73DDE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BC1EA7-250D-77AC-6E9A-44827392F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55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2415759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ELE É O SANTO ELE É O FILHO DE MARIA</a:t>
            </a:r>
          </a:p>
          <a:p>
            <a:pPr algn="l"/>
            <a:r>
              <a:rPr lang="pt-BR" sz="7200" dirty="0"/>
              <a:t>ELE É O DEUS DE ISRAEL, ELE É O FILHO DE DAVI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208989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737" y="237505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737" y="1440873"/>
            <a:ext cx="11972144" cy="4951493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HOSANA HEI HOSANA HA</a:t>
            </a:r>
          </a:p>
          <a:p>
            <a:pPr algn="l"/>
            <a:r>
              <a:rPr lang="pt-BR" sz="7200" b="1" dirty="0"/>
              <a:t>HOSANA HEI HOSANA HEI</a:t>
            </a:r>
          </a:p>
          <a:p>
            <a:pPr algn="l"/>
            <a:r>
              <a:rPr lang="pt-BR" sz="7200" b="1" dirty="0"/>
              <a:t>HOSANA HA (BIS)</a:t>
            </a:r>
          </a:p>
          <a:p>
            <a:pPr algn="l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6342075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739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739" y="888670"/>
            <a:ext cx="11562413" cy="547650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VAMOS A ELE COM AS FLORES DOS TRIGAIS</a:t>
            </a:r>
          </a:p>
          <a:p>
            <a:pPr algn="l"/>
            <a:r>
              <a:rPr lang="pt-BR" sz="7200" dirty="0"/>
              <a:t>COM OS RAMOS DE OLIVEIRA COM ALEGRIA E MUITA PAZ</a:t>
            </a:r>
          </a:p>
          <a:p>
            <a:pPr algn="l"/>
            <a:r>
              <a:rPr lang="pt-BR" sz="7200" dirty="0"/>
              <a:t>SANTO É O SEU NOME É O SENHOR DEUS DO UNIVERSO</a:t>
            </a:r>
          </a:p>
          <a:p>
            <a:pPr algn="l"/>
            <a:r>
              <a:rPr lang="pt-BR" sz="7200" dirty="0"/>
              <a:t>GLORIA A DEUS DE ISRAEL NOSSO REI E SALVADOR</a:t>
            </a:r>
          </a:p>
        </p:txBody>
      </p:sp>
    </p:spTree>
    <p:extLst>
      <p:ext uri="{BB962C8B-B14F-4D97-AF65-F5344CB8AC3E}">
        <p14:creationId xmlns:p14="http://schemas.microsoft.com/office/powerpoint/2010/main" val="4147317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19848</TotalTime>
  <Words>911</Words>
  <Application>Microsoft Office PowerPoint</Application>
  <PresentationFormat>Widescreen</PresentationFormat>
  <Paragraphs>108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62</cp:revision>
  <dcterms:created xsi:type="dcterms:W3CDTF">2023-05-06T17:01:55Z</dcterms:created>
  <dcterms:modified xsi:type="dcterms:W3CDTF">2026-03-28T21:46:48Z</dcterms:modified>
</cp:coreProperties>
</file>