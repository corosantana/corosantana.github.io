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540" r:id="rId3"/>
    <p:sldId id="590" r:id="rId4"/>
    <p:sldId id="264" r:id="rId5"/>
    <p:sldId id="265" r:id="rId6"/>
    <p:sldId id="266" r:id="rId7"/>
    <p:sldId id="267" r:id="rId8"/>
    <p:sldId id="271" r:id="rId9"/>
    <p:sldId id="269" r:id="rId10"/>
    <p:sldId id="591" r:id="rId11"/>
    <p:sldId id="602" r:id="rId12"/>
    <p:sldId id="603" r:id="rId13"/>
    <p:sldId id="292" r:id="rId14"/>
    <p:sldId id="275" r:id="rId15"/>
    <p:sldId id="363" r:id="rId16"/>
    <p:sldId id="361" r:id="rId17"/>
    <p:sldId id="362" r:id="rId18"/>
    <p:sldId id="358" r:id="rId19"/>
    <p:sldId id="594" r:id="rId20"/>
    <p:sldId id="579" r:id="rId21"/>
    <p:sldId id="595" r:id="rId22"/>
    <p:sldId id="581" r:id="rId23"/>
    <p:sldId id="596" r:id="rId24"/>
    <p:sldId id="277" r:id="rId25"/>
    <p:sldId id="420" r:id="rId26"/>
    <p:sldId id="604" r:id="rId27"/>
    <p:sldId id="436" r:id="rId28"/>
    <p:sldId id="495" r:id="rId29"/>
    <p:sldId id="605" r:id="rId30"/>
    <p:sldId id="422" r:id="rId31"/>
    <p:sldId id="545" r:id="rId32"/>
    <p:sldId id="597" r:id="rId33"/>
    <p:sldId id="546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969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CF6FD7BD-C36C-4BBC-8F77-0A26C08F85E5}"/>
    <pc:docChg chg="custSel addSld delSld modSld sldOrd">
      <pc:chgData name="anaclaracosta116@gmail.com" userId="a793634777582c92" providerId="LiveId" clId="{CF6FD7BD-C36C-4BBC-8F77-0A26C08F85E5}" dt="2025-04-12T19:56:28.287" v="546"/>
      <pc:docMkLst>
        <pc:docMk/>
      </pc:docMkLst>
      <pc:sldChg chg="modSp mod">
        <pc:chgData name="anaclaracosta116@gmail.com" userId="a793634777582c92" providerId="LiveId" clId="{CF6FD7BD-C36C-4BBC-8F77-0A26C08F85E5}" dt="2025-04-12T19:50:23.662" v="167" actId="27636"/>
        <pc:sldMkLst>
          <pc:docMk/>
          <pc:sldMk cId="2786277918" sldId="269"/>
        </pc:sldMkLst>
        <pc:spChg chg="mod">
          <ac:chgData name="anaclaracosta116@gmail.com" userId="a793634777582c92" providerId="LiveId" clId="{CF6FD7BD-C36C-4BBC-8F77-0A26C08F85E5}" dt="2025-04-12T19:49:47.612" v="158" actId="1076"/>
          <ac:spMkLst>
            <pc:docMk/>
            <pc:sldMk cId="2786277918" sldId="269"/>
            <ac:spMk id="2" creationId="{F0E406B4-85AC-B67B-F9E2-21AAF8067483}"/>
          </ac:spMkLst>
        </pc:spChg>
        <pc:spChg chg="mod">
          <ac:chgData name="anaclaracosta116@gmail.com" userId="a793634777582c92" providerId="LiveId" clId="{CF6FD7BD-C36C-4BBC-8F77-0A26C08F85E5}" dt="2025-04-12T19:50:23.662" v="167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F6FD7BD-C36C-4BBC-8F77-0A26C08F85E5}" dt="2025-04-12T19:56:17.065" v="543" actId="47"/>
        <pc:sldMkLst>
          <pc:docMk/>
          <pc:sldMk cId="4141278968" sldId="337"/>
        </pc:sldMkLst>
      </pc:sldChg>
      <pc:sldChg chg="add">
        <pc:chgData name="anaclaracosta116@gmail.com" userId="a793634777582c92" providerId="LiveId" clId="{CF6FD7BD-C36C-4BBC-8F77-0A26C08F85E5}" dt="2025-04-12T19:55:46.917" v="542"/>
        <pc:sldMkLst>
          <pc:docMk/>
          <pc:sldMk cId="2836879697" sldId="420"/>
        </pc:sldMkLst>
      </pc:sldChg>
      <pc:sldChg chg="del">
        <pc:chgData name="anaclaracosta116@gmail.com" userId="a793634777582c92" providerId="LiveId" clId="{CF6FD7BD-C36C-4BBC-8F77-0A26C08F85E5}" dt="2025-04-12T19:56:17.065" v="543" actId="47"/>
        <pc:sldMkLst>
          <pc:docMk/>
          <pc:sldMk cId="1782197568" sldId="428"/>
        </pc:sldMkLst>
      </pc:sldChg>
      <pc:sldChg chg="add">
        <pc:chgData name="anaclaracosta116@gmail.com" userId="a793634777582c92" providerId="LiveId" clId="{CF6FD7BD-C36C-4BBC-8F77-0A26C08F85E5}" dt="2025-04-12T19:55:46.917" v="542"/>
        <pc:sldMkLst>
          <pc:docMk/>
          <pc:sldMk cId="3757082143" sldId="436"/>
        </pc:sldMkLst>
      </pc:sldChg>
      <pc:sldChg chg="del">
        <pc:chgData name="anaclaracosta116@gmail.com" userId="a793634777582c92" providerId="LiveId" clId="{CF6FD7BD-C36C-4BBC-8F77-0A26C08F85E5}" dt="2025-04-12T19:56:17.065" v="543" actId="47"/>
        <pc:sldMkLst>
          <pc:docMk/>
          <pc:sldMk cId="2937708858" sldId="437"/>
        </pc:sldMkLst>
      </pc:sldChg>
      <pc:sldChg chg="del">
        <pc:chgData name="anaclaracosta116@gmail.com" userId="a793634777582c92" providerId="LiveId" clId="{CF6FD7BD-C36C-4BBC-8F77-0A26C08F85E5}" dt="2025-04-12T19:46:48.022" v="0" actId="47"/>
        <pc:sldMkLst>
          <pc:docMk/>
          <pc:sldMk cId="3800916983" sldId="438"/>
        </pc:sldMkLst>
      </pc:sldChg>
      <pc:sldChg chg="add">
        <pc:chgData name="anaclaracosta116@gmail.com" userId="a793634777582c92" providerId="LiveId" clId="{CF6FD7BD-C36C-4BBC-8F77-0A26C08F85E5}" dt="2025-04-12T19:55:46.917" v="542"/>
        <pc:sldMkLst>
          <pc:docMk/>
          <pc:sldMk cId="758532512" sldId="495"/>
        </pc:sldMkLst>
      </pc:sldChg>
      <pc:sldChg chg="del">
        <pc:chgData name="anaclaracosta116@gmail.com" userId="a793634777582c92" providerId="LiveId" clId="{CF6FD7BD-C36C-4BBC-8F77-0A26C08F85E5}" dt="2025-04-12T19:46:48.022" v="0" actId="47"/>
        <pc:sldMkLst>
          <pc:docMk/>
          <pc:sldMk cId="2167197964" sldId="517"/>
        </pc:sldMkLst>
      </pc:sldChg>
      <pc:sldChg chg="del">
        <pc:chgData name="anaclaracosta116@gmail.com" userId="a793634777582c92" providerId="LiveId" clId="{CF6FD7BD-C36C-4BBC-8F77-0A26C08F85E5}" dt="2025-04-12T19:46:48.022" v="0" actId="47"/>
        <pc:sldMkLst>
          <pc:docMk/>
          <pc:sldMk cId="551363558" sldId="518"/>
        </pc:sldMkLst>
      </pc:sldChg>
      <pc:sldChg chg="del">
        <pc:chgData name="anaclaracosta116@gmail.com" userId="a793634777582c92" providerId="LiveId" clId="{CF6FD7BD-C36C-4BBC-8F77-0A26C08F85E5}" dt="2025-04-12T19:46:48.022" v="0" actId="47"/>
        <pc:sldMkLst>
          <pc:docMk/>
          <pc:sldMk cId="3802134171" sldId="519"/>
        </pc:sldMkLst>
      </pc:sldChg>
      <pc:sldChg chg="del">
        <pc:chgData name="anaclaracosta116@gmail.com" userId="a793634777582c92" providerId="LiveId" clId="{CF6FD7BD-C36C-4BBC-8F77-0A26C08F85E5}" dt="2025-04-12T19:46:48.022" v="0" actId="47"/>
        <pc:sldMkLst>
          <pc:docMk/>
          <pc:sldMk cId="778293384" sldId="520"/>
        </pc:sldMkLst>
      </pc:sldChg>
      <pc:sldChg chg="del">
        <pc:chgData name="anaclaracosta116@gmail.com" userId="a793634777582c92" providerId="LiveId" clId="{CF6FD7BD-C36C-4BBC-8F77-0A26C08F85E5}" dt="2025-04-12T19:56:17.065" v="543" actId="47"/>
        <pc:sldMkLst>
          <pc:docMk/>
          <pc:sldMk cId="449585997" sldId="528"/>
        </pc:sldMkLst>
      </pc:sldChg>
      <pc:sldChg chg="modSp mod">
        <pc:chgData name="anaclaracosta116@gmail.com" userId="a793634777582c92" providerId="LiveId" clId="{CF6FD7BD-C36C-4BBC-8F77-0A26C08F85E5}" dt="2025-04-12T19:52:14.926" v="356" actId="207"/>
        <pc:sldMkLst>
          <pc:docMk/>
          <pc:sldMk cId="3289976046" sldId="591"/>
        </pc:sldMkLst>
        <pc:spChg chg="mod">
          <ac:chgData name="anaclaracosta116@gmail.com" userId="a793634777582c92" providerId="LiveId" clId="{CF6FD7BD-C36C-4BBC-8F77-0A26C08F85E5}" dt="2025-04-12T19:52:14.926" v="356" actId="207"/>
          <ac:spMkLst>
            <pc:docMk/>
            <pc:sldMk cId="3289976046" sldId="591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F6FD7BD-C36C-4BBC-8F77-0A26C08F85E5}" dt="2025-04-12T19:52:24.125" v="357" actId="47"/>
        <pc:sldMkLst>
          <pc:docMk/>
          <pc:sldMk cId="3947682603" sldId="592"/>
        </pc:sldMkLst>
      </pc:sldChg>
      <pc:sldChg chg="del">
        <pc:chgData name="anaclaracosta116@gmail.com" userId="a793634777582c92" providerId="LiveId" clId="{CF6FD7BD-C36C-4BBC-8F77-0A26C08F85E5}" dt="2025-04-12T19:52:24.125" v="357" actId="47"/>
        <pc:sldMkLst>
          <pc:docMk/>
          <pc:sldMk cId="3171533619" sldId="593"/>
        </pc:sldMkLst>
      </pc:sldChg>
      <pc:sldChg chg="del">
        <pc:chgData name="anaclaracosta116@gmail.com" userId="a793634777582c92" providerId="LiveId" clId="{CF6FD7BD-C36C-4BBC-8F77-0A26C08F85E5}" dt="2025-04-12T19:56:17.065" v="543" actId="47"/>
        <pc:sldMkLst>
          <pc:docMk/>
          <pc:sldMk cId="187069289" sldId="598"/>
        </pc:sldMkLst>
      </pc:sldChg>
      <pc:sldChg chg="del">
        <pc:chgData name="anaclaracosta116@gmail.com" userId="a793634777582c92" providerId="LiveId" clId="{CF6FD7BD-C36C-4BBC-8F77-0A26C08F85E5}" dt="2025-04-12T19:56:17.065" v="543" actId="47"/>
        <pc:sldMkLst>
          <pc:docMk/>
          <pc:sldMk cId="1821570022" sldId="599"/>
        </pc:sldMkLst>
      </pc:sldChg>
      <pc:sldChg chg="del">
        <pc:chgData name="anaclaracosta116@gmail.com" userId="a793634777582c92" providerId="LiveId" clId="{CF6FD7BD-C36C-4BBC-8F77-0A26C08F85E5}" dt="2025-04-12T19:56:17.065" v="543" actId="47"/>
        <pc:sldMkLst>
          <pc:docMk/>
          <pc:sldMk cId="466098777" sldId="600"/>
        </pc:sldMkLst>
      </pc:sldChg>
      <pc:sldChg chg="del">
        <pc:chgData name="anaclaracosta116@gmail.com" userId="a793634777582c92" providerId="LiveId" clId="{CF6FD7BD-C36C-4BBC-8F77-0A26C08F85E5}" dt="2025-04-12T19:56:17.065" v="543" actId="47"/>
        <pc:sldMkLst>
          <pc:docMk/>
          <pc:sldMk cId="1431426828" sldId="601"/>
        </pc:sldMkLst>
      </pc:sldChg>
      <pc:sldChg chg="add ord">
        <pc:chgData name="anaclaracosta116@gmail.com" userId="a793634777582c92" providerId="LiveId" clId="{CF6FD7BD-C36C-4BBC-8F77-0A26C08F85E5}" dt="2025-04-12T19:52:29.446" v="360"/>
        <pc:sldMkLst>
          <pc:docMk/>
          <pc:sldMk cId="132032731" sldId="602"/>
        </pc:sldMkLst>
      </pc:sldChg>
      <pc:sldChg chg="modSp add mod ord">
        <pc:chgData name="anaclaracosta116@gmail.com" userId="a793634777582c92" providerId="LiveId" clId="{CF6FD7BD-C36C-4BBC-8F77-0A26C08F85E5}" dt="2025-04-12T19:53:54.634" v="541" actId="20577"/>
        <pc:sldMkLst>
          <pc:docMk/>
          <pc:sldMk cId="4235679353" sldId="603"/>
        </pc:sldMkLst>
        <pc:spChg chg="mod">
          <ac:chgData name="anaclaracosta116@gmail.com" userId="a793634777582c92" providerId="LiveId" clId="{CF6FD7BD-C36C-4BBC-8F77-0A26C08F85E5}" dt="2025-04-12T19:53:54.634" v="541" actId="20577"/>
          <ac:spMkLst>
            <pc:docMk/>
            <pc:sldMk cId="4235679353" sldId="603"/>
            <ac:spMk id="2" creationId="{1BE7FA40-9B18-1BD6-5A5F-0126EDFA60ED}"/>
          </ac:spMkLst>
        </pc:spChg>
        <pc:spChg chg="mod">
          <ac:chgData name="anaclaracosta116@gmail.com" userId="a793634777582c92" providerId="LiveId" clId="{CF6FD7BD-C36C-4BBC-8F77-0A26C08F85E5}" dt="2025-04-12T19:53:51.591" v="532" actId="404"/>
          <ac:spMkLst>
            <pc:docMk/>
            <pc:sldMk cId="4235679353" sldId="603"/>
            <ac:spMk id="3" creationId="{DA8A4381-3E40-5337-8405-D5F00A7E0071}"/>
          </ac:spMkLst>
        </pc:spChg>
      </pc:sldChg>
      <pc:sldChg chg="add">
        <pc:chgData name="anaclaracosta116@gmail.com" userId="a793634777582c92" providerId="LiveId" clId="{CF6FD7BD-C36C-4BBC-8F77-0A26C08F85E5}" dt="2025-04-12T19:55:46.917" v="542"/>
        <pc:sldMkLst>
          <pc:docMk/>
          <pc:sldMk cId="3778473690" sldId="604"/>
        </pc:sldMkLst>
      </pc:sldChg>
      <pc:sldChg chg="add ord">
        <pc:chgData name="anaclaracosta116@gmail.com" userId="a793634777582c92" providerId="LiveId" clId="{CF6FD7BD-C36C-4BBC-8F77-0A26C08F85E5}" dt="2025-04-12T19:56:28.287" v="546"/>
        <pc:sldMkLst>
          <pc:docMk/>
          <pc:sldMk cId="627841338" sldId="60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2245D42-B92F-B7B8-5AA0-D9DA81C5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0634"/>
            <a:ext cx="12192000" cy="682274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9" y="2028616"/>
            <a:ext cx="116738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</a:rPr>
              <a:t>DOMINGO DE RAMOS DA PAIXÃO DO SENHOR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effectLst/>
              </a:rPr>
              <a:t>HOSANA AO FILHO DE DAVI!</a:t>
            </a:r>
          </a:p>
          <a:p>
            <a:pPr algn="l"/>
            <a:r>
              <a:rPr lang="pt-BR" sz="7200" b="1" i="0" dirty="0">
                <a:effectLst/>
              </a:rPr>
              <a:t>HOSANA AO FILHO DE DAVI!</a:t>
            </a:r>
          </a:p>
          <a:p>
            <a:pPr algn="l"/>
            <a:r>
              <a:rPr lang="pt-BR" sz="7200" b="0" i="0" dirty="0">
                <a:effectLst/>
              </a:rPr>
              <a:t>BENDITO O QUE VEM EM NOME DO SENHOR!</a:t>
            </a:r>
          </a:p>
          <a:p>
            <a:pPr algn="l"/>
            <a:endParaRPr lang="pt-BR" sz="7200" dirty="0"/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427306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effectLst/>
              </a:rPr>
              <a:t>HOSANA AO FILHO DE DAVI!</a:t>
            </a:r>
          </a:p>
          <a:p>
            <a:pPr algn="l"/>
            <a:r>
              <a:rPr lang="pt-BR" sz="7200" b="1" i="0" dirty="0">
                <a:effectLst/>
              </a:rPr>
              <a:t>HOSANA AO FILHO DE DAVI!</a:t>
            </a:r>
          </a:p>
          <a:p>
            <a:pPr algn="l"/>
            <a:r>
              <a:rPr lang="pt-BR" sz="7200" dirty="0"/>
              <a:t>REI DE ISRAEL, HOSANA NAS ALTURAS!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675218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462426" cy="2957080"/>
          </a:xfrm>
        </p:spPr>
        <p:txBody>
          <a:bodyPr>
            <a:normAutofit/>
          </a:bodyPr>
          <a:lstStyle/>
          <a:p>
            <a:r>
              <a:rPr lang="pt-BR" sz="6000" b="1" dirty="0"/>
              <a:t>MEU DEUS, MEU DEUS, POR QUE ME ABANDONASTES?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10000"/>
          </a:bodyPr>
          <a:lstStyle/>
          <a:p>
            <a:r>
              <a:rPr lang="pt-BR" sz="4800" b="1" dirty="0"/>
              <a:t>GLÓRIA E LOUVOR A VÓS, Ó CRISTO</a:t>
            </a:r>
          </a:p>
          <a:p>
            <a:endParaRPr lang="pt-BR" sz="4800" b="1" dirty="0"/>
          </a:p>
          <a:p>
            <a:r>
              <a:rPr lang="pt-BR" sz="4800" dirty="0"/>
              <a:t>JESUS CRISTO SE TORNOU OBEDIENTE, OBEDIENTE ATÉ A MORTE NUMA CRUZ; PELO QUE O SENHOR DEUS O EXALTOU, E DEU-LHE UM NOME MUITO ACIMA DO OUTRO NOME.</a:t>
            </a:r>
          </a:p>
          <a:p>
            <a:endParaRPr lang="pt-BR" sz="4800" b="1" dirty="0"/>
          </a:p>
          <a:p>
            <a:r>
              <a:rPr lang="pt-BR" sz="4800" b="1" dirty="0"/>
              <a:t>GLÓRIA E LOUVOR A VÓS, CRISTO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108" y="318653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108" y="900546"/>
            <a:ext cx="11312237" cy="563880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b="1" i="0" dirty="0">
                <a:effectLst/>
              </a:rPr>
              <a:t>O INSULTO ME PARTIU O CORAÇÃO, NÃO SUPORTEI, DESFALECI DE TANTA DOR. EU ESPEREI QUE ALGUÉM DE MI TIVESSE PENA, MAS FOI EM VÃO, POIS A NINGUÉM PUDE ENCONTRAR, PROCUREI QUEM ME ALIVIASSE E NÃO ACHEI.</a:t>
            </a:r>
            <a:r>
              <a:rPr lang="pt-BR" sz="3500" b="1" dirty="0"/>
              <a:t> </a:t>
            </a:r>
            <a:r>
              <a:rPr lang="pt-BR" sz="7200" b="1" dirty="0"/>
              <a:t>DERAM-ME FEL COMO SE FOSSE UM ALIMENTO, EM MINHA SEDE, OFERECERAM-ME VINAGRE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i="0" dirty="0">
                <a:effectLst/>
              </a:rPr>
              <a:t>SENHOR, OUVI-ME, POIS, SUAVE É VOSSA GRAÇA,</a:t>
            </a:r>
          </a:p>
          <a:p>
            <a:pPr algn="l"/>
            <a:r>
              <a:rPr lang="pt-BR" sz="7200" dirty="0"/>
              <a:t>PONDE OS OLHOS SOBRE MIM COM GRANDE AMOR!</a:t>
            </a:r>
          </a:p>
          <a:p>
            <a:pPr algn="l"/>
            <a:r>
              <a:rPr lang="pt-BR" sz="7200" dirty="0"/>
              <a:t>NÃO OCULTEIS A VOSSA FACE AO VOSSO SERVO!</a:t>
            </a:r>
          </a:p>
          <a:p>
            <a:pPr algn="l"/>
            <a:r>
              <a:rPr lang="pt-BR" sz="7200" dirty="0"/>
              <a:t>COMO EU SOFRO! RESPONDEI-ME SEM DEPRESSA!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289976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05606-547A-79F1-314A-EA34A0F55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48EBC-F2DD-4A40-B0FD-E9E4E15E2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108" y="318653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2AE258-2DF0-BF44-B4E5-31CA158F5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108" y="900546"/>
            <a:ext cx="11312237" cy="563880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b="1" i="0" dirty="0">
                <a:effectLst/>
              </a:rPr>
              <a:t>O INSULTO ME PARTIU O CORAÇÃO, NÃO SUPORTEI, DESFALECI DE TANTA DOR. EU ESPEREI QUE ALGUÉM DE MI TIVESSE PENA, MAS FOI EM VÃO, POIS A NINGUÉM PUDE ENCONTRAR, PROCUREI QUEM ME ALIVIASSE E NÃO ACHEI.</a:t>
            </a:r>
            <a:r>
              <a:rPr lang="pt-BR" sz="3500" b="1" dirty="0"/>
              <a:t> </a:t>
            </a:r>
            <a:r>
              <a:rPr lang="pt-BR" sz="7200" b="1" dirty="0"/>
              <a:t>DERAM-ME FEL COMO SE FOSSE UM ALIMENTO, EM MINHA SEDE, OFERECERAM-ME VINAGRE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32032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C380D-B70A-8027-351D-A5615D772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7FA40-9B18-1BD6-5A5F-0126EDFA6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8A4381-3E40-5337-8405-D5F00A7E0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1270672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i="0" dirty="0">
                <a:effectLst/>
              </a:rPr>
              <a:t>POIS NOSSO DEUS ATENDE À PRECE DOS SEUS POBRES,</a:t>
            </a:r>
          </a:p>
          <a:p>
            <a:pPr algn="l"/>
            <a:r>
              <a:rPr lang="pt-BR" sz="6600" dirty="0"/>
              <a:t>E NÃO DESPREZA P CLAMOR DE SEUS CATIVOS.</a:t>
            </a:r>
          </a:p>
          <a:p>
            <a:pPr algn="l"/>
            <a:r>
              <a:rPr lang="pt-BR" sz="6600" dirty="0"/>
              <a:t>QUE CÉUS E TERRA GLORIFIQUEM O SENHOR</a:t>
            </a:r>
          </a:p>
          <a:p>
            <a:pPr algn="l"/>
            <a:r>
              <a:rPr lang="pt-BR" sz="6600" dirty="0"/>
              <a:t>COM O MAR E TODO SER QUE NELE VIVE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4235679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58050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1289426"/>
            <a:ext cx="11441777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l"/>
            <a:r>
              <a:rPr lang="pt-BR" sz="8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09255"/>
            <a:ext cx="10851573" cy="4814455"/>
          </a:xfrm>
        </p:spPr>
        <p:txBody>
          <a:bodyPr>
            <a:no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Ó PAI, SE ESTE CÁLICE NÃO PODE PASSAR SEM QUE EU O BEBA, FAÇA-SE A TUA VONTADE, A TUA VONTADE!</a:t>
            </a:r>
            <a:br>
              <a:rPr lang="pt-BR" sz="7200" b="1" dirty="0"/>
            </a:br>
            <a:endParaRPr lang="pt-BR" sz="7200" b="1" dirty="0"/>
          </a:p>
          <a:p>
            <a:pPr algn="just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</a:rPr>
              <a:t>GUARDEI A MINHA FÉ, MESMO DIZENDO: ‘É DEMAIS O SOFRIMENTO EM MINHA VIDA’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</a:rPr>
              <a:t>CONFIEI, QUANDO DIZIA NA AFLIÇÃO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</a:rPr>
              <a:t>‘TODO HOMEM É MENTIROSO! TODO HOMEM!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09255"/>
            <a:ext cx="10851573" cy="4814455"/>
          </a:xfrm>
        </p:spPr>
        <p:txBody>
          <a:bodyPr>
            <a:no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Ó PAI, SE ESTE CÁLICE NÃO PODE PASSAR SEM QUE EU O BEBA, FAÇA-SE A TUA VONTADE, A TUA VONTADE!</a:t>
            </a:r>
            <a:br>
              <a:rPr lang="pt-BR" sz="7200" b="1" dirty="0"/>
            </a:br>
            <a:endParaRPr lang="pt-BR" sz="7200" b="1" dirty="0"/>
          </a:p>
          <a:p>
            <a:pPr algn="just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143966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9"/>
            <a:ext cx="10851573" cy="504868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QUE PODEREI RETRIBUIR AO SENHOR DEUS, PORTUDO AQUILO QUE ELE FEZ EM MEU FAVOR?ELEVO O CÁLICE DA MINHA SALVAÇÃO, INVOCANDO O NOME DO SENHOR.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009419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09255"/>
            <a:ext cx="10851573" cy="4814455"/>
          </a:xfrm>
        </p:spPr>
        <p:txBody>
          <a:bodyPr>
            <a:no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Ó PAI, SE ESTE CÁLICE NÃO PODE PASSAR SEM QUE EU O BEBA, FAÇA-SE A TUA VONTADE, A TUA VONTADE!</a:t>
            </a:r>
            <a:br>
              <a:rPr lang="pt-BR" sz="7200" b="1" dirty="0"/>
            </a:br>
            <a:endParaRPr lang="pt-BR" sz="7200" b="1" dirty="0"/>
          </a:p>
          <a:p>
            <a:pPr algn="just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466574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9"/>
            <a:ext cx="10851573" cy="504868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É SENTIDA POR DEMAIS POR DEMAIS PELO SENHOR, A MORTE DOS SEUS SANTOS, SEUS AMIGOS. EIS QUE SOU O VOSSO SERVO, Ó SENHOR, VOSSO SERVO QUE NASCEU DE VOSSA SERVA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072840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09255"/>
            <a:ext cx="10851573" cy="4814455"/>
          </a:xfrm>
        </p:spPr>
        <p:txBody>
          <a:bodyPr>
            <a:no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Ó PAI, SE ESTE CÁLICE NÃO PODE PASSAR SEM QUE EU O BEBA, FAÇA-SE A TUA VONTADE, A TUA VONTADE!</a:t>
            </a:r>
            <a:br>
              <a:rPr lang="pt-BR" sz="7200" b="1" dirty="0"/>
            </a:br>
            <a:endParaRPr lang="pt-BR" sz="7200" b="1" dirty="0"/>
          </a:p>
          <a:p>
            <a:pPr algn="just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2818840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DOS ANJOS O TESOURO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HOMENS O DULÇOR.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25B-661D-568E-7839-87BD4D59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97D2F-6F48-F497-7404-FA0947669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ECB86-1DFD-D6ED-F5E0-F23B438A5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VIDA ALENTO E FORÇA,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NA MORTE O DEFENSOR.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8473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2B0D-C831-293C-E891-25210FFA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5E567-80FB-86BC-5E67-D95636C42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21367-2EC6-9D32-4E39-22F3DCFEC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TERRA FIEL AMIGO,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 CÉU, FELIZ PENHOR.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7082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D12C-5AB8-14BD-3AB1-A7B182A7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D8FC-23BF-31B8-E463-4E9B5D778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F9D7F2-5DA1-34DC-1B13-608B3548F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MEU DEUS, EXCELSO E GRANDE,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SÉCULOS, O SENHOR.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8532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0DFF-DE38-5DB6-6C24-CB38DF0EC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9D58303-87D9-B733-D76D-06E7761BC8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7841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737" y="237505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737" y="1440873"/>
            <a:ext cx="11972144" cy="4951493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HOSANA HEI HOSANA HA</a:t>
            </a:r>
          </a:p>
          <a:p>
            <a:pPr algn="l"/>
            <a:r>
              <a:rPr lang="pt-BR" sz="7200" b="1" dirty="0"/>
              <a:t>HOSANA HEI HOSANA HEI</a:t>
            </a:r>
          </a:p>
          <a:p>
            <a:pPr algn="l"/>
            <a:r>
              <a:rPr lang="pt-BR" sz="7200" b="1" dirty="0"/>
              <a:t>HOSANA HA (BIS)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241575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dirty="0"/>
              <a:t>ELE É O SANTO ELE É O FILHO DE MARIA</a:t>
            </a:r>
          </a:p>
          <a:p>
            <a:pPr algn="l"/>
            <a:r>
              <a:rPr lang="pt-BR" sz="7200" dirty="0"/>
              <a:t>ELE É O DEUS DE ISRAEL, ELE É O FILHO DE DAVI</a:t>
            </a:r>
          </a:p>
          <a:p>
            <a:pPr algn="l"/>
            <a:r>
              <a:rPr lang="pt-BR" sz="7200" dirty="0"/>
              <a:t>SANTO É O SEU NOME É O SENHOR DEUS DO UNIVERSO</a:t>
            </a:r>
          </a:p>
          <a:p>
            <a:pPr algn="l"/>
            <a:r>
              <a:rPr lang="pt-BR" sz="7200" dirty="0"/>
              <a:t>GLORIA A DEUS DE ISRAEL NOSSO REI E SALVADOR</a:t>
            </a:r>
          </a:p>
        </p:txBody>
      </p:sp>
    </p:spTree>
    <p:extLst>
      <p:ext uri="{BB962C8B-B14F-4D97-AF65-F5344CB8AC3E}">
        <p14:creationId xmlns:p14="http://schemas.microsoft.com/office/powerpoint/2010/main" val="2089899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737" y="237505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737" y="1440873"/>
            <a:ext cx="11972144" cy="4951493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HOSANA HEI HOSANA HA</a:t>
            </a:r>
          </a:p>
          <a:p>
            <a:pPr algn="l"/>
            <a:r>
              <a:rPr lang="pt-BR" sz="7200" b="1" dirty="0"/>
              <a:t>HOSANA HEI HOSANA HEI</a:t>
            </a:r>
          </a:p>
          <a:p>
            <a:pPr algn="l"/>
            <a:r>
              <a:rPr lang="pt-BR" sz="7200" b="1" dirty="0"/>
              <a:t>HOSANA HA (BIS)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634207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dirty="0"/>
              <a:t>VAMOS A ELE COM AS FLORES DOS TRIGAIS</a:t>
            </a:r>
          </a:p>
          <a:p>
            <a:pPr algn="l"/>
            <a:r>
              <a:rPr lang="pt-BR" sz="7200" dirty="0"/>
              <a:t>COM OS RAMOS DE OLIVEIRA COM ALEGRIA E MUITA PAZ</a:t>
            </a:r>
          </a:p>
          <a:p>
            <a:pPr algn="l"/>
            <a:r>
              <a:rPr lang="pt-BR" sz="7200" dirty="0"/>
              <a:t>SANTO É O SEU NOME É O SENHOR DEUS DO UNIVERSO</a:t>
            </a:r>
          </a:p>
          <a:p>
            <a:pPr algn="l"/>
            <a:r>
              <a:rPr lang="pt-BR" sz="7200" dirty="0"/>
              <a:t>GLORIA A DEUS DE ISRAEL NOSSO REI E SALVADOR</a:t>
            </a:r>
          </a:p>
        </p:txBody>
      </p:sp>
    </p:spTree>
    <p:extLst>
      <p:ext uri="{BB962C8B-B14F-4D97-AF65-F5344CB8AC3E}">
        <p14:creationId xmlns:p14="http://schemas.microsoft.com/office/powerpoint/2010/main" val="4147317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19689</TotalTime>
  <Words>834</Words>
  <Application>Microsoft Office PowerPoint</Application>
  <PresentationFormat>Widescreen</PresentationFormat>
  <Paragraphs>110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CANTO DE 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55</cp:revision>
  <dcterms:created xsi:type="dcterms:W3CDTF">2023-05-06T17:01:55Z</dcterms:created>
  <dcterms:modified xsi:type="dcterms:W3CDTF">2025-04-12T19:56:36Z</dcterms:modified>
</cp:coreProperties>
</file>