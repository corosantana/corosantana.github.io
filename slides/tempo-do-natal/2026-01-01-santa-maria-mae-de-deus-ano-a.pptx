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76" r:id="rId4"/>
    <p:sldId id="477" r:id="rId5"/>
    <p:sldId id="478" r:id="rId6"/>
    <p:sldId id="479" r:id="rId7"/>
    <p:sldId id="480" r:id="rId8"/>
    <p:sldId id="481" r:id="rId9"/>
    <p:sldId id="538" r:id="rId10"/>
    <p:sldId id="539" r:id="rId11"/>
    <p:sldId id="258" r:id="rId12"/>
    <p:sldId id="397" r:id="rId13"/>
    <p:sldId id="429" r:id="rId14"/>
    <p:sldId id="260" r:id="rId15"/>
    <p:sldId id="460" r:id="rId16"/>
    <p:sldId id="459" r:id="rId17"/>
    <p:sldId id="261" r:id="rId18"/>
    <p:sldId id="482" r:id="rId19"/>
    <p:sldId id="338" r:id="rId20"/>
    <p:sldId id="339" r:id="rId21"/>
    <p:sldId id="484" r:id="rId22"/>
    <p:sldId id="340" r:id="rId23"/>
    <p:sldId id="432" r:id="rId24"/>
    <p:sldId id="264" r:id="rId25"/>
    <p:sldId id="265" r:id="rId26"/>
    <p:sldId id="266" r:id="rId27"/>
    <p:sldId id="267" r:id="rId28"/>
    <p:sldId id="271" r:id="rId29"/>
    <p:sldId id="269" r:id="rId30"/>
    <p:sldId id="462" r:id="rId31"/>
    <p:sldId id="486" r:id="rId32"/>
    <p:sldId id="487" r:id="rId33"/>
    <p:sldId id="488" r:id="rId34"/>
    <p:sldId id="489" r:id="rId35"/>
    <p:sldId id="490" r:id="rId36"/>
    <p:sldId id="491" r:id="rId37"/>
    <p:sldId id="492" r:id="rId38"/>
    <p:sldId id="493" r:id="rId39"/>
    <p:sldId id="494" r:id="rId40"/>
    <p:sldId id="361" r:id="rId41"/>
    <p:sldId id="436" r:id="rId42"/>
    <p:sldId id="438" r:id="rId43"/>
    <p:sldId id="466" r:id="rId44"/>
    <p:sldId id="468" r:id="rId45"/>
    <p:sldId id="435" r:id="rId46"/>
    <p:sldId id="362" r:id="rId47"/>
    <p:sldId id="495" r:id="rId48"/>
    <p:sldId id="522" r:id="rId49"/>
    <p:sldId id="520" r:id="rId50"/>
    <p:sldId id="523" r:id="rId51"/>
    <p:sldId id="521" r:id="rId52"/>
    <p:sldId id="524" r:id="rId53"/>
    <p:sldId id="525" r:id="rId54"/>
    <p:sldId id="526" r:id="rId55"/>
    <p:sldId id="404" r:id="rId56"/>
    <p:sldId id="449" r:id="rId57"/>
    <p:sldId id="503" r:id="rId58"/>
    <p:sldId id="504" r:id="rId59"/>
    <p:sldId id="506" r:id="rId60"/>
    <p:sldId id="505" r:id="rId61"/>
    <p:sldId id="507" r:id="rId62"/>
    <p:sldId id="508" r:id="rId63"/>
    <p:sldId id="509" r:id="rId64"/>
    <p:sldId id="450" r:id="rId65"/>
    <p:sldId id="515" r:id="rId66"/>
    <p:sldId id="516" r:id="rId67"/>
    <p:sldId id="533" r:id="rId68"/>
    <p:sldId id="534" r:id="rId69"/>
    <p:sldId id="535" r:id="rId70"/>
    <p:sldId id="536" r:id="rId71"/>
    <p:sldId id="537" r:id="rId72"/>
    <p:sldId id="511" r:id="rId73"/>
    <p:sldId id="527" r:id="rId74"/>
    <p:sldId id="528" r:id="rId75"/>
    <p:sldId id="529" r:id="rId76"/>
    <p:sldId id="530" r:id="rId77"/>
    <p:sldId id="531" r:id="rId78"/>
    <p:sldId id="532" r:id="rId79"/>
    <p:sldId id="514" r:id="rId8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8316E17-F623-AD09-904C-6E7C22B0F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6165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16165"/>
            <a:ext cx="12191999" cy="6825670"/>
          </a:xfrm>
          <a:prstGeom prst="rect">
            <a:avLst/>
          </a:prstGeom>
          <a:solidFill>
            <a:schemeClr val="tx1">
              <a:alpha val="47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498087" y="1704675"/>
            <a:ext cx="111958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OITAVA DO NATAL: SANTA MARIA, MÃE DE DEUS, SOLENIDADE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24474"/>
            <a:ext cx="11256948" cy="56423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DE ALEGRIA VIBREI NO SENHOR,</a:t>
            </a:r>
            <a:br>
              <a:rPr lang="pt-BR" sz="6000" b="1" i="0" dirty="0">
                <a:solidFill>
                  <a:srgbClr val="333333"/>
                </a:solidFill>
                <a:effectLst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POIS VESTIU-ME COM SUA JUSTIÇA,</a:t>
            </a:r>
            <a:br>
              <a:rPr lang="pt-BR" sz="6000" b="1" i="0" dirty="0">
                <a:solidFill>
                  <a:srgbClr val="333333"/>
                </a:solidFill>
                <a:effectLst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ADORNOU-ME COM JÓIAS BONITAS,</a:t>
            </a:r>
            <a:br>
              <a:rPr lang="pt-BR" sz="6000" b="1" i="0" dirty="0">
                <a:solidFill>
                  <a:srgbClr val="333333"/>
                </a:solidFill>
                <a:effectLst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COMO ESPOSA DO REI ME ELEVOU.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27C9E-7032-E8E1-3A28-D97D876D6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9BBD9-F5B0-12F9-28E6-ACBBBC1C0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4D6EAB-7368-D786-BE9B-93E4CFB6D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24474"/>
            <a:ext cx="11256948" cy="564239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TRANSBORDA O MEU CORAÇÃO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EM BELOS VERSOS AO REI,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UM POEMA, UMA CANÇÃO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COM A LÍNGUA ESCREVEREI.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DE TODOS ÉS O MAIS BELO,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A GRAÇA DESABROCHOU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EM TEU SEMBLANTE, EM TEUS LÁBIOS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PRA SEMPRE DEUS TE ABENÇOOU.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60806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C13AA-29E3-7DDE-A042-C7DF6B12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05B7A-BF6D-1049-3549-DA5FAC5DB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80BA7C-74AC-64ED-07CA-26AF7193E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24474"/>
            <a:ext cx="11256948" cy="56423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DE ALEGRIA VIBREI NO SENHOR,</a:t>
            </a:r>
            <a:br>
              <a:rPr lang="pt-BR" sz="6000" b="1" i="0" dirty="0">
                <a:solidFill>
                  <a:srgbClr val="333333"/>
                </a:solidFill>
                <a:effectLst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POIS VESTIU-ME COM SUA JUSTIÇA,</a:t>
            </a:r>
            <a:br>
              <a:rPr lang="pt-BR" sz="6000" b="1" i="0" dirty="0">
                <a:solidFill>
                  <a:srgbClr val="333333"/>
                </a:solidFill>
                <a:effectLst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ADORNOU-ME COM JÓIAS BONITAS,</a:t>
            </a:r>
            <a:br>
              <a:rPr lang="pt-BR" sz="6000" b="1" i="0" dirty="0">
                <a:solidFill>
                  <a:srgbClr val="333333"/>
                </a:solidFill>
                <a:effectLst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COMO ESPOSA DO REI ME ELEVOU.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869240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F929D-9638-670B-A596-FF30D8B85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D6762-8FD1-C770-463B-60DE6197F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C91725-8EE8-C7EA-5A49-6CE8630D6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24474"/>
            <a:ext cx="11256948" cy="564239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Ó REI, AMAS A JUSTIÇA,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ODEIAS SEMPRE A MALDADE;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COM O ÓLEO DA ALEGRIA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UNGIU-TE O DEUS DA VERDADE.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OS MAIS SUAVES PERFUMES,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AS TUAS VESTES EXALAM;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NO TEU PALÁCIO LUXUOSO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BELOS ACORDES TE EMBALAM.</a:t>
            </a:r>
          </a:p>
        </p:txBody>
      </p:sp>
    </p:spTree>
    <p:extLst>
      <p:ext uri="{BB962C8B-B14F-4D97-AF65-F5344CB8AC3E}">
        <p14:creationId xmlns:p14="http://schemas.microsoft.com/office/powerpoint/2010/main" val="2327937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5D427-E930-C56E-900B-FDED4843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32090-2F5A-1323-4D86-644F33135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335241-C86C-6445-E5BE-0BA2FA303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24474"/>
            <a:ext cx="11256948" cy="56423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DE ALEGRIA VIBREI NO SENHOR,</a:t>
            </a:r>
            <a:br>
              <a:rPr lang="pt-BR" sz="6000" b="1" i="0" dirty="0">
                <a:solidFill>
                  <a:srgbClr val="333333"/>
                </a:solidFill>
                <a:effectLst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POIS VESTIU-ME COM SUA JUSTIÇA,</a:t>
            </a:r>
            <a:br>
              <a:rPr lang="pt-BR" sz="6000" b="1" i="0" dirty="0">
                <a:solidFill>
                  <a:srgbClr val="333333"/>
                </a:solidFill>
                <a:effectLst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ADORNOU-ME COM JÓIAS BONITAS,</a:t>
            </a:r>
            <a:br>
              <a:rPr lang="pt-BR" sz="6000" b="1" i="0" dirty="0">
                <a:solidFill>
                  <a:srgbClr val="333333"/>
                </a:solidFill>
                <a:effectLst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COMO ESPOSA DO REI ME ELEVOU.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758583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1FCC0-1596-CE3B-E3ED-93C6BBE74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F91E6-B7E0-95A0-1838-4797F0D67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24D119-E12A-0D67-485C-76DC38D9B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24474"/>
            <a:ext cx="11256948" cy="564239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PRINCESAS SÃO TUAS DAMAS,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A MÃE-RAINHA LÁ ESTÁ,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TODA DE OURO ADORNADA,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À SUA DIREITA A POUSAR.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ESCUTA, Ó FILHA, ATENÇÃO!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O REI DE TI SE ENCANTOU,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ESQUECE OS TEUS, A TUA CASA,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ADORA O REI, O TEU SENHOR!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902248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3DC7C-E271-076D-2546-371A51A77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CD877-8770-F4B3-88B9-AAE7F8E51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AFD813-9F46-E0E7-D6CC-92FC9AB8C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24474"/>
            <a:ext cx="11256948" cy="56423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DE ALEGRIA VIBREI NO SENHOR,</a:t>
            </a:r>
            <a:br>
              <a:rPr lang="pt-BR" sz="6000" b="1" i="0" dirty="0">
                <a:solidFill>
                  <a:srgbClr val="333333"/>
                </a:solidFill>
                <a:effectLst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POIS VESTIU-ME COM SUA JUSTIÇA,</a:t>
            </a:r>
            <a:br>
              <a:rPr lang="pt-BR" sz="6000" b="1" i="0" dirty="0">
                <a:solidFill>
                  <a:srgbClr val="333333"/>
                </a:solidFill>
                <a:effectLst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ADORNOU-ME COM JÓIAS BONITAS,</a:t>
            </a:r>
            <a:br>
              <a:rPr lang="pt-BR" sz="6000" b="1" i="0" dirty="0">
                <a:solidFill>
                  <a:srgbClr val="333333"/>
                </a:solidFill>
                <a:effectLst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COMO ESPOSA DO REI ME ELEVOU.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904148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4F856-C846-5641-503A-E095AE18C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4EA76D-D023-8B3B-558F-A143B42A6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85589E-248C-247E-AD21-047174CAA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24474"/>
            <a:ext cx="11256948" cy="564239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LUGAR QUE FOI DE TEUS PAIS,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TEUS FILHOS VÃO OCUPAR,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OS HERDEIROS DO TEU TRONO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A TERRA HÃO DE GOVERNAR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TEU NOME EU CELEBRAREI,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OS POVOS SE UNIRÃO,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OS PAIS, OS FILHOS, PARA SEMPRE,</a:t>
            </a:r>
          </a:p>
          <a:p>
            <a:pPr algn="l"/>
            <a:r>
              <a:rPr lang="pt-BR" sz="6000" i="0" dirty="0">
                <a:solidFill>
                  <a:srgbClr val="333333"/>
                </a:solidFill>
                <a:effectLst/>
              </a:rPr>
              <a:t>TEU NOME, Ó REI, LOUVARÃO!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837750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3ADA6-6605-12F0-6D36-7413C952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41C0F-FA06-8884-5FD8-46BABCDD7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11734F-4C34-28AE-840E-E0B9934DE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24474"/>
            <a:ext cx="11256948" cy="56423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DE ALEGRIA VIBREI NO SENHOR,</a:t>
            </a:r>
            <a:br>
              <a:rPr lang="pt-BR" sz="6000" b="1" i="0" dirty="0">
                <a:solidFill>
                  <a:srgbClr val="333333"/>
                </a:solidFill>
                <a:effectLst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POIS VESTIU-ME COM SUA JUSTIÇA,</a:t>
            </a:r>
            <a:br>
              <a:rPr lang="pt-BR" sz="6000" b="1" i="0" dirty="0">
                <a:solidFill>
                  <a:srgbClr val="333333"/>
                </a:solidFill>
                <a:effectLst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ADORNOU-ME COM JÓIAS BONITAS,</a:t>
            </a:r>
            <a:br>
              <a:rPr lang="pt-BR" sz="6000" b="1" i="0" dirty="0">
                <a:solidFill>
                  <a:srgbClr val="333333"/>
                </a:solidFill>
                <a:effectLst/>
              </a:rPr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COMO ESPOSA DO REI ME ELEVOU.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983793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293" y="823133"/>
            <a:ext cx="11413413" cy="6034867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IRMÃS,</a:t>
            </a:r>
          </a:p>
          <a:p>
            <a:pPr algn="just"/>
            <a:r>
              <a:rPr lang="pt-BR" sz="6000" dirty="0"/>
              <a:t>QUE PEQUEI MUITAS VEZES POR PENSAMENTOS,</a:t>
            </a:r>
          </a:p>
          <a:p>
            <a:pPr algn="just"/>
            <a:r>
              <a:rPr lang="pt-BR" sz="6000" dirty="0"/>
              <a:t>PALAVRAS, ATOS E OMISSÕES,</a:t>
            </a:r>
          </a:p>
          <a:p>
            <a:pPr algn="just"/>
            <a:r>
              <a:rPr lang="pt-BR" sz="6000" dirty="0"/>
              <a:t>POR MINHA CULPA, MINHA CULPA, MINHA TÃO GRANDE CULPA.</a:t>
            </a:r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293" y="823133"/>
            <a:ext cx="11413413" cy="603486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IRMÃS,</a:t>
            </a:r>
          </a:p>
          <a:p>
            <a:pPr algn="just"/>
            <a:r>
              <a:rPr lang="pt-BR" sz="7200" dirty="0"/>
              <a:t>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065263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8F634-9057-1540-A8B0-479A10D56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84A04-A869-6D07-68AA-D3679C16E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A0C881-CBFC-DE8A-9991-701015241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3" y="1008776"/>
            <a:ext cx="11112013" cy="5363506"/>
          </a:xfrm>
        </p:spPr>
        <p:txBody>
          <a:bodyPr>
            <a:normAutofit fontScale="85000" lnSpcReduction="20000"/>
          </a:bodyPr>
          <a:lstStyle/>
          <a:p>
            <a:r>
              <a:rPr lang="pt-BR" sz="4800" b="1" dirty="0"/>
              <a:t>KYRIE ELEISON! KYRIE ELEISON! </a:t>
            </a:r>
          </a:p>
          <a:p>
            <a:r>
              <a:rPr lang="pt-BR" sz="4800" b="1" dirty="0"/>
              <a:t>KYRIE ELEISON! </a:t>
            </a:r>
          </a:p>
          <a:p>
            <a:r>
              <a:rPr lang="pt-BR" sz="4800" b="1" dirty="0"/>
              <a:t> </a:t>
            </a:r>
          </a:p>
          <a:p>
            <a:endParaRPr lang="pt-BR" sz="4800" b="1" dirty="0"/>
          </a:p>
          <a:p>
            <a:r>
              <a:rPr lang="pt-BR" sz="4800" b="1" dirty="0"/>
              <a:t>CHRISTE ELEISON! CHRISTE ELEISON! </a:t>
            </a:r>
          </a:p>
          <a:p>
            <a:r>
              <a:rPr lang="pt-BR" sz="4800" b="1" dirty="0"/>
              <a:t>CHRISTE ELEISON! </a:t>
            </a:r>
          </a:p>
          <a:p>
            <a:endParaRPr lang="pt-BR" sz="4800" b="1" dirty="0"/>
          </a:p>
          <a:p>
            <a:r>
              <a:rPr lang="pt-BR" sz="4800" b="1" dirty="0"/>
              <a:t>KYRIE ELEISON! KYRIE ELEISON! </a:t>
            </a:r>
          </a:p>
          <a:p>
            <a:r>
              <a:rPr lang="pt-BR" sz="4800" b="1" dirty="0"/>
              <a:t>KYRIE ELEISON! </a:t>
            </a:r>
          </a:p>
          <a:p>
            <a:endParaRPr lang="pt-BR" sz="4800" b="1" dirty="0"/>
          </a:p>
          <a:p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493968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4A445-D705-C45D-9470-AEAACB8C0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CFBB5ED-0369-8887-3DEF-450B4C5712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61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Autofit/>
          </a:bodyPr>
          <a:lstStyle/>
          <a:p>
            <a:pPr algn="l"/>
            <a:r>
              <a:rPr lang="pt-BR" sz="8000" b="1" dirty="0"/>
              <a:t>GLÓRIA A DEUS NAS ALTURAS E PAZ NA TERRA AOS HOMENS POR ELE AMADOS!</a:t>
            </a:r>
          </a:p>
          <a:p>
            <a:pPr algn="l"/>
            <a:endParaRPr lang="pt-BR" sz="8000" dirty="0"/>
          </a:p>
          <a:p>
            <a:pPr algn="l"/>
            <a:endParaRPr lang="pt-BR" sz="8000" dirty="0"/>
          </a:p>
          <a:p>
            <a:pPr algn="l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55584-154F-210F-C172-2AA0FA6E0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E0F304-09CB-99C9-3214-CBDBDBF07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2679B0-9B4B-7E88-80FD-DA59BAF85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40000" lnSpcReduction="20000"/>
          </a:bodyPr>
          <a:lstStyle/>
          <a:p>
            <a:pPr algn="just"/>
            <a:endParaRPr lang="pt-BR" sz="16500" b="1" dirty="0"/>
          </a:p>
          <a:p>
            <a:pPr algn="just"/>
            <a:r>
              <a:rPr lang="pt-BR" sz="17600" dirty="0"/>
              <a:t>SENHOR DEUS, REI DOS CÉUS, DEUS PAI TODO PODEROSO</a:t>
            </a:r>
            <a:endParaRPr lang="pt-BR" sz="12800" dirty="0"/>
          </a:p>
          <a:p>
            <a:pPr algn="just"/>
            <a:r>
              <a:rPr lang="pt-BR" sz="17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5695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NÓS VOS ADORAMOS, NÓS VOS GLORIFICAMOS</a:t>
            </a:r>
          </a:p>
          <a:p>
            <a:pPr algn="just"/>
            <a:r>
              <a:rPr lang="pt-BR" sz="6000" dirty="0"/>
              <a:t>NÓS VOS DAMOS GRAÇAS, POR VOSSA IMENSA GLÓRIA.</a:t>
            </a:r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1381510" cy="5971309"/>
          </a:xfrm>
        </p:spPr>
        <p:txBody>
          <a:bodyPr>
            <a:normAutofit/>
          </a:bodyPr>
          <a:lstStyle/>
          <a:p>
            <a:pPr algn="l"/>
            <a:endParaRPr lang="pt-BR" sz="6400" dirty="0"/>
          </a:p>
          <a:p>
            <a:pPr algn="l"/>
            <a:r>
              <a:rPr lang="pt-BR" sz="6500" dirty="0"/>
              <a:t>SENHOR JESUS CRISTO, FILHO UNIGÊNITO</a:t>
            </a:r>
          </a:p>
          <a:p>
            <a:pPr algn="l"/>
            <a:r>
              <a:rPr lang="pt-BR" sz="6400" dirty="0"/>
              <a:t>SENHOR DEUS, CORDEIRO DE DEUS, FILHO DE DEUS PAI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A1380-28A2-47F9-A849-20B2EEEEC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6D4F6-BF7D-4377-003D-4F0292EF0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95DD15-3E97-41B7-9999-A265ADDF0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1381510" cy="5971309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r>
              <a:rPr lang="pt-BR" sz="6500" dirty="0"/>
              <a:t>VÓS QUE TIRAIS O PECADO DO MUNDO,  ACOLHEI A NOSSA SÚPLICA</a:t>
            </a: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51648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VÓS QUE ESTAIS À DIREITA DO PAI, TENDE PIEDADE DE NÓS</a:t>
            </a:r>
          </a:p>
          <a:p>
            <a:pPr algn="l"/>
            <a:r>
              <a:rPr lang="pt-BR" sz="6000" dirty="0"/>
              <a:t>SÓ VÓS SOIS SANTO, SÓ VÓS O SENHOR</a:t>
            </a:r>
          </a:p>
          <a:p>
            <a:pPr algn="l"/>
            <a:endParaRPr lang="pt-BR" sz="6000" dirty="0"/>
          </a:p>
          <a:p>
            <a:pPr algn="l"/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SÓ VÓS O ALTÍSSIMO, JESUS CRISTO, </a:t>
            </a:r>
          </a:p>
          <a:p>
            <a:pPr algn="l"/>
            <a:r>
              <a:rPr lang="pt-BR" sz="6000" dirty="0"/>
              <a:t>COM O ESPÍRITO SANTO NA GLÓRIA DE DEUS PAI.</a:t>
            </a:r>
          </a:p>
          <a:p>
            <a:pPr algn="l"/>
            <a:r>
              <a:rPr lang="pt-BR" sz="6000" dirty="0"/>
              <a:t>AMÉM!</a:t>
            </a:r>
          </a:p>
          <a:p>
            <a:pPr algn="l"/>
            <a:endParaRPr lang="pt-BR" sz="6000" dirty="0"/>
          </a:p>
          <a:p>
            <a:pPr algn="l"/>
            <a:endParaRPr lang="pt-BR" sz="6000" dirty="0"/>
          </a:p>
          <a:p>
            <a:pPr algn="l"/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718063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19"/>
            <a:ext cx="10343053" cy="2131891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QUE DEUS NOS DÊ A SUA GRAÇA E SUA BÊNÇÃO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 </a:t>
            </a:r>
          </a:p>
          <a:p>
            <a:endParaRPr lang="pt-BR" sz="4800" b="1" dirty="0"/>
          </a:p>
          <a:p>
            <a:r>
              <a:rPr lang="pt-BR" sz="4800" dirty="0"/>
              <a:t>DE MUITOS MODOS, DEUS OUTRORA NOS FALOU PELOS PROFETAS; NESTES TEMPOS DERRADEIROS, NOS FALOU PELO SEU FILHO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1800" b="1" i="0" dirty="0">
                <a:solidFill>
                  <a:srgbClr val="000000"/>
                </a:solidFill>
                <a:effectLst/>
              </a:rPr>
              <a:t>LUCAS 1,28.42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R. AVE MARIA, CHEIA DE GRAÇA, O SENHOR ESTÁ CONTIGO. BENDITA ÉS TU ENTRE AS MULHERES, 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ALELUIA.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DAC34-4D55-57A1-95FB-7E763238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1289C-5C96-3949-B2F9-F288F5040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AF1948-A7E4-F17D-77D7-4E2F1143F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1600" i="0" dirty="0">
                <a:solidFill>
                  <a:srgbClr val="000000"/>
                </a:solidFill>
                <a:effectLst/>
              </a:rPr>
              <a:t>SALMO 24(25)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</a:rPr>
              <a:t>SENHOR MEU DEUS, A VÓS ELEVO A MINHA ALMA, *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</a:rPr>
              <a:t>EM VÓS CONFIO: QUE EU NÃO SEJA ENVERGONHADO. R.</a:t>
            </a:r>
          </a:p>
        </p:txBody>
      </p:sp>
    </p:spTree>
    <p:extLst>
      <p:ext uri="{BB962C8B-B14F-4D97-AF65-F5344CB8AC3E}">
        <p14:creationId xmlns:p14="http://schemas.microsoft.com/office/powerpoint/2010/main" val="3240382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C6317-B199-E63C-7C98-ED1580491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6A223-36D2-BF1B-6C80-D543DE2AF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56AC98-7C9A-3047-86CF-323CB6B13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1800" b="1" i="0" dirty="0">
                <a:solidFill>
                  <a:srgbClr val="000000"/>
                </a:solidFill>
                <a:effectLst/>
              </a:rPr>
              <a:t>LUCAS 1,28.42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R. AVE MARIA, CHEIA DE GRAÇA, O SENHOR ESTÁ CONTIGO. BENDITA ÉS TU ENTRE AS MULHERES, 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ALELUIA.</a:t>
            </a:r>
          </a:p>
        </p:txBody>
      </p:sp>
    </p:spTree>
    <p:extLst>
      <p:ext uri="{BB962C8B-B14F-4D97-AF65-F5344CB8AC3E}">
        <p14:creationId xmlns:p14="http://schemas.microsoft.com/office/powerpoint/2010/main" val="41026389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6A998-CEEE-97A3-44E3-9D370CBE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4027D-2A37-8A4B-BC15-F4AA523DF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B5685B-97FC-7A0B-AD25-3EB6FE4C8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</a:rPr>
              <a:t>DE MIM LEMBRAI-VOS, PORQUE SOIS MISERICÓRDIA *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</a:rPr>
              <a:t>E SOIS BONDADE SEM LIMITES, Ó SENHOR! R.</a:t>
            </a:r>
          </a:p>
        </p:txBody>
      </p:sp>
    </p:spTree>
    <p:extLst>
      <p:ext uri="{BB962C8B-B14F-4D97-AF65-F5344CB8AC3E}">
        <p14:creationId xmlns:p14="http://schemas.microsoft.com/office/powerpoint/2010/main" val="21799164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ECCD8-15D0-5BCB-4088-A192DAC27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00357-6D92-D7A7-D4E2-0941A6F89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4B27C5-29BA-2B4B-37F3-F31E33C35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1800" b="1" i="0" dirty="0">
                <a:solidFill>
                  <a:srgbClr val="000000"/>
                </a:solidFill>
                <a:effectLst/>
              </a:rPr>
              <a:t>LUCAS 1,28.42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R. AVE MARIA, CHEIA DE GRAÇA, O SENHOR ESTÁ CONTIGO. BENDITA ÉS TU ENTRE AS MULHERES, 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ALELUIA.</a:t>
            </a:r>
          </a:p>
        </p:txBody>
      </p:sp>
    </p:spTree>
    <p:extLst>
      <p:ext uri="{BB962C8B-B14F-4D97-AF65-F5344CB8AC3E}">
        <p14:creationId xmlns:p14="http://schemas.microsoft.com/office/powerpoint/2010/main" val="39141871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A72C6-4A74-2118-DCCA-A3C29DFB2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A93DB-6C90-9983-055C-E601EBD5F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AAD89D-FC65-A130-F813-2DEBAE7CC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</a:rPr>
              <a:t>O SENHOR É PIEDADE E RETIDÃO, *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</a:rPr>
              <a:t>E RECONDUZ AO BOM CAMINHO OS PECADORES. R.</a:t>
            </a:r>
          </a:p>
        </p:txBody>
      </p:sp>
    </p:spTree>
    <p:extLst>
      <p:ext uri="{BB962C8B-B14F-4D97-AF65-F5344CB8AC3E}">
        <p14:creationId xmlns:p14="http://schemas.microsoft.com/office/powerpoint/2010/main" val="739438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3466F-2B32-0C59-6609-754DD4850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6DD99-B684-B610-B1A4-765A3A0A2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AD2F7B-536F-870C-2F60-67EE55B71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1800" b="1" i="0" dirty="0">
                <a:solidFill>
                  <a:srgbClr val="000000"/>
                </a:solidFill>
                <a:effectLst/>
              </a:rPr>
              <a:t>LUCAS 1,28.42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R. AVE MARIA, CHEIA DE GRAÇA, O SENHOR ESTÁ CONTIGO. BENDITA ÉS TU ENTRE AS MULHERES, 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ALELUIA.</a:t>
            </a:r>
          </a:p>
        </p:txBody>
      </p:sp>
    </p:spTree>
    <p:extLst>
      <p:ext uri="{BB962C8B-B14F-4D97-AF65-F5344CB8AC3E}">
        <p14:creationId xmlns:p14="http://schemas.microsoft.com/office/powerpoint/2010/main" val="6333900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AE87A-EA30-5D97-DA88-12F88ACB6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2262B-3449-EE42-510A-FF4CA6D21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7FD204-B307-95FB-ABC4-6E03C9943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</a:rPr>
              <a:t>ELE DIRIGE OS HUMILDES NA JUSTIÇA, *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</a:rPr>
              <a:t>E AOS POBRES ELE ENSINA O SEU CAMINHO. R.</a:t>
            </a:r>
          </a:p>
        </p:txBody>
      </p:sp>
    </p:spTree>
    <p:extLst>
      <p:ext uri="{BB962C8B-B14F-4D97-AF65-F5344CB8AC3E}">
        <p14:creationId xmlns:p14="http://schemas.microsoft.com/office/powerpoint/2010/main" val="32793578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97289-DD74-8041-BB3F-C25F6A51A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EACE5-6765-6833-CFBA-7D5393688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A4FF20-9B9C-35AD-92F2-89BE9EF52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1800" b="1" i="0" dirty="0">
                <a:solidFill>
                  <a:srgbClr val="000000"/>
                </a:solidFill>
                <a:effectLst/>
              </a:rPr>
              <a:t>LUCAS 1,28.42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R. AVE MARIA, CHEIA DE GRAÇA, O SENHOR ESTÁ CONTIGO. BENDITA ÉS TU ENTRE AS MULHERES, 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ALELUIA.</a:t>
            </a:r>
          </a:p>
        </p:txBody>
      </p:sp>
    </p:spTree>
    <p:extLst>
      <p:ext uri="{BB962C8B-B14F-4D97-AF65-F5344CB8AC3E}">
        <p14:creationId xmlns:p14="http://schemas.microsoft.com/office/powerpoint/2010/main" val="173678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D0419-D324-6078-5A8B-518C00026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C757B-4E49-3DD4-9C8E-466D59EB7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821628-BAE5-49CC-EFC0-651409E31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</a:rPr>
              <a:t>O SENHOR SE TORNA ÍNTIMO AOS QUE O TEMEM *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</a:rPr>
              <a:t>E LHES DÁ A CONHECER SUA ALIANÇA. R.</a:t>
            </a:r>
          </a:p>
        </p:txBody>
      </p:sp>
    </p:spTree>
    <p:extLst>
      <p:ext uri="{BB962C8B-B14F-4D97-AF65-F5344CB8AC3E}">
        <p14:creationId xmlns:p14="http://schemas.microsoft.com/office/powerpoint/2010/main" val="13322825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5CA2C-86C1-3624-FB93-44C921DF0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AC4AC-36CA-1DF9-C16F-22D109C19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A7DBE0-280E-A36F-21F1-D6CC97FA5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1800" b="1" i="0" dirty="0">
                <a:solidFill>
                  <a:srgbClr val="000000"/>
                </a:solidFill>
                <a:effectLst/>
              </a:rPr>
              <a:t>LUCAS 1,28.42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R. AVE MARIA, CHEIA DE GRAÇA, O SENHOR ESTÁ CONTIGO. BENDITA ÉS TU ENTRE AS MULHERES, 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</a:rPr>
              <a:t>ALELUIA.</a:t>
            </a:r>
          </a:p>
        </p:txBody>
      </p:sp>
    </p:spTree>
    <p:extLst>
      <p:ext uri="{BB962C8B-B14F-4D97-AF65-F5344CB8AC3E}">
        <p14:creationId xmlns:p14="http://schemas.microsoft.com/office/powerpoint/2010/main" val="5576175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SANCTUS, SANCTUS, SANCTUS</a:t>
            </a:r>
          </a:p>
          <a:p>
            <a:pPr algn="l"/>
            <a:r>
              <a:rPr lang="pt-BR" sz="3300" dirty="0">
                <a:latin typeface="-apple-system"/>
              </a:rPr>
              <a:t>SANTO, SANTO, SANTO</a:t>
            </a:r>
          </a:p>
          <a:p>
            <a:pPr algn="l"/>
            <a:endParaRPr lang="pt-BR" sz="33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DOMINUS DEUS SABAOTH</a:t>
            </a:r>
          </a:p>
          <a:p>
            <a:pPr algn="l"/>
            <a:r>
              <a:rPr lang="pt-BR" sz="3300" i="0" dirty="0">
                <a:solidFill>
                  <a:srgbClr val="000000"/>
                </a:solidFill>
                <a:effectLst/>
                <a:latin typeface="-apple-system"/>
              </a:rPr>
              <a:t>SENHOR DEUS DO UNIVERSO</a:t>
            </a:r>
          </a:p>
          <a:p>
            <a:pPr algn="l"/>
            <a:endParaRPr lang="pt-BR" sz="33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PLENI SUNT CÆLI ET TERRA GLORIA TUA</a:t>
            </a:r>
          </a:p>
          <a:p>
            <a:pPr algn="l"/>
            <a:r>
              <a:rPr lang="pt-BR" sz="3000" dirty="0">
                <a:solidFill>
                  <a:srgbClr val="000000"/>
                </a:solidFill>
                <a:latin typeface="-apple-system"/>
              </a:rPr>
              <a:t>O CÉU E A TERRA PROCLAMAM A VOSSA GLÓRIA</a:t>
            </a:r>
            <a:endParaRPr lang="pt-BR" sz="3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4396714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dirty="0">
                <a:solidFill>
                  <a:srgbClr val="000000"/>
                </a:solidFill>
                <a:latin typeface="-apple-system"/>
              </a:rPr>
              <a:t>HOSANA NAS ALTURAS</a:t>
            </a:r>
            <a:endParaRPr lang="pt-BR" sz="3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i="0" dirty="0">
                <a:solidFill>
                  <a:srgbClr val="000000"/>
                </a:solidFill>
                <a:effectLst/>
                <a:latin typeface="-apple-system"/>
              </a:rPr>
              <a:t>HOSANA NAS ALTURAS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HOSANA, HOSANA, HOSANA 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(2X)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253576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F5375-6235-9B8D-68EB-1531A2D9B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4A5DF-A93C-B731-76D7-67864886D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7A0691-986B-B0EB-5A84-0DB6F8CE3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BENEDICTUS, QUI VENIT IN NOMINE DOMINI</a:t>
            </a:r>
          </a:p>
          <a:p>
            <a:pPr algn="l"/>
            <a:r>
              <a:rPr lang="pt-BR" sz="3900" dirty="0">
                <a:solidFill>
                  <a:srgbClr val="000000"/>
                </a:solidFill>
                <a:latin typeface="-apple-system"/>
              </a:rPr>
              <a:t>BENDITO O QUE VEM EM NOME DO SENHOR</a:t>
            </a:r>
            <a:endParaRPr lang="pt-BR" sz="39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QUI VENIT, QUI VENIT IN NOMINE DOMINI</a:t>
            </a:r>
          </a:p>
          <a:p>
            <a:pPr algn="l"/>
            <a:r>
              <a:rPr lang="pt-BR" sz="4000" dirty="0">
                <a:solidFill>
                  <a:srgbClr val="000000"/>
                </a:solidFill>
                <a:latin typeface="-apple-system"/>
              </a:rPr>
              <a:t>QUE VEM, QUE VEM EM NOME DO SENHOR</a:t>
            </a:r>
            <a:endParaRPr lang="pt-BR" sz="4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8395834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1C734-E0A7-0627-787A-401794BC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E892C-80FC-9FD1-1A3B-06095D624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D21181-6969-BD16-B526-44C353DD7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dirty="0">
                <a:solidFill>
                  <a:srgbClr val="000000"/>
                </a:solidFill>
                <a:latin typeface="-apple-system"/>
              </a:rPr>
              <a:t>HOSANA NAS ALTURAS</a:t>
            </a:r>
            <a:endParaRPr lang="pt-BR" sz="3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i="0" dirty="0">
                <a:solidFill>
                  <a:srgbClr val="000000"/>
                </a:solidFill>
                <a:effectLst/>
                <a:latin typeface="-apple-system"/>
              </a:rPr>
              <a:t>HOSANA NAS ALTURAS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HOSANA, HOSANA, HOSANA 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(3X)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017617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3380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TODAS AS GERAÇÕES ME CHAMARÃO BEM-AVENTURADA </a:t>
            </a: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PORQUE O PODEROSO FEZ EM MIM GRANDES COISAS </a:t>
            </a: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E SANTO É O SEU NOME</a:t>
            </a:r>
            <a:br>
              <a:rPr lang="pt-BR" sz="6000" b="1" dirty="0"/>
            </a:br>
            <a:endParaRPr lang="pt-BR" sz="72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14680-FF31-19C5-7F83-1C9D0EAC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8F51E-3C3F-16D3-0DD2-4C951EFD6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26FBF3-46F6-0480-8883-0BBF8A928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192902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 A MINH'ALMA ENGRANDECE O SENHOR * 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E SE ALEGROU O MEU ESPÍRITO EM DEUS, MEU SALVADOR; 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POIS, ELE VIU A PEQUENEZ DE SUA SERVA, * 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DESDE AGORA AS GERAÇÕES HÃO DE CHAMAR-ME DE BENDITA. </a:t>
            </a:r>
            <a:br>
              <a:rPr lang="pt-BR" sz="6000" dirty="0"/>
            </a:br>
            <a:endParaRPr lang="pt-BR" sz="72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833072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B340D-5134-C404-3776-416D59926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AA30E7-DC35-97FD-4D8D-F4026816A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3E1478-137D-506D-E73C-C91D4D8C7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TODAS AS GERAÇÕES ME CHAMARÃO BEM-AVENTURADA </a:t>
            </a: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PORQUE O PODEROSO FEZ EM MIM GRANDES COISAS </a:t>
            </a: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E SANTO É O SEU NOME</a:t>
            </a:r>
            <a:br>
              <a:rPr lang="pt-BR" sz="6000" b="1" dirty="0"/>
            </a:br>
            <a:endParaRPr lang="pt-BR" sz="72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36280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1022B-894B-AD95-F926-5DCF8DFA6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CCF58-9A7A-5722-AF4C-851FB21C3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CD2E37-459A-B9E2-705B-00DBFB58E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192902"/>
            <a:ext cx="11386320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O PODEROSO FEZ EM MIM MARAVILHAS * 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E SANTO É O SEU NOME! 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SEU AMOR, DE GERAÇÃO EM GERAÇÃO, * 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CHEGA A TODOS QUE O RESPEITAM; </a:t>
            </a:r>
          </a:p>
          <a:p>
            <a:pPr algn="l"/>
            <a:br>
              <a:rPr lang="pt-BR" sz="6000" dirty="0"/>
            </a:br>
            <a:endParaRPr lang="pt-BR" sz="72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983606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683E3-AFD7-F9A6-B235-5B295099A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9E9F3-0DC3-B28B-139D-50470E2C1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207F91-68BF-EB97-90D0-0F48AA0E9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TODAS AS GERAÇÕES ME CHAMARÃO BEM-AVENTURADA </a:t>
            </a: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PORQUE O PODEROSO FEZ EM MIM GRANDES COISAS </a:t>
            </a: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E SANTO É O SEU NOME</a:t>
            </a:r>
            <a:br>
              <a:rPr lang="pt-BR" sz="6000" b="1" dirty="0"/>
            </a:br>
            <a:endParaRPr lang="pt-BR" sz="72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721024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45E8A-6DCB-5E6C-A1E2-FF397A6BF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50B0B4-2720-C298-3455-91F124F78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0276AB-6A97-06CD-C7F5-844E3AD661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192902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DEMONSTROU O PODER DE SEU BRAÇO, * 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DISPERSOU OS ORGULHOSOS. 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DERRUBOU OS PODEROSOS DE SEUS TRONOS * 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E OS HUMILDES EXALTOU.</a:t>
            </a:r>
            <a:br>
              <a:rPr lang="pt-BR" sz="6000" dirty="0"/>
            </a:br>
            <a:endParaRPr lang="pt-BR" sz="72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944864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4F03B-BD69-AAAF-94D4-69E8D4C9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03595-2271-5B6D-5B2F-9E691C838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2D9073-D70A-764B-256E-FF139F97F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TODAS AS GERAÇÕES ME CHAMARÃO BEM-AVENTURADA </a:t>
            </a: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PORQUE O PODEROSO FEZ EM MIM GRANDES COISAS </a:t>
            </a: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E SANTO É O SEU NOME</a:t>
            </a:r>
            <a:br>
              <a:rPr lang="pt-BR" sz="6000" b="1" dirty="0"/>
            </a:br>
            <a:endParaRPr lang="pt-BR" sz="72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432936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8B9E-77BA-7D9E-F901-A2456CB31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B19A0-D612-0C91-28DA-61514CA5F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3BE0F4-BEBE-BC52-734B-24AC6AAFA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192902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DE BENS SACIOU OS FAMINTOS, * 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E DESPEDIU, SEM NADA OS RICOS. 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ACOLHEU ISRAEL, SEU SERVIDOR, * 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FIEL AO SEU AMOR, </a:t>
            </a:r>
            <a:br>
              <a:rPr lang="pt-BR" sz="6000" dirty="0"/>
            </a:br>
            <a:endParaRPr lang="pt-BR" sz="72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312394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E2623-3C44-593F-EAAB-91FDD24CA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AE3B3-8BE0-2F5D-A809-23E106C03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29A1A1-2C8F-B03B-2C56-6B1828575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TODAS AS GERAÇÕES ME CHAMARÃO BEM-AVENTURADA </a:t>
            </a: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PORQUE O PODEROSO FEZ EM MIM GRANDES COISAS </a:t>
            </a: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E SANTO É O SEU NOME</a:t>
            </a:r>
            <a:br>
              <a:rPr lang="pt-BR" sz="6000" b="1" dirty="0"/>
            </a:br>
            <a:endParaRPr lang="pt-BR" sz="72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912486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F95B8-DAE0-098F-F1B8-FFA2B5587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AFEEA-A64D-C2D1-D757-D31CBDA84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F647C0-A285-B6BE-8EF9-15D37D8A7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O PODEROSO FEZ EM MIM MARAVILHAS * 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SANTO É O SEU NOME! 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SEU AMOR PARA SEMPRE * 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CHEGA A TODOS QUE O RESPEITAM; </a:t>
            </a:r>
          </a:p>
        </p:txBody>
      </p:sp>
    </p:spTree>
    <p:extLst>
      <p:ext uri="{BB962C8B-B14F-4D97-AF65-F5344CB8AC3E}">
        <p14:creationId xmlns:p14="http://schemas.microsoft.com/office/powerpoint/2010/main" val="15886375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58395-D3A4-3D0C-8609-CDF44D824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98CBF-6597-1947-01AC-C0F4F5EEB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15A1C6-5528-41CD-26F2-C4664A4E9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it-IT" sz="8000" b="1" i="0" dirty="0">
                <a:solidFill>
                  <a:srgbClr val="000000"/>
                </a:solidFill>
                <a:effectLst/>
              </a:rPr>
              <a:t>MAGNIFICAT ANIMA MEA DOMINUM</a:t>
            </a:r>
          </a:p>
          <a:p>
            <a:pPr algn="l"/>
            <a:r>
              <a:rPr lang="it-IT" sz="8000" b="1" i="0" dirty="0">
                <a:solidFill>
                  <a:srgbClr val="000000"/>
                </a:solidFill>
                <a:effectLst/>
              </a:rPr>
              <a:t>ET EXULTAVIT SPIRITUS MEUS IN DEO SALUTARI MEO.</a:t>
            </a:r>
            <a:endParaRPr lang="pt-BR" sz="80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874011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89916-8839-3A46-F8F5-470EEAF7D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29626-2622-807F-64D6-D4245FA00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09355D-3406-A9D6-F45B-74FBC5E74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DEMONSTROU O PODER DE SEU BRAÇO, * 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DISPERSOU OS ORGULHOSOS. 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DERRUBOU OS PODEROSOS * 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E OS HUMILDES EXALTOU.</a:t>
            </a:r>
          </a:p>
        </p:txBody>
      </p:sp>
    </p:spTree>
    <p:extLst>
      <p:ext uri="{BB962C8B-B14F-4D97-AF65-F5344CB8AC3E}">
        <p14:creationId xmlns:p14="http://schemas.microsoft.com/office/powerpoint/2010/main" val="3508352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C7201-77F1-95C4-50C3-8423DE83B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237CB-F89C-EC92-E8CC-8558CCF11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9E5BDF-7F14-A583-EFFC-1474E2AB7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it-IT" sz="8000" b="1" i="0" dirty="0">
                <a:solidFill>
                  <a:srgbClr val="000000"/>
                </a:solidFill>
                <a:effectLst/>
              </a:rPr>
              <a:t>MAGNIFICAT ANIMA MEA DOMINUM</a:t>
            </a:r>
          </a:p>
          <a:p>
            <a:pPr algn="l"/>
            <a:r>
              <a:rPr lang="it-IT" sz="8000" b="1" i="0" dirty="0">
                <a:solidFill>
                  <a:srgbClr val="000000"/>
                </a:solidFill>
                <a:effectLst/>
              </a:rPr>
              <a:t>ET EXULTAVIT SPIRITUS MEUS IN DEO SALUTARI MEO.</a:t>
            </a:r>
            <a:endParaRPr lang="pt-BR" sz="80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088199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D8105-99A2-54A8-115E-9D578DBD6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9A17A-39DA-EEBD-EF4D-3449F3FD1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151378-16FC-C4E3-F77F-40EF8BA35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DE BENS SACIOU OS FAMINTOS, * 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DESPEDIU, SEM NADA OS RICOS. 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ACOLHEU ISRAEL 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FIEL AO SEU AMOR</a:t>
            </a:r>
          </a:p>
        </p:txBody>
      </p:sp>
    </p:spTree>
    <p:extLst>
      <p:ext uri="{BB962C8B-B14F-4D97-AF65-F5344CB8AC3E}">
        <p14:creationId xmlns:p14="http://schemas.microsoft.com/office/powerpoint/2010/main" val="34916956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934D1-680E-61F7-FDA3-B6105D59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ECC90-2D47-B148-8D46-8D8046DE1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8995D2-3A47-F2EA-7268-F8BA9A03D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it-IT" sz="8000" b="1" i="0" dirty="0">
                <a:solidFill>
                  <a:srgbClr val="000000"/>
                </a:solidFill>
                <a:effectLst/>
              </a:rPr>
              <a:t>MAGNIFICAT ANIMA MEA DOMINUM</a:t>
            </a:r>
          </a:p>
          <a:p>
            <a:pPr algn="l"/>
            <a:r>
              <a:rPr lang="it-IT" sz="8000" b="1" i="0" dirty="0">
                <a:solidFill>
                  <a:srgbClr val="000000"/>
                </a:solidFill>
                <a:effectLst/>
              </a:rPr>
              <a:t>ET EXULTAVIT SPIRITUS MEUS IN DEO SALUTARI MEO.</a:t>
            </a:r>
            <a:endParaRPr lang="pt-BR" sz="80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078119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BDC88-2E03-D04A-26B0-5F19668B3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4D7EF-E9E1-2405-C401-E3F051DA1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697D06-7F9D-D25F-8C01-4B81B6635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COMO HAVIA PROMETIDO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AOS NOSSOS PAIS, * 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EM FAVOR DE ABRAÃO 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</a:rPr>
              <a:t>E DE SEUS FILHOS PARA SEMPRE.</a:t>
            </a:r>
          </a:p>
        </p:txBody>
      </p:sp>
    </p:spTree>
    <p:extLst>
      <p:ext uri="{BB962C8B-B14F-4D97-AF65-F5344CB8AC3E}">
        <p14:creationId xmlns:p14="http://schemas.microsoft.com/office/powerpoint/2010/main" val="14044824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A85F8-3882-C3A4-B4B5-974410214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1BC48-56CF-8826-DC83-64F3B8083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FDCB9D-DD14-14AE-BDFA-62ACA25246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it-IT" sz="8000" b="1" i="0" dirty="0">
                <a:solidFill>
                  <a:srgbClr val="000000"/>
                </a:solidFill>
                <a:effectLst/>
              </a:rPr>
              <a:t>MAGNIFICAT ANIMA MEA DOMINUM</a:t>
            </a:r>
          </a:p>
          <a:p>
            <a:pPr algn="l"/>
            <a:r>
              <a:rPr lang="it-IT" sz="8000" b="1" i="0" dirty="0">
                <a:solidFill>
                  <a:srgbClr val="000000"/>
                </a:solidFill>
                <a:effectLst/>
              </a:rPr>
              <a:t>ET EXULTAVIT SPIRITUS MEUS IN DEO SALUTARI MEO.</a:t>
            </a:r>
            <a:endParaRPr lang="pt-BR" sz="80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351478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030BF-F020-FED8-E26A-C4267C41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6098C56-36DA-A27A-F476-3BA5559099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2702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F5366-EA6E-17C5-2D5F-B55004CF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461E6539-9F78-3C8D-3BFF-6C2B068B8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>
                <a:solidFill>
                  <a:srgbClr val="000000"/>
                </a:solidFill>
              </a:rPr>
              <a:t>Ó, VINDE, ESPÍRITO CRIADOR,AS NOSSAS ALMAS VISITAIE ENCHEI OS NOSSOS CORAÇÕESCOM VOSSOS DONS CELESTIAIS.</a:t>
            </a:r>
            <a:endParaRPr lang="pt-BR" sz="800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389645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331B8-384C-696B-F8E9-041199C3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9B86A76-660C-7431-25AB-98CED2EAD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>
                <a:solidFill>
                  <a:srgbClr val="000000"/>
                </a:solidFill>
              </a:rPr>
              <a:t>VÓS SOIS CHAMADO O INTERCESSORDO DEUS EXCELSO O DOM SEM PAR,A FONTE VIVA, O FOGO, O AMOR,A UNÇÃO DIVINA E SALUTAR.</a:t>
            </a:r>
            <a:endParaRPr lang="pt-BR" sz="800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889862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E3573-D021-DC94-6ABE-0F6F7AC5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BE1AE18-AED9-61FA-E52C-0598583ED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>
                <a:solidFill>
                  <a:srgbClr val="000000"/>
                </a:solidFill>
              </a:rPr>
              <a:t>SOIS DOADOR DOS SETE DONSE SOIS PODER NA MÃO DO PAI,POR ELE PROMETIDO A NÓS,POR NÓS SEUS FEITOS PROCLAMAI.</a:t>
            </a:r>
            <a:endParaRPr lang="pt-BR" sz="800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50909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92A7C-946F-B871-5279-FCFC83F10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910FE126-5FF9-7BD5-A883-299319FFE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>
                <a:solidFill>
                  <a:srgbClr val="000000"/>
                </a:solidFill>
              </a:rPr>
              <a:t>A NOSSA MENTE ILUMINAI,OS CORAÇÕES ENCHEI DE AMOR,NOSSA FRAQUEZA ENCORAJAI,QUAL FORÇA ETERNA E PROTETOR.</a:t>
            </a:r>
            <a:endParaRPr lang="pt-BR" sz="800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405179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09EC0-3FF7-DEAA-8218-24254F23D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00A9952E-E5C8-144B-8FBD-88F5FBAD7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>
                <a:solidFill>
                  <a:srgbClr val="000000"/>
                </a:solidFill>
              </a:rPr>
              <a:t>NOSSO INIMIGO REPELI,E CONCEDEI-NOS VOSSA PAZ;SE PELA GRAÇA NOS GUIAIS,O MAL DEIXAMOS PARA TRÁS.</a:t>
            </a:r>
            <a:endParaRPr lang="pt-BR" sz="800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644251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B7FA7-24DA-96CD-7D5F-ACFDBA29D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14BC4713-767A-82AA-4F03-4765B2EDB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>
                <a:solidFill>
                  <a:srgbClr val="000000"/>
                </a:solidFill>
              </a:rPr>
              <a:t>AO PAI E AO FILHO SALVADORPOR VÓS POSSAMOS CONHECERQUE PROCEDEIS DO SEU AMORFAZEI-NOS SEMPRE FIRMES CRER. AMÉM.</a:t>
            </a:r>
            <a:endParaRPr lang="pt-BR" sz="800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267999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510FF-CED5-DA94-9A1F-422108335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14597FD-CE3C-9097-9628-029AE825FB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191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74425-AA71-CDEA-9AD9-77C8D1558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02581-7018-AD82-7EF3-47212E02D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AFA65A-7E0D-762D-2240-4F5D632CB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SALVE RAINHA MÃE DE DEUS,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ÉS SENHORA NOSSA MÃE,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NOSSA DOÇURA, NOSSA LUZ,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DOCE VIRGEM MARIA.</a:t>
            </a:r>
          </a:p>
        </p:txBody>
      </p:sp>
    </p:spTree>
    <p:extLst>
      <p:ext uri="{BB962C8B-B14F-4D97-AF65-F5344CB8AC3E}">
        <p14:creationId xmlns:p14="http://schemas.microsoft.com/office/powerpoint/2010/main" val="18660512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4E30A-89FF-2F50-235C-742AB7DB3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1A00F-26BE-9B3E-02BA-2106AA930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AA6071-5704-E042-83CE-F897B23AD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NÓS A TI CLAMAMOS,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FILHOS EXILADOS,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NÓS A TI VOLTAMOS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NOSSO OLHAR CONFIANTE.</a:t>
            </a:r>
          </a:p>
        </p:txBody>
      </p:sp>
    </p:spTree>
    <p:extLst>
      <p:ext uri="{BB962C8B-B14F-4D97-AF65-F5344CB8AC3E}">
        <p14:creationId xmlns:p14="http://schemas.microsoft.com/office/powerpoint/2010/main" val="185152761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CA3FB-AA5D-4BD6-16CE-AE0CD1793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B4133-1FC9-F4AC-96DB-DD7046FB4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E0D727-2825-0253-87EA-C8C63EA8D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VOLTA PARA NÓS, OH MÃE,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TEU SEMBLANTE DE AMOR.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DÁ-NOS TEU JESUS, OH MÃE,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QUANDO A NOITE PASSAR.</a:t>
            </a:r>
          </a:p>
        </p:txBody>
      </p:sp>
    </p:spTree>
    <p:extLst>
      <p:ext uri="{BB962C8B-B14F-4D97-AF65-F5344CB8AC3E}">
        <p14:creationId xmlns:p14="http://schemas.microsoft.com/office/powerpoint/2010/main" val="29428722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71E97-3885-60DD-50AB-BA13C2DF2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C0715-2DAA-0FA1-1177-014F0C043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BD25DD-6EE0-1E93-891A-5FE176887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SALVE RAINHA MÃE DE DEUS,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ÉS AUXILIO DOS CRISTÃOS,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OH MÃE CLEMENTE, MÃE PIEDOSA,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DOCE VIRGEM MARIA.</a:t>
            </a:r>
          </a:p>
        </p:txBody>
      </p:sp>
    </p:spTree>
    <p:extLst>
      <p:ext uri="{BB962C8B-B14F-4D97-AF65-F5344CB8AC3E}">
        <p14:creationId xmlns:p14="http://schemas.microsoft.com/office/powerpoint/2010/main" val="37418180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99B31-567B-8D15-5D03-C161ABC1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743D3-7495-67BA-B989-7CD6CA7DC1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5EC058-0160-DE92-1826-95680C686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NÓS A TI CLAMAMOS,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FILHOS EXILADOS,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NÓS A TI VOLTAMOS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NOSSO OLHAR CONFIANTE.</a:t>
            </a:r>
          </a:p>
        </p:txBody>
      </p:sp>
    </p:spTree>
    <p:extLst>
      <p:ext uri="{BB962C8B-B14F-4D97-AF65-F5344CB8AC3E}">
        <p14:creationId xmlns:p14="http://schemas.microsoft.com/office/powerpoint/2010/main" val="349554994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DF468-B385-A8DF-B646-CBF4933C4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98EDC9-2470-FF10-D8E3-0D86E0E0C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7DEBC1-0502-06EB-CC71-A0F19D4A8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VOLTA PARA NÓS, OH MÃE,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TEU SEMBLANTE DE AMOR.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DÁ-NOS TEU JESUS, OH MÃE,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QUANDO A NOITE PASSAR.</a:t>
            </a:r>
          </a:p>
        </p:txBody>
      </p:sp>
    </p:spTree>
    <p:extLst>
      <p:ext uri="{BB962C8B-B14F-4D97-AF65-F5344CB8AC3E}">
        <p14:creationId xmlns:p14="http://schemas.microsoft.com/office/powerpoint/2010/main" val="1273948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1EF4-432C-7304-BEE4-8E1C65A83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AFFAE-11EA-D522-8D65-2E120073E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80C863-242F-4FB1-008E-F52532D9B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056361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SALVE RAINHA MÃE DE DEUS,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ÉS AUXILIO DOS CRISTÃOS,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OH MÃE CLEMENTE, MÃE PIEDOSA,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</a:rPr>
              <a:t>DOCE VIRGEM MARIA.</a:t>
            </a:r>
          </a:p>
        </p:txBody>
      </p:sp>
    </p:spTree>
    <p:extLst>
      <p:ext uri="{BB962C8B-B14F-4D97-AF65-F5344CB8AC3E}">
        <p14:creationId xmlns:p14="http://schemas.microsoft.com/office/powerpoint/2010/main" val="26468740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98942-E17E-63FC-C767-15A7B3375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D7733CC-489F-AFE7-3C3F-A689E89EDE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37224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9861</TotalTime>
  <Words>1702</Words>
  <Application>Microsoft Office PowerPoint</Application>
  <PresentationFormat>Widescreen</PresentationFormat>
  <Paragraphs>286</Paragraphs>
  <Slides>79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79</vt:i4>
      </vt:variant>
    </vt:vector>
  </HeadingPairs>
  <TitlesOfParts>
    <vt:vector size="85" baseType="lpstr">
      <vt:lpstr>-apple-system</vt:lpstr>
      <vt:lpstr>Arial</vt:lpstr>
      <vt:lpstr>Calibri</vt:lpstr>
      <vt:lpstr>Calibri Light</vt:lpstr>
      <vt:lpstr>Century Gothic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KYRIE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PÓS-COMUNHÃO</vt:lpstr>
      <vt:lpstr>PÓS-COMUNHÃO</vt:lpstr>
      <vt:lpstr>PÓS-COMUNHÃO</vt:lpstr>
      <vt:lpstr>PÓS-COMUNHÃO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FINAL</vt:lpstr>
      <vt:lpstr>FINAL</vt:lpstr>
      <vt:lpstr>FINAL</vt:lpstr>
      <vt:lpstr>FINAL</vt:lpstr>
      <vt:lpstr>FINAL</vt:lpstr>
      <vt:lpstr>FINAL</vt:lpstr>
      <vt:lpstr>FINAL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58</cp:revision>
  <dcterms:created xsi:type="dcterms:W3CDTF">2023-05-06T17:01:55Z</dcterms:created>
  <dcterms:modified xsi:type="dcterms:W3CDTF">2026-01-01T15:48:08Z</dcterms:modified>
</cp:coreProperties>
</file>