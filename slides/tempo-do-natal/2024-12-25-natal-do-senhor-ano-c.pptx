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28" r:id="rId4"/>
    <p:sldId id="441" r:id="rId5"/>
    <p:sldId id="455" r:id="rId6"/>
    <p:sldId id="454" r:id="rId7"/>
    <p:sldId id="457" r:id="rId8"/>
    <p:sldId id="456" r:id="rId9"/>
    <p:sldId id="458" r:id="rId10"/>
    <p:sldId id="258" r:id="rId11"/>
    <p:sldId id="397" r:id="rId12"/>
    <p:sldId id="429" r:id="rId13"/>
    <p:sldId id="260" r:id="rId14"/>
    <p:sldId id="460" r:id="rId15"/>
    <p:sldId id="459" r:id="rId16"/>
    <p:sldId id="261" r:id="rId17"/>
    <p:sldId id="338" r:id="rId18"/>
    <p:sldId id="339" r:id="rId19"/>
    <p:sldId id="340" r:id="rId20"/>
    <p:sldId id="432" r:id="rId21"/>
    <p:sldId id="461" r:id="rId22"/>
    <p:sldId id="264" r:id="rId23"/>
    <p:sldId id="265" r:id="rId24"/>
    <p:sldId id="266" r:id="rId25"/>
    <p:sldId id="267" r:id="rId26"/>
    <p:sldId id="271" r:id="rId27"/>
    <p:sldId id="269" r:id="rId28"/>
    <p:sldId id="462" r:id="rId29"/>
    <p:sldId id="463" r:id="rId30"/>
    <p:sldId id="464" r:id="rId31"/>
    <p:sldId id="465" r:id="rId32"/>
    <p:sldId id="361" r:id="rId33"/>
    <p:sldId id="436" r:id="rId34"/>
    <p:sldId id="438" r:id="rId35"/>
    <p:sldId id="466" r:id="rId36"/>
    <p:sldId id="468" r:id="rId37"/>
    <p:sldId id="435" r:id="rId38"/>
    <p:sldId id="362" r:id="rId39"/>
    <p:sldId id="469" r:id="rId40"/>
    <p:sldId id="470" r:id="rId41"/>
    <p:sldId id="471" r:id="rId42"/>
    <p:sldId id="472" r:id="rId43"/>
    <p:sldId id="473" r:id="rId44"/>
    <p:sldId id="404" r:id="rId45"/>
    <p:sldId id="449" r:id="rId46"/>
    <p:sldId id="451" r:id="rId47"/>
    <p:sldId id="453" r:id="rId48"/>
    <p:sldId id="450" r:id="rId49"/>
    <p:sldId id="337" r:id="rId50"/>
    <p:sldId id="474" r:id="rId51"/>
    <p:sldId id="475" r:id="rId5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3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24/12/2024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24/12/2024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24/12/2024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24/12/2024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24/12/2024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8316E17-F623-AD09-904C-6E7C22B0F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6165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16165"/>
            <a:ext cx="12191999" cy="6825670"/>
          </a:xfrm>
          <a:prstGeom prst="rect">
            <a:avLst/>
          </a:prstGeom>
          <a:solidFill>
            <a:schemeClr val="tx1">
              <a:alpha val="47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498088" y="4186789"/>
            <a:ext cx="1119582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NATAL DO SENHOR</a:t>
            </a:r>
          </a:p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MISSA DA NOITE</a:t>
            </a:r>
            <a:endParaRPr lang="pt-BR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dirty="0">
                <a:latin typeface="Open Sans" panose="020B0606030504020204" pitchFamily="34" charset="0"/>
              </a:rPr>
              <a:t>A UM ANJO PROCLAMOU O PRIMEIRO NATAL</a:t>
            </a:r>
          </a:p>
          <a:p>
            <a:pPr algn="l"/>
            <a:r>
              <a:rPr lang="pt-BR" sz="7200" dirty="0">
                <a:latin typeface="Open Sans" panose="020B0606030504020204" pitchFamily="34" charset="0"/>
              </a:rPr>
              <a:t>AOS POBRES PASTORES AO PÉ DE BELÉM</a:t>
            </a:r>
          </a:p>
          <a:p>
            <a:pPr algn="l"/>
            <a:r>
              <a:rPr lang="pt-BR" sz="7200" dirty="0">
                <a:latin typeface="Open Sans" panose="020B0606030504020204" pitchFamily="34" charset="0"/>
              </a:rPr>
              <a:t>LÁ NOS CAMPOS A GUARDAR OS REBANHOS DO MAL</a:t>
            </a:r>
          </a:p>
          <a:p>
            <a:pPr algn="l"/>
            <a:r>
              <a:rPr lang="pt-BR" sz="7200" dirty="0">
                <a:latin typeface="Open Sans" panose="020B0606030504020204" pitchFamily="34" charset="0"/>
              </a:rPr>
              <a:t>NUMA NOITE TÃO FRIA E ESCURA, TAMBÉM</a:t>
            </a: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77500" lnSpcReduction="20000"/>
          </a:bodyPr>
          <a:lstStyle/>
          <a:p>
            <a:pPr algn="l"/>
            <a:endParaRPr lang="pt-BR" sz="7200" b="1" dirty="0">
              <a:latin typeface="Open Sans" panose="020B0606030504020204" pitchFamily="34" charset="0"/>
            </a:endParaRP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NATAL, NATAL, NATAL, NATAL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É NOS NASCIDO O REI DIVINAL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NATAL, NATAL, NATAL, NATAL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É NOS NASCIDO O REI DIVINAL</a:t>
            </a:r>
          </a:p>
        </p:txBody>
      </p:sp>
    </p:spTree>
    <p:extLst>
      <p:ext uri="{BB962C8B-B14F-4D97-AF65-F5344CB8AC3E}">
        <p14:creationId xmlns:p14="http://schemas.microsoft.com/office/powerpoint/2010/main" val="2741687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DE REPENTE, NO CÉU, LINDA ESTRELA SURGIU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NO ORIENTE BRILHANDO, COM ESTRANHO FULGOR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E A TERRA RECEBEU ESSA LUZ QUE CAIU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MUITAS NOITES AINDA EM EXÍMIO ESPLENDOR</a:t>
            </a:r>
          </a:p>
        </p:txBody>
      </p:sp>
    </p:spTree>
    <p:extLst>
      <p:ext uri="{BB962C8B-B14F-4D97-AF65-F5344CB8AC3E}">
        <p14:creationId xmlns:p14="http://schemas.microsoft.com/office/powerpoint/2010/main" val="993132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1FDED-20CE-E14F-DE42-CFE31545A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FC9A9-2879-0F35-191B-1A95599FBB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9AF567-4DF4-12EA-842F-EFE89E9B9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77500" lnSpcReduction="20000"/>
          </a:bodyPr>
          <a:lstStyle/>
          <a:p>
            <a:pPr algn="l"/>
            <a:endParaRPr lang="pt-BR" sz="7200" b="1" dirty="0">
              <a:latin typeface="Open Sans" panose="020B0606030504020204" pitchFamily="34" charset="0"/>
            </a:endParaRP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NATAL, NATAL, NATAL, NATAL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É NOS NASCIDO O REI DIVINAL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NATAL, NATAL, NATAL, NATAL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É NOS NASCIDO O REI DIVINAL</a:t>
            </a:r>
          </a:p>
        </p:txBody>
      </p:sp>
    </p:spTree>
    <p:extLst>
      <p:ext uri="{BB962C8B-B14F-4D97-AF65-F5344CB8AC3E}">
        <p14:creationId xmlns:p14="http://schemas.microsoft.com/office/powerpoint/2010/main" val="965275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D1C59-5D0F-D131-9ABB-875563D18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1A846-73BF-A68A-1758-24723E024C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E87978-6D62-D8AD-681F-07FFF2A42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TENDO VISTO A CLARA LUZ DESSA ESTRELA SEM PAR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DO ORIENTE ALGUNS MAGOS A FORAM SEGUIR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À PROCURA DE UM REI QUE DEVIA CHEGAR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AOS JUDEUS E AS VELHAS PROMESSAS CUMPRIR</a:t>
            </a:r>
          </a:p>
        </p:txBody>
      </p:sp>
    </p:spTree>
    <p:extLst>
      <p:ext uri="{BB962C8B-B14F-4D97-AF65-F5344CB8AC3E}">
        <p14:creationId xmlns:p14="http://schemas.microsoft.com/office/powerpoint/2010/main" val="3348531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EF88E-7F56-DF3E-12C1-5CE47BEBD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590CBB-FC72-BABE-0D45-A50B79008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771242-A144-92FB-C32D-8C97A441E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77500" lnSpcReduction="20000"/>
          </a:bodyPr>
          <a:lstStyle/>
          <a:p>
            <a:pPr algn="l"/>
            <a:endParaRPr lang="pt-BR" sz="7200" b="1" dirty="0">
              <a:latin typeface="Open Sans" panose="020B0606030504020204" pitchFamily="34" charset="0"/>
            </a:endParaRP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NATAL, NATAL, NATAL, NATAL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É NOS NASCIDO O REI DIVINAL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NATAL, NATAL, NATAL, NATAL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É NOS NASCIDO O REI DIVINAL</a:t>
            </a:r>
          </a:p>
        </p:txBody>
      </p:sp>
    </p:spTree>
    <p:extLst>
      <p:ext uri="{BB962C8B-B14F-4D97-AF65-F5344CB8AC3E}">
        <p14:creationId xmlns:p14="http://schemas.microsoft.com/office/powerpoint/2010/main" val="1524372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9E02D-1882-3E55-6B00-465101314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50548E-F420-5065-1DAA-03083B0C6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4F401B-7FBF-813D-6702-B117195D1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ESSA ESTRELA APARECEU E OS MAGOS GUIOU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NA ESTRADA QUE PARA BELÉM OS CONDUZ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AFINAL. SOBRE BELÉM ESSA ESTRELA PAROU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MESMO ACIMA DA CASA EM QUE ESTAVA JESUS</a:t>
            </a:r>
          </a:p>
        </p:txBody>
      </p:sp>
    </p:spTree>
    <p:extLst>
      <p:ext uri="{BB962C8B-B14F-4D97-AF65-F5344CB8AC3E}">
        <p14:creationId xmlns:p14="http://schemas.microsoft.com/office/powerpoint/2010/main" val="2966897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0102C-4A9B-54E7-7231-FBF400502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D16763-E354-636A-74A7-A004B9BDBD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2EED9A-D3A5-C55F-17C4-A4213A079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77500" lnSpcReduction="20000"/>
          </a:bodyPr>
          <a:lstStyle/>
          <a:p>
            <a:pPr algn="l"/>
            <a:endParaRPr lang="pt-BR" sz="7200" b="1" dirty="0">
              <a:latin typeface="Open Sans" panose="020B0606030504020204" pitchFamily="34" charset="0"/>
            </a:endParaRP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NATAL, NATAL, NATAL, NATAL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É NOS NASCIDO O REI DIVINAL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NATAL, NATAL, NATAL, NATAL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É NOS NASCIDO O REI DIVINAL</a:t>
            </a:r>
          </a:p>
        </p:txBody>
      </p:sp>
    </p:spTree>
    <p:extLst>
      <p:ext uri="{BB962C8B-B14F-4D97-AF65-F5344CB8AC3E}">
        <p14:creationId xmlns:p14="http://schemas.microsoft.com/office/powerpoint/2010/main" val="3621270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293" y="823133"/>
            <a:ext cx="11413413" cy="6034867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CONFESSO A DEUS TODO-PODEROSO</a:t>
            </a:r>
          </a:p>
          <a:p>
            <a:pPr algn="just"/>
            <a:r>
              <a:rPr lang="pt-BR" sz="6000" dirty="0"/>
              <a:t>E A VÓS, IRMÃOS E IRMÃS,</a:t>
            </a:r>
          </a:p>
          <a:p>
            <a:pPr algn="just"/>
            <a:r>
              <a:rPr lang="pt-BR" sz="6000" dirty="0"/>
              <a:t>QUE PEQUEI MUITAS VEZES POR PENSAMENTOS,</a:t>
            </a:r>
          </a:p>
          <a:p>
            <a:pPr algn="just"/>
            <a:r>
              <a:rPr lang="pt-BR" sz="6000" dirty="0"/>
              <a:t>PALAVRAS, ATOS E OMISSÕES,</a:t>
            </a:r>
          </a:p>
          <a:p>
            <a:pPr algn="just"/>
            <a:r>
              <a:rPr lang="pt-BR" sz="6000" dirty="0"/>
              <a:t>POR MINHA CULPA, MINHA CULPA, MINHA TÃO GRANDE CULPA.</a:t>
            </a:r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293" y="823133"/>
            <a:ext cx="11413413" cy="6034867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À VIRGEM MARIA,</a:t>
            </a:r>
          </a:p>
          <a:p>
            <a:pPr algn="just"/>
            <a:r>
              <a:rPr lang="pt-BR" sz="7200" dirty="0"/>
              <a:t>AOS ANJOS E SANTOS</a:t>
            </a:r>
          </a:p>
          <a:p>
            <a:pPr algn="just"/>
            <a:r>
              <a:rPr lang="pt-BR" sz="7200" dirty="0"/>
              <a:t>E A VÓS, IRMÃOS E IRMÃS,</a:t>
            </a:r>
          </a:p>
          <a:p>
            <a:pPr algn="just"/>
            <a:r>
              <a:rPr lang="pt-BR" sz="7200" dirty="0"/>
              <a:t>QUE ROGUEIS POR MIM A DEUS, NOSSO SENHOR.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065263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8F634-9057-1540-A8B0-479A10D56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84A04-A869-6D07-68AA-D3679C16E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KYRIE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A0C881-CBFC-DE8A-9991-701015241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293" y="2286000"/>
            <a:ext cx="11413413" cy="4572000"/>
          </a:xfrm>
        </p:spPr>
        <p:txBody>
          <a:bodyPr>
            <a:normAutofit/>
          </a:bodyPr>
          <a:lstStyle/>
          <a:p>
            <a:r>
              <a:rPr lang="pt-BR" sz="4800" b="1" dirty="0"/>
              <a:t>KYRIE, KYRIE, KYRIE ELEISON! (2X)</a:t>
            </a:r>
          </a:p>
          <a:p>
            <a:r>
              <a:rPr lang="pt-BR" sz="4800" b="1" dirty="0"/>
              <a:t>CHRISTE, CHRISTE, CHRISTE ELEISON! (2X)</a:t>
            </a:r>
          </a:p>
          <a:p>
            <a:r>
              <a:rPr lang="pt-BR" sz="4800" b="1" dirty="0"/>
              <a:t>KYRIE, KYRIE, KYRIE ELEISON! (2X)</a:t>
            </a:r>
          </a:p>
        </p:txBody>
      </p:sp>
    </p:spTree>
    <p:extLst>
      <p:ext uri="{BB962C8B-B14F-4D97-AF65-F5344CB8AC3E}">
        <p14:creationId xmlns:p14="http://schemas.microsoft.com/office/powerpoint/2010/main" val="493968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4A445-D705-C45D-9470-AEAACB8C0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CFBB5ED-0369-8887-3DEF-450B4C5712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361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1600" b="1" dirty="0"/>
              <a:t>GLORIA IN EXCELSIS DEO ET IN TERRA PAX HOMINIBUS BONÆ VOLUNTATIS, BONÆ VOLUNTATIS!</a:t>
            </a:r>
          </a:p>
          <a:p>
            <a:pPr algn="just"/>
            <a:endParaRPr lang="pt-BR" sz="3600" b="1" dirty="0"/>
          </a:p>
          <a:p>
            <a:pPr algn="just"/>
            <a:r>
              <a:rPr lang="pt-BR" sz="9600" dirty="0">
                <a:solidFill>
                  <a:srgbClr val="FF0000"/>
                </a:solidFill>
              </a:rPr>
              <a:t>TRADUÇÃO:</a:t>
            </a:r>
          </a:p>
          <a:p>
            <a:pPr algn="just"/>
            <a:r>
              <a:rPr lang="pt-BR" sz="9600" dirty="0"/>
              <a:t>GLÓRIA A DEUS NAS ALTURAS E PAZ NA TERRA AOS HOMENS POR ELE AMADOS, POR ELE AMADOS!</a:t>
            </a:r>
          </a:p>
          <a:p>
            <a:pPr algn="just"/>
            <a:endParaRPr lang="pt-BR" sz="7200" dirty="0"/>
          </a:p>
          <a:p>
            <a:pPr algn="just"/>
            <a:r>
              <a:rPr lang="pt-BR" sz="17600" dirty="0"/>
              <a:t>SENHOR DEUS, REI DOS CÉUS, DEUS PAI TODO PODEROSO</a:t>
            </a:r>
            <a:endParaRPr lang="pt-BR" sz="12800" dirty="0"/>
          </a:p>
          <a:p>
            <a:pPr algn="just"/>
            <a:r>
              <a:rPr lang="pt-BR" sz="17600" dirty="0"/>
              <a:t>NÓS VOS LOUVAMOS, NÓS VOS BENDIZEMOS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l"/>
            <a:r>
              <a:rPr lang="pt-BR" sz="10900" dirty="0"/>
              <a:t>SENHOR JESUS CRISTO, FILHO UNIGÊNITO</a:t>
            </a:r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1381510" cy="5971309"/>
          </a:xfrm>
        </p:spPr>
        <p:txBody>
          <a:bodyPr>
            <a:normAutofit/>
          </a:bodyPr>
          <a:lstStyle/>
          <a:p>
            <a:pPr algn="l"/>
            <a:r>
              <a:rPr lang="pt-BR" sz="6400" dirty="0"/>
              <a:t>SENHOR DEUS, CORDEIRO DE DEUS, FILHO DE DEUS PAI</a:t>
            </a:r>
            <a:endParaRPr lang="pt-BR" sz="5400" dirty="0"/>
          </a:p>
          <a:p>
            <a:pPr algn="l"/>
            <a:r>
              <a:rPr lang="pt-BR" sz="6600" dirty="0"/>
              <a:t>VÓS QUE TIRAIS O PECADO DO MUNDO,</a:t>
            </a:r>
          </a:p>
          <a:p>
            <a:pPr algn="l"/>
            <a:r>
              <a:rPr lang="pt-BR" sz="66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3500" dirty="0"/>
              <a:t>VÓS QUE TIRAIS O PECADO DO MUNDO,  ACOLHEI A NOSSA SÚPLICA</a:t>
            </a:r>
            <a:endParaRPr lang="pt-BR" sz="12300" dirty="0"/>
          </a:p>
          <a:p>
            <a:pPr algn="just"/>
            <a:r>
              <a:rPr lang="pt-BR" sz="15000" dirty="0"/>
              <a:t>VÓS QUE ESTAIS À DIREITA DO PAI, TENDE PIEDADE DE NÓS</a:t>
            </a:r>
          </a:p>
          <a:p>
            <a:pPr algn="just"/>
            <a:r>
              <a:rPr lang="pt-BR" sz="15000" dirty="0"/>
              <a:t>SÓ VÓS SOIS SANTO, SÓ VÓS O SENHOR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13500" dirty="0"/>
              <a:t>SÓ VÓS O ALTÍSSIMO, JESUS CRISTO, </a:t>
            </a:r>
          </a:p>
          <a:p>
            <a:pPr algn="just"/>
            <a:r>
              <a:rPr lang="pt-BR" sz="13500" dirty="0"/>
              <a:t>COM O ESPÍRITO SANTO NA GLÓRIA DE DEUS PAI.</a:t>
            </a:r>
          </a:p>
          <a:p>
            <a:pPr algn="just"/>
            <a:endParaRPr lang="pt-BR" sz="135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3718063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66917-ADEA-8074-579F-B83B0BD4E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84AE49-8675-F340-B223-D563A9248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DB0D9A-9164-374D-7E24-15759A598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3500" b="1" dirty="0"/>
              <a:t>GLORIA IN EXCELSIS DEO ET IN TERRA PAX HOMINIBUS BONÆ VOLUNTATIS, BONÆ VOLUNTATIS!</a:t>
            </a:r>
          </a:p>
          <a:p>
            <a:pPr algn="l"/>
            <a:endParaRPr lang="pt-BR" sz="13500" b="1" dirty="0"/>
          </a:p>
          <a:p>
            <a:pPr algn="just"/>
            <a:r>
              <a:rPr lang="pt-BR" sz="13500" b="1" dirty="0"/>
              <a:t>AMÉM!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804559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19"/>
            <a:ext cx="10343053" cy="2131891"/>
          </a:xfrm>
        </p:spPr>
        <p:txBody>
          <a:bodyPr>
            <a:normAutofit lnSpcReduction="10000"/>
          </a:bodyPr>
          <a:lstStyle/>
          <a:p>
            <a:r>
              <a:rPr lang="pt-BR" sz="5400" b="1" i="0" dirty="0">
                <a:effectLst/>
              </a:rPr>
              <a:t>HOJE NASCEU PARA NÓS O SALVADOR, QUE É CRISTO, O SENHOR.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 (2X)</a:t>
            </a:r>
          </a:p>
          <a:p>
            <a:endParaRPr lang="pt-BR" sz="4800" dirty="0"/>
          </a:p>
          <a:p>
            <a:r>
              <a:rPr lang="pt-BR" sz="4800" dirty="0"/>
              <a:t>EU VOS TRAGO A BOA NOVA DE UMA GRANDE ALEGRIA: É QUE HOJE VOS NASCEU O SALVADOR, CRISTO, O SENHOR. 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2" y="541819"/>
            <a:ext cx="508066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R. O CÉU SE REJUBILE E EXULTE A TERRA, NA PRESENÇA DO SENHOR,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POIS ELE VEM, POIS ELE VEM, POIS ELE VEM!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1.CANTAI AO SENHOR DEUS UM CANTO NOVO, * CANTAI AO  SENHOR DEUS,Ó TERRA INTEIRA! R.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DAC34-4D55-57A1-95FB-7E7632385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21289C-5C96-3949-B2F9-F288F5040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2" y="541819"/>
            <a:ext cx="508066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AF1948-A7E4-F17D-77D7-4E2F1143F2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R. O CÉU SE REJUBILE E EXULTE A TERRA, NA PRESENÇA DO SENHOR,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POIS ELE VEM, POIS ELE VEM, POIS ELE VEM!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2. CANTAI E BENDIZEI SEU SANTO NOME! 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DIA APÓS DIA ANUNCIAI SUA SALVAÇÃO. R.</a:t>
            </a:r>
          </a:p>
        </p:txBody>
      </p:sp>
    </p:spTree>
    <p:extLst>
      <p:ext uri="{BB962C8B-B14F-4D97-AF65-F5344CB8AC3E}">
        <p14:creationId xmlns:p14="http://schemas.microsoft.com/office/powerpoint/2010/main" val="32403822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D7E9D-0104-7370-64D8-813FB527F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F04216-AF77-A36D-37D5-F8A35F23E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2" y="541819"/>
            <a:ext cx="508066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501C81-AA46-D9E3-BED9-F7A49307A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R. O CÉU SE REJUBILE E EXULTE A TERRA, NA PRESENÇA DO SENHOR,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POIS ELE VEM, POIS ELE VEM, POIS ELE VEM!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3.MANIFESTAI A SUA GLÓRIA ENTRE AS NAÇÕES, * E ENTRE OS POVOS DO UNIVERSO SEUS PRODÍGIOS! R.</a:t>
            </a:r>
          </a:p>
        </p:txBody>
      </p:sp>
    </p:spTree>
    <p:extLst>
      <p:ext uri="{BB962C8B-B14F-4D97-AF65-F5344CB8AC3E}">
        <p14:creationId xmlns:p14="http://schemas.microsoft.com/office/powerpoint/2010/main" val="38334848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1F0A5-CFF4-DD73-9AB0-46B67FEA3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F10FE9-602E-223E-5992-8DCE25694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2" y="541819"/>
            <a:ext cx="508066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6A1DD8-EE4E-A340-B7F2-9BEEC5BCE3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R. O CÉU SE REJUBILE E EXULTE A TERRA, NA PRESENÇA DO SENHOR,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POIS ELE VEM, POIS ELE VEM, POIS ELE VEM!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4.OFERECEI UM SACRIFÍCIO NOS SEUS ÁTRIOS, * ADORAI-O NO ESPLENDOR DA SANTIDADE. R.</a:t>
            </a:r>
          </a:p>
        </p:txBody>
      </p:sp>
    </p:spTree>
    <p:extLst>
      <p:ext uri="{BB962C8B-B14F-4D97-AF65-F5344CB8AC3E}">
        <p14:creationId xmlns:p14="http://schemas.microsoft.com/office/powerpoint/2010/main" val="40426103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82767-08DF-6C13-2438-80B33FC05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E14801-9A37-9C7C-9141-C5C08944D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2" y="541819"/>
            <a:ext cx="508066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704A92-6B60-63E4-9F39-08D9A4466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R. O CÉU SE REJUBILE E EXULTE A TERRA, NA PRESENÇA DO SENHOR,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POIS ELE VEM, POIS ELE VEM, POIS ELE VEM!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5.GOVERNARÁ O MUNDO TODO COM JUSTIÇA, * E OS POVOS JULGARÁ COM LEALDADE. R.</a:t>
            </a:r>
          </a:p>
        </p:txBody>
      </p:sp>
    </p:spTree>
    <p:extLst>
      <p:ext uri="{BB962C8B-B14F-4D97-AF65-F5344CB8AC3E}">
        <p14:creationId xmlns:p14="http://schemas.microsoft.com/office/powerpoint/2010/main" val="22707630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SANCTUS, SANCTUS, SANCTUS</a:t>
            </a:r>
          </a:p>
          <a:p>
            <a:pPr algn="l"/>
            <a:r>
              <a:rPr lang="pt-BR" sz="3300" dirty="0">
                <a:latin typeface="-apple-system"/>
              </a:rPr>
              <a:t>SANTO, SANTO, SANTO</a:t>
            </a:r>
          </a:p>
          <a:p>
            <a:pPr algn="l"/>
            <a:endParaRPr lang="pt-BR" sz="33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DOMINUS DEUS SABAOTH</a:t>
            </a:r>
          </a:p>
          <a:p>
            <a:pPr algn="l"/>
            <a:r>
              <a:rPr lang="pt-BR" sz="3300" i="0" dirty="0">
                <a:solidFill>
                  <a:srgbClr val="000000"/>
                </a:solidFill>
                <a:effectLst/>
                <a:latin typeface="-apple-system"/>
              </a:rPr>
              <a:t>SENHOR DEUS DO UNIVERSO</a:t>
            </a:r>
          </a:p>
          <a:p>
            <a:pPr algn="l"/>
            <a:endParaRPr lang="pt-BR" sz="33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PLENI SUNT CÆLI ET TERRA GLORIA TUA</a:t>
            </a:r>
          </a:p>
          <a:p>
            <a:pPr algn="l"/>
            <a:r>
              <a:rPr lang="pt-BR" sz="3000" dirty="0">
                <a:solidFill>
                  <a:srgbClr val="000000"/>
                </a:solidFill>
                <a:latin typeface="-apple-system"/>
              </a:rPr>
              <a:t>O CÉU E A TERRA PROCLAMAM A VOSSA GLÓRIA</a:t>
            </a:r>
            <a:endParaRPr lang="pt-BR" sz="30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4396714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HOSANNA IN EXCELSIS</a:t>
            </a:r>
          </a:p>
          <a:p>
            <a:pPr algn="l"/>
            <a:r>
              <a:rPr lang="pt-BR" sz="3600" dirty="0">
                <a:solidFill>
                  <a:srgbClr val="000000"/>
                </a:solidFill>
                <a:latin typeface="-apple-system"/>
              </a:rPr>
              <a:t>HOSANA NAS ALTURAS</a:t>
            </a:r>
            <a:endParaRPr lang="pt-BR" sz="36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HOSANNA IN EXCELSIS</a:t>
            </a:r>
          </a:p>
          <a:p>
            <a:pPr algn="l"/>
            <a:r>
              <a:rPr lang="pt-BR" sz="3600" i="0" dirty="0">
                <a:solidFill>
                  <a:srgbClr val="000000"/>
                </a:solidFill>
                <a:effectLst/>
                <a:latin typeface="-apple-system"/>
              </a:rPr>
              <a:t>HOSANA NAS ALTURAS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HOSANA, HOSANA, HOSANA 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(2X)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1253576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F5375-6235-9B8D-68EB-1531A2D9B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4A5DF-A93C-B731-76D7-67864886D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7A0691-986B-B0EB-5A84-0DB6F8CE3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BENEDICTUS, QUI VENIT IN NOMINE DOMINI</a:t>
            </a:r>
          </a:p>
          <a:p>
            <a:pPr algn="l"/>
            <a:r>
              <a:rPr lang="pt-BR" sz="3900" dirty="0">
                <a:solidFill>
                  <a:srgbClr val="000000"/>
                </a:solidFill>
                <a:latin typeface="-apple-system"/>
              </a:rPr>
              <a:t>BENDITO O QUE VEM EM NOME DO SENHOR</a:t>
            </a:r>
            <a:endParaRPr lang="pt-BR" sz="39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QUI VENIT, QUI VENIT IN NOMINE DOMINI</a:t>
            </a:r>
          </a:p>
          <a:p>
            <a:pPr algn="l"/>
            <a:r>
              <a:rPr lang="pt-BR" sz="4000" dirty="0">
                <a:solidFill>
                  <a:srgbClr val="000000"/>
                </a:solidFill>
                <a:latin typeface="-apple-system"/>
              </a:rPr>
              <a:t>QUE VEM, QUE VEM EM NOME DO SENHOR</a:t>
            </a:r>
            <a:endParaRPr lang="pt-BR" sz="40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8395834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1C734-E0A7-0627-787A-401794BCF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E892C-80FC-9FD1-1A3B-06095D624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D21181-6969-BD16-B526-44C353DD7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HOSANNA IN EXCELSIS</a:t>
            </a:r>
          </a:p>
          <a:p>
            <a:pPr algn="l"/>
            <a:r>
              <a:rPr lang="pt-BR" sz="3600" dirty="0">
                <a:solidFill>
                  <a:srgbClr val="000000"/>
                </a:solidFill>
                <a:latin typeface="-apple-system"/>
              </a:rPr>
              <a:t>HOSANA NAS ALTURAS</a:t>
            </a:r>
            <a:endParaRPr lang="pt-BR" sz="36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HOSANNA IN EXCELSIS</a:t>
            </a:r>
          </a:p>
          <a:p>
            <a:pPr algn="l"/>
            <a:r>
              <a:rPr lang="pt-BR" sz="3600" i="0" dirty="0">
                <a:solidFill>
                  <a:srgbClr val="000000"/>
                </a:solidFill>
                <a:effectLst/>
                <a:latin typeface="-apple-system"/>
              </a:rPr>
              <a:t>HOSANA NAS ALTURAS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HOSANA, HOSANA, HOSANA 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(3X)</a:t>
            </a:r>
          </a:p>
          <a:p>
            <a:pPr algn="l"/>
            <a:endParaRPr lang="pt-BR" sz="66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5017617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23380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ADESTE FIDELES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LAETI TRIUMPHANTES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VENITE, VENITE IN BETHLEHEM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NATUM VIDETE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REGEM ANGELORUM</a:t>
            </a: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VENITE ADOREMUS, VENITE ADOREMUS</a:t>
            </a:r>
          </a:p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VENITE ADOREMUS DOMINUM</a:t>
            </a:r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75FD0-175F-E90D-4283-555C5B512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364899-041F-E539-68C2-15E389770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6C6A90-9EF3-2989-DCAC-4BD884D62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4600" i="0" dirty="0">
                <a:solidFill>
                  <a:srgbClr val="FF0000"/>
                </a:solidFill>
                <a:effectLst/>
                <a:latin typeface="-apple-system"/>
              </a:rPr>
              <a:t>TRADUÇÃO: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1.CRISTÃOS, VINDE TODOS, COM ALEGRES CANTOS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OH! VINDE, OH! VINDE ATÉ BELÉM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VEDE NASCIDO, VOSSO REI ETERNO</a:t>
            </a:r>
          </a:p>
          <a:p>
            <a:pPr algn="l"/>
            <a:endParaRPr lang="pt-BR" sz="72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OH! VINDE, ADOREMOS! (3X)</a:t>
            </a:r>
          </a:p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O SALVADOR!</a:t>
            </a:r>
          </a:p>
        </p:txBody>
      </p:sp>
    </p:spTree>
    <p:extLst>
      <p:ext uri="{BB962C8B-B14F-4D97-AF65-F5344CB8AC3E}">
        <p14:creationId xmlns:p14="http://schemas.microsoft.com/office/powerpoint/2010/main" val="27038662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B00F-7DB5-147B-F950-C4DF49EAE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D294A1-16B7-6FA1-3277-CE41CDFE8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B27437-54EC-E531-ED86-F68ED5BDF1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2.HUMILDES PASTORES DEIXAM SEUS REBANHOS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 ALEGRES ACORREM AO REI DOS CÉUS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NÓS, IGUALMENTE, CHEIOS DE ALEGRIA </a:t>
            </a:r>
          </a:p>
          <a:p>
            <a:pPr algn="l"/>
            <a:endParaRPr lang="pt-BR" sz="72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OH! VINDE, ADOREMOS! (3X)</a:t>
            </a:r>
          </a:p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O SALVADOR!</a:t>
            </a:r>
          </a:p>
        </p:txBody>
      </p:sp>
    </p:spTree>
    <p:extLst>
      <p:ext uri="{BB962C8B-B14F-4D97-AF65-F5344CB8AC3E}">
        <p14:creationId xmlns:p14="http://schemas.microsoft.com/office/powerpoint/2010/main" val="24499677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5CCE0-9424-9C95-025C-17BCDBF95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581118-A2A4-DF20-9518-8DF461EAF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00A35D-DA83-901F-4A9A-180DC45FF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3.O DEUS INVISÍVEL DE ETERNAL GRANDEZA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SOB VÉUS DE HUMILDADE, PODEMOS VER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DEUS PEQUENINO, DEUS ENVOLTO EM FAIXAS!</a:t>
            </a:r>
          </a:p>
          <a:p>
            <a:pPr algn="l"/>
            <a:endParaRPr lang="pt-BR" sz="72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OH! VINDE, ADOREMOS! (3X)</a:t>
            </a:r>
          </a:p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O SALVADOR!</a:t>
            </a:r>
          </a:p>
        </p:txBody>
      </p:sp>
    </p:spTree>
    <p:extLst>
      <p:ext uri="{BB962C8B-B14F-4D97-AF65-F5344CB8AC3E}">
        <p14:creationId xmlns:p14="http://schemas.microsoft.com/office/powerpoint/2010/main" val="35831130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EBD45-745D-3BCC-D85D-252EF6939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8A717-017E-F5C1-953C-B200340993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B6E180-0735-0AB9-0372-A3C2A1178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4.NASCEU EM POBREZA, REPOUSANDO EM PALHAS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O NOSSO AFETO LHE VAMOS DAR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TANTO AMOU-NOS! QUEM NÃO HÁ DE AMÁ-LO?</a:t>
            </a:r>
          </a:p>
          <a:p>
            <a:pPr algn="l"/>
            <a:endParaRPr lang="pt-BR" sz="72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OH! VINDE, ADOREMOS! (3X)</a:t>
            </a:r>
          </a:p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O SALVADOR!</a:t>
            </a:r>
          </a:p>
        </p:txBody>
      </p:sp>
    </p:spTree>
    <p:extLst>
      <p:ext uri="{BB962C8B-B14F-4D97-AF65-F5344CB8AC3E}">
        <p14:creationId xmlns:p14="http://schemas.microsoft.com/office/powerpoint/2010/main" val="8965009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60E0E-45F8-8558-7F9E-08FB8C842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D0F8A9-36E3-7681-E8D5-54BA7F07E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267F6B-278B-21D4-8215-893063AB05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5.A ESTRELA DO ORIENTE CONDUZIU OS MAGOS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 A ESTE MISTÉRIO ENVOLVE EM LUZ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TAL CLARIDADE, TAMBÉM, SEGUIREMOS</a:t>
            </a:r>
          </a:p>
          <a:p>
            <a:pPr algn="l"/>
            <a:endParaRPr lang="pt-BR" sz="72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OH! VINDE, ADOREMOS! (3X)</a:t>
            </a:r>
          </a:p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O SALVADOR!</a:t>
            </a:r>
          </a:p>
        </p:txBody>
      </p:sp>
    </p:spTree>
    <p:extLst>
      <p:ext uri="{BB962C8B-B14F-4D97-AF65-F5344CB8AC3E}">
        <p14:creationId xmlns:p14="http://schemas.microsoft.com/office/powerpoint/2010/main" val="13313262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F95B8-DAE0-098F-F1B8-FFA2B5587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AAFEEA-A64D-C2D1-D757-D31CBDA84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79685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F647C0-A285-B6BE-8EF9-15D37D8A7E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NOITE FELIZ, NOITE FELIZ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Ó SENHOR, DEUS DE AMOR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POBREZINHO NASCEU EM BELÉM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EIS NA LAPA JESUS, NOSSO BEM</a:t>
            </a:r>
          </a:p>
          <a:p>
            <a:pPr algn="l"/>
            <a:endParaRPr lang="pt-BR" sz="80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DORME EM PAZ, Ó JESUS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DORME EM PAZ, Ó JESUS</a:t>
            </a:r>
          </a:p>
          <a:p>
            <a:pPr algn="l"/>
            <a:endParaRPr lang="pt-BR" sz="800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5886375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35212-932B-33FC-BCF6-DBE0FA685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0DA971-D13A-094F-CA98-6C292815D9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79685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6CEDFE-CA91-8310-5F81-62BCA5BAC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NOITE FELIZ, NOITE FELIZ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EIS QUE, NO AR, VEM CANTAR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AOS PASTORES, AOS ANJOS DO CÉU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ANUNCIANDO A CHEGADA DE DEUS</a:t>
            </a:r>
          </a:p>
          <a:p>
            <a:pPr algn="l"/>
            <a:endParaRPr lang="pt-BR" sz="8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DE JESUS, SALVADOR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DE JESUS, SALVADOR</a:t>
            </a:r>
          </a:p>
        </p:txBody>
      </p:sp>
    </p:spTree>
    <p:extLst>
      <p:ext uri="{BB962C8B-B14F-4D97-AF65-F5344CB8AC3E}">
        <p14:creationId xmlns:p14="http://schemas.microsoft.com/office/powerpoint/2010/main" val="29703370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30E81-6E97-310F-8606-12F34B496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9C0FF-4DBB-FA75-14C9-0A1B7EC4A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79685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F90DFF-6F34-5A35-5F56-CCB5A40E5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NOITE FELIZ, NOITE FELIZ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Ó JESUS, DEUS DA LUZ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QUÃO AFÁVEL É O TEU CORAÇÃO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QUE QUISESTE NASCER NOSSO IRMÃO</a:t>
            </a:r>
          </a:p>
          <a:p>
            <a:pPr algn="l"/>
            <a:endParaRPr lang="pt-BR" sz="8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E A NÓS TODOS SALVAR</a:t>
            </a:r>
          </a:p>
          <a:p>
            <a:pPr algn="l"/>
            <a:r>
              <a:rPr lang="pt-BR" sz="8000" b="1" i="0" dirty="0">
                <a:solidFill>
                  <a:srgbClr val="000000"/>
                </a:solidFill>
                <a:effectLst/>
                <a:latin typeface="-apple-system"/>
              </a:rPr>
              <a:t>E A NÓS TODOS SALVAR</a:t>
            </a:r>
          </a:p>
        </p:txBody>
      </p:sp>
    </p:spTree>
    <p:extLst>
      <p:ext uri="{BB962C8B-B14F-4D97-AF65-F5344CB8AC3E}">
        <p14:creationId xmlns:p14="http://schemas.microsoft.com/office/powerpoint/2010/main" val="34664334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030BF-F020-FED8-E26A-C4267C410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6098C56-36DA-A27A-F476-3BA5559099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32702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6937" y="731945"/>
            <a:ext cx="11893122" cy="6338125"/>
          </a:xfrm>
        </p:spPr>
        <p:txBody>
          <a:bodyPr>
            <a:normAutofit/>
          </a:bodyPr>
          <a:lstStyle/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VINDE, CRISTÃOS, VINDE À PORFIA</a:t>
            </a:r>
          </a:p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HINOS CANTEMOS DE LOUVOR</a:t>
            </a:r>
          </a:p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HINOS DE PAZ E DE ALEGRIA</a:t>
            </a:r>
          </a:p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HINOS DE ANJOS DO SENHOR</a:t>
            </a:r>
          </a:p>
          <a:p>
            <a:pPr algn="l"/>
            <a:endParaRPr lang="pt-BR" sz="54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GLÓRIA A DEUS NAS ALTURAS</a:t>
            </a: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GLÓRIA A DEUS NAS ALTURAS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04A63-87DF-21E5-02F0-6CFF5C1C0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436739-34B6-8150-50F8-F420F0979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B60423-DF86-AB4E-035B-B8ABC05A5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6937" y="731945"/>
            <a:ext cx="11893122" cy="6338125"/>
          </a:xfrm>
        </p:spPr>
        <p:txBody>
          <a:bodyPr>
            <a:normAutofit/>
          </a:bodyPr>
          <a:lstStyle/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FOI NESTA NOITE VENTUROSA</a:t>
            </a:r>
          </a:p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DO NASCIMENTO DO SENHOR</a:t>
            </a:r>
          </a:p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QUE ANJOS DE VOZ HARMONIOSA</a:t>
            </a:r>
          </a:p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DERAM A DEUS O SEU LOUVOR</a:t>
            </a:r>
          </a:p>
          <a:p>
            <a:pPr algn="l"/>
            <a:endParaRPr lang="pt-BR" sz="54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GLÓRIA A DEUS NAS ALTURAS</a:t>
            </a: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GLÓRIA A DEUS NAS ALTURAS</a:t>
            </a:r>
          </a:p>
        </p:txBody>
      </p:sp>
    </p:spTree>
    <p:extLst>
      <p:ext uri="{BB962C8B-B14F-4D97-AF65-F5344CB8AC3E}">
        <p14:creationId xmlns:p14="http://schemas.microsoft.com/office/powerpoint/2010/main" val="36538285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724ED-CFAC-F166-9D4D-3C0ADABC7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0B7F4F-6109-CD70-307A-42A66E19B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DEB426-B8FB-00D8-851E-8304B06C5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6937" y="731945"/>
            <a:ext cx="11893122" cy="6338125"/>
          </a:xfrm>
        </p:spPr>
        <p:txBody>
          <a:bodyPr>
            <a:normAutofit/>
          </a:bodyPr>
          <a:lstStyle/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VINDE JUNTAR-VOS AOS PASTORES</a:t>
            </a:r>
          </a:p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VINDE COM ELES A BELÉM</a:t>
            </a:r>
          </a:p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VINDE CORRENDO PRESSUROSOS</a:t>
            </a:r>
          </a:p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O SALVADOR QUE ENFIM NOS VEM</a:t>
            </a:r>
          </a:p>
          <a:p>
            <a:pPr algn="l"/>
            <a:endParaRPr lang="pt-BR" sz="54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GLÓRIA A DEUS NAS ALTURAS</a:t>
            </a: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GLÓRIA A DEUS NAS ALTURAS</a:t>
            </a:r>
          </a:p>
        </p:txBody>
      </p:sp>
    </p:spTree>
    <p:extLst>
      <p:ext uri="{BB962C8B-B14F-4D97-AF65-F5344CB8AC3E}">
        <p14:creationId xmlns:p14="http://schemas.microsoft.com/office/powerpoint/2010/main" val="6923696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9786</TotalTime>
  <Words>1344</Words>
  <Application>Microsoft Office PowerPoint</Application>
  <PresentationFormat>Widescreen</PresentationFormat>
  <Paragraphs>248</Paragraphs>
  <Slides>51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51</vt:i4>
      </vt:variant>
    </vt:vector>
  </HeadingPairs>
  <TitlesOfParts>
    <vt:vector size="58" baseType="lpstr">
      <vt:lpstr>-apple-system</vt:lpstr>
      <vt:lpstr>Arial</vt:lpstr>
      <vt:lpstr>Calibri</vt:lpstr>
      <vt:lpstr>Calibri Light</vt:lpstr>
      <vt:lpstr>Century Gothic</vt:lpstr>
      <vt:lpstr>Open Sans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KYRIE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56</cp:revision>
  <dcterms:created xsi:type="dcterms:W3CDTF">2023-05-06T17:01:55Z</dcterms:created>
  <dcterms:modified xsi:type="dcterms:W3CDTF">2024-12-24T13:50:59Z</dcterms:modified>
</cp:coreProperties>
</file>