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2" r:id="rId4"/>
    <p:sldId id="258" r:id="rId5"/>
    <p:sldId id="259" r:id="rId6"/>
    <p:sldId id="411" r:id="rId7"/>
    <p:sldId id="433" r:id="rId8"/>
    <p:sldId id="260" r:id="rId9"/>
    <p:sldId id="261" r:id="rId10"/>
    <p:sldId id="338" r:id="rId11"/>
    <p:sldId id="339" r:id="rId12"/>
    <p:sldId id="340" r:id="rId13"/>
    <p:sldId id="377" r:id="rId14"/>
    <p:sldId id="446" r:id="rId15"/>
    <p:sldId id="264" r:id="rId16"/>
    <p:sldId id="265" r:id="rId17"/>
    <p:sldId id="266" r:id="rId18"/>
    <p:sldId id="267" r:id="rId19"/>
    <p:sldId id="271" r:id="rId20"/>
    <p:sldId id="269" r:id="rId21"/>
    <p:sldId id="376" r:id="rId22"/>
    <p:sldId id="435" r:id="rId23"/>
    <p:sldId id="436" r:id="rId24"/>
    <p:sldId id="438" r:id="rId25"/>
    <p:sldId id="437" r:id="rId26"/>
    <p:sldId id="361" r:id="rId27"/>
    <p:sldId id="444" r:id="rId28"/>
    <p:sldId id="447" r:id="rId29"/>
    <p:sldId id="448" r:id="rId30"/>
    <p:sldId id="449" r:id="rId31"/>
    <p:sldId id="277" r:id="rId32"/>
    <p:sldId id="428" r:id="rId33"/>
    <p:sldId id="429" r:id="rId34"/>
    <p:sldId id="441" r:id="rId35"/>
    <p:sldId id="442" r:id="rId36"/>
    <p:sldId id="427" r:id="rId37"/>
    <p:sldId id="337" r:id="rId38"/>
    <p:sldId id="374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5" d="100"/>
          <a:sy n="65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D66FE90D-5C2C-4ADA-B9E5-6E3715985B61}"/>
    <pc:docChg chg="undo custSel addSld delSld modSld">
      <pc:chgData name="anaclaracosta116@gmail.com" userId="a793634777582c92" providerId="LiveId" clId="{D66FE90D-5C2C-4ADA-B9E5-6E3715985B61}" dt="2025-01-04T20:03:17.549" v="792" actId="20577"/>
      <pc:docMkLst>
        <pc:docMk/>
      </pc:docMkLst>
      <pc:sldChg chg="modSp mod">
        <pc:chgData name="anaclaracosta116@gmail.com" userId="a793634777582c92" providerId="LiveId" clId="{D66FE90D-5C2C-4ADA-B9E5-6E3715985B61}" dt="2025-01-04T17:57:50.994" v="162" actId="20577"/>
        <pc:sldMkLst>
          <pc:docMk/>
          <pc:sldMk cId="2490480151" sldId="259"/>
        </pc:sldMkLst>
        <pc:spChg chg="mod">
          <ac:chgData name="anaclaracosta116@gmail.com" userId="a793634777582c92" providerId="LiveId" clId="{D66FE90D-5C2C-4ADA-B9E5-6E3715985B61}" dt="2025-01-04T17:57:50.994" v="162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66FE90D-5C2C-4ADA-B9E5-6E3715985B61}" dt="2025-01-04T17:58:59.538" v="208" actId="20577"/>
        <pc:sldMkLst>
          <pc:docMk/>
          <pc:sldMk cId="337661645" sldId="261"/>
        </pc:sldMkLst>
        <pc:spChg chg="mod">
          <ac:chgData name="anaclaracosta116@gmail.com" userId="a793634777582c92" providerId="LiveId" clId="{D66FE90D-5C2C-4ADA-B9E5-6E3715985B61}" dt="2025-01-04T17:58:59.538" v="208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66FE90D-5C2C-4ADA-B9E5-6E3715985B61}" dt="2025-01-04T18:03:14.125" v="250" actId="20577"/>
        <pc:sldMkLst>
          <pc:docMk/>
          <pc:sldMk cId="2786277918" sldId="269"/>
        </pc:sldMkLst>
        <pc:spChg chg="mod">
          <ac:chgData name="anaclaracosta116@gmail.com" userId="a793634777582c92" providerId="LiveId" clId="{D66FE90D-5C2C-4ADA-B9E5-6E3715985B61}" dt="2025-01-04T18:03:14.125" v="250" actId="20577"/>
          <ac:spMkLst>
            <pc:docMk/>
            <pc:sldMk cId="2786277918" sldId="269"/>
            <ac:spMk id="2" creationId="{F0E406B4-85AC-B67B-F9E2-21AAF8067483}"/>
          </ac:spMkLst>
        </pc:spChg>
      </pc:sldChg>
      <pc:sldChg chg="modSp mod">
        <pc:chgData name="anaclaracosta116@gmail.com" userId="a793634777582c92" providerId="LiveId" clId="{D66FE90D-5C2C-4ADA-B9E5-6E3715985B61}" dt="2025-01-04T17:59:28.096" v="215" actId="27636"/>
        <pc:sldMkLst>
          <pc:docMk/>
          <pc:sldMk cId="2703894855" sldId="339"/>
        </pc:sldMkLst>
        <pc:spChg chg="mod">
          <ac:chgData name="anaclaracosta116@gmail.com" userId="a793634777582c92" providerId="LiveId" clId="{D66FE90D-5C2C-4ADA-B9E5-6E3715985B61}" dt="2025-01-04T17:59:28.096" v="215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D66FE90D-5C2C-4ADA-B9E5-6E3715985B61}" dt="2025-01-04T18:05:28.050" v="349" actId="2696"/>
        <pc:sldMkLst>
          <pc:docMk/>
          <pc:sldMk cId="2304799739" sldId="362"/>
        </pc:sldMkLst>
        <pc:spChg chg="mod">
          <ac:chgData name="anaclaracosta116@gmail.com" userId="a793634777582c92" providerId="LiveId" clId="{D66FE90D-5C2C-4ADA-B9E5-6E3715985B61}" dt="2025-01-04T18:05:17.300" v="348" actId="403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66FE90D-5C2C-4ADA-B9E5-6E3715985B61}" dt="2025-01-04T18:03:28.131" v="264" actId="20577"/>
        <pc:sldMkLst>
          <pc:docMk/>
          <pc:sldMk cId="1775942911" sldId="376"/>
        </pc:sldMkLst>
        <pc:spChg chg="mod">
          <ac:chgData name="anaclaracosta116@gmail.com" userId="a793634777582c92" providerId="LiveId" clId="{D66FE90D-5C2C-4ADA-B9E5-6E3715985B61}" dt="2025-01-04T18:03:28.131" v="264" actId="20577"/>
          <ac:spMkLst>
            <pc:docMk/>
            <pc:sldMk cId="1775942911" sldId="376"/>
            <ac:spMk id="2" creationId="{F0E406B4-85AC-B67B-F9E2-21AAF8067483}"/>
          </ac:spMkLst>
        </pc:spChg>
      </pc:sldChg>
      <pc:sldChg chg="modSp mod">
        <pc:chgData name="anaclaracosta116@gmail.com" userId="a793634777582c92" providerId="LiveId" clId="{D66FE90D-5C2C-4ADA-B9E5-6E3715985B61}" dt="2025-01-04T18:00:28.660" v="222" actId="27636"/>
        <pc:sldMkLst>
          <pc:docMk/>
          <pc:sldMk cId="3733524150" sldId="377"/>
        </pc:sldMkLst>
        <pc:spChg chg="mod">
          <ac:chgData name="anaclaracosta116@gmail.com" userId="a793634777582c92" providerId="LiveId" clId="{D66FE90D-5C2C-4ADA-B9E5-6E3715985B61}" dt="2025-01-04T18:00:28.660" v="222" actId="27636"/>
          <ac:spMkLst>
            <pc:docMk/>
            <pc:sldMk cId="3733524150" sldId="37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66FE90D-5C2C-4ADA-B9E5-6E3715985B61}" dt="2025-01-04T17:57:58.387" v="169" actId="20577"/>
        <pc:sldMkLst>
          <pc:docMk/>
          <pc:sldMk cId="1193674150" sldId="411"/>
        </pc:sldMkLst>
        <pc:spChg chg="mod">
          <ac:chgData name="anaclaracosta116@gmail.com" userId="a793634777582c92" providerId="LiveId" clId="{D66FE90D-5C2C-4ADA-B9E5-6E3715985B61}" dt="2025-01-04T17:57:58.387" v="169" actId="20577"/>
          <ac:spMkLst>
            <pc:docMk/>
            <pc:sldMk cId="1193674150" sldId="41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66FE90D-5C2C-4ADA-B9E5-6E3715985B61}" dt="2025-01-04T17:58:16.990" v="203" actId="20577"/>
        <pc:sldMkLst>
          <pc:docMk/>
          <pc:sldMk cId="2198693354" sldId="433"/>
        </pc:sldMkLst>
        <pc:spChg chg="mod">
          <ac:chgData name="anaclaracosta116@gmail.com" userId="a793634777582c92" providerId="LiveId" clId="{D66FE90D-5C2C-4ADA-B9E5-6E3715985B61}" dt="2025-01-04T17:58:16.990" v="203" actId="20577"/>
          <ac:spMkLst>
            <pc:docMk/>
            <pc:sldMk cId="2198693354" sldId="43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66FE90D-5C2C-4ADA-B9E5-6E3715985B61}" dt="2025-01-04T18:03:43.102" v="282" actId="14100"/>
        <pc:sldMkLst>
          <pc:docMk/>
          <pc:sldMk cId="4078698063" sldId="435"/>
        </pc:sldMkLst>
        <pc:spChg chg="mod">
          <ac:chgData name="anaclaracosta116@gmail.com" userId="a793634777582c92" providerId="LiveId" clId="{D66FE90D-5C2C-4ADA-B9E5-6E3715985B61}" dt="2025-01-04T18:03:43.102" v="282" actId="14100"/>
          <ac:spMkLst>
            <pc:docMk/>
            <pc:sldMk cId="4078698063" sldId="435"/>
            <ac:spMk id="2" creationId="{F0E406B4-85AC-B67B-F9E2-21AAF8067483}"/>
          </ac:spMkLst>
        </pc:spChg>
      </pc:sldChg>
      <pc:sldChg chg="modSp mod">
        <pc:chgData name="anaclaracosta116@gmail.com" userId="a793634777582c92" providerId="LiveId" clId="{D66FE90D-5C2C-4ADA-B9E5-6E3715985B61}" dt="2025-01-04T18:03:54.863" v="295" actId="14100"/>
        <pc:sldMkLst>
          <pc:docMk/>
          <pc:sldMk cId="516013229" sldId="436"/>
        </pc:sldMkLst>
        <pc:spChg chg="mod">
          <ac:chgData name="anaclaracosta116@gmail.com" userId="a793634777582c92" providerId="LiveId" clId="{D66FE90D-5C2C-4ADA-B9E5-6E3715985B61}" dt="2025-01-04T18:03:54.863" v="295" actId="14100"/>
          <ac:spMkLst>
            <pc:docMk/>
            <pc:sldMk cId="516013229" sldId="436"/>
            <ac:spMk id="2" creationId="{F0E406B4-85AC-B67B-F9E2-21AAF8067483}"/>
          </ac:spMkLst>
        </pc:spChg>
      </pc:sldChg>
      <pc:sldChg chg="modSp mod">
        <pc:chgData name="anaclaracosta116@gmail.com" userId="a793634777582c92" providerId="LiveId" clId="{D66FE90D-5C2C-4ADA-B9E5-6E3715985B61}" dt="2025-01-04T18:04:29.550" v="324" actId="20577"/>
        <pc:sldMkLst>
          <pc:docMk/>
          <pc:sldMk cId="1578134786" sldId="437"/>
        </pc:sldMkLst>
        <pc:spChg chg="mod">
          <ac:chgData name="anaclaracosta116@gmail.com" userId="a793634777582c92" providerId="LiveId" clId="{D66FE90D-5C2C-4ADA-B9E5-6E3715985B61}" dt="2025-01-04T18:04:29.550" v="324" actId="20577"/>
          <ac:spMkLst>
            <pc:docMk/>
            <pc:sldMk cId="1578134786" sldId="437"/>
            <ac:spMk id="2" creationId="{F0E406B4-85AC-B67B-F9E2-21AAF8067483}"/>
          </ac:spMkLst>
        </pc:spChg>
      </pc:sldChg>
      <pc:sldChg chg="modSp mod">
        <pc:chgData name="anaclaracosta116@gmail.com" userId="a793634777582c92" providerId="LiveId" clId="{D66FE90D-5C2C-4ADA-B9E5-6E3715985B61}" dt="2025-01-04T18:04:19.458" v="311" actId="20577"/>
        <pc:sldMkLst>
          <pc:docMk/>
          <pc:sldMk cId="1626154668" sldId="438"/>
        </pc:sldMkLst>
        <pc:spChg chg="mod">
          <ac:chgData name="anaclaracosta116@gmail.com" userId="a793634777582c92" providerId="LiveId" clId="{D66FE90D-5C2C-4ADA-B9E5-6E3715985B61}" dt="2025-01-04T18:04:19.458" v="311" actId="20577"/>
          <ac:spMkLst>
            <pc:docMk/>
            <pc:sldMk cId="1626154668" sldId="438"/>
            <ac:spMk id="2" creationId="{F0E406B4-85AC-B67B-F9E2-21AAF8067483}"/>
          </ac:spMkLst>
        </pc:spChg>
        <pc:spChg chg="mod">
          <ac:chgData name="anaclaracosta116@gmail.com" userId="a793634777582c92" providerId="LiveId" clId="{D66FE90D-5C2C-4ADA-B9E5-6E3715985B61}" dt="2025-01-04T18:04:04.795" v="296" actId="20577"/>
          <ac:spMkLst>
            <pc:docMk/>
            <pc:sldMk cId="1626154668" sldId="43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D66FE90D-5C2C-4ADA-B9E5-6E3715985B61}" dt="2025-01-04T20:01:26.992" v="546" actId="2696"/>
        <pc:sldMkLst>
          <pc:docMk/>
          <pc:sldMk cId="1179819499" sldId="439"/>
        </pc:sldMkLst>
      </pc:sldChg>
      <pc:sldChg chg="del">
        <pc:chgData name="anaclaracosta116@gmail.com" userId="a793634777582c92" providerId="LiveId" clId="{D66FE90D-5C2C-4ADA-B9E5-6E3715985B61}" dt="2025-01-04T20:01:30.219" v="547" actId="2696"/>
        <pc:sldMkLst>
          <pc:docMk/>
          <pc:sldMk cId="1269557353" sldId="440"/>
        </pc:sldMkLst>
      </pc:sldChg>
      <pc:sldChg chg="del">
        <pc:chgData name="anaclaracosta116@gmail.com" userId="a793634777582c92" providerId="LiveId" clId="{D66FE90D-5C2C-4ADA-B9E5-6E3715985B61}" dt="2025-01-04T18:05:34.129" v="351" actId="2696"/>
        <pc:sldMkLst>
          <pc:docMk/>
          <pc:sldMk cId="1974340804" sldId="443"/>
        </pc:sldMkLst>
      </pc:sldChg>
      <pc:sldChg chg="modSp mod">
        <pc:chgData name="anaclaracosta116@gmail.com" userId="a793634777582c92" providerId="LiveId" clId="{D66FE90D-5C2C-4ADA-B9E5-6E3715985B61}" dt="2025-01-04T20:01:18.454" v="545" actId="403"/>
        <pc:sldMkLst>
          <pc:docMk/>
          <pc:sldMk cId="3496163428" sldId="444"/>
        </pc:sldMkLst>
        <pc:spChg chg="mod">
          <ac:chgData name="anaclaracosta116@gmail.com" userId="a793634777582c92" providerId="LiveId" clId="{D66FE90D-5C2C-4ADA-B9E5-6E3715985B61}" dt="2025-01-04T20:01:18.454" v="545" actId="403"/>
          <ac:spMkLst>
            <pc:docMk/>
            <pc:sldMk cId="3496163428" sldId="444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D66FE90D-5C2C-4ADA-B9E5-6E3715985B61}" dt="2025-01-04T18:05:30.914" v="350" actId="2696"/>
        <pc:sldMkLst>
          <pc:docMk/>
          <pc:sldMk cId="374298811" sldId="445"/>
        </pc:sldMkLst>
        <pc:spChg chg="mod">
          <ac:chgData name="anaclaracosta116@gmail.com" userId="a793634777582c92" providerId="LiveId" clId="{D66FE90D-5C2C-4ADA-B9E5-6E3715985B61}" dt="2025-01-04T18:05:08.854" v="346" actId="404"/>
          <ac:spMkLst>
            <pc:docMk/>
            <pc:sldMk cId="374298811" sldId="44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D66FE90D-5C2C-4ADA-B9E5-6E3715985B61}" dt="2025-01-04T18:00:59.675" v="232" actId="113"/>
        <pc:sldMkLst>
          <pc:docMk/>
          <pc:sldMk cId="159509364" sldId="446"/>
        </pc:sldMkLst>
        <pc:spChg chg="mod">
          <ac:chgData name="anaclaracosta116@gmail.com" userId="a793634777582c92" providerId="LiveId" clId="{D66FE90D-5C2C-4ADA-B9E5-6E3715985B61}" dt="2025-01-04T18:00:59.675" v="232" actId="113"/>
          <ac:spMkLst>
            <pc:docMk/>
            <pc:sldMk cId="159509364" sldId="446"/>
            <ac:spMk id="3" creationId="{6F15E2C8-BC51-7A51-640B-74C9685648A1}"/>
          </ac:spMkLst>
        </pc:spChg>
      </pc:sldChg>
      <pc:sldChg chg="modSp add mod">
        <pc:chgData name="anaclaracosta116@gmail.com" userId="a793634777582c92" providerId="LiveId" clId="{D66FE90D-5C2C-4ADA-B9E5-6E3715985B61}" dt="2025-01-04T20:02:04.568" v="637" actId="20577"/>
        <pc:sldMkLst>
          <pc:docMk/>
          <pc:sldMk cId="4180942065" sldId="447"/>
        </pc:sldMkLst>
        <pc:spChg chg="mod">
          <ac:chgData name="anaclaracosta116@gmail.com" userId="a793634777582c92" providerId="LiveId" clId="{D66FE90D-5C2C-4ADA-B9E5-6E3715985B61}" dt="2025-01-04T20:02:04.568" v="637" actId="20577"/>
          <ac:spMkLst>
            <pc:docMk/>
            <pc:sldMk cId="4180942065" sldId="447"/>
            <ac:spMk id="3" creationId="{1285AD27-1041-31F9-F3E2-14D5AA72EE9F}"/>
          </ac:spMkLst>
        </pc:spChg>
      </pc:sldChg>
      <pc:sldChg chg="modSp add mod">
        <pc:chgData name="anaclaracosta116@gmail.com" userId="a793634777582c92" providerId="LiveId" clId="{D66FE90D-5C2C-4ADA-B9E5-6E3715985B61}" dt="2025-01-04T20:02:38.735" v="710" actId="20577"/>
        <pc:sldMkLst>
          <pc:docMk/>
          <pc:sldMk cId="1452922494" sldId="448"/>
        </pc:sldMkLst>
        <pc:spChg chg="mod">
          <ac:chgData name="anaclaracosta116@gmail.com" userId="a793634777582c92" providerId="LiveId" clId="{D66FE90D-5C2C-4ADA-B9E5-6E3715985B61}" dt="2025-01-04T20:02:38.735" v="710" actId="20577"/>
          <ac:spMkLst>
            <pc:docMk/>
            <pc:sldMk cId="1452922494" sldId="448"/>
            <ac:spMk id="3" creationId="{33C2CA68-3A93-2035-F415-852E3BAD7BBE}"/>
          </ac:spMkLst>
        </pc:spChg>
      </pc:sldChg>
      <pc:sldChg chg="modSp add mod">
        <pc:chgData name="anaclaracosta116@gmail.com" userId="a793634777582c92" providerId="LiveId" clId="{D66FE90D-5C2C-4ADA-B9E5-6E3715985B61}" dt="2025-01-04T20:03:17.549" v="792" actId="20577"/>
        <pc:sldMkLst>
          <pc:docMk/>
          <pc:sldMk cId="2895565738" sldId="449"/>
        </pc:sldMkLst>
        <pc:spChg chg="mod">
          <ac:chgData name="anaclaracosta116@gmail.com" userId="a793634777582c92" providerId="LiveId" clId="{D66FE90D-5C2C-4ADA-B9E5-6E3715985B61}" dt="2025-01-04T20:03:17.549" v="792" actId="20577"/>
          <ac:spMkLst>
            <pc:docMk/>
            <pc:sldMk cId="2895565738" sldId="449"/>
            <ac:spMk id="3" creationId="{71194A0D-35FE-C6D0-9EE4-6EF99AEC2F68}"/>
          </ac:spMkLst>
        </pc:spChg>
      </pc:sldChg>
    </pc:docChg>
  </pc:docChgLst>
  <pc:docChgLst>
    <pc:chgData name="anaclaracosta116@gmail.com" userId="a793634777582c92" providerId="LiveId" clId="{FA867AAA-D72A-4229-A2D4-C920CADA7E28}"/>
    <pc:docChg chg="undo custSel addSld delSld modSld sldOrd">
      <pc:chgData name="anaclaracosta116@gmail.com" userId="a793634777582c92" providerId="LiveId" clId="{FA867AAA-D72A-4229-A2D4-C920CADA7E28}" dt="2024-01-07T20:16:56.529" v="691" actId="20577"/>
      <pc:docMkLst>
        <pc:docMk/>
      </pc:docMkLst>
      <pc:sldChg chg="modSp mod">
        <pc:chgData name="anaclaracosta116@gmail.com" userId="a793634777582c92" providerId="LiveId" clId="{FA867AAA-D72A-4229-A2D4-C920CADA7E28}" dt="2024-01-06T17:52:13.756" v="149" actId="20577"/>
        <pc:sldMkLst>
          <pc:docMk/>
          <pc:sldMk cId="2490480151" sldId="259"/>
        </pc:sldMkLst>
      </pc:sldChg>
      <pc:sldChg chg="modSp mod">
        <pc:chgData name="anaclaracosta116@gmail.com" userId="a793634777582c92" providerId="LiveId" clId="{FA867AAA-D72A-4229-A2D4-C920CADA7E28}" dt="2024-01-07T20:11:39.509" v="569" actId="20577"/>
        <pc:sldMkLst>
          <pc:docMk/>
          <pc:sldMk cId="337661645" sldId="261"/>
        </pc:sldMkLst>
      </pc:sldChg>
      <pc:sldChg chg="modSp mod">
        <pc:chgData name="anaclaracosta116@gmail.com" userId="a793634777582c92" providerId="LiveId" clId="{FA867AAA-D72A-4229-A2D4-C920CADA7E28}" dt="2024-01-06T17:58:57.734" v="448"/>
        <pc:sldMkLst>
          <pc:docMk/>
          <pc:sldMk cId="3388034860" sldId="265"/>
        </pc:sldMkLst>
      </pc:sldChg>
      <pc:sldChg chg="modSp mod">
        <pc:chgData name="anaclaracosta116@gmail.com" userId="a793634777582c92" providerId="LiveId" clId="{FA867AAA-D72A-4229-A2D4-C920CADA7E28}" dt="2024-01-06T18:02:44.085" v="452" actId="14100"/>
        <pc:sldMkLst>
          <pc:docMk/>
          <pc:sldMk cId="2671817442" sldId="267"/>
        </pc:sldMkLst>
      </pc:sldChg>
      <pc:sldChg chg="modSp mod">
        <pc:chgData name="anaclaracosta116@gmail.com" userId="a793634777582c92" providerId="LiveId" clId="{FA867AAA-D72A-4229-A2D4-C920CADA7E28}" dt="2024-01-06T18:04:12.411" v="461" actId="1076"/>
        <pc:sldMkLst>
          <pc:docMk/>
          <pc:sldMk cId="2786277918" sldId="269"/>
        </pc:sldMkLst>
      </pc:sldChg>
      <pc:sldChg chg="modSp del mod">
        <pc:chgData name="anaclaracosta116@gmail.com" userId="a793634777582c92" providerId="LiveId" clId="{FA867AAA-D72A-4229-A2D4-C920CADA7E28}" dt="2024-01-07T20:13:42.471" v="599" actId="47"/>
        <pc:sldMkLst>
          <pc:docMk/>
          <pc:sldMk cId="1963412704" sldId="275"/>
        </pc:sldMkLst>
      </pc:sldChg>
      <pc:sldChg chg="del">
        <pc:chgData name="anaclaracosta116@gmail.com" userId="a793634777582c92" providerId="LiveId" clId="{FA867AAA-D72A-4229-A2D4-C920CADA7E28}" dt="2024-01-07T20:13:47.229" v="601" actId="47"/>
        <pc:sldMkLst>
          <pc:docMk/>
          <pc:sldMk cId="3172461034" sldId="292"/>
        </pc:sldMkLst>
      </pc:sldChg>
      <pc:sldChg chg="modSp mod">
        <pc:chgData name="anaclaracosta116@gmail.com" userId="a793634777582c92" providerId="LiveId" clId="{FA867AAA-D72A-4229-A2D4-C920CADA7E28}" dt="2024-01-06T18:16:41.256" v="562" actId="1076"/>
        <pc:sldMkLst>
          <pc:docMk/>
          <pc:sldMk cId="4141278968" sldId="337"/>
        </pc:sldMkLst>
      </pc:sldChg>
      <pc:sldChg chg="modSp mod">
        <pc:chgData name="anaclaracosta116@gmail.com" userId="a793634777582c92" providerId="LiveId" clId="{FA867AAA-D72A-4229-A2D4-C920CADA7E28}" dt="2024-01-07T20:12:07.146" v="571" actId="113"/>
        <pc:sldMkLst>
          <pc:docMk/>
          <pc:sldMk cId="1733667129" sldId="338"/>
        </pc:sldMkLst>
      </pc:sldChg>
      <pc:sldChg chg="modSp mod">
        <pc:chgData name="anaclaracosta116@gmail.com" userId="a793634777582c92" providerId="LiveId" clId="{FA867AAA-D72A-4229-A2D4-C920CADA7E28}" dt="2024-01-07T20:12:46.364" v="580" actId="20577"/>
        <pc:sldMkLst>
          <pc:docMk/>
          <pc:sldMk cId="2703894855" sldId="339"/>
        </pc:sldMkLst>
      </pc:sldChg>
      <pc:sldChg chg="modSp mod">
        <pc:chgData name="anaclaracosta116@gmail.com" userId="a793634777582c92" providerId="LiveId" clId="{FA867AAA-D72A-4229-A2D4-C920CADA7E28}" dt="2024-01-07T20:12:55.922" v="581" actId="113"/>
        <pc:sldMkLst>
          <pc:docMk/>
          <pc:sldMk cId="641955455" sldId="340"/>
        </pc:sldMkLst>
      </pc:sldChg>
      <pc:sldChg chg="modSp mod">
        <pc:chgData name="anaclaracosta116@gmail.com" userId="a793634777582c92" providerId="LiveId" clId="{FA867AAA-D72A-4229-A2D4-C920CADA7E28}" dt="2024-01-06T17:49:23.497" v="5" actId="403"/>
        <pc:sldMkLst>
          <pc:docMk/>
          <pc:sldMk cId="880466366" sldId="354"/>
        </pc:sldMkLst>
      </pc:sldChg>
      <pc:sldChg chg="del">
        <pc:chgData name="anaclaracosta116@gmail.com" userId="a793634777582c92" providerId="LiveId" clId="{FA867AAA-D72A-4229-A2D4-C920CADA7E28}" dt="2024-01-06T18:10:13.493" v="528" actId="2696"/>
        <pc:sldMkLst>
          <pc:docMk/>
          <pc:sldMk cId="3348609962" sldId="358"/>
        </pc:sldMkLst>
      </pc:sldChg>
      <pc:sldChg chg="modSp mod ord">
        <pc:chgData name="anaclaracosta116@gmail.com" userId="a793634777582c92" providerId="LiveId" clId="{FA867AAA-D72A-4229-A2D4-C920CADA7E28}" dt="2024-01-07T20:16:56.529" v="691" actId="20577"/>
        <pc:sldMkLst>
          <pc:docMk/>
          <pc:sldMk cId="2304799739" sldId="362"/>
        </pc:sldMkLst>
      </pc:sldChg>
      <pc:sldChg chg="modSp del mod">
        <pc:chgData name="anaclaracosta116@gmail.com" userId="a793634777582c92" providerId="LiveId" clId="{FA867AAA-D72A-4229-A2D4-C920CADA7E28}" dt="2024-01-07T20:13:45.720" v="600" actId="47"/>
        <pc:sldMkLst>
          <pc:docMk/>
          <pc:sldMk cId="496775209" sldId="363"/>
        </pc:sldMkLst>
      </pc:sldChg>
      <pc:sldChg chg="modSp mod">
        <pc:chgData name="anaclaracosta116@gmail.com" userId="a793634777582c92" providerId="LiveId" clId="{FA867AAA-D72A-4229-A2D4-C920CADA7E28}" dt="2024-01-06T18:17:04.632" v="564" actId="113"/>
        <pc:sldMkLst>
          <pc:docMk/>
          <pc:sldMk cId="1457828054" sldId="374"/>
        </pc:sldMkLst>
      </pc:sldChg>
      <pc:sldChg chg="modSp mod">
        <pc:chgData name="anaclaracosta116@gmail.com" userId="a793634777582c92" providerId="LiveId" clId="{FA867AAA-D72A-4229-A2D4-C920CADA7E28}" dt="2024-01-06T18:04:41.868" v="467" actId="1076"/>
        <pc:sldMkLst>
          <pc:docMk/>
          <pc:sldMk cId="1775942911" sldId="376"/>
        </pc:sldMkLst>
      </pc:sldChg>
      <pc:sldChg chg="modSp mod">
        <pc:chgData name="anaclaracosta116@gmail.com" userId="a793634777582c92" providerId="LiveId" clId="{FA867AAA-D72A-4229-A2D4-C920CADA7E28}" dt="2024-01-07T20:13:24.409" v="597" actId="20577"/>
        <pc:sldMkLst>
          <pc:docMk/>
          <pc:sldMk cId="3733524150" sldId="377"/>
        </pc:sldMkLst>
      </pc:sldChg>
      <pc:sldChg chg="del">
        <pc:chgData name="anaclaracosta116@gmail.com" userId="a793634777582c92" providerId="LiveId" clId="{FA867AAA-D72A-4229-A2D4-C920CADA7E28}" dt="2024-01-06T18:04:49.862" v="469" actId="2696"/>
        <pc:sldMkLst>
          <pc:docMk/>
          <pc:sldMk cId="3022578728" sldId="396"/>
        </pc:sldMkLst>
      </pc:sldChg>
      <pc:sldChg chg="del">
        <pc:chgData name="anaclaracosta116@gmail.com" userId="a793634777582c92" providerId="LiveId" clId="{FA867AAA-D72A-4229-A2D4-C920CADA7E28}" dt="2024-01-06T18:10:21.712" v="531" actId="2696"/>
        <pc:sldMkLst>
          <pc:docMk/>
          <pc:sldMk cId="947951164" sldId="398"/>
        </pc:sldMkLst>
      </pc:sldChg>
      <pc:sldChg chg="del">
        <pc:chgData name="anaclaracosta116@gmail.com" userId="a793634777582c92" providerId="LiveId" clId="{FA867AAA-D72A-4229-A2D4-C920CADA7E28}" dt="2024-01-06T18:10:26.655" v="533" actId="2696"/>
        <pc:sldMkLst>
          <pc:docMk/>
          <pc:sldMk cId="412002114" sldId="408"/>
        </pc:sldMkLst>
      </pc:sldChg>
      <pc:sldChg chg="modSp mod">
        <pc:chgData name="anaclaracosta116@gmail.com" userId="a793634777582c92" providerId="LiveId" clId="{FA867AAA-D72A-4229-A2D4-C920CADA7E28}" dt="2024-01-06T17:53:14.634" v="266" actId="120"/>
        <pc:sldMkLst>
          <pc:docMk/>
          <pc:sldMk cId="1193674150" sldId="411"/>
        </pc:sldMkLst>
      </pc:sldChg>
      <pc:sldChg chg="del">
        <pc:chgData name="anaclaracosta116@gmail.com" userId="a793634777582c92" providerId="LiveId" clId="{FA867AAA-D72A-4229-A2D4-C920CADA7E28}" dt="2024-01-06T18:04:47.115" v="468" actId="2696"/>
        <pc:sldMkLst>
          <pc:docMk/>
          <pc:sldMk cId="2126310468" sldId="414"/>
        </pc:sldMkLst>
      </pc:sldChg>
      <pc:sldChg chg="del">
        <pc:chgData name="anaclaracosta116@gmail.com" userId="a793634777582c92" providerId="LiveId" clId="{FA867AAA-D72A-4229-A2D4-C920CADA7E28}" dt="2024-01-06T18:10:16.769" v="529" actId="2696"/>
        <pc:sldMkLst>
          <pc:docMk/>
          <pc:sldMk cId="1083974072" sldId="419"/>
        </pc:sldMkLst>
      </pc:sldChg>
      <pc:sldChg chg="del">
        <pc:chgData name="anaclaracosta116@gmail.com" userId="a793634777582c92" providerId="LiveId" clId="{FA867AAA-D72A-4229-A2D4-C920CADA7E28}" dt="2024-01-06T17:49:32.021" v="6" actId="2696"/>
        <pc:sldMkLst>
          <pc:docMk/>
          <pc:sldMk cId="1677633708" sldId="422"/>
        </pc:sldMkLst>
      </pc:sldChg>
      <pc:sldChg chg="del">
        <pc:chgData name="anaclaracosta116@gmail.com" userId="a793634777582c92" providerId="LiveId" clId="{FA867AAA-D72A-4229-A2D4-C920CADA7E28}" dt="2024-01-06T17:49:35.354" v="7" actId="2696"/>
        <pc:sldMkLst>
          <pc:docMk/>
          <pc:sldMk cId="637538053" sldId="423"/>
        </pc:sldMkLst>
      </pc:sldChg>
      <pc:sldChg chg="del">
        <pc:chgData name="anaclaracosta116@gmail.com" userId="a793634777582c92" providerId="LiveId" clId="{FA867AAA-D72A-4229-A2D4-C920CADA7E28}" dt="2024-01-06T18:10:19.279" v="530" actId="2696"/>
        <pc:sldMkLst>
          <pc:docMk/>
          <pc:sldMk cId="1522167802" sldId="424"/>
        </pc:sldMkLst>
      </pc:sldChg>
      <pc:sldChg chg="del">
        <pc:chgData name="anaclaracosta116@gmail.com" userId="a793634777582c92" providerId="LiveId" clId="{FA867AAA-D72A-4229-A2D4-C920CADA7E28}" dt="2024-01-06T18:10:24.177" v="532" actId="2696"/>
        <pc:sldMkLst>
          <pc:docMk/>
          <pc:sldMk cId="2258295147" sldId="425"/>
        </pc:sldMkLst>
      </pc:sldChg>
      <pc:sldChg chg="del">
        <pc:chgData name="anaclaracosta116@gmail.com" userId="a793634777582c92" providerId="LiveId" clId="{FA867AAA-D72A-4229-A2D4-C920CADA7E28}" dt="2024-01-06T18:10:29.084" v="534" actId="2696"/>
        <pc:sldMkLst>
          <pc:docMk/>
          <pc:sldMk cId="3438445378" sldId="426"/>
        </pc:sldMkLst>
      </pc:sldChg>
      <pc:sldChg chg="modSp mod">
        <pc:chgData name="anaclaracosta116@gmail.com" userId="a793634777582c92" providerId="LiveId" clId="{FA867AAA-D72A-4229-A2D4-C920CADA7E28}" dt="2024-01-06T18:13:26.328" v="545" actId="113"/>
        <pc:sldMkLst>
          <pc:docMk/>
          <pc:sldMk cId="3734991938" sldId="428"/>
        </pc:sldMkLst>
      </pc:sldChg>
      <pc:sldChg chg="modSp mod">
        <pc:chgData name="anaclaracosta116@gmail.com" userId="a793634777582c92" providerId="LiveId" clId="{FA867AAA-D72A-4229-A2D4-C920CADA7E28}" dt="2024-01-06T18:13:12.471" v="544" actId="27636"/>
        <pc:sldMkLst>
          <pc:docMk/>
          <pc:sldMk cId="1475441202" sldId="429"/>
        </pc:sldMkLst>
      </pc:sldChg>
      <pc:sldChg chg="del">
        <pc:chgData name="anaclaracosta116@gmail.com" userId="a793634777582c92" providerId="LiveId" clId="{FA867AAA-D72A-4229-A2D4-C920CADA7E28}" dt="2024-01-06T18:13:30.752" v="546" actId="2696"/>
        <pc:sldMkLst>
          <pc:docMk/>
          <pc:sldMk cId="2395872959" sldId="430"/>
        </pc:sldMkLst>
      </pc:sldChg>
      <pc:sldChg chg="del">
        <pc:chgData name="anaclaracosta116@gmail.com" userId="a793634777582c92" providerId="LiveId" clId="{FA867AAA-D72A-4229-A2D4-C920CADA7E28}" dt="2024-01-06T18:13:33.280" v="547" actId="2696"/>
        <pc:sldMkLst>
          <pc:docMk/>
          <pc:sldMk cId="957986339" sldId="431"/>
        </pc:sldMkLst>
      </pc:sldChg>
      <pc:sldChg chg="modSp add mod">
        <pc:chgData name="anaclaracosta116@gmail.com" userId="a793634777582c92" providerId="LiveId" clId="{FA867AAA-D72A-4229-A2D4-C920CADA7E28}" dt="2024-01-06T17:50:04.467" v="10" actId="20577"/>
        <pc:sldMkLst>
          <pc:docMk/>
          <pc:sldMk cId="3975748999" sldId="432"/>
        </pc:sldMkLst>
      </pc:sldChg>
      <pc:sldChg chg="modSp add mod">
        <pc:chgData name="anaclaracosta116@gmail.com" userId="a793634777582c92" providerId="LiveId" clId="{FA867AAA-D72A-4229-A2D4-C920CADA7E28}" dt="2024-01-06T17:54:48.973" v="369" actId="20577"/>
        <pc:sldMkLst>
          <pc:docMk/>
          <pc:sldMk cId="2198693354" sldId="433"/>
        </pc:sldMkLst>
      </pc:sldChg>
      <pc:sldChg chg="modSp add del mod">
        <pc:chgData name="anaclaracosta116@gmail.com" userId="a793634777582c92" providerId="LiveId" clId="{FA867AAA-D72A-4229-A2D4-C920CADA7E28}" dt="2024-01-07T20:13:28.372" v="598" actId="47"/>
        <pc:sldMkLst>
          <pc:docMk/>
          <pc:sldMk cId="2835388885" sldId="434"/>
        </pc:sldMkLst>
      </pc:sldChg>
      <pc:sldChg chg="modSp add mod ord">
        <pc:chgData name="anaclaracosta116@gmail.com" userId="a793634777582c92" providerId="LiveId" clId="{FA867AAA-D72A-4229-A2D4-C920CADA7E28}" dt="2024-01-06T18:05:32.785" v="479" actId="1076"/>
        <pc:sldMkLst>
          <pc:docMk/>
          <pc:sldMk cId="4078698063" sldId="435"/>
        </pc:sldMkLst>
      </pc:sldChg>
      <pc:sldChg chg="add ord">
        <pc:chgData name="anaclaracosta116@gmail.com" userId="a793634777582c92" providerId="LiveId" clId="{FA867AAA-D72A-4229-A2D4-C920CADA7E28}" dt="2024-01-06T18:05:00.937" v="475"/>
        <pc:sldMkLst>
          <pc:docMk/>
          <pc:sldMk cId="516013229" sldId="436"/>
        </pc:sldMkLst>
      </pc:sldChg>
      <pc:sldChg chg="add">
        <pc:chgData name="anaclaracosta116@gmail.com" userId="a793634777582c92" providerId="LiveId" clId="{FA867AAA-D72A-4229-A2D4-C920CADA7E28}" dt="2024-01-06T18:05:38.975" v="480" actId="2890"/>
        <pc:sldMkLst>
          <pc:docMk/>
          <pc:sldMk cId="1578134786" sldId="437"/>
        </pc:sldMkLst>
      </pc:sldChg>
      <pc:sldChg chg="modSp add mod ord">
        <pc:chgData name="anaclaracosta116@gmail.com" userId="a793634777582c92" providerId="LiveId" clId="{FA867AAA-D72A-4229-A2D4-C920CADA7E28}" dt="2024-01-06T18:06:13.261" v="487" actId="1076"/>
        <pc:sldMkLst>
          <pc:docMk/>
          <pc:sldMk cId="1626154668" sldId="438"/>
        </pc:sldMkLst>
      </pc:sldChg>
      <pc:sldChg chg="modSp add mod">
        <pc:chgData name="anaclaracosta116@gmail.com" userId="a793634777582c92" providerId="LiveId" clId="{FA867AAA-D72A-4229-A2D4-C920CADA7E28}" dt="2024-01-06T18:11:03.325" v="537"/>
        <pc:sldMkLst>
          <pc:docMk/>
          <pc:sldMk cId="1179819499" sldId="439"/>
        </pc:sldMkLst>
      </pc:sldChg>
      <pc:sldChg chg="modSp add mod">
        <pc:chgData name="anaclaracosta116@gmail.com" userId="a793634777582c92" providerId="LiveId" clId="{FA867AAA-D72A-4229-A2D4-C920CADA7E28}" dt="2024-01-06T18:11:21.177" v="538"/>
        <pc:sldMkLst>
          <pc:docMk/>
          <pc:sldMk cId="1269557353" sldId="440"/>
        </pc:sldMkLst>
      </pc:sldChg>
      <pc:sldChg chg="modSp add mod ord">
        <pc:chgData name="anaclaracosta116@gmail.com" userId="a793634777582c92" providerId="LiveId" clId="{FA867AAA-D72A-4229-A2D4-C920CADA7E28}" dt="2024-01-06T18:14:42.882" v="555" actId="14100"/>
        <pc:sldMkLst>
          <pc:docMk/>
          <pc:sldMk cId="652183787" sldId="441"/>
        </pc:sldMkLst>
      </pc:sldChg>
      <pc:sldChg chg="add ord">
        <pc:chgData name="anaclaracosta116@gmail.com" userId="a793634777582c92" providerId="LiveId" clId="{FA867AAA-D72A-4229-A2D4-C920CADA7E28}" dt="2024-01-06T18:13:48.925" v="553"/>
        <pc:sldMkLst>
          <pc:docMk/>
          <pc:sldMk cId="13159275" sldId="442"/>
        </pc:sldMkLst>
      </pc:sldChg>
      <pc:sldChg chg="add">
        <pc:chgData name="anaclaracosta116@gmail.com" userId="a793634777582c92" providerId="LiveId" clId="{FA867AAA-D72A-4229-A2D4-C920CADA7E28}" dt="2024-01-07T20:14:16.323" v="602" actId="2890"/>
        <pc:sldMkLst>
          <pc:docMk/>
          <pc:sldMk cId="1974340804" sldId="443"/>
        </pc:sldMkLst>
      </pc:sldChg>
      <pc:sldChg chg="add">
        <pc:chgData name="anaclaracosta116@gmail.com" userId="a793634777582c92" providerId="LiveId" clId="{FA867AAA-D72A-4229-A2D4-C920CADA7E28}" dt="2024-01-07T20:14:22.093" v="603" actId="2890"/>
        <pc:sldMkLst>
          <pc:docMk/>
          <pc:sldMk cId="3496163428" sldId="444"/>
        </pc:sldMkLst>
      </pc:sldChg>
      <pc:sldChg chg="modSp add mod ord">
        <pc:chgData name="anaclaracosta116@gmail.com" userId="a793634777582c92" providerId="LiveId" clId="{FA867AAA-D72A-4229-A2D4-C920CADA7E28}" dt="2024-01-07T20:16:22.794" v="648"/>
        <pc:sldMkLst>
          <pc:docMk/>
          <pc:sldMk cId="374298811" sldId="44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05/01/2025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7F38558-71B5-0E60-2CDC-E5053A2EF6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63" b="12525"/>
          <a:stretch/>
        </p:blipFill>
        <p:spPr>
          <a:xfrm>
            <a:off x="-2" y="-1"/>
            <a:ext cx="12192001" cy="690621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504476" y="2386306"/>
            <a:ext cx="11183044" cy="2133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SOLENIDADE DE EPIFANIA DO SENHOR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b="1" dirty="0"/>
              <a:t>EIS QUE VEIO O SENHOR DOS SENHORES,</a:t>
            </a:r>
          </a:p>
          <a:p>
            <a:pPr algn="l"/>
            <a:r>
              <a:rPr lang="pt-BR" sz="13500" b="1" dirty="0"/>
              <a:t>EM SUAS MÃOS, O PODER E A REALEZA. (BIS)</a:t>
            </a:r>
          </a:p>
          <a:p>
            <a:pPr algn="l"/>
            <a:endParaRPr lang="pt-BR" sz="10600" b="1" dirty="0"/>
          </a:p>
          <a:p>
            <a:pPr algn="l"/>
            <a:r>
              <a:rPr lang="pt-BR" sz="10600" dirty="0"/>
              <a:t>1. DAI AO REI VOSSOS PODERES, SENHOR DEUS,</a:t>
            </a:r>
          </a:p>
          <a:p>
            <a:pPr algn="l"/>
            <a:r>
              <a:rPr lang="pt-BR" sz="10600" dirty="0"/>
              <a:t>VOSSA JUSTIÇA AO DESCENDENTE DA REALEZA!</a:t>
            </a:r>
          </a:p>
          <a:p>
            <a:pPr algn="l"/>
            <a:r>
              <a:rPr lang="pt-BR" sz="10600" dirty="0"/>
              <a:t>COM JUSTIÇA ELE GOVERNE O VOSSO POVO,</a:t>
            </a:r>
          </a:p>
          <a:p>
            <a:pPr algn="l"/>
            <a:r>
              <a:rPr lang="pt-BR" sz="10600" dirty="0"/>
              <a:t>COM EQUIDADE ELE JULGUE OS VOSSOS POBRES.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b="1" dirty="0"/>
              <a:t>EIS QUE VEIO O SENHOR DOS SENHORES,</a:t>
            </a:r>
          </a:p>
          <a:p>
            <a:pPr algn="l"/>
            <a:r>
              <a:rPr lang="pt-BR" sz="13500" b="1" dirty="0"/>
              <a:t>EM SUAS MÃOS, O PODER E A REALEZA. (BIS)</a:t>
            </a:r>
          </a:p>
          <a:p>
            <a:pPr algn="l"/>
            <a:endParaRPr lang="pt-BR" sz="10600" b="1" dirty="0"/>
          </a:p>
          <a:p>
            <a:pPr algn="l"/>
            <a:r>
              <a:rPr lang="pt-BR" sz="10600" dirty="0"/>
              <a:t>2. LIBERTARÁ INDIGENTE QUE SUPLICA,</a:t>
            </a:r>
          </a:p>
          <a:p>
            <a:pPr algn="l"/>
            <a:r>
              <a:rPr lang="pt-BR" sz="10600" dirty="0"/>
              <a:t>E O POBRE AO QUAL NINGUÉM QUER AJUDAR.</a:t>
            </a:r>
          </a:p>
          <a:p>
            <a:pPr algn="l"/>
            <a:r>
              <a:rPr lang="pt-BR" sz="10600" dirty="0"/>
              <a:t>TODOS OS POVOS SERÃO NELE ABENÇOADOS,</a:t>
            </a:r>
          </a:p>
          <a:p>
            <a:pPr algn="l"/>
            <a:r>
              <a:rPr lang="pt-BR" sz="10600" dirty="0"/>
              <a:t>TODAS AS GENTES CANTARÃO O SEU LOUVOR!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97574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SENHOR, REI DA PAZ, TENDE PIEDADE DE NÓS.</a:t>
            </a:r>
          </a:p>
          <a:p>
            <a:pPr algn="l"/>
            <a:r>
              <a:rPr lang="pt-BR" sz="6600" b="1" dirty="0"/>
              <a:t>SENHOR, TENDE PIEDADE DE NÓS. (2X)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CRISTO, LUZ NAS TREVAS, TENDE PIEDADE DE NÓS.</a:t>
            </a:r>
          </a:p>
          <a:p>
            <a:pPr algn="l"/>
            <a:r>
              <a:rPr lang="pt-BR" sz="6600" b="1" dirty="0"/>
              <a:t>CRISTO, TENDE PIEDADE DE NÓS. (2X)</a:t>
            </a:r>
          </a:p>
        </p:txBody>
      </p:sp>
    </p:spTree>
    <p:extLst>
      <p:ext uri="{BB962C8B-B14F-4D97-AF65-F5344CB8AC3E}">
        <p14:creationId xmlns:p14="http://schemas.microsoft.com/office/powerpoint/2010/main" val="1193674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SENHOR, IMAGEM DO HOMEM NOVO, TENDE PIEDADE DE NÓS.</a:t>
            </a:r>
          </a:p>
          <a:p>
            <a:pPr algn="just"/>
            <a:r>
              <a:rPr lang="pt-BR" sz="6600" b="1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2198693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b="1" dirty="0"/>
              <a:t>GLÓRIA A DEUS NAS ALTURAS</a:t>
            </a:r>
          </a:p>
          <a:p>
            <a:pPr algn="just"/>
            <a:r>
              <a:rPr lang="pt-BR" sz="6000" b="1" dirty="0"/>
              <a:t>E PAZ NA TERRA AOS HOMENS POR ELE AMADOS</a:t>
            </a:r>
          </a:p>
          <a:p>
            <a:pPr algn="just"/>
            <a:endParaRPr lang="pt-BR" sz="8000" b="1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endParaRPr lang="pt-BR" sz="6600" b="1" dirty="0"/>
          </a:p>
          <a:p>
            <a:pPr algn="just"/>
            <a:r>
              <a:rPr lang="pt-BR" sz="6600" b="1" dirty="0"/>
              <a:t>GLÓRIA A DEUS NAS ALTURAS</a:t>
            </a:r>
          </a:p>
          <a:p>
            <a:pPr algn="just"/>
            <a:r>
              <a:rPr lang="pt-BR" sz="6600" b="1" dirty="0"/>
              <a:t>E PAZ NA TERRA AOS HOMENS POR ELE AMADOS</a:t>
            </a:r>
          </a:p>
          <a:p>
            <a:pPr algn="l"/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VÓS QUE TIRAIS O PECADO DO MUNDO, TENDE PIEDADE DE NÓS</a:t>
            </a:r>
          </a:p>
          <a:p>
            <a:pPr algn="l"/>
            <a:endParaRPr lang="pt-BR" sz="7200" dirty="0"/>
          </a:p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9E93E-8C48-87EB-0103-13770E64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D0BC2-AEB3-1317-224D-4EC3BFAF0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15E2C8-BC51-7A51-640B-74C968564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/>
          </a:bodyPr>
          <a:lstStyle/>
          <a:p>
            <a:pPr algn="l"/>
            <a:r>
              <a:rPr lang="pt-BR" sz="7800" b="1" dirty="0"/>
              <a:t>GLÓRIA A DEUS NAS ALTURAS</a:t>
            </a:r>
          </a:p>
          <a:p>
            <a:pPr algn="l"/>
            <a:r>
              <a:rPr lang="pt-BR" sz="7800" b="1" dirty="0"/>
              <a:t>E PAZ NA TERRA AOS HOMENS POR ELE AMADOS</a:t>
            </a:r>
          </a:p>
          <a:p>
            <a:pPr algn="l"/>
            <a:r>
              <a:rPr lang="pt-BR" sz="7800" b="1" dirty="0"/>
              <a:t>AMÉM!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159509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11840" cy="2957080"/>
          </a:xfrm>
        </p:spPr>
        <p:txBody>
          <a:bodyPr>
            <a:normAutofit/>
          </a:bodyPr>
          <a:lstStyle/>
          <a:p>
            <a:r>
              <a:rPr lang="pt-BR" sz="5400" b="1" dirty="0"/>
              <a:t>AS NAÇÕES DE TODA A TERRA HÃO DE ADORAR-VOS, Ó SENHOR!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471470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VIMOS SUA ESTRELA NO ORIENTE E VIEMOS ADORAR O SENHOR. 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39188"/>
            <a:ext cx="61583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72552" cy="5935286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NAS TERRAS DO ORIENTE</a:t>
            </a:r>
          </a:p>
          <a:p>
            <a:pPr algn="l"/>
            <a:r>
              <a:rPr lang="pt-BR" sz="6000" dirty="0"/>
              <a:t>SURGIU NOS CÉUS UMA LUZ</a:t>
            </a:r>
          </a:p>
          <a:p>
            <a:pPr algn="l"/>
            <a:r>
              <a:rPr lang="pt-BR" sz="6000" dirty="0"/>
              <a:t>QUE VEM BRILHAR SOBRE O MUNDO</a:t>
            </a:r>
          </a:p>
          <a:p>
            <a:pPr algn="l"/>
            <a:r>
              <a:rPr lang="pt-BR" sz="6000" dirty="0"/>
              <a:t>E PARA DEUS NOS CONDUZ</a:t>
            </a:r>
          </a:p>
          <a:p>
            <a:pPr algn="l"/>
            <a:r>
              <a:rPr lang="pt-BR" sz="6000" dirty="0"/>
              <a:t>QUE VEM BRILHAR SOBRE O MUNDO</a:t>
            </a:r>
          </a:p>
          <a:p>
            <a:pPr algn="l"/>
            <a:r>
              <a:rPr lang="pt-BR" sz="6000" dirty="0"/>
              <a:t>E PARA DEUS NOS CONDUZ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088" y="423948"/>
            <a:ext cx="557091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088" y="1136074"/>
            <a:ext cx="11484032" cy="5527962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NASCEU JESUS SALVADOR,</a:t>
            </a:r>
          </a:p>
          <a:p>
            <a:pPr algn="l"/>
            <a:r>
              <a:rPr lang="pt-BR" sz="8000" b="1" dirty="0"/>
              <a:t>ALELUIA, ALELUIA!</a:t>
            </a:r>
          </a:p>
          <a:p>
            <a:pPr algn="l"/>
            <a:r>
              <a:rPr lang="pt-BR" sz="8000" b="1" dirty="0"/>
              <a:t>É ELE O CRISTO SENHOR,</a:t>
            </a:r>
          </a:p>
          <a:p>
            <a:pPr algn="l"/>
            <a:r>
              <a:rPr lang="pt-BR" sz="8000" b="1" dirty="0"/>
              <a:t>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328" y="454428"/>
            <a:ext cx="49045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328" y="1120834"/>
            <a:ext cx="11072552" cy="5935286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NASCEU-NOS HOJE UM MENINO</a:t>
            </a:r>
          </a:p>
          <a:p>
            <a:pPr algn="l"/>
            <a:r>
              <a:rPr lang="pt-BR" sz="6000" dirty="0"/>
              <a:t>UM FILHO QUE NOS FOI DADO</a:t>
            </a:r>
          </a:p>
          <a:p>
            <a:pPr algn="l"/>
            <a:r>
              <a:rPr lang="pt-BR" sz="6000" dirty="0"/>
              <a:t>É GRANDE E TÃO PEQUENINO</a:t>
            </a:r>
          </a:p>
          <a:p>
            <a:pPr algn="l"/>
            <a:r>
              <a:rPr lang="pt-BR" sz="6000" dirty="0"/>
              <a:t>DEUS FORTE É ELE CHAMADO</a:t>
            </a:r>
          </a:p>
          <a:p>
            <a:pPr algn="l"/>
            <a:r>
              <a:rPr lang="pt-BR" sz="6000" dirty="0"/>
              <a:t>É GRANDE E TÃO PEQUENINO</a:t>
            </a:r>
          </a:p>
          <a:p>
            <a:pPr algn="l"/>
            <a:r>
              <a:rPr lang="pt-BR" sz="6000" dirty="0"/>
              <a:t>DEUS FORTE É ELE CHAMADO</a:t>
            </a:r>
          </a:p>
        </p:txBody>
      </p:sp>
    </p:spTree>
    <p:extLst>
      <p:ext uri="{BB962C8B-B14F-4D97-AF65-F5344CB8AC3E}">
        <p14:creationId xmlns:p14="http://schemas.microsoft.com/office/powerpoint/2010/main" val="4078698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087" y="423948"/>
            <a:ext cx="487818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088" y="1136074"/>
            <a:ext cx="11484032" cy="5527962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NASCEU JESUS SALVADOR,</a:t>
            </a:r>
          </a:p>
          <a:p>
            <a:pPr algn="l"/>
            <a:r>
              <a:rPr lang="pt-BR" sz="8000" b="1" dirty="0"/>
              <a:t>ALELUIA, ALELUIA!</a:t>
            </a:r>
          </a:p>
          <a:p>
            <a:pPr algn="l"/>
            <a:r>
              <a:rPr lang="pt-BR" sz="8000" b="1" dirty="0"/>
              <a:t>É ELE O CRISTO SENHOR,</a:t>
            </a:r>
          </a:p>
          <a:p>
            <a:pPr algn="l"/>
            <a:r>
              <a:rPr lang="pt-BR" sz="8000" b="1" dirty="0"/>
              <a:t>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16013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328" y="454428"/>
            <a:ext cx="500149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328" y="925483"/>
            <a:ext cx="1107255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dirty="0"/>
              <a:t>CANTAI COM MUITA ALEGRIA</a:t>
            </a:r>
          </a:p>
          <a:p>
            <a:pPr algn="l"/>
            <a:r>
              <a:rPr lang="pt-BR" sz="6000" dirty="0"/>
              <a:t>QUE GRANDE AMOR DEUS NOS TEM</a:t>
            </a:r>
          </a:p>
          <a:p>
            <a:pPr algn="l"/>
            <a:r>
              <a:rPr lang="pt-BR" sz="6000" dirty="0"/>
              <a:t>PEQUENO, POBRE, ESCONDIDO</a:t>
            </a:r>
          </a:p>
          <a:p>
            <a:pPr algn="l"/>
            <a:r>
              <a:rPr lang="pt-BR" sz="6000" dirty="0"/>
              <a:t>NASCEU POR NÓS EM BELÉM</a:t>
            </a:r>
          </a:p>
          <a:p>
            <a:pPr algn="l"/>
            <a:r>
              <a:rPr lang="pt-BR" sz="6000" dirty="0"/>
              <a:t>PEQUENO, POBRE, ESCONDIDO</a:t>
            </a:r>
          </a:p>
          <a:p>
            <a:pPr algn="l"/>
            <a:r>
              <a:rPr lang="pt-BR" sz="6000" dirty="0"/>
              <a:t>NASCEU POR NÓS EM BELÉM</a:t>
            </a:r>
          </a:p>
        </p:txBody>
      </p:sp>
    </p:spTree>
    <p:extLst>
      <p:ext uri="{BB962C8B-B14F-4D97-AF65-F5344CB8AC3E}">
        <p14:creationId xmlns:p14="http://schemas.microsoft.com/office/powerpoint/2010/main" val="1626154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087" y="423948"/>
            <a:ext cx="600040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088" y="1136074"/>
            <a:ext cx="11484032" cy="5527962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NASCEU JESUS SALVADOR,</a:t>
            </a:r>
          </a:p>
          <a:p>
            <a:pPr algn="l"/>
            <a:r>
              <a:rPr lang="pt-BR" sz="8000" b="1" dirty="0"/>
              <a:t>ALELUIA, ALELUIA!</a:t>
            </a:r>
          </a:p>
          <a:p>
            <a:pPr algn="l"/>
            <a:r>
              <a:rPr lang="pt-BR" sz="8000" b="1" dirty="0"/>
              <a:t>É ELE O CRISTO SENHOR,</a:t>
            </a:r>
          </a:p>
          <a:p>
            <a:pPr algn="l"/>
            <a:r>
              <a:rPr lang="pt-BR" sz="8000" b="1" dirty="0"/>
              <a:t>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78134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5000" b="1" dirty="0"/>
              <a:t>NÓS VIMOS A SUA ESTRELA NO ORIENTE, E VIEMOS COM PRESENTES ADORAR O SENHOR, ADORAR O SENHOR!</a:t>
            </a:r>
          </a:p>
          <a:p>
            <a:pPr algn="l"/>
            <a:endParaRPr lang="pt-BR" sz="11500" dirty="0"/>
          </a:p>
          <a:p>
            <a:pPr algn="l"/>
            <a:r>
              <a:rPr lang="pt-BR" sz="11500" dirty="0"/>
              <a:t>DAI AO REI VOSSOS PODERES, SENHOR DEUS,</a:t>
            </a:r>
          </a:p>
          <a:p>
            <a:pPr algn="l"/>
            <a:r>
              <a:rPr lang="pt-BR" sz="11500" dirty="0"/>
              <a:t>VOSSA JUSTIÇA AO DESCENDENTE DA REALEZA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96163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B4191-5832-5CFF-E5EB-E3B7EE82C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D61F2-A6DA-A38C-8475-21D129057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85AD27-1041-31F9-F3E2-14D5AA72E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5000" b="1" dirty="0"/>
              <a:t>NÓS VIMOS A SUA ESTRELA NO ORIENTE, E VIEMOS COM PRESENTES ADORAR O SENHOR, ADORAR O SENHOR!</a:t>
            </a:r>
          </a:p>
          <a:p>
            <a:pPr algn="l"/>
            <a:endParaRPr lang="pt-BR" sz="11500" dirty="0"/>
          </a:p>
          <a:p>
            <a:pPr algn="l"/>
            <a:r>
              <a:rPr lang="pt-BR" sz="11500" dirty="0"/>
              <a:t>COM JUSTIÇA ELE GOVERNE O VOSSO POVO,</a:t>
            </a:r>
          </a:p>
          <a:p>
            <a:pPr algn="l"/>
            <a:r>
              <a:rPr lang="pt-BR" sz="11500" dirty="0"/>
              <a:t>COM EQUIDADE ELE JULGUE OS VOSSOS POBRE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80942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C1341-22BD-512A-B1B0-1126B9ACE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16B87-2BE6-4CED-8B32-3AF15DC9E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C2CA68-3A93-2035-F415-852E3BAD7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5000" b="1" dirty="0"/>
              <a:t>NÓS VIMOS A SUA ESTRELA NO ORIENTE, E VIEMOS COM PRESENTES ADORAR O SENHOR, ADORAR O SENHOR!</a:t>
            </a:r>
          </a:p>
          <a:p>
            <a:pPr algn="l"/>
            <a:endParaRPr lang="pt-BR" sz="11500" dirty="0"/>
          </a:p>
          <a:p>
            <a:pPr algn="l"/>
            <a:r>
              <a:rPr lang="pt-BR" sz="11500" dirty="0"/>
              <a:t>DAS MONTANHAS VENHA A PAZ A TODO O POVO, E DESÇA DAS COLINAS A JUSTIÇA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52922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E9CEC-0D35-033D-A055-B0E4AFECE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C3C06-878A-3ED2-5E26-F697624EA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194A0D-35FE-C6D0-9EE4-6EF99AEC2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5000" b="1" dirty="0"/>
              <a:t>NÓS VIMOS A SUA ESTRELA NO ORIENTE, E VIEMOS COM PRESENTES ADORAR O SENHOR, ADORAR O SENHOR!</a:t>
            </a:r>
          </a:p>
          <a:p>
            <a:pPr algn="l"/>
            <a:endParaRPr lang="pt-BR" sz="11500" dirty="0"/>
          </a:p>
          <a:p>
            <a:pPr algn="l"/>
            <a:r>
              <a:rPr lang="pt-BR" sz="11500" dirty="0"/>
              <a:t>NOS SEUS DIAS A JUSTIÇA FLORIRÁ</a:t>
            </a:r>
          </a:p>
          <a:p>
            <a:pPr algn="l"/>
            <a:r>
              <a:rPr lang="pt-BR" sz="11500"/>
              <a:t>E GRANDE PAZ, ATÉ QUE A LUA PERCA O BRILHO.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95565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GLÓRIA A JESUS NA HÓSTIA SANTA,</a:t>
            </a:r>
          </a:p>
          <a:p>
            <a:pPr algn="l"/>
            <a:r>
              <a:rPr lang="pt-BR" sz="8000" dirty="0"/>
              <a:t>QUE SE CONSAGRA SOBRE O ALTAR;</a:t>
            </a:r>
          </a:p>
          <a:p>
            <a:pPr algn="l"/>
            <a:r>
              <a:rPr lang="pt-BR" sz="8000" dirty="0"/>
              <a:t>E AOS NOSSOS OLHOS SE LEVANTA</a:t>
            </a:r>
          </a:p>
          <a:p>
            <a:pPr algn="l"/>
            <a:r>
              <a:rPr lang="pt-BR" sz="8000" dirty="0"/>
              <a:t>PARA O BRASIL ABENÇOAR.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QUE O SANTO SACRAMENTO,</a:t>
            </a:r>
          </a:p>
          <a:p>
            <a:pPr algn="l"/>
            <a:r>
              <a:rPr lang="pt-BR" sz="8000" b="1" dirty="0"/>
              <a:t>QUE É O PRÓPRIO CRISTO JESUS,</a:t>
            </a:r>
          </a:p>
          <a:p>
            <a:pPr algn="l"/>
            <a:r>
              <a:rPr lang="pt-BR" sz="8000" b="1" dirty="0"/>
              <a:t>SEJA ADORADO E SEJA AMADO,</a:t>
            </a:r>
          </a:p>
          <a:p>
            <a:pPr algn="l"/>
            <a:r>
              <a:rPr lang="pt-BR" sz="8000" b="1" dirty="0"/>
              <a:t>NESTA TERRA DE SANTA CRUZ.</a:t>
            </a:r>
          </a:p>
          <a:p>
            <a:pPr algn="l"/>
            <a:r>
              <a:rPr lang="pt-BR" sz="8000" b="1" dirty="0"/>
              <a:t>SEJA ADORADO E SEJA AMADO,</a:t>
            </a:r>
          </a:p>
          <a:p>
            <a:pPr algn="l"/>
            <a:r>
              <a:rPr lang="pt-BR" sz="8000" b="1" dirty="0"/>
              <a:t>NESTA TERRA DE SANTA CRUZ.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9997787" cy="57154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GLÓRIA A JESUS, DEUS ESCONDIDO,</a:t>
            </a:r>
          </a:p>
          <a:p>
            <a:pPr algn="l"/>
            <a:r>
              <a:rPr lang="pt-BR" sz="8000" dirty="0"/>
              <a:t>QUE VINDO A NÓS NA COMUNHÃO,</a:t>
            </a:r>
          </a:p>
          <a:p>
            <a:pPr algn="l"/>
            <a:r>
              <a:rPr lang="pt-BR" sz="8000" dirty="0"/>
              <a:t>PURIFICADO, ENRIQUECIDO,</a:t>
            </a:r>
          </a:p>
          <a:p>
            <a:pPr algn="l"/>
            <a:r>
              <a:rPr lang="pt-BR" sz="8000" dirty="0"/>
              <a:t>DEIXA-NOS SEMPRE O CORAÇÃO.</a:t>
            </a:r>
          </a:p>
        </p:txBody>
      </p:sp>
    </p:spTree>
    <p:extLst>
      <p:ext uri="{BB962C8B-B14F-4D97-AF65-F5344CB8AC3E}">
        <p14:creationId xmlns:p14="http://schemas.microsoft.com/office/powerpoint/2010/main" val="652183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QUE O SANTO SACRAMENTO,</a:t>
            </a:r>
          </a:p>
          <a:p>
            <a:pPr algn="l"/>
            <a:r>
              <a:rPr lang="pt-BR" sz="8000" b="1" dirty="0"/>
              <a:t>QUE É O PRÓPRIO CRISTO JESUS,</a:t>
            </a:r>
          </a:p>
          <a:p>
            <a:pPr algn="l"/>
            <a:r>
              <a:rPr lang="pt-BR" sz="8000" b="1" dirty="0"/>
              <a:t>SEJA ADORADO E SEJA AMADO,</a:t>
            </a:r>
          </a:p>
          <a:p>
            <a:pPr algn="l"/>
            <a:r>
              <a:rPr lang="pt-BR" sz="8000" b="1" dirty="0"/>
              <a:t>NESTA TERRA DE SANTA CRUZ.</a:t>
            </a:r>
          </a:p>
          <a:p>
            <a:pPr algn="l"/>
            <a:r>
              <a:rPr lang="pt-BR" sz="8000" b="1" dirty="0"/>
              <a:t>SEJA ADORADO E SEJA AMADO,</a:t>
            </a:r>
          </a:p>
          <a:p>
            <a:pPr algn="l"/>
            <a:r>
              <a:rPr lang="pt-BR" sz="8000" b="1" dirty="0"/>
              <a:t>NESTA TERRA DE SANTA CRUZ.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3159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400" dirty="0"/>
              <a:t>SÃO TRÊS REIS QUE CHEGAM LÁ DO ORIENTE</a:t>
            </a:r>
          </a:p>
          <a:p>
            <a:pPr algn="l"/>
            <a:r>
              <a:rPr lang="pt-BR" sz="7400" dirty="0"/>
              <a:t>PARA VER UM REI QUE ACABA DE NASCER.</a:t>
            </a:r>
          </a:p>
          <a:p>
            <a:pPr algn="l"/>
            <a:r>
              <a:rPr lang="pt-BR" sz="7400" dirty="0"/>
              <a:t>DIZEM QUE UM É BRANCO, O OUTRO, COR DE JAMBO,</a:t>
            </a:r>
          </a:p>
          <a:p>
            <a:pPr algn="l"/>
            <a:r>
              <a:rPr lang="pt-BR" sz="7400" dirty="0"/>
              <a:t>O OUTRO REI É NEGRO E QUE VIERAM VER.</a:t>
            </a:r>
          </a:p>
          <a:p>
            <a:pPr algn="l"/>
            <a:r>
              <a:rPr lang="pt-BR" sz="7400" dirty="0"/>
              <a:t>O NOVO REI QUE NASCEU, IGUAL ESTRELA NO CÉU!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706581"/>
            <a:ext cx="11495809" cy="6151419"/>
          </a:xfrm>
        </p:spPr>
        <p:txBody>
          <a:bodyPr>
            <a:normAutofit/>
          </a:bodyPr>
          <a:lstStyle/>
          <a:p>
            <a:pPr algn="l"/>
            <a:r>
              <a:rPr lang="pt-BR" sz="5400" b="1" dirty="0"/>
              <a:t>E TRAZEM OURO, INCENSO E MIRRA</a:t>
            </a:r>
          </a:p>
          <a:p>
            <a:pPr algn="l"/>
            <a:r>
              <a:rPr lang="pt-BR" sz="5400" b="1" dirty="0"/>
              <a:t>PRA FESTEJAR O NOVO REI</a:t>
            </a:r>
          </a:p>
          <a:p>
            <a:pPr algn="l"/>
            <a:r>
              <a:rPr lang="pt-BR" sz="5400" b="1" dirty="0"/>
              <a:t>QUE TEM PODER E MAJESTADE,</a:t>
            </a:r>
          </a:p>
          <a:p>
            <a:pPr algn="l"/>
            <a:r>
              <a:rPr lang="pt-BR" sz="5400" b="1" dirty="0"/>
              <a:t>QUE VEM DO CÉU, QUE É DE DEUS,</a:t>
            </a:r>
          </a:p>
          <a:p>
            <a:pPr algn="l"/>
            <a:r>
              <a:rPr lang="pt-BR" sz="5400" b="1" dirty="0"/>
              <a:t>QUE VAI SOFRER, QUE VAI MORRER,</a:t>
            </a:r>
          </a:p>
          <a:p>
            <a:pPr algn="l"/>
            <a:r>
              <a:rPr lang="pt-BR" sz="5400" b="1" dirty="0"/>
              <a:t>E QUE NOS LIBERTARÁ.(BIS)</a:t>
            </a:r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10092</TotalTime>
  <Words>934</Words>
  <Application>Microsoft Office PowerPoint</Application>
  <PresentationFormat>Widescreen</PresentationFormat>
  <Paragraphs>168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36</cp:revision>
  <dcterms:created xsi:type="dcterms:W3CDTF">2023-05-06T17:01:55Z</dcterms:created>
  <dcterms:modified xsi:type="dcterms:W3CDTF">2025-01-05T16:21:20Z</dcterms:modified>
</cp:coreProperties>
</file>