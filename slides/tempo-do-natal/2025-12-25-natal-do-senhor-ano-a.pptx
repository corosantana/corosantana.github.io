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8" r:id="rId4"/>
    <p:sldId id="441" r:id="rId5"/>
    <p:sldId id="455" r:id="rId6"/>
    <p:sldId id="454" r:id="rId7"/>
    <p:sldId id="457" r:id="rId8"/>
    <p:sldId id="456" r:id="rId9"/>
    <p:sldId id="458" r:id="rId10"/>
    <p:sldId id="258" r:id="rId11"/>
    <p:sldId id="259" r:id="rId12"/>
    <p:sldId id="424" r:id="rId13"/>
    <p:sldId id="425" r:id="rId14"/>
    <p:sldId id="260" r:id="rId15"/>
    <p:sldId id="261" r:id="rId16"/>
    <p:sldId id="338" r:id="rId17"/>
    <p:sldId id="339" r:id="rId18"/>
    <p:sldId id="340" r:id="rId19"/>
    <p:sldId id="432" r:id="rId20"/>
    <p:sldId id="461" r:id="rId21"/>
    <p:sldId id="264" r:id="rId22"/>
    <p:sldId id="265" r:id="rId23"/>
    <p:sldId id="266" r:id="rId24"/>
    <p:sldId id="267" r:id="rId25"/>
    <p:sldId id="271" r:id="rId26"/>
    <p:sldId id="483" r:id="rId27"/>
    <p:sldId id="485" r:id="rId28"/>
    <p:sldId id="486" r:id="rId29"/>
    <p:sldId id="484" r:id="rId30"/>
    <p:sldId id="269" r:id="rId31"/>
    <p:sldId id="462" r:id="rId32"/>
    <p:sldId id="463" r:id="rId33"/>
    <p:sldId id="464" r:id="rId34"/>
    <p:sldId id="465" r:id="rId35"/>
    <p:sldId id="361" r:id="rId36"/>
    <p:sldId id="436" r:id="rId37"/>
    <p:sldId id="438" r:id="rId38"/>
    <p:sldId id="466" r:id="rId39"/>
    <p:sldId id="468" r:id="rId40"/>
    <p:sldId id="435" r:id="rId41"/>
    <p:sldId id="480" r:id="rId42"/>
    <p:sldId id="482" r:id="rId43"/>
    <p:sldId id="433" r:id="rId44"/>
    <p:sldId id="434" r:id="rId45"/>
    <p:sldId id="481" r:id="rId46"/>
    <p:sldId id="404" r:id="rId47"/>
    <p:sldId id="449" r:id="rId48"/>
    <p:sldId id="451" r:id="rId49"/>
    <p:sldId id="453" r:id="rId50"/>
    <p:sldId id="450" r:id="rId51"/>
    <p:sldId id="337" r:id="rId52"/>
    <p:sldId id="474" r:id="rId53"/>
    <p:sldId id="475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316E17-F623-AD09-904C-6E7C22B0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6165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6165"/>
            <a:ext cx="12191999" cy="6825670"/>
          </a:xfrm>
          <a:prstGeom prst="rect">
            <a:avLst/>
          </a:prstGeom>
          <a:solidFill>
            <a:schemeClr val="tx1">
              <a:alpha val="4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98088" y="4186789"/>
            <a:ext cx="111958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NATAL DO SENHOR</a:t>
            </a:r>
          </a:p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MISSA DA NOITE</a:t>
            </a:r>
            <a:endParaRPr lang="pt-B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>
                <a:latin typeface="Open Sans" panose="020B0606030504020204" pitchFamily="34" charset="0"/>
              </a:rPr>
              <a:t>A UM ANJO PROCLAMOU O PRIMEIRO NATAL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AOS POBRES PASTORES AO PÉ DE BELÉM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LÁ NOS CAMPOS A GUARDAR OS REBANHOS DO MAL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NUMA NOITE TÃO FRIA E ESCURA, TAMBÉM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DE REPENTE, NO CÉU, LINDA ESTRELA SURGIU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ORIENTE BRILHANDO, COM ESTRANHO FULGOR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 A TERRA RECEBEU ESSA LUZ QUE CAIU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MUITAS NOITES AINDA EM EXÍMIO ESPLENDOR</a:t>
            </a:r>
          </a:p>
        </p:txBody>
      </p:sp>
    </p:spTree>
    <p:extLst>
      <p:ext uri="{BB962C8B-B14F-4D97-AF65-F5344CB8AC3E}">
        <p14:creationId xmlns:p14="http://schemas.microsoft.com/office/powerpoint/2010/main" val="99313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FDED-20CE-E14F-DE42-CFE31545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FC9A9-2879-0F35-191B-1A95599FB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9AF567-4DF4-12EA-842F-EFE89E9B9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96527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1C59-5D0F-D131-9ABB-875563D1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1A846-73BF-A68A-1758-24723E024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87978-6D62-D8AD-681F-07FFF2A4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TENDO VISTO A CLARA LUZ DESSA ESTRELA SEM PAR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DO ORIENTE ALGUNS MAGOS A FORAM SEGUIR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À PROCURA DE UM REI QUE DEVIA CHEGAR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AOS JUDEUS E AS VELHAS PROMESSAS CUMPRIR</a:t>
            </a:r>
          </a:p>
        </p:txBody>
      </p:sp>
    </p:spTree>
    <p:extLst>
      <p:ext uri="{BB962C8B-B14F-4D97-AF65-F5344CB8AC3E}">
        <p14:creationId xmlns:p14="http://schemas.microsoft.com/office/powerpoint/2010/main" val="334853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F88E-7F56-DF3E-12C1-5CE47BEB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90CBB-FC72-BABE-0D45-A50B79008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771242-A144-92FB-C32D-8C97A441E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152437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E02D-1882-3E55-6B00-46510131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0548E-F420-5065-1DAA-03083B0C6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4F401B-7FBF-813D-6702-B117195D1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ESSA ESTRELA APARECEU E OS MAGOS GUIOU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NA ESTRADA QUE PARA BELÉM OS CONDUZ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AFINAL. SOBRE BELÉM ESSA ESTRELA PAROU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MESMO ACIMA DA CASA EM QUE ESTAVA JESUS</a:t>
            </a:r>
          </a:p>
        </p:txBody>
      </p:sp>
    </p:spTree>
    <p:extLst>
      <p:ext uri="{BB962C8B-B14F-4D97-AF65-F5344CB8AC3E}">
        <p14:creationId xmlns:p14="http://schemas.microsoft.com/office/powerpoint/2010/main" val="296689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0102C-4A9B-54E7-7231-FBF40050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16763-E354-636A-74A7-A004B9BDB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2EED9A-D3A5-C55F-17C4-A4213A079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3621270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DE DEUS, QUE, NASCENDO DA VIRGEM MARIA, VOS FIZESTES NOSSO IRMÃO,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FILHO DO HOMEM, QUE CONHECEIS E COMPREENDEIS NOSSA FRAQUEZA,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PRIMOGÊNITO DO PAI, QUE FAZEIS DE NÓS UMA SÓ FAMÍLIA,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</a:t>
            </a:r>
            <a:r>
              <a:rPr lang="pt-BR" sz="6000" b="1" i="0" dirty="0">
                <a:effectLst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GLORIA IN EXCELSIS DEO ET IN TERRA PAX HOMINIBUS BONÆ VOLUNTATIS, BONÆ VOLUNTATIS!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9600" dirty="0">
                <a:solidFill>
                  <a:srgbClr val="FF0000"/>
                </a:solidFill>
              </a:rPr>
              <a:t>TRADUÇÃO:</a:t>
            </a:r>
          </a:p>
          <a:p>
            <a:pPr algn="just"/>
            <a:r>
              <a:rPr lang="pt-BR" sz="9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917-ADEA-8074-579F-B83B0BD4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4AE49-8675-F340-B223-D563A9248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0D9A-9164-374D-7E24-15759A59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3500" b="1" dirty="0"/>
              <a:t>GLORIA IN EXCELSIS DEO ET IN TERRA PAX HOMINIBUS BONÆ VOLUNTATIS, BONÆ VOLUNTATIS!</a:t>
            </a:r>
          </a:p>
          <a:p>
            <a:pPr algn="l"/>
            <a:endParaRPr lang="pt-BR" sz="13500" b="1" dirty="0"/>
          </a:p>
          <a:p>
            <a:pPr algn="just"/>
            <a:r>
              <a:rPr lang="pt-BR" sz="13500" b="1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80455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43053" cy="2131891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HOJE NASCEU PARA NÓS O SALVADOR, QUE É CRISTO, O SENHOR.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 (2X)</a:t>
            </a:r>
          </a:p>
          <a:p>
            <a:endParaRPr lang="pt-BR" sz="4800" dirty="0"/>
          </a:p>
          <a:p>
            <a:r>
              <a:rPr lang="pt-BR" sz="4800" dirty="0"/>
              <a:t>EU VOS TRAGO A BOA NOVA DE UMA GRANDE ALEGRIA: É QUE HOJE VOS NASCEU O SALVADOR, CRISTO, O SENHOR.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ED79-725B-4042-9BD4-55541366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E9718-BF82-4552-7D93-0E4FA63AF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B0668-0D52-2B65-9D1E-FCCC1D626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dirty="0"/>
              <a:t>CREIO EM UM SÓ DEUS, PAI TODO-PODEROSO, CRIADOR DO CÉU E DA TERRA, DE TODAS AS COISAS VISÍVEIS E INVISÍVEIS.</a:t>
            </a:r>
          </a:p>
          <a:p>
            <a:r>
              <a:rPr lang="pt-BR" sz="4800" dirty="0"/>
              <a:t>CREIO EM UM SÓ SENHOR, JESUS CRISTO, FILHO UNIGÊNITO DE DEUS, NASCIDO DO PAI ANTES DE TODOS OS SÉCULOS: DEUS DE DEUS, LUZ DA LUZ, DEUS VERDADEIRO DE DEUS VERDADEIRO, GERADO, NÃO CRIADO, CONSUBSTANCIAL AO PAI. 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33652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1F37-F658-F419-667E-E5F2F87E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E2EB1-D02D-0B2E-A60A-D0B09FA11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742DF2-D182-5445-DDAA-125A1F629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85000" lnSpcReduction="10000"/>
          </a:bodyPr>
          <a:lstStyle/>
          <a:p>
            <a:r>
              <a:rPr lang="pt-BR" sz="4800" dirty="0"/>
              <a:t>POR ELE TODAS AS COISAS FORAM FEITAS. E POR NÓS, HOMENS, E PARA A NOSSA SALVAÇÃO DESCEU DOS CÉUS: E SE ENCARNOU PELO ESPÍRITO SANTO, </a:t>
            </a:r>
            <a:r>
              <a:rPr lang="pt-BR" dirty="0">
                <a:solidFill>
                  <a:srgbClr val="FF0000"/>
                </a:solidFill>
              </a:rPr>
              <a:t>(AQUI TODOS SE AJOELHEM) </a:t>
            </a:r>
            <a:r>
              <a:rPr lang="pt-BR" sz="4800" dirty="0"/>
              <a:t>NO SEIO DA VIRGEM MARIA, E SE FEZ HOMEM.</a:t>
            </a:r>
          </a:p>
          <a:p>
            <a:r>
              <a:rPr lang="pt-BR" sz="4800" dirty="0"/>
              <a:t>TAMBÉM POR NÓS FOI CRUCIFICADO SOB PÔNCIO PILATOS; PADECEU E FOI SEPULTADO. RESSUSCITOU AO TERCEIRO DIA, CONFORME AS ESCRITURAS, E SUBIU AOS CÉUS, ONDE ESTÁ SENTADO À DIREITA DO PAI. </a:t>
            </a:r>
          </a:p>
        </p:txBody>
      </p:sp>
    </p:spTree>
    <p:extLst>
      <p:ext uri="{BB962C8B-B14F-4D97-AF65-F5344CB8AC3E}">
        <p14:creationId xmlns:p14="http://schemas.microsoft.com/office/powerpoint/2010/main" val="91534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93F4-63B0-09D0-08CD-D38E1314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1F099-0B42-CD90-3ED2-FB565A42A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3F2B1B-7D15-E5AF-CC2D-E149A8B6E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85000" lnSpcReduction="20000"/>
          </a:bodyPr>
          <a:lstStyle/>
          <a:p>
            <a:r>
              <a:rPr lang="pt-BR" sz="4800" dirty="0"/>
              <a:t>E DE NOVO HÁ DE VIR, EM SUA GLÓRIA, PARA JULGAR OS VIVOS E OS MORTOS; E O SEU REINO NÃO TERÁ FIM.</a:t>
            </a:r>
          </a:p>
          <a:p>
            <a:r>
              <a:rPr lang="pt-BR" sz="4800" dirty="0"/>
              <a:t>CREIO NO ESPÍRITO SANTO, SENHOR QUE DÁ A VIDA, E PROCEDE DO PAI E DO FILHO. COM O PAI E O FILHO É ADORADO E GLORIFICADO: E FALOU PELOS PROFETAS.CREIO NA IGREJA, UNA, SANTA, CATÓLICA E APOSTÓLICA. PROFESSO UM SÓ BATISMO PARA A REMISSÃO DOS PECADOS. E ESPERO A RESSURREIÇÃO DOS MORTOS E A VIDA DO MUNDO QUE HÁ DE VIR. AMÉM. </a:t>
            </a:r>
          </a:p>
        </p:txBody>
      </p:sp>
    </p:spTree>
    <p:extLst>
      <p:ext uri="{BB962C8B-B14F-4D97-AF65-F5344CB8AC3E}">
        <p14:creationId xmlns:p14="http://schemas.microsoft.com/office/powerpoint/2010/main" val="19237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DB34-38F4-7EF7-F1A3-B8308C6D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76735CF-6DB7-2439-8E20-1B65B8A5EB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1.CANTAI AO SENHOR DEUS UM CANTO NOVO, * CANTAI AO  SENHOR DEUS,Ó TERRA INTEIRA! R.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AC34-4D55-57A1-95FB-7E76323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1289C-5C96-3949-B2F9-F288F5040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AF1948-A7E4-F17D-77D7-4E2F1143F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CANTAI E BENDIZEI SEU SANTO NOME!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DIA APÓS DIA ANUNCIAI SUA SALVAÇÃO. R.</a:t>
            </a:r>
          </a:p>
        </p:txBody>
      </p:sp>
    </p:spTree>
    <p:extLst>
      <p:ext uri="{BB962C8B-B14F-4D97-AF65-F5344CB8AC3E}">
        <p14:creationId xmlns:p14="http://schemas.microsoft.com/office/powerpoint/2010/main" val="3240382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7E9D-0104-7370-64D8-813FB527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04216-AF77-A36D-37D5-F8A35F23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501C81-AA46-D9E3-BED9-F7A49307A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3.MANIFESTAI A SUA GLÓRIA ENTRE AS NAÇÕES, * E ENTRE OS POVOS DO UNIVERSO SEUS PRODÍGIOS! R.</a:t>
            </a:r>
          </a:p>
        </p:txBody>
      </p:sp>
    </p:spTree>
    <p:extLst>
      <p:ext uri="{BB962C8B-B14F-4D97-AF65-F5344CB8AC3E}">
        <p14:creationId xmlns:p14="http://schemas.microsoft.com/office/powerpoint/2010/main" val="3833484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F0A5-CFF4-DD73-9AB0-46B67FEA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10FE9-602E-223E-5992-8DCE25694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6A1DD8-EE4E-A340-B7F2-9BEEC5BCE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4.OFERECEI UM SACRIFÍCIO NOS SEUS ÁTRIOS, * ADORAI-O NO ESPLENDOR DA SANTIDADE. R.</a:t>
            </a:r>
          </a:p>
        </p:txBody>
      </p:sp>
    </p:spTree>
    <p:extLst>
      <p:ext uri="{BB962C8B-B14F-4D97-AF65-F5344CB8AC3E}">
        <p14:creationId xmlns:p14="http://schemas.microsoft.com/office/powerpoint/2010/main" val="4042610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2767-08DF-6C13-2438-80B33FC0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14801-9A37-9C7C-9141-C5C08944D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704A92-6B60-63E4-9F39-08D9A4466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5.GOVERNARÁ O MUNDO TODO COM JUSTIÇA, * E OS POVOS JULGARÁ COM LEALDADE. R.</a:t>
            </a:r>
          </a:p>
        </p:txBody>
      </p:sp>
    </p:spTree>
    <p:extLst>
      <p:ext uri="{BB962C8B-B14F-4D97-AF65-F5344CB8AC3E}">
        <p14:creationId xmlns:p14="http://schemas.microsoft.com/office/powerpoint/2010/main" val="2270763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SANCTUS, SANCTUS, SANCTUS</a:t>
            </a:r>
          </a:p>
          <a:p>
            <a:pPr algn="l"/>
            <a:r>
              <a:rPr lang="pt-BR" sz="3300" dirty="0">
                <a:latin typeface="-apple-system"/>
              </a:rPr>
              <a:t>SANTO, SANTO, SANTO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DOMINUS DEUS SABAOTH</a:t>
            </a:r>
          </a:p>
          <a:p>
            <a:pPr algn="l"/>
            <a:r>
              <a:rPr lang="pt-BR" sz="3300" i="0" dirty="0">
                <a:solidFill>
                  <a:srgbClr val="000000"/>
                </a:solidFill>
                <a:effectLst/>
                <a:latin typeface="-apple-system"/>
              </a:rPr>
              <a:t>SENHOR DEUS DO UNIVERSO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PLENI SUNT CÆLI ET TERRA GLORIA TUA</a:t>
            </a:r>
          </a:p>
          <a:p>
            <a:pPr algn="l"/>
            <a:r>
              <a:rPr lang="pt-BR" sz="3000" dirty="0">
                <a:solidFill>
                  <a:srgbClr val="000000"/>
                </a:solidFill>
                <a:latin typeface="-apple-system"/>
              </a:rPr>
              <a:t>O CÉU E A TERRA PROCLAMAM A VOSSA GLÓRIA</a:t>
            </a:r>
            <a:endParaRPr lang="pt-BR" sz="3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(2X)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5375-6235-9B8D-68EB-1531A2D9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4A5DF-A93C-B731-76D7-67864886D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A0691-986B-B0EB-5A84-0DB6F8CE3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BENEDICTUS, QUI VENIT IN NOMINE DOMINI</a:t>
            </a:r>
          </a:p>
          <a:p>
            <a:pPr algn="l"/>
            <a:r>
              <a:rPr lang="pt-BR" sz="3900" dirty="0">
                <a:solidFill>
                  <a:srgbClr val="000000"/>
                </a:solidFill>
                <a:latin typeface="-apple-system"/>
              </a:rPr>
              <a:t>BENDITO O QUE VEM EM NOME DO SENHOR</a:t>
            </a:r>
            <a:endParaRPr lang="pt-BR" sz="39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QUI VENIT, QUI VENIT IN NOMINE DOMINI</a:t>
            </a:r>
          </a:p>
          <a:p>
            <a:pPr algn="l"/>
            <a:r>
              <a:rPr lang="pt-BR" sz="4000" dirty="0">
                <a:solidFill>
                  <a:srgbClr val="000000"/>
                </a:solidFill>
                <a:latin typeface="-apple-system"/>
              </a:rPr>
              <a:t>QUE VEM, QUE VEM EM NOME DO SENHOR</a:t>
            </a:r>
            <a:endParaRPr lang="pt-BR" sz="4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39583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C734-E0A7-0627-787A-401794BC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E892C-80FC-9FD1-1A3B-06095D624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21181-6969-BD16-B526-44C353DD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(3X)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01761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ADESTE FIDELES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LAETI TRIUMPHANTES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VENITE, VENITE IN BETHLEHEM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NATUM VIDETE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REGEM ANGELORUM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VENITE ADOREMUS, VENITE ADOREMUS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VENITE ADOREMUS DOMINUM</a:t>
            </a:r>
          </a:p>
        </p:txBody>
      </p:sp>
    </p:spTree>
    <p:extLst>
      <p:ext uri="{BB962C8B-B14F-4D97-AF65-F5344CB8AC3E}">
        <p14:creationId xmlns:p14="http://schemas.microsoft.com/office/powerpoint/2010/main" val="3924222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5446-F1C9-76C8-679C-DBC25783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76D8A-9C27-5188-529E-486A97215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0B8F69-3AF1-18EF-E97A-7C17AF8C7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CRISTÃOS, VINDE TODOS, COM ALEGRES CANTOS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OH! VINDE, OH! VINDE ATÉ BELÉM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VEDE NASCIDO, VOSSO REI ETERNO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1103697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69A7-B523-21EC-65BA-B9D32B10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61FCF-81CD-60B2-F4E5-F642B597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0F73C4-EB5C-BA27-2973-7C2873D3D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HUMILDES PASTORES DEIXAM SEUS REBANHOS</a:t>
            </a:r>
          </a:p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E ALEGRES ACORREM AO REI DOS CÉUS</a:t>
            </a:r>
          </a:p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NÓS, IGUALMENTE, CHEIOS DE ALEGRIA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35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135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2157784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EAE8-DB1F-90ED-81A6-DE73013A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08481-B949-929D-1895-B6459A7A4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C50B5A-50AB-F613-D2D1-D0D1C7DFB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 DEUS INVISÍVEL DE ETERNAL GRANDEZA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SOB VÉUS DE HUMILDADE, PODEMOS VER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DEUS PEQUENINO, DEUS ENVOLTO EM FAIXAS!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3211828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936D-781A-A945-DBB1-9EC5B559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8A951-1DE6-F0C1-ED44-8A7629671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158604-DC1C-96D3-2A6B-B1EE82C1E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NASCEU EM POBREZA, REPOUSANDO EM PALHAS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 NOSSO AFETO LHE VAMOS DAR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TANTO AMOU-NOS! QUEM NÃO HÁ DE AMÁ-LO?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ea typeface="MingLiU_HKSCS-ExtB" panose="02020500000000000000" pitchFamily="18" charset="-12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41943789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95B8-DAE0-098F-F1B8-FFA2B55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AFEEA-A64D-C2D1-D757-D31CBDA8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647C0-A285-B6BE-8EF9-15D37D8A7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Ó SENHOR, DEUS DE AMOR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POBREZINHO NASCEU EM BELÉM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EIS NA LAPA JESUS, NOSSO BEM</a:t>
            </a:r>
          </a:p>
          <a:p>
            <a:pPr algn="l"/>
            <a:endParaRPr lang="pt-BR" sz="8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DORME EM PAZ, Ó JESUS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DORME EM PAZ, Ó JESUS</a:t>
            </a:r>
          </a:p>
          <a:p>
            <a:pPr algn="l"/>
            <a:endParaRPr lang="pt-BR" sz="8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88637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5212-932B-33FC-BCF6-DBE0FA68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DA971-D13A-094F-CA98-6C292815D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CEDFE-CA91-8310-5F81-62BCA5BAC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EIS QUE, NO AR, VEM CANTAR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AOS PASTORES, AOS ANJOS DO CÉU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ANUNCIANDO A CHEGADA DE DEUS</a:t>
            </a:r>
          </a:p>
          <a:p>
            <a:pPr algn="l"/>
            <a:endParaRPr lang="pt-BR" sz="8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DE JESUS, SALVADOR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DE JESUS, SALVADOR</a:t>
            </a:r>
          </a:p>
        </p:txBody>
      </p:sp>
    </p:spTree>
    <p:extLst>
      <p:ext uri="{BB962C8B-B14F-4D97-AF65-F5344CB8AC3E}">
        <p14:creationId xmlns:p14="http://schemas.microsoft.com/office/powerpoint/2010/main" val="2970337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0E81-6E97-310F-8606-12F34B49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9C0FF-4DBB-FA75-14C9-0A1B7EC4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90DFF-6F34-5A35-5F56-CCB5A40E5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Ó JESUS, DEUS DA LUZ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QUÃO AFÁVEL É O TEU CORAÇÃO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QUE QUISESTE NASCER NOSSO IRMÃO</a:t>
            </a:r>
          </a:p>
          <a:p>
            <a:pPr algn="l"/>
            <a:endParaRPr lang="pt-BR" sz="8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E A NÓS TODOS SALVAR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E A NÓS TODOS SALVAR</a:t>
            </a:r>
          </a:p>
        </p:txBody>
      </p:sp>
    </p:spTree>
    <p:extLst>
      <p:ext uri="{BB962C8B-B14F-4D97-AF65-F5344CB8AC3E}">
        <p14:creationId xmlns:p14="http://schemas.microsoft.com/office/powerpoint/2010/main" val="3466433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0BF-F020-FED8-E26A-C4267C41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098C56-36DA-A27A-F476-3BA5559099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270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VINDE, CRISTÃOS, VINDE À PORFIA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CANTEMOS DE LOUVOR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DE PAZ E DE ALEGRIA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DE ANJOS DO SENHOR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4A63-87DF-21E5-02F0-6CFF5C1C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36739-34B6-8150-50F8-F420F0979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B60423-DF86-AB4E-035B-B8ABC05A5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FOI NESTA NOITE VENTUROSA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DO NASCIMENTO DO SENHOR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QUE ANJOS DE VOZ HARMONIOSA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DERAM A DEUS O SEU LOUVOR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3653828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24ED-CFAC-F166-9D4D-3C0ADABC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B7F4F-6109-CD70-307A-42A66E19B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DEB426-B8FB-00D8-851E-8304B06C5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JUNTAR-VOS AOS PASTORES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COM ELES A BELÉM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CORRENDO PRESSUROSOS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O SALVADOR QUE ENFIM NOS VEM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692369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9820</TotalTime>
  <Words>1539</Words>
  <Application>Microsoft Office PowerPoint</Application>
  <PresentationFormat>Widescreen</PresentationFormat>
  <Paragraphs>247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2" baseType="lpstr">
      <vt:lpstr>MingLiU_HKSCS-ExtB</vt:lpstr>
      <vt:lpstr>-apple-system</vt:lpstr>
      <vt:lpstr>arial</vt:lpstr>
      <vt:lpstr>arial</vt:lpstr>
      <vt:lpstr>Calibri</vt:lpstr>
      <vt:lpstr>Calibri Light</vt:lpstr>
      <vt:lpstr>Century Gothic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ACLAMAÇÃO</vt:lpstr>
      <vt:lpstr>ACLAMAÇÃO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60</cp:revision>
  <dcterms:created xsi:type="dcterms:W3CDTF">2023-05-06T17:01:55Z</dcterms:created>
  <dcterms:modified xsi:type="dcterms:W3CDTF">2025-12-27T19:13:30Z</dcterms:modified>
</cp:coreProperties>
</file>