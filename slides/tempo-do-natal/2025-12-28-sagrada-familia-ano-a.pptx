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22" r:id="rId4"/>
    <p:sldId id="423" r:id="rId5"/>
    <p:sldId id="258" r:id="rId6"/>
    <p:sldId id="432" r:id="rId7"/>
    <p:sldId id="433" r:id="rId8"/>
    <p:sldId id="434" r:id="rId9"/>
    <p:sldId id="260" r:id="rId10"/>
    <p:sldId id="261" r:id="rId11"/>
    <p:sldId id="338" r:id="rId12"/>
    <p:sldId id="339" r:id="rId13"/>
    <p:sldId id="340" r:id="rId14"/>
    <p:sldId id="377" r:id="rId15"/>
    <p:sldId id="264" r:id="rId16"/>
    <p:sldId id="265" r:id="rId17"/>
    <p:sldId id="266" r:id="rId18"/>
    <p:sldId id="267" r:id="rId19"/>
    <p:sldId id="271" r:id="rId20"/>
    <p:sldId id="269" r:id="rId21"/>
    <p:sldId id="618" r:id="rId22"/>
    <p:sldId id="619" r:id="rId23"/>
    <p:sldId id="617" r:id="rId24"/>
    <p:sldId id="616" r:id="rId25"/>
    <p:sldId id="376" r:id="rId26"/>
    <p:sldId id="414" r:id="rId27"/>
    <p:sldId id="396" r:id="rId28"/>
    <p:sldId id="292" r:id="rId29"/>
    <p:sldId id="275" r:id="rId30"/>
    <p:sldId id="363" r:id="rId31"/>
    <p:sldId id="361" r:id="rId32"/>
    <p:sldId id="362" r:id="rId33"/>
    <p:sldId id="358" r:id="rId34"/>
    <p:sldId id="419" r:id="rId35"/>
    <p:sldId id="424" r:id="rId36"/>
    <p:sldId id="398" r:id="rId37"/>
    <p:sldId id="425" r:id="rId38"/>
    <p:sldId id="408" r:id="rId39"/>
    <p:sldId id="426" r:id="rId40"/>
    <p:sldId id="277" r:id="rId41"/>
    <p:sldId id="581" r:id="rId42"/>
    <p:sldId id="442" r:id="rId43"/>
    <p:sldId id="615" r:id="rId44"/>
    <p:sldId id="613" r:id="rId45"/>
    <p:sldId id="614" r:id="rId46"/>
    <p:sldId id="612" r:id="rId47"/>
    <p:sldId id="610" r:id="rId48"/>
    <p:sldId id="427" r:id="rId49"/>
    <p:sldId id="337" r:id="rId50"/>
    <p:sldId id="374" r:id="rId5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09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84A59F28-411C-4F15-A951-521F4CCCF57F}"/>
    <pc:docChg chg="undo custSel addSld delSld modSld sldOrd">
      <pc:chgData name="anaclaracosta116@gmail.com" userId="a793634777582c92" providerId="LiveId" clId="{84A59F28-411C-4F15-A951-521F4CCCF57F}" dt="2023-12-30T19:44:09.423" v="98"/>
      <pc:docMkLst>
        <pc:docMk/>
      </pc:docMkLst>
      <pc:sldChg chg="modSp mod">
        <pc:chgData name="anaclaracosta116@gmail.com" userId="a793634777582c92" providerId="LiveId" clId="{84A59F28-411C-4F15-A951-521F4CCCF57F}" dt="2023-12-30T19:13:25.476" v="3" actId="27636"/>
        <pc:sldMkLst>
          <pc:docMk/>
          <pc:sldMk cId="2786277918" sldId="269"/>
        </pc:sldMkLst>
        <pc:spChg chg="mod">
          <ac:chgData name="anaclaracosta116@gmail.com" userId="a793634777582c92" providerId="LiveId" clId="{84A59F28-411C-4F15-A951-521F4CCCF57F}" dt="2023-12-30T19:13:25.476" v="3" actId="27636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4A59F28-411C-4F15-A951-521F4CCCF57F}" dt="2023-12-30T19:14:44.092" v="19" actId="403"/>
        <pc:sldMkLst>
          <pc:docMk/>
          <pc:sldMk cId="1963412704" sldId="275"/>
        </pc:sldMkLst>
        <pc:spChg chg="mod">
          <ac:chgData name="anaclaracosta116@gmail.com" userId="a793634777582c92" providerId="LiveId" clId="{84A59F28-411C-4F15-A951-521F4CCCF57F}" dt="2023-12-30T19:14:44.092" v="19" actId="403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4A59F28-411C-4F15-A951-521F4CCCF57F}" dt="2023-12-30T19:44:01.422" v="97"/>
        <pc:sldMkLst>
          <pc:docMk/>
          <pc:sldMk cId="4141278968" sldId="337"/>
        </pc:sldMkLst>
        <pc:spChg chg="mod">
          <ac:chgData name="anaclaracosta116@gmail.com" userId="a793634777582c92" providerId="LiveId" clId="{84A59F28-411C-4F15-A951-521F4CCCF57F}" dt="2023-12-30T19:44:01.422" v="97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4A59F28-411C-4F15-A951-521F4CCCF57F}" dt="2023-12-30T19:25:24.985" v="28" actId="113"/>
        <pc:sldMkLst>
          <pc:docMk/>
          <pc:sldMk cId="3348609962" sldId="358"/>
        </pc:sldMkLst>
        <pc:spChg chg="mod">
          <ac:chgData name="anaclaracosta116@gmail.com" userId="a793634777582c92" providerId="LiveId" clId="{84A59F28-411C-4F15-A951-521F4CCCF57F}" dt="2023-12-30T19:25:24.985" v="28" actId="113"/>
          <ac:spMkLst>
            <pc:docMk/>
            <pc:sldMk cId="3348609962" sldId="35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4A59F28-411C-4F15-A951-521F4CCCF57F}" dt="2023-12-30T19:25:10.677" v="26" actId="113"/>
        <pc:sldMkLst>
          <pc:docMk/>
          <pc:sldMk cId="2304799739" sldId="362"/>
        </pc:sldMkLst>
        <pc:spChg chg="mod">
          <ac:chgData name="anaclaracosta116@gmail.com" userId="a793634777582c92" providerId="LiveId" clId="{84A59F28-411C-4F15-A951-521F4CCCF57F}" dt="2023-12-30T19:25:10.677" v="26" actId="113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4A59F28-411C-4F15-A951-521F4CCCF57F}" dt="2023-12-30T19:14:53.635" v="22" actId="403"/>
        <pc:sldMkLst>
          <pc:docMk/>
          <pc:sldMk cId="496775209" sldId="363"/>
        </pc:sldMkLst>
        <pc:spChg chg="mod">
          <ac:chgData name="anaclaracosta116@gmail.com" userId="a793634777582c92" providerId="LiveId" clId="{84A59F28-411C-4F15-A951-521F4CCCF57F}" dt="2023-12-30T19:14:53.635" v="22" actId="403"/>
          <ac:spMkLst>
            <pc:docMk/>
            <pc:sldMk cId="496775209" sldId="3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4A59F28-411C-4F15-A951-521F4CCCF57F}" dt="2023-12-30T19:44:09.423" v="98"/>
        <pc:sldMkLst>
          <pc:docMk/>
          <pc:sldMk cId="1457828054" sldId="374"/>
        </pc:sldMkLst>
        <pc:spChg chg="mod">
          <ac:chgData name="anaclaracosta116@gmail.com" userId="a793634777582c92" providerId="LiveId" clId="{84A59F28-411C-4F15-A951-521F4CCCF57F}" dt="2023-12-30T19:44:09.423" v="98"/>
          <ac:spMkLst>
            <pc:docMk/>
            <pc:sldMk cId="1457828054" sldId="37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4A59F28-411C-4F15-A951-521F4CCCF57F}" dt="2023-12-30T19:13:30.187" v="5" actId="27636"/>
        <pc:sldMkLst>
          <pc:docMk/>
          <pc:sldMk cId="1775942911" sldId="376"/>
        </pc:sldMkLst>
        <pc:spChg chg="mod">
          <ac:chgData name="anaclaracosta116@gmail.com" userId="a793634777582c92" providerId="LiveId" clId="{84A59F28-411C-4F15-A951-521F4CCCF57F}" dt="2023-12-30T19:13:30.187" v="5" actId="27636"/>
          <ac:spMkLst>
            <pc:docMk/>
            <pc:sldMk cId="1775942911" sldId="37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4A59F28-411C-4F15-A951-521F4CCCF57F}" dt="2023-12-30T19:14:25.833" v="15" actId="113"/>
        <pc:sldMkLst>
          <pc:docMk/>
          <pc:sldMk cId="3022578728" sldId="396"/>
        </pc:sldMkLst>
        <pc:spChg chg="mod">
          <ac:chgData name="anaclaracosta116@gmail.com" userId="a793634777582c92" providerId="LiveId" clId="{84A59F28-411C-4F15-A951-521F4CCCF57F}" dt="2023-12-30T19:14:25.833" v="15" actId="113"/>
          <ac:spMkLst>
            <pc:docMk/>
            <pc:sldMk cId="3022578728" sldId="39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4A59F28-411C-4F15-A951-521F4CCCF57F}" dt="2023-12-30T19:26:16.583" v="36" actId="27636"/>
        <pc:sldMkLst>
          <pc:docMk/>
          <pc:sldMk cId="947951164" sldId="398"/>
        </pc:sldMkLst>
        <pc:spChg chg="mod">
          <ac:chgData name="anaclaracosta116@gmail.com" userId="a793634777582c92" providerId="LiveId" clId="{84A59F28-411C-4F15-A951-521F4CCCF57F}" dt="2023-12-30T19:26:16.583" v="36" actId="27636"/>
          <ac:spMkLst>
            <pc:docMk/>
            <pc:sldMk cId="947951164" sldId="39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4A59F28-411C-4F15-A951-521F4CCCF57F}" dt="2023-12-30T19:26:55.934" v="47" actId="2696"/>
        <pc:sldMkLst>
          <pc:docMk/>
          <pc:sldMk cId="1897722864" sldId="400"/>
        </pc:sldMkLst>
      </pc:sldChg>
      <pc:sldChg chg="modSp mod">
        <pc:chgData name="anaclaracosta116@gmail.com" userId="a793634777582c92" providerId="LiveId" clId="{84A59F28-411C-4F15-A951-521F4CCCF57F}" dt="2023-12-30T19:26:42.316" v="42" actId="27636"/>
        <pc:sldMkLst>
          <pc:docMk/>
          <pc:sldMk cId="412002114" sldId="408"/>
        </pc:sldMkLst>
        <pc:spChg chg="mod">
          <ac:chgData name="anaclaracosta116@gmail.com" userId="a793634777582c92" providerId="LiveId" clId="{84A59F28-411C-4F15-A951-521F4CCCF57F}" dt="2023-12-30T19:26:42.316" v="42" actId="27636"/>
          <ac:spMkLst>
            <pc:docMk/>
            <pc:sldMk cId="412002114" sldId="40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4A59F28-411C-4F15-A951-521F4CCCF57F}" dt="2023-12-30T19:13:55.892" v="9" actId="27636"/>
        <pc:sldMkLst>
          <pc:docMk/>
          <pc:sldMk cId="2126310468" sldId="414"/>
        </pc:sldMkLst>
        <pc:spChg chg="mod">
          <ac:chgData name="anaclaracosta116@gmail.com" userId="a793634777582c92" providerId="LiveId" clId="{84A59F28-411C-4F15-A951-521F4CCCF57F}" dt="2023-12-30T19:13:55.892" v="9" actId="27636"/>
          <ac:spMkLst>
            <pc:docMk/>
            <pc:sldMk cId="2126310468" sldId="41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4A59F28-411C-4F15-A951-521F4CCCF57F}" dt="2023-12-30T19:25:52.610" v="34" actId="113"/>
        <pc:sldMkLst>
          <pc:docMk/>
          <pc:sldMk cId="1083974072" sldId="419"/>
        </pc:sldMkLst>
        <pc:spChg chg="mod">
          <ac:chgData name="anaclaracosta116@gmail.com" userId="a793634777582c92" providerId="LiveId" clId="{84A59F28-411C-4F15-A951-521F4CCCF57F}" dt="2023-12-30T19:25:52.610" v="34" actId="113"/>
          <ac:spMkLst>
            <pc:docMk/>
            <pc:sldMk cId="1083974072" sldId="41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4A59F28-411C-4F15-A951-521F4CCCF57F}" dt="2023-12-30T19:26:20.025" v="37" actId="2696"/>
        <pc:sldMkLst>
          <pc:docMk/>
          <pc:sldMk cId="522501839" sldId="420"/>
        </pc:sldMkLst>
      </pc:sldChg>
      <pc:sldChg chg="del">
        <pc:chgData name="anaclaracosta116@gmail.com" userId="a793634777582c92" providerId="LiveId" clId="{84A59F28-411C-4F15-A951-521F4CCCF57F}" dt="2023-12-30T19:26:53.630" v="46" actId="2696"/>
        <pc:sldMkLst>
          <pc:docMk/>
          <pc:sldMk cId="551272534" sldId="421"/>
        </pc:sldMkLst>
      </pc:sldChg>
      <pc:sldChg chg="add ord">
        <pc:chgData name="anaclaracosta116@gmail.com" userId="a793634777582c92" providerId="LiveId" clId="{84A59F28-411C-4F15-A951-521F4CCCF57F}" dt="2023-12-30T19:25:47.962" v="33"/>
        <pc:sldMkLst>
          <pc:docMk/>
          <pc:sldMk cId="1522167802" sldId="424"/>
        </pc:sldMkLst>
      </pc:sldChg>
      <pc:sldChg chg="add ord">
        <pc:chgData name="anaclaracosta116@gmail.com" userId="a793634777582c92" providerId="LiveId" clId="{84A59F28-411C-4F15-A951-521F4CCCF57F}" dt="2023-12-30T19:26:24.011" v="40"/>
        <pc:sldMkLst>
          <pc:docMk/>
          <pc:sldMk cId="2258295147" sldId="425"/>
        </pc:sldMkLst>
      </pc:sldChg>
      <pc:sldChg chg="add ord">
        <pc:chgData name="anaclaracosta116@gmail.com" userId="a793634777582c92" providerId="LiveId" clId="{84A59F28-411C-4F15-A951-521F4CCCF57F}" dt="2023-12-30T19:26:49.607" v="45"/>
        <pc:sldMkLst>
          <pc:docMk/>
          <pc:sldMk cId="3438445378" sldId="426"/>
        </pc:sldMkLst>
      </pc:sldChg>
      <pc:sldChg chg="add">
        <pc:chgData name="anaclaracosta116@gmail.com" userId="a793634777582c92" providerId="LiveId" clId="{84A59F28-411C-4F15-A951-521F4CCCF57F}" dt="2023-12-30T19:26:59.986" v="48" actId="2890"/>
        <pc:sldMkLst>
          <pc:docMk/>
          <pc:sldMk cId="790165418" sldId="427"/>
        </pc:sldMkLst>
      </pc:sldChg>
      <pc:sldChg chg="modSp add mod ord">
        <pc:chgData name="anaclaracosta116@gmail.com" userId="a793634777582c92" providerId="LiveId" clId="{84A59F28-411C-4F15-A951-521F4CCCF57F}" dt="2023-12-30T19:28:21.382" v="61" actId="27636"/>
        <pc:sldMkLst>
          <pc:docMk/>
          <pc:sldMk cId="3734991938" sldId="428"/>
        </pc:sldMkLst>
        <pc:spChg chg="mod">
          <ac:chgData name="anaclaracosta116@gmail.com" userId="a793634777582c92" providerId="LiveId" clId="{84A59F28-411C-4F15-A951-521F4CCCF57F}" dt="2023-12-30T19:27:17.614" v="56" actId="14100"/>
          <ac:spMkLst>
            <pc:docMk/>
            <pc:sldMk cId="3734991938" sldId="428"/>
            <ac:spMk id="2" creationId="{F0E406B4-85AC-B67B-F9E2-21AAF8067483}"/>
          </ac:spMkLst>
        </pc:spChg>
        <pc:spChg chg="mod">
          <ac:chgData name="anaclaracosta116@gmail.com" userId="a793634777582c92" providerId="LiveId" clId="{84A59F28-411C-4F15-A951-521F4CCCF57F}" dt="2023-12-30T19:28:21.382" v="61" actId="27636"/>
          <ac:spMkLst>
            <pc:docMk/>
            <pc:sldMk cId="3734991938" sldId="428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84A59F28-411C-4F15-A951-521F4CCCF57F}" dt="2023-12-30T19:29:13.375" v="65" actId="27636"/>
        <pc:sldMkLst>
          <pc:docMk/>
          <pc:sldMk cId="1475441202" sldId="429"/>
        </pc:sldMkLst>
        <pc:spChg chg="mod">
          <ac:chgData name="anaclaracosta116@gmail.com" userId="a793634777582c92" providerId="LiveId" clId="{84A59F28-411C-4F15-A951-521F4CCCF57F}" dt="2023-12-30T19:29:13.375" v="65" actId="27636"/>
          <ac:spMkLst>
            <pc:docMk/>
            <pc:sldMk cId="1475441202" sldId="42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84A59F28-411C-4F15-A951-521F4CCCF57F}" dt="2023-12-30T19:29:41.852" v="68"/>
        <pc:sldMkLst>
          <pc:docMk/>
          <pc:sldMk cId="2395872959" sldId="430"/>
        </pc:sldMkLst>
        <pc:spChg chg="mod">
          <ac:chgData name="anaclaracosta116@gmail.com" userId="a793634777582c92" providerId="LiveId" clId="{84A59F28-411C-4F15-A951-521F4CCCF57F}" dt="2023-12-30T19:29:41.852" v="68"/>
          <ac:spMkLst>
            <pc:docMk/>
            <pc:sldMk cId="2395872959" sldId="43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84A59F28-411C-4F15-A951-521F4CCCF57F}" dt="2023-12-30T19:30:24.392" v="79" actId="20577"/>
        <pc:sldMkLst>
          <pc:docMk/>
          <pc:sldMk cId="957986339" sldId="431"/>
        </pc:sldMkLst>
        <pc:spChg chg="mod">
          <ac:chgData name="anaclaracosta116@gmail.com" userId="a793634777582c92" providerId="LiveId" clId="{84A59F28-411C-4F15-A951-521F4CCCF57F}" dt="2023-12-30T19:30:24.392" v="79" actId="20577"/>
          <ac:spMkLst>
            <pc:docMk/>
            <pc:sldMk cId="957986339" sldId="431"/>
            <ac:spMk id="3" creationId="{FC8F7E34-DB8C-1CEE-BAF4-E537563F9CD2}"/>
          </ac:spMkLst>
        </pc:spChg>
      </pc:sldChg>
      <pc:sldChg chg="new del">
        <pc:chgData name="anaclaracosta116@gmail.com" userId="a793634777582c92" providerId="LiveId" clId="{84A59F28-411C-4F15-A951-521F4CCCF57F}" dt="2023-12-30T19:42:08.533" v="87" actId="2696"/>
        <pc:sldMkLst>
          <pc:docMk/>
          <pc:sldMk cId="2135541221" sldId="43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28/12/2025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28/12/2025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28/12/2025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28/12/2025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28/12/2025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28/12/2025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28/12/2025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A799A12-CCEA-231F-E4CC-5AD396DB0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953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7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403ABE3-D2A9-4E95-C93C-168023A9A24E}"/>
              </a:ext>
            </a:extLst>
          </p:cNvPr>
          <p:cNvSpPr txBox="1">
            <a:spLocks/>
          </p:cNvSpPr>
          <p:nvPr/>
        </p:nvSpPr>
        <p:spPr>
          <a:xfrm>
            <a:off x="658436" y="3429000"/>
            <a:ext cx="10875127" cy="312558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FESTA DA SAGRADA FAMÍLIA</a:t>
            </a:r>
            <a:endParaRPr lang="pt-BR" sz="9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600" b="1" dirty="0"/>
              <a:t>JACÓ GEROU JOSÉ, O ESPOSO DE MARIA, DA QUAL NASCEU JESUS, QUE É CHAMADO O CRISTO.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FELIZ ÉS TU SE TEMES O SENHOR </a:t>
            </a:r>
          </a:p>
          <a:p>
            <a:pPr algn="l"/>
            <a:r>
              <a:rPr lang="pt-BR" sz="9600" dirty="0"/>
              <a:t>E TRILHAS SEUS CAMINHOS! R.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000" b="1" dirty="0"/>
              <a:t>JACÓ GEROU JOSÉ, O ESPOSO DE MARIA, DA QUAL NASCEU JESUS, QUE É CHAMADO O CRISTO.</a:t>
            </a:r>
          </a:p>
          <a:p>
            <a:pPr algn="l"/>
            <a:endParaRPr lang="pt-BR" sz="9600" b="1" dirty="0"/>
          </a:p>
          <a:p>
            <a:pPr algn="l"/>
            <a:r>
              <a:rPr lang="pt-BR" sz="9800" dirty="0"/>
              <a:t>DO TRABALHO DE TUAS MÃOS HÁS DE VIVER, SERÁS FELIZ, TUDO IRÁ BEM! R.</a:t>
            </a:r>
          </a:p>
        </p:txBody>
      </p:sp>
    </p:spTree>
    <p:extLst>
      <p:ext uri="{BB962C8B-B14F-4D97-AF65-F5344CB8AC3E}">
        <p14:creationId xmlns:p14="http://schemas.microsoft.com/office/powerpoint/2010/main" val="1677633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244" y="1149928"/>
            <a:ext cx="11502738" cy="5805054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600" b="1" dirty="0"/>
              <a:t>JACÓ GEROU JOSÉ, O ESPOSO DE MARIA, DA QUAL NASCEU JESUS, QUE É CHAMADO O CRISTO.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A TUA ESPOSA É UMA VIDEIRA BEM FECUNDA, NO CORAÇÃO DA TUA CASA; R.</a:t>
            </a:r>
          </a:p>
        </p:txBody>
      </p:sp>
    </p:spTree>
    <p:extLst>
      <p:ext uri="{BB962C8B-B14F-4D97-AF65-F5344CB8AC3E}">
        <p14:creationId xmlns:p14="http://schemas.microsoft.com/office/powerpoint/2010/main" val="637538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FILHO DE DEUS, QUE, NASCENDO DA VIRGEM MARIA, VOS FIZESTES NOSSO IRMÃO,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KYRIE, KYRIE ELEISON!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85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CRISTO, FILHO DO HOMEM, QUE CONHECEIS E COMPREENDEIS NOSSA FRAQUEZA,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CHRISTE, CHRISTE ELEISON! 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58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FILHO PRIMOGÊNITO DO PAI, QUE FAZEIS DE NÓS UMA SÓ FAMÍLIA,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KYRIE, </a:t>
            </a:r>
            <a:r>
              <a:rPr lang="pt-BR" sz="6000" b="1" i="0" dirty="0">
                <a:effectLst/>
              </a:rPr>
              <a:t>KYRIE ELEISON!</a:t>
            </a:r>
            <a:endParaRPr lang="pt-BR" sz="6600" b="1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07406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4932218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GLÓRIA A DEUS NAS ALTURAS </a:t>
            </a:r>
          </a:p>
          <a:p>
            <a:pPr algn="just"/>
            <a:r>
              <a:rPr lang="pt-BR" sz="6000" b="1" dirty="0"/>
              <a:t>E PAZ NA TERRA AOS HOMENS POR ELE AMADOS</a:t>
            </a:r>
            <a:endParaRPr lang="pt-BR" sz="8000" b="1" dirty="0"/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0"/>
            <a:ext cx="11436928" cy="62206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 JESUS CRISTO, FILHO UNIGÊNITO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</a:t>
            </a:r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TENDE PIEDADE DE NÓS</a:t>
            </a:r>
            <a:endParaRPr lang="pt-BR" sz="7200" dirty="0"/>
          </a:p>
          <a:p>
            <a:pPr algn="just"/>
            <a:r>
              <a:rPr lang="pt-BR" sz="6000" dirty="0"/>
              <a:t>VÓS QUE TIRAIS O PECADO DO MUNDO, </a:t>
            </a:r>
          </a:p>
          <a:p>
            <a:pPr algn="just"/>
            <a:r>
              <a:rPr lang="pt-BR" sz="6000" dirty="0"/>
              <a:t>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</a:t>
            </a:r>
          </a:p>
          <a:p>
            <a:pPr algn="just"/>
            <a:r>
              <a:rPr lang="pt-BR" sz="9600" dirty="0"/>
              <a:t>AMÉM 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211840" cy="2957080"/>
          </a:xfrm>
        </p:spPr>
        <p:txBody>
          <a:bodyPr>
            <a:normAutofit/>
          </a:bodyPr>
          <a:lstStyle/>
          <a:p>
            <a:r>
              <a:rPr lang="pt-BR" sz="5400" b="1" dirty="0"/>
              <a:t>FELIZES OS QUE TEMEM O SENHOR E TRILHAM SEUS CAMINHOS!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QUE A PAZ DE CRISTO REINE EM VOSSOS CORAÇÕES E RICAMENTE HABITE EM VÓS SUA PALAVRA!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DO JUBILEU 2025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PAI QUE ESTÁS NOS CÉUS, A FÉ QUE NOS DESTE NO TEU FILHO JESUS CRISTO, NOSSO IRMÃO, E A CHAMA DE CARIDADE DERRAMADA NOS NOSSOS CORAÇÕES PELO ESPIRITO SANTO DESPERTEM EM NÓS A BEM-AVENTURADA ESPERANÇA PARA A VINDA DO TEU REINO.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98AF1-95A9-360A-4FB2-54989C29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D31CD-F4CD-7E8B-1053-073BEAD1D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DO JUBILEU 2025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0DE694-499C-3D3C-B4F0-3837BDC59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TUA GRAÇA NOS TRANSFORME EM CULTIVADORES DILIGENTES DAS SEMENTES DO EVANGELHO QUE FERMETEM A HUMANIDADE E O COSMOS, NA ESPERA CONFIANTE DOS NOVOS CÉUS E DA NOVA TERRA, QUANDO, VENCIDAS AS POTÊNCIAS DO MAL, SE MANIFESTAR PARA SEMPRE A TUA GLÓRIA.</a:t>
            </a:r>
          </a:p>
        </p:txBody>
      </p:sp>
    </p:spTree>
    <p:extLst>
      <p:ext uri="{BB962C8B-B14F-4D97-AF65-F5344CB8AC3E}">
        <p14:creationId xmlns:p14="http://schemas.microsoft.com/office/powerpoint/2010/main" val="1787810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112C5-38DD-11F0-2EB6-FD0B3408C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D700F-FB0F-9EC9-F2A8-90059F258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DO JUBILEU 2025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2FDEFC-0104-467A-D129-C15B6B2E7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GRAÇA DO JUBILEU REAVIVE EM NÓS, PEREGRINOS DA ESPERANÇA, O DESEJO DOS BENS CELESTES E DERRAME SOBRE O MUNDO INTEIRO A ALEGRIA E A PAZ DO NOSSO REDENTOR. A TI, DEUS BENDITO NA ETERNIDADE, LOUVOR E GLÓRIA PELOS SÉCULOS DOS SÉCULOS. AMÉM.</a:t>
            </a:r>
          </a:p>
        </p:txBody>
      </p:sp>
    </p:spTree>
    <p:extLst>
      <p:ext uri="{BB962C8B-B14F-4D97-AF65-F5344CB8AC3E}">
        <p14:creationId xmlns:p14="http://schemas.microsoft.com/office/powerpoint/2010/main" val="3744563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87B2B-A83C-8E70-DA59-7524882D9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9BFEA49-51CB-C4BB-574D-9875A09B3C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8750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DDDD5-B16A-786E-4AF6-29FD643F1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54BBF-23FD-1A09-85B8-C74888167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8A03E4-D214-7999-9CA8-43AF7E669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800" b="1" dirty="0"/>
              <a:t>SOBE A JERUSALÉM, VIRGEM OFERENTE SEM IGUAL.</a:t>
            </a:r>
          </a:p>
          <a:p>
            <a:pPr algn="l"/>
            <a:r>
              <a:rPr lang="pt-BR" sz="8800" b="1" dirty="0"/>
              <a:t>VAI APRESENTA AO PAI TEU MENINO: LUZ QUE CHEGOU NO NATAL.</a:t>
            </a:r>
          </a:p>
        </p:txBody>
      </p:sp>
    </p:spTree>
    <p:extLst>
      <p:ext uri="{BB962C8B-B14F-4D97-AF65-F5344CB8AC3E}">
        <p14:creationId xmlns:p14="http://schemas.microsoft.com/office/powerpoint/2010/main" val="3665685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b="1" dirty="0"/>
              <a:t>E, JUNTO À SUA CRUZ, QUANDO DEUS MORRER FICA DE PÉ.</a:t>
            </a:r>
          </a:p>
          <a:p>
            <a:pPr algn="l"/>
            <a:r>
              <a:rPr lang="pt-BR" sz="8000" b="1" dirty="0"/>
              <a:t>SIM, ELE TE SALVOU, MAS O OFERECESTE POR NÓS COM TODA A FÉ.</a:t>
            </a:r>
            <a:endParaRPr lang="pt-BR" sz="60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8800" b="1" dirty="0"/>
              <a:t>NÓS VAMOS RENOVAR ESTE SACRIFÍCIO DE JESUS:</a:t>
            </a:r>
          </a:p>
          <a:p>
            <a:pPr algn="l"/>
            <a:r>
              <a:rPr lang="pt-BR" sz="8800" b="1" dirty="0"/>
              <a:t>MORTE E RESSURREIÇÃO; VIDA QUE BROTOU DE SUA OFERTA NA CRUZ.</a:t>
            </a:r>
          </a:p>
        </p:txBody>
      </p:sp>
    </p:spTree>
    <p:extLst>
      <p:ext uri="{BB962C8B-B14F-4D97-AF65-F5344CB8AC3E}">
        <p14:creationId xmlns:p14="http://schemas.microsoft.com/office/powerpoint/2010/main" val="2126310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MÃE, VEM NOS ENSINAR A FAZER DA VIDA UMA OBLAÇÃO: CULTO AGRADÁVEL A DEUS É FAZER A OFERTA DO PRÓPRIO CORAÇÃO.</a:t>
            </a:r>
          </a:p>
        </p:txBody>
      </p:sp>
    </p:spTree>
    <p:extLst>
      <p:ext uri="{BB962C8B-B14F-4D97-AF65-F5344CB8AC3E}">
        <p14:creationId xmlns:p14="http://schemas.microsoft.com/office/powerpoint/2010/main" val="3022578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109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</a:t>
            </a:r>
          </a:p>
          <a:p>
            <a:pPr algn="just"/>
            <a:r>
              <a:rPr lang="pt-BR" sz="72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1500" dirty="0"/>
              <a:t>CRISTÃOS, VINDE TODOS, COM ALEGRES CANTOS.</a:t>
            </a:r>
          </a:p>
          <a:p>
            <a:pPr algn="l"/>
            <a:r>
              <a:rPr lang="pt-BR" sz="11500" dirty="0"/>
              <a:t>OH! VINDE, OH! VINDE ATÉ BELÉM.</a:t>
            </a:r>
          </a:p>
          <a:p>
            <a:pPr algn="l"/>
            <a:r>
              <a:rPr lang="pt-BR" sz="11500" dirty="0"/>
              <a:t>VEDE NASCIDO, VOSSO REI ETERNO.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OH! VINDE ADOREMOS,</a:t>
            </a:r>
          </a:p>
          <a:p>
            <a:pPr algn="l"/>
            <a:r>
              <a:rPr lang="pt-BR" sz="8000" b="1" dirty="0"/>
              <a:t>OH! VINDE ADOREMOS,</a:t>
            </a:r>
          </a:p>
          <a:p>
            <a:pPr algn="l"/>
            <a:r>
              <a:rPr lang="pt-BR" sz="8000" b="1" dirty="0"/>
              <a:t>OH! VINDE ADOREMOS O SALVADOR!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1500" dirty="0"/>
              <a:t>HUMILDES PASTORES DEIXAM SEU REBANHO</a:t>
            </a:r>
          </a:p>
          <a:p>
            <a:pPr algn="l"/>
            <a:r>
              <a:rPr lang="pt-BR" sz="11500" dirty="0"/>
              <a:t>E ALEGRES ACORREM AO REI DO CÉU.</a:t>
            </a:r>
          </a:p>
          <a:p>
            <a:pPr algn="l"/>
            <a:r>
              <a:rPr lang="pt-BR" sz="11500" dirty="0"/>
              <a:t>NÓS, IGUALMENTE, CHEIOS DE ALEGRIA.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083974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OH! VINDE ADOREMOS,</a:t>
            </a:r>
          </a:p>
          <a:p>
            <a:pPr algn="l"/>
            <a:r>
              <a:rPr lang="pt-BR" sz="8000" b="1" dirty="0"/>
              <a:t>OH! VINDE ADOREMOS,</a:t>
            </a:r>
          </a:p>
          <a:p>
            <a:pPr algn="l"/>
            <a:r>
              <a:rPr lang="pt-BR" sz="8000" b="1" dirty="0"/>
              <a:t>OH! VINDE ADOREMOS O SALVADOR!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522167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355532" cy="561845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/>
              <a:t>O DEUS INVISÍVEL DE ETERNA GRANDEZA,</a:t>
            </a:r>
          </a:p>
          <a:p>
            <a:pPr algn="l"/>
            <a:r>
              <a:rPr lang="pt-BR" sz="8000" dirty="0"/>
              <a:t>SOB VÉUS DE HUMILDADE, PODEMOS VER.</a:t>
            </a:r>
          </a:p>
          <a:p>
            <a:pPr algn="l"/>
            <a:r>
              <a:rPr lang="pt-BR" sz="8000" dirty="0"/>
              <a:t>DEUS PEQUENINO, DEUS ENVOLTO EM FAIXAS!</a:t>
            </a:r>
            <a:endParaRPr lang="pt-BR" sz="31000" dirty="0"/>
          </a:p>
        </p:txBody>
      </p:sp>
    </p:spTree>
    <p:extLst>
      <p:ext uri="{BB962C8B-B14F-4D97-AF65-F5344CB8AC3E}">
        <p14:creationId xmlns:p14="http://schemas.microsoft.com/office/powerpoint/2010/main" val="9479511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OH! VINDE ADOREMOS,</a:t>
            </a:r>
          </a:p>
          <a:p>
            <a:pPr algn="l"/>
            <a:r>
              <a:rPr lang="pt-BR" sz="8000" b="1" dirty="0"/>
              <a:t>OH! VINDE ADOREMOS,</a:t>
            </a:r>
          </a:p>
          <a:p>
            <a:pPr algn="l"/>
            <a:r>
              <a:rPr lang="pt-BR" sz="8000" b="1" dirty="0"/>
              <a:t>OH! VINDE ADOREMOS O SALVADOR!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258295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dirty="0"/>
              <a:t>NASCEU EM POBREZA, REPOUSANDO EM PALHAS.</a:t>
            </a:r>
          </a:p>
          <a:p>
            <a:pPr algn="l"/>
            <a:r>
              <a:rPr lang="pt-BR" sz="8800" dirty="0"/>
              <a:t>O NOSSO AFETO LHE VAMOS DAR. TANTO AMOU-NOS!</a:t>
            </a:r>
          </a:p>
          <a:p>
            <a:pPr algn="l"/>
            <a:r>
              <a:rPr lang="pt-BR" sz="8800" dirty="0"/>
              <a:t>QUEM NÃO HÁ DE AMÁ-LO?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2002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OH! VINDE ADOREMOS,</a:t>
            </a:r>
          </a:p>
          <a:p>
            <a:pPr algn="l"/>
            <a:r>
              <a:rPr lang="pt-BR" sz="8000" b="1" dirty="0"/>
              <a:t>OH! VINDE ADOREMOS,</a:t>
            </a:r>
          </a:p>
          <a:p>
            <a:pPr algn="l"/>
            <a:r>
              <a:rPr lang="pt-BR" sz="8000" b="1" dirty="0"/>
              <a:t>OH! VINDE ADOREMOS O SALVADOR!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4384453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CCD1-09D6-47B5-55CE-D11DD71C5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2E2D6-A6E0-9E9B-B217-9B29A0EAC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2489E5-8E25-A399-5DB3-08796BADD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CHAMA VIVA DA MINHA ESPERANÇA</a:t>
            </a:r>
          </a:p>
          <a:p>
            <a:pPr algn="l"/>
            <a:r>
              <a:rPr lang="pt-BR" sz="6000" b="1" dirty="0"/>
              <a:t>ESTE CANTO SUBA PARA TI</a:t>
            </a:r>
          </a:p>
          <a:p>
            <a:pPr algn="l"/>
            <a:r>
              <a:rPr lang="pt-BR" sz="6000" b="1" dirty="0"/>
              <a:t>SEIO ETERNO DE INFINITA VIDA</a:t>
            </a:r>
          </a:p>
          <a:p>
            <a:pPr algn="l"/>
            <a:r>
              <a:rPr lang="pt-BR" sz="6000" b="1" dirty="0"/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10308298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0E159-5C2A-5F9E-DDFA-9761053AB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86437-C128-4B2D-09EA-DF8ACCF1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CC3216-BD40-48B1-CF50-6737F0121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dirty="0"/>
              <a:t>1. TODA A LÍNGUA, POVO E NAÇÃO</a:t>
            </a:r>
          </a:p>
          <a:p>
            <a:pPr algn="l"/>
            <a:r>
              <a:rPr lang="pt-BR" sz="6000" dirty="0"/>
              <a:t>TUA LUZ ENCONTRA NA PALAVRA.</a:t>
            </a:r>
          </a:p>
          <a:p>
            <a:pPr algn="l"/>
            <a:r>
              <a:rPr lang="pt-BR" sz="6000" dirty="0"/>
              <a:t>OS TEUS FILHOS, FRÁGEIS E DISPERSOS</a:t>
            </a:r>
          </a:p>
          <a:p>
            <a:pPr algn="l"/>
            <a:r>
              <a:rPr lang="pt-BR" sz="6000" dirty="0"/>
              <a:t>SE REÚNEM NO TEU FILHO AMADO.</a:t>
            </a:r>
          </a:p>
        </p:txBody>
      </p:sp>
    </p:spTree>
    <p:extLst>
      <p:ext uri="{BB962C8B-B14F-4D97-AF65-F5344CB8AC3E}">
        <p14:creationId xmlns:p14="http://schemas.microsoft.com/office/powerpoint/2010/main" val="13727849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36089-23FA-3B0F-84BD-A0D49C846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BD97A-172D-7CCC-4F32-24F70E300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275C90-2FB8-9CCB-9C1C-8666831F7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CHAMA VIVA DA MINHA ESPERANÇA</a:t>
            </a:r>
          </a:p>
          <a:p>
            <a:pPr algn="l"/>
            <a:r>
              <a:rPr lang="pt-BR" sz="6000" b="1" dirty="0"/>
              <a:t>ESTE CANTO SUBA PARA TI</a:t>
            </a:r>
          </a:p>
          <a:p>
            <a:pPr algn="l"/>
            <a:r>
              <a:rPr lang="pt-BR" sz="6000" b="1" dirty="0"/>
              <a:t>SEIO ETERNO DE INFINITA VIDA</a:t>
            </a:r>
          </a:p>
          <a:p>
            <a:pPr algn="l"/>
            <a:r>
              <a:rPr lang="pt-BR" sz="6000" b="1" dirty="0"/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10058469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6C904-1B45-CF42-D181-806F2488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54F673-CFBC-865C-DF38-E68861332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652B8D-E170-323A-8EA0-FA363A95D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DEUS NOS OLHA, TERNO E PACIENTE:</a:t>
            </a:r>
          </a:p>
          <a:p>
            <a:pPr algn="l"/>
            <a:r>
              <a:rPr lang="pt-BR" sz="6000" dirty="0"/>
              <a:t>NASCE A AURORA DE UM FUTURO NOVO.</a:t>
            </a:r>
          </a:p>
          <a:p>
            <a:pPr algn="l"/>
            <a:r>
              <a:rPr lang="pt-BR" sz="6000" dirty="0"/>
              <a:t>NOVOS CÉUS, TERRA FEITA NOVA:</a:t>
            </a:r>
          </a:p>
          <a:p>
            <a:pPr algn="l"/>
            <a:r>
              <a:rPr lang="pt-BR" sz="6000" dirty="0"/>
              <a:t>PASSA OS MUROS, ‘SPIRITO DE VIDA.</a:t>
            </a:r>
          </a:p>
        </p:txBody>
      </p:sp>
    </p:spTree>
    <p:extLst>
      <p:ext uri="{BB962C8B-B14F-4D97-AF65-F5344CB8AC3E}">
        <p14:creationId xmlns:p14="http://schemas.microsoft.com/office/powerpoint/2010/main" val="5726592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FFE87-D57D-CE92-A3A2-ACCFC2113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89A7A-84AB-B1C8-762C-E0FC82ECD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91707F-74B2-C39D-4F08-9208E5CCE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CHAMA VIVA DA MINHA ESPERANÇA</a:t>
            </a:r>
          </a:p>
          <a:p>
            <a:pPr algn="l"/>
            <a:r>
              <a:rPr lang="pt-BR" sz="6000" b="1" dirty="0"/>
              <a:t>ESTE CANTO SUBA PARA TI</a:t>
            </a:r>
          </a:p>
          <a:p>
            <a:pPr algn="l"/>
            <a:r>
              <a:rPr lang="pt-BR" sz="6000" b="1" dirty="0"/>
              <a:t>SEIO ETERNO DE INFINITA VIDA</a:t>
            </a:r>
          </a:p>
          <a:p>
            <a:pPr algn="l"/>
            <a:r>
              <a:rPr lang="pt-BR" sz="6000" b="1" dirty="0"/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10154703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99348-05DC-3678-9756-E62B810C1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1196E-3BD0-A3FE-3F0D-127FAC9DD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814CDF-5697-9224-43A5-71AA1F16F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dirty="0"/>
              <a:t>ERGUE OS OLHOS, MOVE-TE COM O VENTO,</a:t>
            </a:r>
          </a:p>
          <a:p>
            <a:pPr algn="l"/>
            <a:r>
              <a:rPr lang="pt-BR" sz="6000" dirty="0"/>
              <a:t>NÃO TE ATRASES: CHEGA DEUS, NO TEMPO.</a:t>
            </a:r>
          </a:p>
          <a:p>
            <a:pPr algn="l"/>
            <a:r>
              <a:rPr lang="pt-BR" sz="6000" dirty="0"/>
              <a:t>JESUS CRISTO POR TI SE FEZ HOMEM:</a:t>
            </a:r>
          </a:p>
          <a:p>
            <a:pPr algn="l"/>
            <a:r>
              <a:rPr lang="pt-BR" sz="6000" dirty="0"/>
              <a:t>AOS MILHARES SEGUEM O CAMINHO.</a:t>
            </a:r>
          </a:p>
        </p:txBody>
      </p:sp>
    </p:spTree>
    <p:extLst>
      <p:ext uri="{BB962C8B-B14F-4D97-AF65-F5344CB8AC3E}">
        <p14:creationId xmlns:p14="http://schemas.microsoft.com/office/powerpoint/2010/main" val="8990623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32493-3D4C-FC12-9C77-39C4A9746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8AB352-6CDE-4D58-5D73-18B75370B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3B5D8F-CD1F-F75E-C217-5988712C5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CHAMA VIVA DA MINHA ESPERANÇA</a:t>
            </a:r>
          </a:p>
          <a:p>
            <a:pPr algn="l"/>
            <a:r>
              <a:rPr lang="pt-BR" sz="6000" b="1" dirty="0"/>
              <a:t>ESTE CANTO SUBA PARA TI</a:t>
            </a:r>
          </a:p>
          <a:p>
            <a:pPr algn="l"/>
            <a:r>
              <a:rPr lang="pt-BR" sz="6000" b="1" dirty="0"/>
              <a:t>SEIO ETERNO DE INFINITA VIDA</a:t>
            </a:r>
          </a:p>
          <a:p>
            <a:pPr algn="l"/>
            <a:r>
              <a:rPr lang="pt-BR" sz="6000" b="1" dirty="0"/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37721735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519876"/>
            <a:ext cx="11406085" cy="6338124"/>
          </a:xfrm>
        </p:spPr>
        <p:txBody>
          <a:bodyPr>
            <a:normAutofit/>
          </a:bodyPr>
          <a:lstStyle/>
          <a:p>
            <a:pPr algn="l"/>
            <a:r>
              <a:rPr lang="pt-BR" sz="7400" dirty="0"/>
              <a:t>QUE A FAMÍLIA COMECE E TERMINE SABENDO ONDE VAI</a:t>
            </a:r>
          </a:p>
          <a:p>
            <a:pPr algn="l"/>
            <a:r>
              <a:rPr lang="pt-BR" sz="7400" dirty="0"/>
              <a:t>E QUE O HOMEM CARREGUE NOS OMBROS A GRAÇA DE UM PAI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706581"/>
            <a:ext cx="11495809" cy="6151419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QUE A MULHER SEJA UM CÉU DE TERNURA, ACONCHEGO E CALOR</a:t>
            </a:r>
          </a:p>
          <a:p>
            <a:pPr algn="l"/>
            <a:r>
              <a:rPr lang="pt-BR" sz="5400" dirty="0"/>
              <a:t>E QUE OS FILHOS CONHEÇAM A FORÇA QUE BROTA DO AMOR</a:t>
            </a:r>
          </a:p>
          <a:p>
            <a:pPr algn="l"/>
            <a:r>
              <a:rPr lang="pt-BR" sz="5400" dirty="0"/>
              <a:t>ABENÇOA, SENHOR, AS FAMÍLIAS! AMÉM!</a:t>
            </a:r>
          </a:p>
          <a:p>
            <a:pPr algn="l"/>
            <a:r>
              <a:rPr lang="pt-BR" sz="5400" dirty="0"/>
              <a:t>ABENÇOA, SENHOR, A MINHA TAMBÉM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10093</TotalTime>
  <Words>1123</Words>
  <Application>Microsoft Office PowerPoint</Application>
  <PresentationFormat>Widescreen</PresentationFormat>
  <Paragraphs>165</Paragraphs>
  <Slides>50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50</vt:i4>
      </vt:variant>
    </vt:vector>
  </HeadingPairs>
  <TitlesOfParts>
    <vt:vector size="55" baseType="lpstr">
      <vt:lpstr>arial</vt:lpstr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ORAÇÃO DO JUBILEU 2025</vt:lpstr>
      <vt:lpstr>ORAÇÃO DO JUBILEU 2025</vt:lpstr>
      <vt:lpstr>ORAÇÃO DO JUBILEU 2025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HINO DO JUBILEU</vt:lpstr>
      <vt:lpstr>HINO DO JUBILEU</vt:lpstr>
      <vt:lpstr>HINO DO JUBILEU</vt:lpstr>
      <vt:lpstr>HINO DO JUBILEU</vt:lpstr>
      <vt:lpstr>HINO DO JUBILEU</vt:lpstr>
      <vt:lpstr>HINO DO JUBILEU</vt:lpstr>
      <vt:lpstr>HINO DO JUBILEU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39</cp:revision>
  <dcterms:created xsi:type="dcterms:W3CDTF">2023-05-06T17:01:55Z</dcterms:created>
  <dcterms:modified xsi:type="dcterms:W3CDTF">2025-12-28T17:07:21Z</dcterms:modified>
</cp:coreProperties>
</file>