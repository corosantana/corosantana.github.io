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50" r:id="rId3"/>
    <p:sldId id="354" r:id="rId4"/>
    <p:sldId id="503" r:id="rId5"/>
    <p:sldId id="504" r:id="rId6"/>
    <p:sldId id="258" r:id="rId7"/>
    <p:sldId id="460" r:id="rId8"/>
    <p:sldId id="519" r:id="rId9"/>
    <p:sldId id="520" r:id="rId10"/>
    <p:sldId id="521" r:id="rId11"/>
    <p:sldId id="522" r:id="rId12"/>
    <p:sldId id="524" r:id="rId13"/>
    <p:sldId id="525" r:id="rId14"/>
    <p:sldId id="526" r:id="rId15"/>
    <p:sldId id="260" r:id="rId16"/>
    <p:sldId id="261" r:id="rId17"/>
    <p:sldId id="445" r:id="rId18"/>
    <p:sldId id="338" r:id="rId19"/>
    <p:sldId id="339" r:id="rId20"/>
    <p:sldId id="340" r:id="rId21"/>
    <p:sldId id="264" r:id="rId22"/>
    <p:sldId id="265" r:id="rId23"/>
    <p:sldId id="266" r:id="rId24"/>
    <p:sldId id="267" r:id="rId25"/>
    <p:sldId id="418" r:id="rId26"/>
    <p:sldId id="412" r:id="rId27"/>
    <p:sldId id="465" r:id="rId28"/>
    <p:sldId id="505" r:id="rId29"/>
    <p:sldId id="506" r:id="rId30"/>
    <p:sldId id="507" r:id="rId31"/>
    <p:sldId id="508" r:id="rId32"/>
    <p:sldId id="509" r:id="rId33"/>
    <p:sldId id="510" r:id="rId34"/>
    <p:sldId id="511" r:id="rId35"/>
    <p:sldId id="361" r:id="rId36"/>
    <p:sldId id="362" r:id="rId37"/>
    <p:sldId id="414" r:id="rId38"/>
    <p:sldId id="512" r:id="rId39"/>
    <p:sldId id="513" r:id="rId40"/>
    <p:sldId id="514" r:id="rId41"/>
    <p:sldId id="515" r:id="rId42"/>
    <p:sldId id="516" r:id="rId43"/>
    <p:sldId id="517" r:id="rId44"/>
    <p:sldId id="518" r:id="rId45"/>
    <p:sldId id="404" r:id="rId46"/>
    <p:sldId id="385" r:id="rId47"/>
    <p:sldId id="386" r:id="rId48"/>
    <p:sldId id="387" r:id="rId49"/>
    <p:sldId id="388" r:id="rId50"/>
    <p:sldId id="527" r:id="rId51"/>
    <p:sldId id="476" r:id="rId52"/>
    <p:sldId id="499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71" d="100"/>
          <a:sy n="71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Silva" userId="b18dd494f9f6453e" providerId="LiveId" clId="{C47B5E74-1EFD-4D39-B5D6-98076FA5F5A9}"/>
    <pc:docChg chg="undo redo custSel addSld delSld modSld sldOrd">
      <pc:chgData name="Roberto Silva" userId="b18dd494f9f6453e" providerId="LiveId" clId="{C47B5E74-1EFD-4D39-B5D6-98076FA5F5A9}" dt="2024-12-15T20:52:46.313" v="1633" actId="207"/>
      <pc:docMkLst>
        <pc:docMk/>
      </pc:docMkLst>
      <pc:sldChg chg="modSp mod">
        <pc:chgData name="Roberto Silva" userId="b18dd494f9f6453e" providerId="LiveId" clId="{C47B5E74-1EFD-4D39-B5D6-98076FA5F5A9}" dt="2024-12-15T20:52:06.369" v="1625" actId="27636"/>
        <pc:sldMkLst>
          <pc:docMk/>
          <pc:sldMk cId="3388034860" sldId="265"/>
        </pc:sldMkLst>
        <pc:spChg chg="mod">
          <ac:chgData name="Roberto Silva" userId="b18dd494f9f6453e" providerId="LiveId" clId="{C47B5E74-1EFD-4D39-B5D6-98076FA5F5A9}" dt="2024-12-15T20:52:06.369" v="1625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7:17.625" v="568" actId="20577"/>
        <pc:sldMkLst>
          <pc:docMk/>
          <pc:sldMk cId="2671817442" sldId="267"/>
        </pc:sldMkLst>
        <pc:spChg chg="mod">
          <ac:chgData name="Roberto Silva" userId="b18dd494f9f6453e" providerId="LiveId" clId="{C47B5E74-1EFD-4D39-B5D6-98076FA5F5A9}" dt="2024-12-15T20:37:17.625" v="56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2:08.693" v="1003" actId="120"/>
        <pc:sldMkLst>
          <pc:docMk/>
          <pc:sldMk cId="1963412704" sldId="275"/>
        </pc:sldMkLst>
        <pc:spChg chg="mod">
          <ac:chgData name="Roberto Silva" userId="b18dd494f9f6453e" providerId="LiveId" clId="{C47B5E74-1EFD-4D39-B5D6-98076FA5F5A9}" dt="2024-12-15T20:42:08.693" v="1003" actId="120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6:58.360" v="1087" actId="47"/>
        <pc:sldMkLst>
          <pc:docMk/>
          <pc:sldMk cId="4141278968" sldId="337"/>
        </pc:sldMkLst>
      </pc:sldChg>
      <pc:sldChg chg="modSp mod">
        <pc:chgData name="Roberto Silva" userId="b18dd494f9f6453e" providerId="LiveId" clId="{C47B5E74-1EFD-4D39-B5D6-98076FA5F5A9}" dt="2024-12-15T20:30:03.821" v="65" actId="14100"/>
        <pc:sldMkLst>
          <pc:docMk/>
          <pc:sldMk cId="880466366" sldId="354"/>
        </pc:sldMkLst>
        <pc:spChg chg="mod">
          <ac:chgData name="Roberto Silva" userId="b18dd494f9f6453e" providerId="LiveId" clId="{C47B5E74-1EFD-4D39-B5D6-98076FA5F5A9}" dt="2024-12-15T20:30:03.821" v="65" actId="14100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3:05.232" v="1009" actId="27636"/>
        <pc:sldMkLst>
          <pc:docMk/>
          <pc:sldMk cId="2304799739" sldId="362"/>
        </pc:sldMkLst>
        <pc:spChg chg="mod">
          <ac:chgData name="Roberto Silva" userId="b18dd494f9f6453e" providerId="LiveId" clId="{C47B5E74-1EFD-4D39-B5D6-98076FA5F5A9}" dt="2024-12-15T20:43:05.232" v="1009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1:57.940" v="1001" actId="47"/>
        <pc:sldMkLst>
          <pc:docMk/>
          <pc:sldMk cId="496775209" sldId="363"/>
        </pc:sldMkLst>
      </pc:sldChg>
      <pc:sldChg chg="delSp modSp mod">
        <pc:chgData name="Roberto Silva" userId="b18dd494f9f6453e" providerId="LiveId" clId="{C47B5E74-1EFD-4D39-B5D6-98076FA5F5A9}" dt="2024-12-15T20:52:46.313" v="1633" actId="207"/>
        <pc:sldMkLst>
          <pc:docMk/>
          <pc:sldMk cId="725659120" sldId="375"/>
        </pc:sldMkLst>
        <pc:spChg chg="mod">
          <ac:chgData name="Roberto Silva" userId="b18dd494f9f6453e" providerId="LiveId" clId="{C47B5E74-1EFD-4D39-B5D6-98076FA5F5A9}" dt="2024-12-15T20:52:45.802" v="1632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C47B5E74-1EFD-4D39-B5D6-98076FA5F5A9}" dt="2024-12-15T20:52:46.313" v="1633" actId="207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Roberto Silva" userId="b18dd494f9f6453e" providerId="LiveId" clId="{C47B5E74-1EFD-4D39-B5D6-98076FA5F5A9}" dt="2024-12-15T20:27:39.580" v="1" actId="478"/>
          <ac:picMkLst>
            <pc:docMk/>
            <pc:sldMk cId="725659120" sldId="375"/>
            <ac:picMk id="13" creationId="{4CAB17F7-B734-4059-AC00-FE8C2ADB35D3}"/>
          </ac:picMkLst>
        </pc:picChg>
      </pc:sldChg>
      <pc:sldChg chg="modSp mod">
        <pc:chgData name="Roberto Silva" userId="b18dd494f9f6453e" providerId="LiveId" clId="{C47B5E74-1EFD-4D39-B5D6-98076FA5F5A9}" dt="2024-12-15T20:49:18.468" v="1322" actId="404"/>
        <pc:sldMkLst>
          <pc:docMk/>
          <pc:sldMk cId="2703296813" sldId="385"/>
        </pc:sldMkLst>
        <pc:spChg chg="mod">
          <ac:chgData name="Roberto Silva" userId="b18dd494f9f6453e" providerId="LiveId" clId="{C47B5E74-1EFD-4D39-B5D6-98076FA5F5A9}" dt="2024-12-15T20:49:18.468" v="1322" actId="404"/>
          <ac:spMkLst>
            <pc:docMk/>
            <pc:sldMk cId="2703296813" sldId="38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2732653773" sldId="386"/>
        </pc:sldMkLst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2114761110" sldId="387"/>
        </pc:sldMkLst>
      </pc:sldChg>
      <pc:sldChg chg="del">
        <pc:chgData name="Roberto Silva" userId="b18dd494f9f6453e" providerId="LiveId" clId="{C47B5E74-1EFD-4D39-B5D6-98076FA5F5A9}" dt="2024-12-15T20:49:24.139" v="1323" actId="47"/>
        <pc:sldMkLst>
          <pc:docMk/>
          <pc:sldMk cId="4243718677" sldId="388"/>
        </pc:sldMkLst>
      </pc:sldChg>
      <pc:sldChg chg="modSp mod">
        <pc:chgData name="Roberto Silva" userId="b18dd494f9f6453e" providerId="LiveId" clId="{C47B5E74-1EFD-4D39-B5D6-98076FA5F5A9}" dt="2024-12-15T20:38:28.958" v="627" actId="404"/>
        <pc:sldMkLst>
          <pc:docMk/>
          <pc:sldMk cId="572362796" sldId="412"/>
        </pc:sldMkLst>
        <pc:spChg chg="mod">
          <ac:chgData name="Roberto Silva" userId="b18dd494f9f6453e" providerId="LiveId" clId="{C47B5E74-1EFD-4D39-B5D6-98076FA5F5A9}" dt="2024-12-15T20:38:28.958" v="627" actId="404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43:27.029" v="1015" actId="27636"/>
        <pc:sldMkLst>
          <pc:docMk/>
          <pc:sldMk cId="3606871705" sldId="414"/>
        </pc:sldMkLst>
        <pc:spChg chg="mod">
          <ac:chgData name="Roberto Silva" userId="b18dd494f9f6453e" providerId="LiveId" clId="{C47B5E74-1EFD-4D39-B5D6-98076FA5F5A9}" dt="2024-12-15T20:43:27.029" v="1015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1:27.692" v="84" actId="403"/>
        <pc:sldMkLst>
          <pc:docMk/>
          <pc:sldMk cId="4288716282" sldId="450"/>
        </pc:sldMkLst>
        <pc:spChg chg="mod">
          <ac:chgData name="Roberto Silva" userId="b18dd494f9f6453e" providerId="LiveId" clId="{C47B5E74-1EFD-4D39-B5D6-98076FA5F5A9}" dt="2024-12-15T20:31:27.692" v="84" actId="403"/>
          <ac:spMkLst>
            <pc:docMk/>
            <pc:sldMk cId="4288716282" sldId="450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4:28.059" v="195"/>
        <pc:sldMkLst>
          <pc:docMk/>
          <pc:sldMk cId="4241994554" sldId="460"/>
        </pc:sldMkLst>
        <pc:spChg chg="mod">
          <ac:chgData name="Roberto Silva" userId="b18dd494f9f6453e" providerId="LiveId" clId="{C47B5E74-1EFD-4D39-B5D6-98076FA5F5A9}" dt="2024-12-15T20:34:28.059" v="195"/>
          <ac:spMkLst>
            <pc:docMk/>
            <pc:sldMk cId="4241994554" sldId="460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5:11.328" v="294"/>
        <pc:sldMkLst>
          <pc:docMk/>
          <pc:sldMk cId="2300070243" sldId="461"/>
        </pc:sldMkLst>
        <pc:spChg chg="mod">
          <ac:chgData name="Roberto Silva" userId="b18dd494f9f6453e" providerId="LiveId" clId="{C47B5E74-1EFD-4D39-B5D6-98076FA5F5A9}" dt="2024-12-15T20:35:11.328" v="294"/>
          <ac:spMkLst>
            <pc:docMk/>
            <pc:sldMk cId="2300070243" sldId="461"/>
            <ac:spMk id="3" creationId="{FC8F7E34-DB8C-1CEE-BAF4-E537563F9CD2}"/>
          </ac:spMkLst>
        </pc:spChg>
      </pc:sldChg>
      <pc:sldChg chg="modSp mod">
        <pc:chgData name="Roberto Silva" userId="b18dd494f9f6453e" providerId="LiveId" clId="{C47B5E74-1EFD-4D39-B5D6-98076FA5F5A9}" dt="2024-12-15T20:35:50.110" v="409" actId="20577"/>
        <pc:sldMkLst>
          <pc:docMk/>
          <pc:sldMk cId="1118256512" sldId="463"/>
        </pc:sldMkLst>
        <pc:spChg chg="mod">
          <ac:chgData name="Roberto Silva" userId="b18dd494f9f6453e" providerId="LiveId" clId="{C47B5E74-1EFD-4D39-B5D6-98076FA5F5A9}" dt="2024-12-15T20:35:50.110" v="409" actId="20577"/>
          <ac:spMkLst>
            <pc:docMk/>
            <pc:sldMk cId="1118256512" sldId="463"/>
            <ac:spMk id="3" creationId="{FC8F7E34-DB8C-1CEE-BAF4-E537563F9CD2}"/>
          </ac:spMkLst>
        </pc:spChg>
      </pc:sldChg>
      <pc:sldChg chg="modSp mod ord">
        <pc:chgData name="Roberto Silva" userId="b18dd494f9f6453e" providerId="LiveId" clId="{C47B5E74-1EFD-4D39-B5D6-98076FA5F5A9}" dt="2024-12-15T20:39:25.260" v="795" actId="20577"/>
        <pc:sldMkLst>
          <pc:docMk/>
          <pc:sldMk cId="831858853" sldId="465"/>
        </pc:sldMkLst>
        <pc:spChg chg="mod">
          <ac:chgData name="Roberto Silva" userId="b18dd494f9f6453e" providerId="LiveId" clId="{C47B5E74-1EFD-4D39-B5D6-98076FA5F5A9}" dt="2024-12-15T20:39:25.260" v="795" actId="20577"/>
          <ac:spMkLst>
            <pc:docMk/>
            <pc:sldMk cId="831858853" sldId="465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043584621" sldId="467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3342856911" sldId="469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430720748" sldId="471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3998688026" sldId="472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482442702" sldId="473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94936990" sldId="474"/>
        </pc:sldMkLst>
      </pc:sldChg>
      <pc:sldChg chg="del">
        <pc:chgData name="Roberto Silva" userId="b18dd494f9f6453e" providerId="LiveId" clId="{C47B5E74-1EFD-4D39-B5D6-98076FA5F5A9}" dt="2024-12-15T20:44:06.347" v="1037" actId="47"/>
        <pc:sldMkLst>
          <pc:docMk/>
          <pc:sldMk cId="2222345691" sldId="475"/>
        </pc:sldMkLst>
      </pc:sldChg>
      <pc:sldChg chg="modSp mod">
        <pc:chgData name="Roberto Silva" userId="b18dd494f9f6453e" providerId="LiveId" clId="{C47B5E74-1EFD-4D39-B5D6-98076FA5F5A9}" dt="2024-12-15T20:46:55.701" v="1086" actId="113"/>
        <pc:sldMkLst>
          <pc:docMk/>
          <pc:sldMk cId="1961620894" sldId="476"/>
        </pc:sldMkLst>
        <pc:spChg chg="mod">
          <ac:chgData name="Roberto Silva" userId="b18dd494f9f6453e" providerId="LiveId" clId="{C47B5E74-1EFD-4D39-B5D6-98076FA5F5A9}" dt="2024-12-15T20:46:55.701" v="1086" actId="113"/>
          <ac:spMkLst>
            <pc:docMk/>
            <pc:sldMk cId="1961620894" sldId="476"/>
            <ac:spMk id="3" creationId="{FC8F7E34-DB8C-1CEE-BAF4-E537563F9CD2}"/>
          </ac:spMkLst>
        </pc:spChg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363214039" sldId="479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3930665779" sldId="480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4090906904" sldId="481"/>
        </pc:sldMkLst>
      </pc:sldChg>
      <pc:sldChg chg="del">
        <pc:chgData name="Roberto Silva" userId="b18dd494f9f6453e" providerId="LiveId" clId="{C47B5E74-1EFD-4D39-B5D6-98076FA5F5A9}" dt="2024-12-15T20:39:35.594" v="798" actId="47"/>
        <pc:sldMkLst>
          <pc:docMk/>
          <pc:sldMk cId="1455440679" sldId="482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1430185385" sldId="483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2798129260" sldId="484"/>
        </pc:sldMkLst>
      </pc:sldChg>
      <pc:sldChg chg="del">
        <pc:chgData name="Roberto Silva" userId="b18dd494f9f6453e" providerId="LiveId" clId="{C47B5E74-1EFD-4D39-B5D6-98076FA5F5A9}" dt="2024-12-15T20:31:40.806" v="86" actId="47"/>
        <pc:sldMkLst>
          <pc:docMk/>
          <pc:sldMk cId="99541420" sldId="485"/>
        </pc:sldMkLst>
      </pc:sldChg>
      <pc:sldChg chg="add">
        <pc:chgData name="Roberto Silva" userId="b18dd494f9f6453e" providerId="LiveId" clId="{C47B5E74-1EFD-4D39-B5D6-98076FA5F5A9}" dt="2024-12-15T20:30:45.495" v="74"/>
        <pc:sldMkLst>
          <pc:docMk/>
          <pc:sldMk cId="3898436463" sldId="486"/>
        </pc:sldMkLst>
      </pc:sldChg>
      <pc:sldChg chg="modSp add mod">
        <pc:chgData name="Roberto Silva" userId="b18dd494f9f6453e" providerId="LiveId" clId="{C47B5E74-1EFD-4D39-B5D6-98076FA5F5A9}" dt="2024-12-15T20:32:07.187" v="92"/>
        <pc:sldMkLst>
          <pc:docMk/>
          <pc:sldMk cId="2180225409" sldId="487"/>
        </pc:sldMkLst>
        <pc:spChg chg="mod">
          <ac:chgData name="Roberto Silva" userId="b18dd494f9f6453e" providerId="LiveId" clId="{C47B5E74-1EFD-4D39-B5D6-98076FA5F5A9}" dt="2024-12-15T20:32:07.187" v="92"/>
          <ac:spMkLst>
            <pc:docMk/>
            <pc:sldMk cId="2180225409" sldId="487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32:10.555" v="93"/>
        <pc:sldMkLst>
          <pc:docMk/>
          <pc:sldMk cId="2555834996" sldId="488"/>
        </pc:sldMkLst>
      </pc:sldChg>
      <pc:sldChg chg="modSp add mod">
        <pc:chgData name="Roberto Silva" userId="b18dd494f9f6453e" providerId="LiveId" clId="{C47B5E74-1EFD-4D39-B5D6-98076FA5F5A9}" dt="2024-12-15T20:32:32.717" v="100"/>
        <pc:sldMkLst>
          <pc:docMk/>
          <pc:sldMk cId="1156606199" sldId="489"/>
        </pc:sldMkLst>
        <pc:spChg chg="mod">
          <ac:chgData name="Roberto Silva" userId="b18dd494f9f6453e" providerId="LiveId" clId="{C47B5E74-1EFD-4D39-B5D6-98076FA5F5A9}" dt="2024-12-15T20:32:32.717" v="100"/>
          <ac:spMkLst>
            <pc:docMk/>
            <pc:sldMk cId="1156606199" sldId="489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39:28.321" v="796"/>
        <pc:sldMkLst>
          <pc:docMk/>
          <pc:sldMk cId="3036389941" sldId="490"/>
        </pc:sldMkLst>
      </pc:sldChg>
      <pc:sldChg chg="modSp add mod">
        <pc:chgData name="Roberto Silva" userId="b18dd494f9f6453e" providerId="LiveId" clId="{C47B5E74-1EFD-4D39-B5D6-98076FA5F5A9}" dt="2024-12-15T20:40:19.516" v="955" actId="20577"/>
        <pc:sldMkLst>
          <pc:docMk/>
          <pc:sldMk cId="3679009315" sldId="491"/>
        </pc:sldMkLst>
        <pc:spChg chg="mod">
          <ac:chgData name="Roberto Silva" userId="b18dd494f9f6453e" providerId="LiveId" clId="{C47B5E74-1EFD-4D39-B5D6-98076FA5F5A9}" dt="2024-12-15T20:40:19.516" v="955" actId="20577"/>
          <ac:spMkLst>
            <pc:docMk/>
            <pc:sldMk cId="3679009315" sldId="491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0:22.856" v="956"/>
        <pc:sldMkLst>
          <pc:docMk/>
          <pc:sldMk cId="3899518617" sldId="492"/>
        </pc:sldMkLst>
      </pc:sldChg>
      <pc:sldChg chg="add">
        <pc:chgData name="Roberto Silva" userId="b18dd494f9f6453e" providerId="LiveId" clId="{C47B5E74-1EFD-4D39-B5D6-98076FA5F5A9}" dt="2024-12-15T20:43:31.911" v="1016"/>
        <pc:sldMkLst>
          <pc:docMk/>
          <pc:sldMk cId="575466733" sldId="493"/>
        </pc:sldMkLst>
      </pc:sldChg>
      <pc:sldChg chg="modSp add mod">
        <pc:chgData name="Roberto Silva" userId="b18dd494f9f6453e" providerId="LiveId" clId="{C47B5E74-1EFD-4D39-B5D6-98076FA5F5A9}" dt="2024-12-15T20:43:55.040" v="1035" actId="20577"/>
        <pc:sldMkLst>
          <pc:docMk/>
          <pc:sldMk cId="2710540835" sldId="494"/>
        </pc:sldMkLst>
        <pc:spChg chg="mod">
          <ac:chgData name="Roberto Silva" userId="b18dd494f9f6453e" providerId="LiveId" clId="{C47B5E74-1EFD-4D39-B5D6-98076FA5F5A9}" dt="2024-12-15T20:43:55.040" v="1035" actId="20577"/>
          <ac:spMkLst>
            <pc:docMk/>
            <pc:sldMk cId="2710540835" sldId="494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4:01.485" v="1036"/>
        <pc:sldMkLst>
          <pc:docMk/>
          <pc:sldMk cId="799187053" sldId="495"/>
        </pc:sldMkLst>
      </pc:sldChg>
      <pc:sldChg chg="modSp add mod">
        <pc:chgData name="Roberto Silva" userId="b18dd494f9f6453e" providerId="LiveId" clId="{C47B5E74-1EFD-4D39-B5D6-98076FA5F5A9}" dt="2024-12-15T20:44:30.058" v="1049" actId="20577"/>
        <pc:sldMkLst>
          <pc:docMk/>
          <pc:sldMk cId="3305016639" sldId="496"/>
        </pc:sldMkLst>
        <pc:spChg chg="mod">
          <ac:chgData name="Roberto Silva" userId="b18dd494f9f6453e" providerId="LiveId" clId="{C47B5E74-1EFD-4D39-B5D6-98076FA5F5A9}" dt="2024-12-15T20:44:30.058" v="1049" actId="20577"/>
          <ac:spMkLst>
            <pc:docMk/>
            <pc:sldMk cId="3305016639" sldId="496"/>
            <ac:spMk id="3" creationId="{FC8F7E34-DB8C-1CEE-BAF4-E537563F9CD2}"/>
          </ac:spMkLst>
        </pc:spChg>
      </pc:sldChg>
      <pc:sldChg chg="add">
        <pc:chgData name="Roberto Silva" userId="b18dd494f9f6453e" providerId="LiveId" clId="{C47B5E74-1EFD-4D39-B5D6-98076FA5F5A9}" dt="2024-12-15T20:44:33.439" v="1050"/>
        <pc:sldMkLst>
          <pc:docMk/>
          <pc:sldMk cId="2925363899" sldId="497"/>
        </pc:sldMkLst>
      </pc:sldChg>
      <pc:sldChg chg="modSp add mod">
        <pc:chgData name="Roberto Silva" userId="b18dd494f9f6453e" providerId="LiveId" clId="{C47B5E74-1EFD-4D39-B5D6-98076FA5F5A9}" dt="2024-12-15T20:45:22.536" v="1073" actId="20577"/>
        <pc:sldMkLst>
          <pc:docMk/>
          <pc:sldMk cId="2938306142" sldId="498"/>
        </pc:sldMkLst>
        <pc:spChg chg="mod">
          <ac:chgData name="Roberto Silva" userId="b18dd494f9f6453e" providerId="LiveId" clId="{C47B5E74-1EFD-4D39-B5D6-98076FA5F5A9}" dt="2024-12-15T20:45:22.536" v="1073" actId="20577"/>
          <ac:spMkLst>
            <pc:docMk/>
            <pc:sldMk cId="2938306142" sldId="498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47:28.004" v="1097" actId="20577"/>
        <pc:sldMkLst>
          <pc:docMk/>
          <pc:sldMk cId="3111672348" sldId="499"/>
        </pc:sldMkLst>
        <pc:spChg chg="mod">
          <ac:chgData name="Roberto Silva" userId="b18dd494f9f6453e" providerId="LiveId" clId="{C47B5E74-1EFD-4D39-B5D6-98076FA5F5A9}" dt="2024-12-15T20:47:28.004" v="1097" actId="20577"/>
          <ac:spMkLst>
            <pc:docMk/>
            <pc:sldMk cId="3111672348" sldId="499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49:56.871" v="1393" actId="113"/>
        <pc:sldMkLst>
          <pc:docMk/>
          <pc:sldMk cId="2612326988" sldId="500"/>
        </pc:sldMkLst>
        <pc:spChg chg="mod">
          <ac:chgData name="Roberto Silva" userId="b18dd494f9f6453e" providerId="LiveId" clId="{C47B5E74-1EFD-4D39-B5D6-98076FA5F5A9}" dt="2024-12-15T20:49:56.871" v="1393" actId="113"/>
          <ac:spMkLst>
            <pc:docMk/>
            <pc:sldMk cId="2612326988" sldId="50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50:21.099" v="1441" actId="20577"/>
        <pc:sldMkLst>
          <pc:docMk/>
          <pc:sldMk cId="1219866920" sldId="501"/>
        </pc:sldMkLst>
        <pc:spChg chg="mod">
          <ac:chgData name="Roberto Silva" userId="b18dd494f9f6453e" providerId="LiveId" clId="{C47B5E74-1EFD-4D39-B5D6-98076FA5F5A9}" dt="2024-12-15T20:50:21.099" v="1441" actId="20577"/>
          <ac:spMkLst>
            <pc:docMk/>
            <pc:sldMk cId="1219866920" sldId="501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C47B5E74-1EFD-4D39-B5D6-98076FA5F5A9}" dt="2024-12-15T20:50:58.041" v="1509" actId="113"/>
        <pc:sldMkLst>
          <pc:docMk/>
          <pc:sldMk cId="1095111791" sldId="502"/>
        </pc:sldMkLst>
        <pc:spChg chg="mod">
          <ac:chgData name="Roberto Silva" userId="b18dd494f9f6453e" providerId="LiveId" clId="{C47B5E74-1EFD-4D39-B5D6-98076FA5F5A9}" dt="2024-12-15T20:50:58.041" v="1509" actId="113"/>
          <ac:spMkLst>
            <pc:docMk/>
            <pc:sldMk cId="1095111791" sldId="502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C3E2CF3B-2FE4-409D-AE2A-9EB303854E95}"/>
    <pc:docChg chg="custSel addSld delSld modSld sldOrd">
      <pc:chgData name="anaclaracosta116@gmail.com" userId="a793634777582c92" providerId="LiveId" clId="{C3E2CF3B-2FE4-409D-AE2A-9EB303854E95}" dt="2023-11-04T20:03:29.296" v="474" actId="1076"/>
      <pc:docMkLst>
        <pc:docMk/>
      </pc:docMkLst>
      <pc:sldChg chg="modSp mod">
        <pc:chgData name="anaclaracosta116@gmail.com" userId="a793634777582c92" providerId="LiveId" clId="{C3E2CF3B-2FE4-409D-AE2A-9EB303854E95}" dt="2023-11-04T19:26:19.612" v="52" actId="403"/>
        <pc:sldMkLst>
          <pc:docMk/>
          <pc:sldMk cId="337661645" sldId="261"/>
        </pc:sldMkLst>
        <pc:spChg chg="mod">
          <ac:chgData name="anaclaracosta116@gmail.com" userId="a793634777582c92" providerId="LiveId" clId="{C3E2CF3B-2FE4-409D-AE2A-9EB303854E95}" dt="2023-11-04T19:26:19.612" v="52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8:37.598" v="138" actId="20577"/>
        <pc:sldMkLst>
          <pc:docMk/>
          <pc:sldMk cId="3388034860" sldId="265"/>
        </pc:sldMkLst>
        <pc:spChg chg="mod">
          <ac:chgData name="anaclaracosta116@gmail.com" userId="a793634777582c92" providerId="LiveId" clId="{C3E2CF3B-2FE4-409D-AE2A-9EB303854E95}" dt="2023-11-04T19:28:37.598" v="13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3:11.087" v="274" actId="27636"/>
        <pc:sldMkLst>
          <pc:docMk/>
          <pc:sldMk cId="2671817442" sldId="267"/>
        </pc:sldMkLst>
        <pc:spChg chg="mod">
          <ac:chgData name="anaclaracosta116@gmail.com" userId="a793634777582c92" providerId="LiveId" clId="{C3E2CF3B-2FE4-409D-AE2A-9EB303854E95}" dt="2023-11-04T19:33:11.087" v="274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0:17.507" v="147" actId="207"/>
        <pc:sldMkLst>
          <pc:docMk/>
          <pc:sldMk cId="2786277918" sldId="269"/>
        </pc:sldMkLst>
        <pc:spChg chg="mod">
          <ac:chgData name="anaclaracosta116@gmail.com" userId="a793634777582c92" providerId="LiveId" clId="{C3E2CF3B-2FE4-409D-AE2A-9EB303854E95}" dt="2023-11-04T19:30:17.507" v="147" actId="207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4.207" v="150" actId="2696"/>
        <pc:sldMkLst>
          <pc:docMk/>
          <pc:sldMk cId="2728156593" sldId="271"/>
        </pc:sldMkLst>
      </pc:sldChg>
      <pc:sldChg chg="modSp mod">
        <pc:chgData name="anaclaracosta116@gmail.com" userId="a793634777582c92" providerId="LiveId" clId="{C3E2CF3B-2FE4-409D-AE2A-9EB303854E95}" dt="2023-11-04T19:50:51.702" v="340"/>
        <pc:sldMkLst>
          <pc:docMk/>
          <pc:sldMk cId="4141278968" sldId="337"/>
        </pc:sldMkLst>
        <pc:spChg chg="mod">
          <ac:chgData name="anaclaracosta116@gmail.com" userId="a793634777582c92" providerId="LiveId" clId="{C3E2CF3B-2FE4-409D-AE2A-9EB303854E95}" dt="2023-11-04T19:50:51.702" v="340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6:30.142" v="57" actId="27636"/>
        <pc:sldMkLst>
          <pc:docMk/>
          <pc:sldMk cId="1733667129" sldId="338"/>
        </pc:sldMkLst>
        <pc:spChg chg="mod">
          <ac:chgData name="anaclaracosta116@gmail.com" userId="a793634777582c92" providerId="LiveId" clId="{C3E2CF3B-2FE4-409D-AE2A-9EB303854E95}" dt="2023-11-04T19:26:30.142" v="57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06.282" v="66" actId="27636"/>
        <pc:sldMkLst>
          <pc:docMk/>
          <pc:sldMk cId="2703894855" sldId="339"/>
        </pc:sldMkLst>
        <pc:spChg chg="mod">
          <ac:chgData name="anaclaracosta116@gmail.com" userId="a793634777582c92" providerId="LiveId" clId="{C3E2CF3B-2FE4-409D-AE2A-9EB303854E95}" dt="2023-11-04T19:27:06.282" v="6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36.656" v="82" actId="27636"/>
        <pc:sldMkLst>
          <pc:docMk/>
          <pc:sldMk cId="641955455" sldId="340"/>
        </pc:sldMkLst>
        <pc:spChg chg="mod">
          <ac:chgData name="anaclaracosta116@gmail.com" userId="a793634777582c92" providerId="LiveId" clId="{C3E2CF3B-2FE4-409D-AE2A-9EB303854E95}" dt="2023-11-04T19:27:36.656" v="82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07.025" v="301" actId="27636"/>
        <pc:sldMkLst>
          <pc:docMk/>
          <pc:sldMk cId="2304799739" sldId="362"/>
        </pc:sldMkLst>
        <pc:spChg chg="mod">
          <ac:chgData name="anaclaracosta116@gmail.com" userId="a793634777582c92" providerId="LiveId" clId="{C3E2CF3B-2FE4-409D-AE2A-9EB303854E95}" dt="2023-11-04T19:44:07.025" v="301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51:20.487" v="341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C3E2CF3B-2FE4-409D-AE2A-9EB303854E95}" dt="2023-11-04T20:03:29.296" v="474" actId="1076"/>
        <pc:sldMkLst>
          <pc:docMk/>
          <pc:sldMk cId="725659120" sldId="375"/>
        </pc:sldMkLst>
        <pc:spChg chg="mod">
          <ac:chgData name="anaclaracosta116@gmail.com" userId="a793634777582c92" providerId="LiveId" clId="{C3E2CF3B-2FE4-409D-AE2A-9EB303854E95}" dt="2023-11-04T20:03:02.946" v="465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C3E2CF3B-2FE4-409D-AE2A-9EB303854E95}" dt="2023-11-04T20:03:29.296" v="474" actId="1076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anaclaracosta116@gmail.com" userId="a793634777582c92" providerId="LiveId" clId="{C3E2CF3B-2FE4-409D-AE2A-9EB303854E95}" dt="2023-11-04T20:01:45.411" v="383" actId="21"/>
          <ac:picMkLst>
            <pc:docMk/>
            <pc:sldMk cId="725659120" sldId="375"/>
            <ac:picMk id="2" creationId="{127657AE-AC85-5D4D-8281-FC4F1D9D4AE5}"/>
          </ac:picMkLst>
        </pc:picChg>
        <pc:picChg chg="add mod">
          <ac:chgData name="anaclaracosta116@gmail.com" userId="a793634777582c92" providerId="LiveId" clId="{C3E2CF3B-2FE4-409D-AE2A-9EB303854E95}" dt="2023-11-04T20:02:17.449" v="389" actId="167"/>
          <ac:picMkLst>
            <pc:docMk/>
            <pc:sldMk cId="725659120" sldId="375"/>
            <ac:picMk id="1026" creationId="{89548EBA-A1AA-8A74-3B5A-D34F9481F00B}"/>
          </ac:picMkLst>
        </pc:picChg>
      </pc:sldChg>
      <pc:sldChg chg="modSp mod">
        <pc:chgData name="anaclaracosta116@gmail.com" userId="a793634777582c92" providerId="LiveId" clId="{C3E2CF3B-2FE4-409D-AE2A-9EB303854E95}" dt="2023-11-04T19:28:20.055" v="94" actId="113"/>
        <pc:sldMkLst>
          <pc:docMk/>
          <pc:sldMk cId="3733524150" sldId="377"/>
        </pc:sldMkLst>
        <pc:spChg chg="mod">
          <ac:chgData name="anaclaracosta116@gmail.com" userId="a793634777582c92" providerId="LiveId" clId="{C3E2CF3B-2FE4-409D-AE2A-9EB303854E95}" dt="2023-11-04T19:28:20.055" v="94" actId="113"/>
          <ac:spMkLst>
            <pc:docMk/>
            <pc:sldMk cId="3733524150" sldId="377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C3E2CF3B-2FE4-409D-AE2A-9EB303854E95}" dt="2023-11-04T19:52:38.274" v="348"/>
        <pc:sldMkLst>
          <pc:docMk/>
          <pc:sldMk cId="3504015327" sldId="404"/>
        </pc:sldMkLst>
      </pc:sldChg>
      <pc:sldChg chg="modSp mod">
        <pc:chgData name="anaclaracosta116@gmail.com" userId="a793634777582c92" providerId="LiveId" clId="{C3E2CF3B-2FE4-409D-AE2A-9EB303854E95}" dt="2023-11-04T19:35:45.381" v="278" actId="207"/>
        <pc:sldMkLst>
          <pc:docMk/>
          <pc:sldMk cId="572362796" sldId="412"/>
        </pc:sldMkLst>
        <pc:spChg chg="mod">
          <ac:chgData name="anaclaracosta116@gmail.com" userId="a793634777582c92" providerId="LiveId" clId="{C3E2CF3B-2FE4-409D-AE2A-9EB303854E95}" dt="2023-11-04T19:35:45.381" v="278" actId="20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8:08.654" v="281" actId="113"/>
        <pc:sldMkLst>
          <pc:docMk/>
          <pc:sldMk cId="2047100749" sldId="413"/>
        </pc:sldMkLst>
        <pc:spChg chg="mod">
          <ac:chgData name="anaclaracosta116@gmail.com" userId="a793634777582c92" providerId="LiveId" clId="{C3E2CF3B-2FE4-409D-AE2A-9EB303854E95}" dt="2023-11-04T19:38:08.654" v="281" actId="113"/>
          <ac:spMkLst>
            <pc:docMk/>
            <pc:sldMk cId="2047100749" sldId="41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34.653" v="307" actId="27636"/>
        <pc:sldMkLst>
          <pc:docMk/>
          <pc:sldMk cId="3606871705" sldId="414"/>
        </pc:sldMkLst>
        <pc:spChg chg="mod">
          <ac:chgData name="anaclaracosta116@gmail.com" userId="a793634777582c92" providerId="LiveId" clId="{C3E2CF3B-2FE4-409D-AE2A-9EB303854E95}" dt="2023-11-04T19:44:34.653" v="307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20.610" v="319" actId="27636"/>
        <pc:sldMkLst>
          <pc:docMk/>
          <pc:sldMk cId="2415249330" sldId="415"/>
        </pc:sldMkLst>
        <pc:spChg chg="mod">
          <ac:chgData name="anaclaracosta116@gmail.com" userId="a793634777582c92" providerId="LiveId" clId="{C3E2CF3B-2FE4-409D-AE2A-9EB303854E95}" dt="2023-11-04T19:45:20.610" v="319" actId="27636"/>
          <ac:spMkLst>
            <pc:docMk/>
            <pc:sldMk cId="2415249330" sldId="41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56.028" v="329" actId="27636"/>
        <pc:sldMkLst>
          <pc:docMk/>
          <pc:sldMk cId="3975066000" sldId="416"/>
        </pc:sldMkLst>
        <pc:spChg chg="mod">
          <ac:chgData name="anaclaracosta116@gmail.com" userId="a793634777582c92" providerId="LiveId" clId="{C3E2CF3B-2FE4-409D-AE2A-9EB303854E95}" dt="2023-11-04T19:45:56.028" v="329" actId="27636"/>
          <ac:spMkLst>
            <pc:docMk/>
            <pc:sldMk cId="3975066000" sldId="41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0.105" v="149" actId="2696"/>
        <pc:sldMkLst>
          <pc:docMk/>
          <pc:sldMk cId="4133333837" sldId="417"/>
        </pc:sldMkLst>
      </pc:sldChg>
      <pc:sldChg chg="del">
        <pc:chgData name="anaclaracosta116@gmail.com" userId="a793634777582c92" providerId="LiveId" clId="{C3E2CF3B-2FE4-409D-AE2A-9EB303854E95}" dt="2023-11-04T19:30:54.228" v="148" actId="2696"/>
        <pc:sldMkLst>
          <pc:docMk/>
          <pc:sldMk cId="2032235790" sldId="419"/>
        </pc:sldMkLst>
      </pc:sldChg>
      <pc:sldChg chg="modSp add mod">
        <pc:chgData name="anaclaracosta116@gmail.com" userId="a793634777582c92" providerId="LiveId" clId="{C3E2CF3B-2FE4-409D-AE2A-9EB303854E95}" dt="2023-11-04T19:40:17.321" v="293" actId="207"/>
        <pc:sldMkLst>
          <pc:docMk/>
          <pc:sldMk cId="411870148" sldId="423"/>
        </pc:sldMkLst>
        <pc:spChg chg="mod">
          <ac:chgData name="anaclaracosta116@gmail.com" userId="a793634777582c92" providerId="LiveId" clId="{C3E2CF3B-2FE4-409D-AE2A-9EB303854E95}" dt="2023-11-04T19:40:17.321" v="293" actId="207"/>
          <ac:spMkLst>
            <pc:docMk/>
            <pc:sldMk cId="411870148" sldId="42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40:10.704" v="292" actId="207"/>
        <pc:sldMkLst>
          <pc:docMk/>
          <pc:sldMk cId="3397306447" sldId="424"/>
        </pc:sldMkLst>
        <pc:spChg chg="mod">
          <ac:chgData name="anaclaracosta116@gmail.com" userId="a793634777582c92" providerId="LiveId" clId="{C3E2CF3B-2FE4-409D-AE2A-9EB303854E95}" dt="2023-11-04T19:40:10.704" v="292" actId="207"/>
          <ac:spMkLst>
            <pc:docMk/>
            <pc:sldMk cId="3397306447" sldId="42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0:29.754" v="296"/>
        <pc:sldMkLst>
          <pc:docMk/>
          <pc:sldMk cId="3980373218" sldId="425"/>
        </pc:sldMkLst>
      </pc:sldChg>
      <pc:sldChg chg="add ord">
        <pc:chgData name="anaclaracosta116@gmail.com" userId="a793634777582c92" providerId="LiveId" clId="{C3E2CF3B-2FE4-409D-AE2A-9EB303854E95}" dt="2023-11-04T19:40:36.244" v="299"/>
        <pc:sldMkLst>
          <pc:docMk/>
          <pc:sldMk cId="1401418091" sldId="426"/>
        </pc:sldMkLst>
      </pc:sldChg>
      <pc:sldChg chg="add ord">
        <pc:chgData name="anaclaracosta116@gmail.com" userId="a793634777582c92" providerId="LiveId" clId="{C3E2CF3B-2FE4-409D-AE2A-9EB303854E95}" dt="2023-11-04T19:44:47.330" v="310"/>
        <pc:sldMkLst>
          <pc:docMk/>
          <pc:sldMk cId="153170317" sldId="427"/>
        </pc:sldMkLst>
      </pc:sldChg>
      <pc:sldChg chg="add ord">
        <pc:chgData name="anaclaracosta116@gmail.com" userId="a793634777582c92" providerId="LiveId" clId="{C3E2CF3B-2FE4-409D-AE2A-9EB303854E95}" dt="2023-11-04T19:45:27.313" v="322"/>
        <pc:sldMkLst>
          <pc:docMk/>
          <pc:sldMk cId="300113382" sldId="428"/>
        </pc:sldMkLst>
      </pc:sldChg>
      <pc:sldChg chg="modSp add mod">
        <pc:chgData name="anaclaracosta116@gmail.com" userId="a793634777582c92" providerId="LiveId" clId="{C3E2CF3B-2FE4-409D-AE2A-9EB303854E95}" dt="2023-11-04T19:46:48.968" v="333" actId="207"/>
        <pc:sldMkLst>
          <pc:docMk/>
          <pc:sldMk cId="531555187" sldId="429"/>
        </pc:sldMkLst>
        <pc:spChg chg="mod">
          <ac:chgData name="anaclaracosta116@gmail.com" userId="a793634777582c92" providerId="LiveId" clId="{C3E2CF3B-2FE4-409D-AE2A-9EB303854E95}" dt="2023-11-04T19:46:48.968" v="333" actId="207"/>
          <ac:spMkLst>
            <pc:docMk/>
            <pc:sldMk cId="531555187" sldId="42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6:56.498" v="336"/>
        <pc:sldMkLst>
          <pc:docMk/>
          <pc:sldMk cId="2162873918" sldId="430"/>
        </pc:sldMkLst>
      </pc:sldChg>
      <pc:sldChg chg="add ord">
        <pc:chgData name="anaclaracosta116@gmail.com" userId="a793634777582c92" providerId="LiveId" clId="{C3E2CF3B-2FE4-409D-AE2A-9EB303854E95}" dt="2023-11-04T19:47:33.586" v="339"/>
        <pc:sldMkLst>
          <pc:docMk/>
          <pc:sldMk cId="3855727790" sldId="431"/>
        </pc:sldMkLst>
      </pc:sldChg>
      <pc:sldChg chg="modSp add mod">
        <pc:chgData name="anaclaracosta116@gmail.com" userId="a793634777582c92" providerId="LiveId" clId="{C3E2CF3B-2FE4-409D-AE2A-9EB303854E95}" dt="2023-11-04T19:54:14.717" v="372" actId="27636"/>
        <pc:sldMkLst>
          <pc:docMk/>
          <pc:sldMk cId="719781657" sldId="432"/>
        </pc:sldMkLst>
        <pc:spChg chg="mod">
          <ac:chgData name="anaclaracosta116@gmail.com" userId="a793634777582c92" providerId="LiveId" clId="{C3E2CF3B-2FE4-409D-AE2A-9EB303854E95}" dt="2023-11-04T19:52:53.046" v="365" actId="14100"/>
          <ac:spMkLst>
            <pc:docMk/>
            <pc:sldMk cId="719781657" sldId="432"/>
            <ac:spMk id="2" creationId="{F0E406B4-85AC-B67B-F9E2-21AAF8067483}"/>
          </ac:spMkLst>
        </pc:spChg>
        <pc:spChg chg="mod">
          <ac:chgData name="anaclaracosta116@gmail.com" userId="a793634777582c92" providerId="LiveId" clId="{C3E2CF3B-2FE4-409D-AE2A-9EB303854E95}" dt="2023-11-04T19:54:14.717" v="372" actId="27636"/>
          <ac:spMkLst>
            <pc:docMk/>
            <pc:sldMk cId="719781657" sldId="43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C3E2CF3B-2FE4-409D-AE2A-9EB303854E95}" dt="2023-11-04T19:51:49.335" v="344" actId="2696"/>
        <pc:sldMkLst>
          <pc:docMk/>
          <pc:sldMk cId="3234567938" sldId="432"/>
        </pc:sldMkLst>
        <pc:spChg chg="mod">
          <ac:chgData name="anaclaracosta116@gmail.com" userId="a793634777582c92" providerId="LiveId" clId="{C3E2CF3B-2FE4-409D-AE2A-9EB303854E95}" dt="2023-11-04T19:51:29.207" v="343" actId="207"/>
          <ac:spMkLst>
            <pc:docMk/>
            <pc:sldMk cId="3234567938" sldId="43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E2CF3B-2FE4-409D-AE2A-9EB303854E95}" dt="2023-11-04T19:52:36.485" v="346" actId="2890"/>
        <pc:sldMkLst>
          <pc:docMk/>
          <pc:sldMk cId="2586744568" sldId="433"/>
        </pc:sldMkLst>
      </pc:sldChg>
      <pc:sldChg chg="modSp add mod">
        <pc:chgData name="anaclaracosta116@gmail.com" userId="a793634777582c92" providerId="LiveId" clId="{C3E2CF3B-2FE4-409D-AE2A-9EB303854E95}" dt="2023-11-04T19:54:55.484" v="377" actId="113"/>
        <pc:sldMkLst>
          <pc:docMk/>
          <pc:sldMk cId="1812026848" sldId="434"/>
        </pc:sldMkLst>
        <pc:spChg chg="mod">
          <ac:chgData name="anaclaracosta116@gmail.com" userId="a793634777582c92" providerId="LiveId" clId="{C3E2CF3B-2FE4-409D-AE2A-9EB303854E95}" dt="2023-11-04T19:54:55.484" v="377" actId="113"/>
          <ac:spMkLst>
            <pc:docMk/>
            <pc:sldMk cId="1812026848" sldId="43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56:06.778" v="381"/>
        <pc:sldMkLst>
          <pc:docMk/>
          <pc:sldMk cId="2669027407" sldId="435"/>
        </pc:sldMkLst>
        <pc:spChg chg="mod">
          <ac:chgData name="anaclaracosta116@gmail.com" userId="a793634777582c92" providerId="LiveId" clId="{C3E2CF3B-2FE4-409D-AE2A-9EB303854E95}" dt="2023-11-04T19:56:06.778" v="381"/>
          <ac:spMkLst>
            <pc:docMk/>
            <pc:sldMk cId="2669027407" sldId="435"/>
            <ac:spMk id="3" creationId="{FC8F7E34-DB8C-1CEE-BAF4-E537563F9CD2}"/>
          </ac:spMkLst>
        </pc:spChg>
      </pc:sldChg>
    </pc:docChg>
  </pc:docChgLst>
  <pc:docChgLst>
    <pc:chgData name="Roberto Silva" userId="b18dd494f9f6453e" providerId="LiveId" clId="{989AE692-E095-485F-9993-EFC1A6DCE638}"/>
    <pc:docChg chg="undo redo custSel addSld delSld modSld">
      <pc:chgData name="Roberto Silva" userId="b18dd494f9f6453e" providerId="LiveId" clId="{989AE692-E095-485F-9993-EFC1A6DCE638}" dt="2024-11-09T17:14:28.679" v="845"/>
      <pc:docMkLst>
        <pc:docMk/>
      </pc:docMkLst>
      <pc:sldChg chg="modSp mod">
        <pc:chgData name="Roberto Silva" userId="b18dd494f9f6453e" providerId="LiveId" clId="{989AE692-E095-485F-9993-EFC1A6DCE638}" dt="2024-11-09T16:51:11.547" v="364" actId="122"/>
        <pc:sldMkLst>
          <pc:docMk/>
          <pc:sldMk cId="337661645" sldId="261"/>
        </pc:sldMkLst>
        <pc:spChg chg="mod">
          <ac:chgData name="Roberto Silva" userId="b18dd494f9f6453e" providerId="LiveId" clId="{989AE692-E095-485F-9993-EFC1A6DCE638}" dt="2024-11-09T16:47:07.692" v="273" actId="20577"/>
          <ac:spMkLst>
            <pc:docMk/>
            <pc:sldMk cId="337661645" sldId="261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11.547" v="364" actId="122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2:52.049" v="426" actId="20577"/>
        <pc:sldMkLst>
          <pc:docMk/>
          <pc:sldMk cId="3388034860" sldId="265"/>
        </pc:sldMkLst>
        <pc:spChg chg="mod">
          <ac:chgData name="Roberto Silva" userId="b18dd494f9f6453e" providerId="LiveId" clId="{989AE692-E095-485F-9993-EFC1A6DCE638}" dt="2024-11-09T16:52:52.049" v="42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3:51.099" v="514" actId="20577"/>
        <pc:sldMkLst>
          <pc:docMk/>
          <pc:sldMk cId="2671817442" sldId="267"/>
        </pc:sldMkLst>
        <pc:spChg chg="mod">
          <ac:chgData name="Roberto Silva" userId="b18dd494f9f6453e" providerId="LiveId" clId="{989AE692-E095-485F-9993-EFC1A6DCE638}" dt="2024-11-09T16:53:51.099" v="514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7:12:25.233" v="792" actId="47"/>
        <pc:sldMkLst>
          <pc:docMk/>
          <pc:sldMk cId="2786277918" sldId="269"/>
        </pc:sldMkLst>
        <pc:spChg chg="mod">
          <ac:chgData name="Roberto Silva" userId="b18dd494f9f6453e" providerId="LiveId" clId="{989AE692-E095-485F-9993-EFC1A6DCE638}" dt="2024-11-09T16:54:28.257" v="539" actId="20577"/>
          <ac:spMkLst>
            <pc:docMk/>
            <pc:sldMk cId="2786277918" sldId="269"/>
            <ac:spMk id="2" creationId="{F0E406B4-85AC-B67B-F9E2-21AAF8067483}"/>
          </ac:spMkLst>
        </pc:spChg>
      </pc:sldChg>
      <pc:sldChg chg="modSp mod">
        <pc:chgData name="Roberto Silva" userId="b18dd494f9f6453e" providerId="LiveId" clId="{989AE692-E095-485F-9993-EFC1A6DCE638}" dt="2024-11-09T16:57:41.321" v="607" actId="20577"/>
        <pc:sldMkLst>
          <pc:docMk/>
          <pc:sldMk cId="1963412704" sldId="275"/>
        </pc:sldMkLst>
        <pc:spChg chg="mod">
          <ac:chgData name="Roberto Silva" userId="b18dd494f9f6453e" providerId="LiveId" clId="{989AE692-E095-485F-9993-EFC1A6DCE638}" dt="2024-11-09T16:57:41.321" v="607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8:26.993" v="774" actId="404"/>
        <pc:sldMkLst>
          <pc:docMk/>
          <pc:sldMk cId="4141278968" sldId="337"/>
        </pc:sldMkLst>
        <pc:spChg chg="mod">
          <ac:chgData name="Roberto Silva" userId="b18dd494f9f6453e" providerId="LiveId" clId="{989AE692-E095-485F-9993-EFC1A6DCE638}" dt="2024-11-09T17:08:26.993" v="774" actId="404"/>
          <ac:spMkLst>
            <pc:docMk/>
            <pc:sldMk cId="4141278968" sldId="337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51:00.335" v="362" actId="120"/>
        <pc:sldMkLst>
          <pc:docMk/>
          <pc:sldMk cId="1733667129" sldId="338"/>
        </pc:sldMkLst>
        <pc:spChg chg="del">
          <ac:chgData name="Roberto Silva" userId="b18dd494f9f6453e" providerId="LiveId" clId="{989AE692-E095-485F-9993-EFC1A6DCE638}" dt="2024-11-09T16:50:02.184" v="342" actId="478"/>
          <ac:spMkLst>
            <pc:docMk/>
            <pc:sldMk cId="1733667129" sldId="338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00.335" v="362" actId="120"/>
          <ac:spMkLst>
            <pc:docMk/>
            <pc:sldMk cId="1733667129" sldId="338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12.050" v="343" actId="478"/>
          <ac:spMkLst>
            <pc:docMk/>
            <pc:sldMk cId="1733667129" sldId="338"/>
            <ac:spMk id="5" creationId="{CDF93E15-B239-4C87-99D3-44BB2E82590B}"/>
          </ac:spMkLst>
        </pc:spChg>
        <pc:spChg chg="add mod">
          <ac:chgData name="Roberto Silva" userId="b18dd494f9f6453e" providerId="LiveId" clId="{989AE692-E095-485F-9993-EFC1A6DCE638}" dt="2024-11-09T16:50:13.325" v="344"/>
          <ac:spMkLst>
            <pc:docMk/>
            <pc:sldMk cId="1733667129" sldId="338"/>
            <ac:spMk id="6" creationId="{1D5FF25B-3424-436A-ADE0-EDF0756BFF12}"/>
          </ac:spMkLst>
        </pc:spChg>
      </pc:sldChg>
      <pc:sldChg chg="addSp delSp modSp mod">
        <pc:chgData name="Roberto Silva" userId="b18dd494f9f6453e" providerId="LiveId" clId="{989AE692-E095-485F-9993-EFC1A6DCE638}" dt="2024-11-09T16:51:26.013" v="367" actId="1036"/>
        <pc:sldMkLst>
          <pc:docMk/>
          <pc:sldMk cId="2703894855" sldId="339"/>
        </pc:sldMkLst>
        <pc:spChg chg="del">
          <ac:chgData name="Roberto Silva" userId="b18dd494f9f6453e" providerId="LiveId" clId="{989AE692-E095-485F-9993-EFC1A6DCE638}" dt="2024-11-09T16:50:18.193" v="345" actId="478"/>
          <ac:spMkLst>
            <pc:docMk/>
            <pc:sldMk cId="2703894855" sldId="339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6.013" v="367" actId="1036"/>
          <ac:spMkLst>
            <pc:docMk/>
            <pc:sldMk cId="2703894855" sldId="339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24.423" v="346" actId="478"/>
          <ac:spMkLst>
            <pc:docMk/>
            <pc:sldMk cId="2703894855" sldId="339"/>
            <ac:spMk id="5" creationId="{D97E8899-0BCF-4A54-A4AD-2EC4286F2A72}"/>
          </ac:spMkLst>
        </pc:spChg>
        <pc:spChg chg="add mod">
          <ac:chgData name="Roberto Silva" userId="b18dd494f9f6453e" providerId="LiveId" clId="{989AE692-E095-485F-9993-EFC1A6DCE638}" dt="2024-11-09T16:50:25.343" v="347"/>
          <ac:spMkLst>
            <pc:docMk/>
            <pc:sldMk cId="2703894855" sldId="339"/>
            <ac:spMk id="6" creationId="{0B4C78A8-D22E-41BE-9699-50A6426139AB}"/>
          </ac:spMkLst>
        </pc:spChg>
      </pc:sldChg>
      <pc:sldChg chg="addSp delSp modSp mod">
        <pc:chgData name="Roberto Silva" userId="b18dd494f9f6453e" providerId="LiveId" clId="{989AE692-E095-485F-9993-EFC1A6DCE638}" dt="2024-11-09T16:51:36.280" v="372" actId="478"/>
        <pc:sldMkLst>
          <pc:docMk/>
          <pc:sldMk cId="641955455" sldId="340"/>
        </pc:sldMkLst>
        <pc:spChg chg="del">
          <ac:chgData name="Roberto Silva" userId="b18dd494f9f6453e" providerId="LiveId" clId="{989AE692-E095-485F-9993-EFC1A6DCE638}" dt="2024-11-09T16:51:32.930" v="368" actId="478"/>
          <ac:spMkLst>
            <pc:docMk/>
            <pc:sldMk cId="641955455" sldId="340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1.046" v="365" actId="120"/>
          <ac:spMkLst>
            <pc:docMk/>
            <pc:sldMk cId="641955455" sldId="340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1:36.280" v="372" actId="478"/>
          <ac:spMkLst>
            <pc:docMk/>
            <pc:sldMk cId="641955455" sldId="340"/>
            <ac:spMk id="5" creationId="{88361496-ED65-4186-8E66-566FC59113BD}"/>
          </ac:spMkLst>
        </pc:spChg>
        <pc:spChg chg="add mod">
          <ac:chgData name="Roberto Silva" userId="b18dd494f9f6453e" providerId="LiveId" clId="{989AE692-E095-485F-9993-EFC1A6DCE638}" dt="2024-11-09T16:51:33.296" v="370" actId="27636"/>
          <ac:spMkLst>
            <pc:docMk/>
            <pc:sldMk cId="641955455" sldId="340"/>
            <ac:spMk id="6" creationId="{7F6A55B1-2FF8-4A2D-9AF7-6710EE40AE51}"/>
          </ac:spMkLst>
        </pc:spChg>
      </pc:sldChg>
      <pc:sldChg chg="modSp mod">
        <pc:chgData name="Roberto Silva" userId="b18dd494f9f6453e" providerId="LiveId" clId="{989AE692-E095-485F-9993-EFC1A6DCE638}" dt="2024-11-09T16:33:01.272" v="14" actId="2711"/>
        <pc:sldMkLst>
          <pc:docMk/>
          <pc:sldMk cId="880466366" sldId="354"/>
        </pc:sldMkLst>
        <pc:spChg chg="mod">
          <ac:chgData name="Roberto Silva" userId="b18dd494f9f6453e" providerId="LiveId" clId="{989AE692-E095-485F-9993-EFC1A6DCE638}" dt="2024-11-09T16:33:01.272" v="14" actId="2711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23.593" v="725" actId="122"/>
        <pc:sldMkLst>
          <pc:docMk/>
          <pc:sldMk cId="2304799739" sldId="362"/>
        </pc:sldMkLst>
        <pc:spChg chg="mod">
          <ac:chgData name="Roberto Silva" userId="b18dd494f9f6453e" providerId="LiveId" clId="{989AE692-E095-485F-9993-EFC1A6DCE638}" dt="2024-11-09T17:05:23.593" v="725" actId="122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9:53.449" v="633" actId="20577"/>
        <pc:sldMkLst>
          <pc:docMk/>
          <pc:sldMk cId="496775209" sldId="363"/>
        </pc:sldMkLst>
        <pc:spChg chg="mod">
          <ac:chgData name="Roberto Silva" userId="b18dd494f9f6453e" providerId="LiveId" clId="{989AE692-E095-485F-9993-EFC1A6DCE638}" dt="2024-11-09T16:59:53.449" v="633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40:19.367" v="83" actId="1076"/>
        <pc:sldMkLst>
          <pc:docMk/>
          <pc:sldMk cId="725659120" sldId="375"/>
        </pc:sldMkLst>
        <pc:spChg chg="add del mod">
          <ac:chgData name="Roberto Silva" userId="b18dd494f9f6453e" providerId="LiveId" clId="{989AE692-E095-485F-9993-EFC1A6DCE638}" dt="2024-11-09T16:40:14.499" v="82" actId="103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989AE692-E095-485F-9993-EFC1A6DCE638}" dt="2024-11-09T16:40:19.367" v="83" actId="1076"/>
          <ac:spMkLst>
            <pc:docMk/>
            <pc:sldMk cId="725659120" sldId="375"/>
            <ac:spMk id="4" creationId="{6BC42A13-94D8-1373-BB98-025A5C022561}"/>
          </ac:spMkLst>
        </pc:spChg>
        <pc:picChg chg="add del">
          <ac:chgData name="Roberto Silva" userId="b18dd494f9f6453e" providerId="LiveId" clId="{989AE692-E095-485F-9993-EFC1A6DCE638}" dt="2024-11-09T16:37:56.534" v="72" actId="478"/>
          <ac:picMkLst>
            <pc:docMk/>
            <pc:sldMk cId="725659120" sldId="375"/>
            <ac:picMk id="2" creationId="{D37CFCA1-EF54-4333-B88D-E5852B093E4C}"/>
          </ac:picMkLst>
        </pc:picChg>
        <pc:picChg chg="del">
          <ac:chgData name="Roberto Silva" userId="b18dd494f9f6453e" providerId="LiveId" clId="{989AE692-E095-485F-9993-EFC1A6DCE638}" dt="2024-11-09T16:37:51.025" v="70" actId="478"/>
          <ac:picMkLst>
            <pc:docMk/>
            <pc:sldMk cId="725659120" sldId="375"/>
            <ac:picMk id="1026" creationId="{89548EBA-A1AA-8A74-3B5A-D34F9481F00B}"/>
          </ac:picMkLst>
        </pc:picChg>
        <pc:picChg chg="add mod">
          <ac:chgData name="Roberto Silva" userId="b18dd494f9f6453e" providerId="LiveId" clId="{989AE692-E095-485F-9993-EFC1A6DCE638}" dt="2024-11-09T16:39:47.632" v="74" actId="167"/>
          <ac:picMkLst>
            <pc:docMk/>
            <pc:sldMk cId="725659120" sldId="375"/>
            <ac:picMk id="1028" creationId="{DAEF1A65-0B56-495F-B882-E0301E0D8050}"/>
          </ac:picMkLst>
        </pc:picChg>
      </pc:sldChg>
      <pc:sldChg chg="modSp mod">
        <pc:chgData name="Roberto Silva" userId="b18dd494f9f6453e" providerId="LiveId" clId="{989AE692-E095-485F-9993-EFC1A6DCE638}" dt="2024-11-09T16:32:18.352" v="5" actId="27636"/>
        <pc:sldMkLst>
          <pc:docMk/>
          <pc:sldMk cId="4243718677" sldId="388"/>
        </pc:sldMkLst>
        <pc:spChg chg="mod">
          <ac:chgData name="Roberto Silva" userId="b18dd494f9f6453e" providerId="LiveId" clId="{989AE692-E095-485F-9993-EFC1A6DCE638}" dt="2024-11-09T16:32:18.352" v="5" actId="27636"/>
          <ac:spMkLst>
            <pc:docMk/>
            <pc:sldMk cId="4243718677" sldId="388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6:46:19.033" v="257" actId="47"/>
        <pc:sldMkLst>
          <pc:docMk/>
          <pc:sldMk cId="1426477925" sldId="397"/>
        </pc:sldMkLst>
        <pc:spChg chg="mod">
          <ac:chgData name="Roberto Silva" userId="b18dd494f9f6453e" providerId="LiveId" clId="{989AE692-E095-485F-9993-EFC1A6DCE638}" dt="2024-11-09T16:43:13.561" v="111" actId="122"/>
          <ac:spMkLst>
            <pc:docMk/>
            <pc:sldMk cId="1426477925" sldId="397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14:17.769" v="844" actId="20577"/>
        <pc:sldMkLst>
          <pc:docMk/>
          <pc:sldMk cId="572362796" sldId="412"/>
        </pc:sldMkLst>
        <pc:spChg chg="mod">
          <ac:chgData name="Roberto Silva" userId="b18dd494f9f6453e" providerId="LiveId" clId="{989AE692-E095-485F-9993-EFC1A6DCE638}" dt="2024-11-09T17:14:17.769" v="844" actId="2057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10.806" v="721" actId="403"/>
        <pc:sldMkLst>
          <pc:docMk/>
          <pc:sldMk cId="3606871705" sldId="414"/>
        </pc:sldMkLst>
        <pc:spChg chg="mod">
          <ac:chgData name="Roberto Silva" userId="b18dd494f9f6453e" providerId="LiveId" clId="{989AE692-E095-485F-9993-EFC1A6DCE638}" dt="2024-11-09T17:05:10.806" v="721" actId="403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415249330" sldId="415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975066000" sldId="416"/>
        </pc:sldMkLst>
      </pc:sldChg>
      <pc:sldChg chg="del">
        <pc:chgData name="Roberto Silva" userId="b18dd494f9f6453e" providerId="LiveId" clId="{989AE692-E095-485F-9993-EFC1A6DCE638}" dt="2024-11-09T16:43:19.399" v="112" actId="47"/>
        <pc:sldMkLst>
          <pc:docMk/>
          <pc:sldMk cId="2319969909" sldId="422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411870148" sldId="423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397306447" sldId="424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980373218" sldId="425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1401418091" sldId="426"/>
        </pc:sldMkLst>
      </pc:sldChg>
      <pc:sldChg chg="del">
        <pc:chgData name="Roberto Silva" userId="b18dd494f9f6453e" providerId="LiveId" clId="{989AE692-E095-485F-9993-EFC1A6DCE638}" dt="2024-11-09T17:01:44.892" v="663" actId="47"/>
        <pc:sldMkLst>
          <pc:docMk/>
          <pc:sldMk cId="153170317" sldId="427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00113382" sldId="428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531555187" sldId="429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162873918" sldId="430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855727790" sldId="431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84700136" sldId="434"/>
        </pc:sldMkLst>
      </pc:sldChg>
      <pc:sldChg chg="addSp delSp modSp mod">
        <pc:chgData name="Roberto Silva" userId="b18dd494f9f6453e" providerId="LiveId" clId="{989AE692-E095-485F-9993-EFC1A6DCE638}" dt="2024-11-09T16:51:05.719" v="363" actId="120"/>
        <pc:sldMkLst>
          <pc:docMk/>
          <pc:sldMk cId="827012416" sldId="445"/>
        </pc:sldMkLst>
        <pc:spChg chg="del">
          <ac:chgData name="Roberto Silva" userId="b18dd494f9f6453e" providerId="LiveId" clId="{989AE692-E095-485F-9993-EFC1A6DCE638}" dt="2024-11-09T16:49:44.479" v="336" actId="478"/>
          <ac:spMkLst>
            <pc:docMk/>
            <pc:sldMk cId="827012416" sldId="445"/>
            <ac:spMk id="2" creationId="{5593A666-4511-2DF4-08E3-9530EB9D20C3}"/>
          </ac:spMkLst>
        </pc:spChg>
        <pc:spChg chg="mod">
          <ac:chgData name="Roberto Silva" userId="b18dd494f9f6453e" providerId="LiveId" clId="{989AE692-E095-485F-9993-EFC1A6DCE638}" dt="2024-11-09T16:51:05.719" v="363" actId="120"/>
          <ac:spMkLst>
            <pc:docMk/>
            <pc:sldMk cId="827012416" sldId="445"/>
            <ac:spMk id="3" creationId="{6B9B489E-9CFA-DE6F-8647-70A7BF474337}"/>
          </ac:spMkLst>
        </pc:spChg>
        <pc:spChg chg="add del mod">
          <ac:chgData name="Roberto Silva" userId="b18dd494f9f6453e" providerId="LiveId" clId="{989AE692-E095-485F-9993-EFC1A6DCE638}" dt="2024-11-09T16:49:48.717" v="340" actId="478"/>
          <ac:spMkLst>
            <pc:docMk/>
            <pc:sldMk cId="827012416" sldId="445"/>
            <ac:spMk id="5" creationId="{CC5E180B-80C9-4615-B0AC-0778425859B3}"/>
          </ac:spMkLst>
        </pc:spChg>
        <pc:spChg chg="add mod">
          <ac:chgData name="Roberto Silva" userId="b18dd494f9f6453e" providerId="LiveId" clId="{989AE692-E095-485F-9993-EFC1A6DCE638}" dt="2024-11-09T16:49:45.313" v="338" actId="27636"/>
          <ac:spMkLst>
            <pc:docMk/>
            <pc:sldMk cId="827012416" sldId="445"/>
            <ac:spMk id="6" creationId="{9392713C-22BC-4991-AAFB-C729723A0F21}"/>
          </ac:spMkLst>
        </pc:spChg>
      </pc:sldChg>
      <pc:sldChg chg="del">
        <pc:chgData name="Roberto Silva" userId="b18dd494f9f6453e" providerId="LiveId" clId="{989AE692-E095-485F-9993-EFC1A6DCE638}" dt="2024-11-09T16:49:24.035" v="334" actId="47"/>
        <pc:sldMkLst>
          <pc:docMk/>
          <pc:sldMk cId="2340107305" sldId="446"/>
        </pc:sldMkLst>
      </pc:sldChg>
      <pc:sldChg chg="modSp del mod">
        <pc:chgData name="Roberto Silva" userId="b18dd494f9f6453e" providerId="LiveId" clId="{989AE692-E095-485F-9993-EFC1A6DCE638}" dt="2024-11-09T16:49:25.961" v="335" actId="47"/>
        <pc:sldMkLst>
          <pc:docMk/>
          <pc:sldMk cId="3839716359" sldId="447"/>
        </pc:sldMkLst>
        <pc:spChg chg="mod">
          <ac:chgData name="Roberto Silva" userId="b18dd494f9f6453e" providerId="LiveId" clId="{989AE692-E095-485F-9993-EFC1A6DCE638}" dt="2024-11-09T16:49:10.881" v="331" actId="21"/>
          <ac:spMkLst>
            <pc:docMk/>
            <pc:sldMk cId="3839716359" sldId="447"/>
            <ac:spMk id="3" creationId="{0BA1C678-DAE4-1EBB-BAD0-1535855C2EEC}"/>
          </ac:spMkLst>
        </pc:spChg>
      </pc:sldChg>
      <pc:sldChg chg="del">
        <pc:chgData name="Roberto Silva" userId="b18dd494f9f6453e" providerId="LiveId" clId="{989AE692-E095-485F-9993-EFC1A6DCE638}" dt="2024-11-09T16:49:52.277" v="341" actId="47"/>
        <pc:sldMkLst>
          <pc:docMk/>
          <pc:sldMk cId="42734301" sldId="448"/>
        </pc:sldMkLst>
      </pc:sldChg>
      <pc:sldChg chg="del">
        <pc:chgData name="Roberto Silva" userId="b18dd494f9f6453e" providerId="LiveId" clId="{989AE692-E095-485F-9993-EFC1A6DCE638}" dt="2024-11-09T16:50:52.695" v="361" actId="47"/>
        <pc:sldMkLst>
          <pc:docMk/>
          <pc:sldMk cId="512598529" sldId="449"/>
        </pc:sldMkLst>
      </pc:sldChg>
      <pc:sldChg chg="modSp mod">
        <pc:chgData name="Roberto Silva" userId="b18dd494f9f6453e" providerId="LiveId" clId="{989AE692-E095-485F-9993-EFC1A6DCE638}" dt="2024-11-09T16:33:18.061" v="16" actId="2711"/>
        <pc:sldMkLst>
          <pc:docMk/>
          <pc:sldMk cId="4288716282" sldId="450"/>
        </pc:sldMkLst>
        <pc:spChg chg="mod">
          <ac:chgData name="Roberto Silva" userId="b18dd494f9f6453e" providerId="LiveId" clId="{989AE692-E095-485F-9993-EFC1A6DCE638}" dt="2024-11-09T16:33:18.061" v="16" actId="2711"/>
          <ac:spMkLst>
            <pc:docMk/>
            <pc:sldMk cId="4288716282" sldId="450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6:33:51.494" v="19" actId="47"/>
        <pc:sldMkLst>
          <pc:docMk/>
          <pc:sldMk cId="1322884125" sldId="451"/>
        </pc:sldMkLst>
      </pc:sldChg>
      <pc:sldChg chg="del">
        <pc:chgData name="Roberto Silva" userId="b18dd494f9f6453e" providerId="LiveId" clId="{989AE692-E095-485F-9993-EFC1A6DCE638}" dt="2024-11-09T17:07:12.112" v="757" actId="47"/>
        <pc:sldMkLst>
          <pc:docMk/>
          <pc:sldMk cId="1495146726" sldId="452"/>
        </pc:sldMkLst>
      </pc:sldChg>
      <pc:sldChg chg="modSp del mod">
        <pc:chgData name="Roberto Silva" userId="b18dd494f9f6453e" providerId="LiveId" clId="{989AE692-E095-485F-9993-EFC1A6DCE638}" dt="2024-11-09T17:07:27.621" v="759" actId="47"/>
        <pc:sldMkLst>
          <pc:docMk/>
          <pc:sldMk cId="2453088623" sldId="453"/>
        </pc:sldMkLst>
        <pc:spChg chg="mod">
          <ac:chgData name="Roberto Silva" userId="b18dd494f9f6453e" providerId="LiveId" clId="{989AE692-E095-485F-9993-EFC1A6DCE638}" dt="2024-11-09T17:07:25.389" v="758"/>
          <ac:spMkLst>
            <pc:docMk/>
            <pc:sldMk cId="2453088623" sldId="453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7:10.475" v="756" actId="47"/>
        <pc:sldMkLst>
          <pc:docMk/>
          <pc:sldMk cId="1128083522" sldId="454"/>
        </pc:sldMkLst>
      </pc:sldChg>
      <pc:sldChg chg="add">
        <pc:chgData name="Roberto Silva" userId="b18dd494f9f6453e" providerId="LiveId" clId="{989AE692-E095-485F-9993-EFC1A6DCE638}" dt="2024-11-09T16:33:45.984" v="17"/>
        <pc:sldMkLst>
          <pc:docMk/>
          <pc:sldMk cId="1441349758" sldId="455"/>
        </pc:sldMkLst>
      </pc:sldChg>
      <pc:sldChg chg="modSp add mod">
        <pc:chgData name="Roberto Silva" userId="b18dd494f9f6453e" providerId="LiveId" clId="{989AE692-E095-485F-9993-EFC1A6DCE638}" dt="2024-11-09T16:34:10.884" v="25"/>
        <pc:sldMkLst>
          <pc:docMk/>
          <pc:sldMk cId="564149338" sldId="456"/>
        </pc:sldMkLst>
        <pc:spChg chg="mod">
          <ac:chgData name="Roberto Silva" userId="b18dd494f9f6453e" providerId="LiveId" clId="{989AE692-E095-485F-9993-EFC1A6DCE638}" dt="2024-11-09T16:34:10.884" v="25"/>
          <ac:spMkLst>
            <pc:docMk/>
            <pc:sldMk cId="564149338" sldId="456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4:32.094" v="26"/>
        <pc:sldMkLst>
          <pc:docMk/>
          <pc:sldMk cId="802662335" sldId="457"/>
        </pc:sldMkLst>
      </pc:sldChg>
      <pc:sldChg chg="modSp add mod">
        <pc:chgData name="Roberto Silva" userId="b18dd494f9f6453e" providerId="LiveId" clId="{989AE692-E095-485F-9993-EFC1A6DCE638}" dt="2024-11-09T16:35:02.578" v="33"/>
        <pc:sldMkLst>
          <pc:docMk/>
          <pc:sldMk cId="3140819050" sldId="458"/>
        </pc:sldMkLst>
        <pc:spChg chg="mod">
          <ac:chgData name="Roberto Silva" userId="b18dd494f9f6453e" providerId="LiveId" clId="{989AE692-E095-485F-9993-EFC1A6DCE638}" dt="2024-11-09T16:35:02.578" v="33"/>
          <ac:spMkLst>
            <pc:docMk/>
            <pc:sldMk cId="3140819050" sldId="458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5:10.876" v="34"/>
        <pc:sldMkLst>
          <pc:docMk/>
          <pc:sldMk cId="1562838854" sldId="459"/>
        </pc:sldMkLst>
      </pc:sldChg>
      <pc:sldChg chg="modSp add mod">
        <pc:chgData name="Roberto Silva" userId="b18dd494f9f6453e" providerId="LiveId" clId="{989AE692-E095-485F-9993-EFC1A6DCE638}" dt="2024-11-09T16:45:29.606" v="200" actId="20577"/>
        <pc:sldMkLst>
          <pc:docMk/>
          <pc:sldMk cId="4241994554" sldId="460"/>
        </pc:sldMkLst>
        <pc:spChg chg="mod">
          <ac:chgData name="Roberto Silva" userId="b18dd494f9f6453e" providerId="LiveId" clId="{989AE692-E095-485F-9993-EFC1A6DCE638}" dt="2024-11-09T16:45:29.606" v="200" actId="20577"/>
          <ac:spMkLst>
            <pc:docMk/>
            <pc:sldMk cId="4241994554" sldId="46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05.259" v="256"/>
        <pc:sldMkLst>
          <pc:docMk/>
          <pc:sldMk cId="2300070243" sldId="461"/>
        </pc:sldMkLst>
        <pc:spChg chg="mod">
          <ac:chgData name="Roberto Silva" userId="b18dd494f9f6453e" providerId="LiveId" clId="{989AE692-E095-485F-9993-EFC1A6DCE638}" dt="2024-11-09T16:46:05.259" v="256"/>
          <ac:spMkLst>
            <pc:docMk/>
            <pc:sldMk cId="2300070243" sldId="46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45:43.659" v="202" actId="47"/>
        <pc:sldMkLst>
          <pc:docMk/>
          <pc:sldMk cId="590633782" sldId="462"/>
        </pc:sldMkLst>
        <pc:spChg chg="mod">
          <ac:chgData name="Roberto Silva" userId="b18dd494f9f6453e" providerId="LiveId" clId="{989AE692-E095-485F-9993-EFC1A6DCE638}" dt="2024-11-09T16:43:53.593" v="164"/>
          <ac:spMkLst>
            <pc:docMk/>
            <pc:sldMk cId="590633782" sldId="462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23.828" v="259" actId="20577"/>
        <pc:sldMkLst>
          <pc:docMk/>
          <pc:sldMk cId="1118256512" sldId="463"/>
        </pc:sldMkLst>
        <pc:spChg chg="mod">
          <ac:chgData name="Roberto Silva" userId="b18dd494f9f6453e" providerId="LiveId" clId="{989AE692-E095-485F-9993-EFC1A6DCE638}" dt="2024-11-09T16:46:23.828" v="259" actId="20577"/>
          <ac:spMkLst>
            <pc:docMk/>
            <pc:sldMk cId="1118256512" sldId="463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51:57.418" v="387" actId="1035"/>
        <pc:sldMkLst>
          <pc:docMk/>
          <pc:sldMk cId="3278313917" sldId="464"/>
        </pc:sldMkLst>
        <pc:spChg chg="mod">
          <ac:chgData name="Roberto Silva" userId="b18dd494f9f6453e" providerId="LiveId" clId="{989AE692-E095-485F-9993-EFC1A6DCE638}" dt="2024-11-09T16:51:57.418" v="387" actId="1035"/>
          <ac:spMkLst>
            <pc:docMk/>
            <pc:sldMk cId="3278313917" sldId="464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2:51.060" v="801" actId="20577"/>
        <pc:sldMkLst>
          <pc:docMk/>
          <pc:sldMk cId="831858853" sldId="465"/>
        </pc:sldMkLst>
        <pc:spChg chg="mod">
          <ac:chgData name="Roberto Silva" userId="b18dd494f9f6453e" providerId="LiveId" clId="{989AE692-E095-485F-9993-EFC1A6DCE638}" dt="2024-11-09T17:12:51.060" v="801" actId="20577"/>
          <ac:spMkLst>
            <pc:docMk/>
            <pc:sldMk cId="831858853" sldId="465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59:44.424" v="630" actId="47"/>
        <pc:sldMkLst>
          <pc:docMk/>
          <pc:sldMk cId="923034241" sldId="466"/>
        </pc:sldMkLst>
        <pc:spChg chg="mod">
          <ac:chgData name="Roberto Silva" userId="b18dd494f9f6453e" providerId="LiveId" clId="{989AE692-E095-485F-9993-EFC1A6DCE638}" dt="2024-11-09T16:59:13.927" v="620"/>
          <ac:spMkLst>
            <pc:docMk/>
            <pc:sldMk cId="923034241" sldId="46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5:00.693" v="720" actId="47"/>
        <pc:sldMkLst>
          <pc:docMk/>
          <pc:sldMk cId="2003933005" sldId="466"/>
        </pc:sldMkLst>
      </pc:sldChg>
      <pc:sldChg chg="modSp add mod">
        <pc:chgData name="Roberto Silva" userId="b18dd494f9f6453e" providerId="LiveId" clId="{989AE692-E095-485F-9993-EFC1A6DCE638}" dt="2024-11-09T17:04:27.855" v="710" actId="403"/>
        <pc:sldMkLst>
          <pc:docMk/>
          <pc:sldMk cId="2043584621" sldId="467"/>
        </pc:sldMkLst>
        <pc:spChg chg="mod">
          <ac:chgData name="Roberto Silva" userId="b18dd494f9f6453e" providerId="LiveId" clId="{989AE692-E095-485F-9993-EFC1A6DCE638}" dt="2024-11-09T17:04:27.855" v="710" actId="403"/>
          <ac:spMkLst>
            <pc:docMk/>
            <pc:sldMk cId="2043584621" sldId="467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7.643" v="719" actId="47"/>
        <pc:sldMkLst>
          <pc:docMk/>
          <pc:sldMk cId="3118810390" sldId="468"/>
        </pc:sldMkLst>
      </pc:sldChg>
      <pc:sldChg chg="modSp add mod">
        <pc:chgData name="Roberto Silva" userId="b18dd494f9f6453e" providerId="LiveId" clId="{989AE692-E095-485F-9993-EFC1A6DCE638}" dt="2024-11-09T17:04:38.878" v="712" actId="255"/>
        <pc:sldMkLst>
          <pc:docMk/>
          <pc:sldMk cId="3342856911" sldId="469"/>
        </pc:sldMkLst>
        <pc:spChg chg="mod">
          <ac:chgData name="Roberto Silva" userId="b18dd494f9f6453e" providerId="LiveId" clId="{989AE692-E095-485F-9993-EFC1A6DCE638}" dt="2024-11-09T17:04:38.878" v="712" actId="255"/>
          <ac:spMkLst>
            <pc:docMk/>
            <pc:sldMk cId="3342856911" sldId="469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3.238" v="717" actId="47"/>
        <pc:sldMkLst>
          <pc:docMk/>
          <pc:sldMk cId="744697495" sldId="470"/>
        </pc:sldMkLst>
      </pc:sldChg>
      <pc:sldChg chg="modSp add mod">
        <pc:chgData name="Roberto Silva" userId="b18dd494f9f6453e" providerId="LiveId" clId="{989AE692-E095-485F-9993-EFC1A6DCE638}" dt="2024-11-09T17:04:51.202" v="716" actId="403"/>
        <pc:sldMkLst>
          <pc:docMk/>
          <pc:sldMk cId="2430720748" sldId="471"/>
        </pc:sldMkLst>
        <pc:spChg chg="mod">
          <ac:chgData name="Roberto Silva" userId="b18dd494f9f6453e" providerId="LiveId" clId="{989AE692-E095-485F-9993-EFC1A6DCE638}" dt="2024-11-09T17:04:51.202" v="716" actId="403"/>
          <ac:spMkLst>
            <pc:docMk/>
            <pc:sldMk cId="2430720748" sldId="47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7:04:54.693" v="718" actId="47"/>
        <pc:sldMkLst>
          <pc:docMk/>
          <pc:sldMk cId="19501491" sldId="472"/>
        </pc:sldMkLst>
        <pc:spChg chg="mod">
          <ac:chgData name="Roberto Silva" userId="b18dd494f9f6453e" providerId="LiveId" clId="{989AE692-E095-485F-9993-EFC1A6DCE638}" dt="2024-11-09T17:03:36.978" v="697" actId="20577"/>
          <ac:spMkLst>
            <pc:docMk/>
            <pc:sldMk cId="19501491" sldId="472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05:27.178" v="726"/>
        <pc:sldMkLst>
          <pc:docMk/>
          <pc:sldMk cId="3998688026" sldId="472"/>
        </pc:sldMkLst>
      </pc:sldChg>
      <pc:sldChg chg="add">
        <pc:chgData name="Roberto Silva" userId="b18dd494f9f6453e" providerId="LiveId" clId="{989AE692-E095-485F-9993-EFC1A6DCE638}" dt="2024-11-09T17:05:28.420" v="727"/>
        <pc:sldMkLst>
          <pc:docMk/>
          <pc:sldMk cId="2482442702" sldId="473"/>
        </pc:sldMkLst>
      </pc:sldChg>
      <pc:sldChg chg="add">
        <pc:chgData name="Roberto Silva" userId="b18dd494f9f6453e" providerId="LiveId" clId="{989AE692-E095-485F-9993-EFC1A6DCE638}" dt="2024-11-09T17:05:29.823" v="728"/>
        <pc:sldMkLst>
          <pc:docMk/>
          <pc:sldMk cId="294936990" sldId="474"/>
        </pc:sldMkLst>
      </pc:sldChg>
      <pc:sldChg chg="add">
        <pc:chgData name="Roberto Silva" userId="b18dd494f9f6453e" providerId="LiveId" clId="{989AE692-E095-485F-9993-EFC1A6DCE638}" dt="2024-11-09T17:05:30.883" v="729"/>
        <pc:sldMkLst>
          <pc:docMk/>
          <pc:sldMk cId="2222345691" sldId="475"/>
        </pc:sldMkLst>
      </pc:sldChg>
      <pc:sldChg chg="modSp add mod">
        <pc:chgData name="Roberto Silva" userId="b18dd494f9f6453e" providerId="LiveId" clId="{989AE692-E095-485F-9993-EFC1A6DCE638}" dt="2024-11-09T17:08:15.150" v="773" actId="20577"/>
        <pc:sldMkLst>
          <pc:docMk/>
          <pc:sldMk cId="1961620894" sldId="476"/>
        </pc:sldMkLst>
        <pc:spChg chg="mod">
          <ac:chgData name="Roberto Silva" userId="b18dd494f9f6453e" providerId="LiveId" clId="{989AE692-E095-485F-9993-EFC1A6DCE638}" dt="2024-11-09T17:08:15.150" v="773" actId="20577"/>
          <ac:spMkLst>
            <pc:docMk/>
            <pc:sldMk cId="1961620894" sldId="47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13:07.800" v="822" actId="47"/>
        <pc:sldMkLst>
          <pc:docMk/>
          <pc:sldMk cId="491872491" sldId="477"/>
        </pc:sldMkLst>
      </pc:sldChg>
      <pc:sldChg chg="add del">
        <pc:chgData name="Roberto Silva" userId="b18dd494f9f6453e" providerId="LiveId" clId="{989AE692-E095-485F-9993-EFC1A6DCE638}" dt="2024-11-09T17:13:10.210" v="823" actId="47"/>
        <pc:sldMkLst>
          <pc:docMk/>
          <pc:sldMk cId="1778323126" sldId="478"/>
        </pc:sldMkLst>
      </pc:sldChg>
      <pc:sldChg chg="modSp add mod">
        <pc:chgData name="Roberto Silva" userId="b18dd494f9f6453e" providerId="LiveId" clId="{989AE692-E095-485F-9993-EFC1A6DCE638}" dt="2024-11-09T17:13:21.164" v="829" actId="20577"/>
        <pc:sldMkLst>
          <pc:docMk/>
          <pc:sldMk cId="363214039" sldId="479"/>
        </pc:sldMkLst>
        <pc:spChg chg="mod">
          <ac:chgData name="Roberto Silva" userId="b18dd494f9f6453e" providerId="LiveId" clId="{989AE692-E095-485F-9993-EFC1A6DCE638}" dt="2024-11-09T17:13:21.164" v="829" actId="20577"/>
          <ac:spMkLst>
            <pc:docMk/>
            <pc:sldMk cId="363214039" sldId="479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4:08.244" v="843" actId="20577"/>
        <pc:sldMkLst>
          <pc:docMk/>
          <pc:sldMk cId="3930665779" sldId="480"/>
        </pc:sldMkLst>
        <pc:spChg chg="mod">
          <ac:chgData name="Roberto Silva" userId="b18dd494f9f6453e" providerId="LiveId" clId="{989AE692-E095-485F-9993-EFC1A6DCE638}" dt="2024-11-09T17:14:08.244" v="843" actId="20577"/>
          <ac:spMkLst>
            <pc:docMk/>
            <pc:sldMk cId="3930665779" sldId="48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3:46.630" v="834"/>
        <pc:sldMkLst>
          <pc:docMk/>
          <pc:sldMk cId="4090906904" sldId="481"/>
        </pc:sldMkLst>
        <pc:spChg chg="mod">
          <ac:chgData name="Roberto Silva" userId="b18dd494f9f6453e" providerId="LiveId" clId="{989AE692-E095-485F-9993-EFC1A6DCE638}" dt="2024-11-09T17:13:46.630" v="834"/>
          <ac:spMkLst>
            <pc:docMk/>
            <pc:sldMk cId="4090906904" sldId="481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14:28.679" v="845"/>
        <pc:sldMkLst>
          <pc:docMk/>
          <pc:sldMk cId="1455440679" sldId="482"/>
        </pc:sldMkLst>
      </pc:sldChg>
    </pc:docChg>
  </pc:docChgLst>
  <pc:docChgLst>
    <pc:chgData name="Roberto Silva" userId="b18dd494f9f6453e" providerId="LiveId" clId="{4C6CA74F-9D3B-4647-BF9A-E45D7B63EB2D}"/>
    <pc:docChg chg="undo redo custSel addSld delSld modSld sldOrd">
      <pc:chgData name="Roberto Silva" userId="b18dd494f9f6453e" providerId="LiveId" clId="{4C6CA74F-9D3B-4647-BF9A-E45D7B63EB2D}" dt="2025-01-11T16:57:29.536" v="659" actId="403"/>
      <pc:docMkLst>
        <pc:docMk/>
      </pc:docMkLst>
      <pc:sldChg chg="modSp mod">
        <pc:chgData name="Roberto Silva" userId="b18dd494f9f6453e" providerId="LiveId" clId="{4C6CA74F-9D3B-4647-BF9A-E45D7B63EB2D}" dt="2025-01-11T16:22:07.665" v="267"/>
        <pc:sldMkLst>
          <pc:docMk/>
          <pc:sldMk cId="3388034860" sldId="265"/>
        </pc:sldMkLst>
        <pc:spChg chg="mod">
          <ac:chgData name="Roberto Silva" userId="b18dd494f9f6453e" providerId="LiveId" clId="{4C6CA74F-9D3B-4647-BF9A-E45D7B63EB2D}" dt="2025-01-11T16:22:07.665" v="26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24:09.110" v="408" actId="20577"/>
        <pc:sldMkLst>
          <pc:docMk/>
          <pc:sldMk cId="2671817442" sldId="267"/>
        </pc:sldMkLst>
        <pc:spChg chg="mod">
          <ac:chgData name="Roberto Silva" userId="b18dd494f9f6453e" providerId="LiveId" clId="{4C6CA74F-9D3B-4647-BF9A-E45D7B63EB2D}" dt="2025-01-11T16:24:09.110" v="40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0:24.720" v="525" actId="47"/>
        <pc:sldMkLst>
          <pc:docMk/>
          <pc:sldMk cId="1963412704" sldId="275"/>
        </pc:sldMkLst>
      </pc:sldChg>
      <pc:sldChg chg="del">
        <pc:chgData name="Roberto Silva" userId="b18dd494f9f6453e" providerId="LiveId" clId="{4C6CA74F-9D3B-4647-BF9A-E45D7B63EB2D}" dt="2025-01-11T16:40:24.720" v="525" actId="47"/>
        <pc:sldMkLst>
          <pc:docMk/>
          <pc:sldMk cId="3172461034" sldId="292"/>
        </pc:sldMkLst>
      </pc:sldChg>
      <pc:sldChg chg="modSp mod">
        <pc:chgData name="Roberto Silva" userId="b18dd494f9f6453e" providerId="LiveId" clId="{4C6CA74F-9D3B-4647-BF9A-E45D7B63EB2D}" dt="2025-01-11T16:07:41.469" v="105" actId="27636"/>
        <pc:sldMkLst>
          <pc:docMk/>
          <pc:sldMk cId="880466366" sldId="354"/>
        </pc:sldMkLst>
        <pc:spChg chg="mod">
          <ac:chgData name="Roberto Silva" userId="b18dd494f9f6453e" providerId="LiveId" clId="{4C6CA74F-9D3B-4647-BF9A-E45D7B63EB2D}" dt="2025-01-11T16:07:41.469" v="105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13:19.020" v="216"/>
        <pc:sldMkLst>
          <pc:docMk/>
          <pc:sldMk cId="2304799739" sldId="362"/>
        </pc:sldMkLst>
        <pc:spChg chg="mod">
          <ac:chgData name="Roberto Silva" userId="b18dd494f9f6453e" providerId="LiveId" clId="{4C6CA74F-9D3B-4647-BF9A-E45D7B63EB2D}" dt="2025-01-11T16:13:19.020" v="216"/>
          <ac:spMkLst>
            <pc:docMk/>
            <pc:sldMk cId="2304799739" sldId="362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4C6CA74F-9D3B-4647-BF9A-E45D7B63EB2D}" dt="2025-01-11T16:50:16.454" v="653" actId="1036"/>
        <pc:sldMkLst>
          <pc:docMk/>
          <pc:sldMk cId="725659120" sldId="375"/>
        </pc:sldMkLst>
        <pc:spChg chg="add del mod ord">
          <ac:chgData name="Roberto Silva" userId="b18dd494f9f6453e" providerId="LiveId" clId="{4C6CA74F-9D3B-4647-BF9A-E45D7B63EB2D}" dt="2025-01-11T16:50:16.454" v="653" actId="103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4C6CA74F-9D3B-4647-BF9A-E45D7B63EB2D}" dt="2025-01-11T16:49:39.009" v="602" actId="1035"/>
          <ac:spMkLst>
            <pc:docMk/>
            <pc:sldMk cId="725659120" sldId="375"/>
            <ac:spMk id="4" creationId="{6BC42A13-94D8-1373-BB98-025A5C022561}"/>
          </ac:spMkLst>
        </pc:spChg>
        <pc:picChg chg="add del">
          <ac:chgData name="Roberto Silva" userId="b18dd494f9f6453e" providerId="LiveId" clId="{4C6CA74F-9D3B-4647-BF9A-E45D7B63EB2D}" dt="2025-01-11T16:48:31.600" v="553"/>
          <ac:picMkLst>
            <pc:docMk/>
            <pc:sldMk cId="725659120" sldId="375"/>
            <ac:picMk id="2" creationId="{9D618953-367B-421F-9E60-01D078C4EDF1}"/>
          </ac:picMkLst>
        </pc:picChg>
        <pc:picChg chg="add del mod">
          <ac:chgData name="Roberto Silva" userId="b18dd494f9f6453e" providerId="LiveId" clId="{4C6CA74F-9D3B-4647-BF9A-E45D7B63EB2D}" dt="2025-01-11T16:48:29.234" v="551" actId="478"/>
          <ac:picMkLst>
            <pc:docMk/>
            <pc:sldMk cId="725659120" sldId="375"/>
            <ac:picMk id="1026" creationId="{4F506B4E-F2BE-4D67-BCB0-1D455A939099}"/>
          </ac:picMkLst>
        </pc:picChg>
        <pc:picChg chg="add del">
          <ac:chgData name="Roberto Silva" userId="b18dd494f9f6453e" providerId="LiveId" clId="{4C6CA74F-9D3B-4647-BF9A-E45D7B63EB2D}" dt="2025-01-11T16:04:00.489" v="1"/>
          <ac:picMkLst>
            <pc:docMk/>
            <pc:sldMk cId="725659120" sldId="375"/>
            <ac:picMk id="1026" creationId="{62276116-5F18-42FE-8C2D-E8E4E28F61D2}"/>
          </ac:picMkLst>
        </pc:picChg>
        <pc:picChg chg="add mod">
          <ac:chgData name="Roberto Silva" userId="b18dd494f9f6453e" providerId="LiveId" clId="{4C6CA74F-9D3B-4647-BF9A-E45D7B63EB2D}" dt="2025-01-11T16:50:05.916" v="625" actId="1035"/>
          <ac:picMkLst>
            <pc:docMk/>
            <pc:sldMk cId="725659120" sldId="375"/>
            <ac:picMk id="1028" creationId="{1A054BDB-719E-4BF5-AF09-1336AD7E2AF4}"/>
          </ac:picMkLst>
        </pc:picChg>
        <pc:picChg chg="add del mod">
          <ac:chgData name="Roberto Silva" userId="b18dd494f9f6453e" providerId="LiveId" clId="{4C6CA74F-9D3B-4647-BF9A-E45D7B63EB2D}" dt="2025-01-11T16:44:52.497" v="528" actId="478"/>
          <ac:picMkLst>
            <pc:docMk/>
            <pc:sldMk cId="725659120" sldId="375"/>
            <ac:picMk id="1028" creationId="{3F10740E-6181-4A7C-8C3A-177B16B72BAB}"/>
          </ac:picMkLst>
        </pc:picChg>
      </pc:sldChg>
      <pc:sldChg chg="add del">
        <pc:chgData name="Roberto Silva" userId="b18dd494f9f6453e" providerId="LiveId" clId="{4C6CA74F-9D3B-4647-BF9A-E45D7B63EB2D}" dt="2025-01-11T16:57:03.916" v="654"/>
        <pc:sldMkLst>
          <pc:docMk/>
          <pc:sldMk cId="2703296813" sldId="385"/>
        </pc:sldMkLst>
      </pc:sldChg>
      <pc:sldChg chg="add">
        <pc:chgData name="Roberto Silva" userId="b18dd494f9f6453e" providerId="LiveId" clId="{4C6CA74F-9D3B-4647-BF9A-E45D7B63EB2D}" dt="2025-01-11T16:57:03.916" v="654"/>
        <pc:sldMkLst>
          <pc:docMk/>
          <pc:sldMk cId="2732653773" sldId="386"/>
        </pc:sldMkLst>
      </pc:sldChg>
      <pc:sldChg chg="add">
        <pc:chgData name="Roberto Silva" userId="b18dd494f9f6453e" providerId="LiveId" clId="{4C6CA74F-9D3B-4647-BF9A-E45D7B63EB2D}" dt="2025-01-11T16:57:03.916" v="654"/>
        <pc:sldMkLst>
          <pc:docMk/>
          <pc:sldMk cId="2114761110" sldId="387"/>
        </pc:sldMkLst>
      </pc:sldChg>
      <pc:sldChg chg="modSp add mod">
        <pc:chgData name="Roberto Silva" userId="b18dd494f9f6453e" providerId="LiveId" clId="{4C6CA74F-9D3B-4647-BF9A-E45D7B63EB2D}" dt="2025-01-11T16:57:15.517" v="656" actId="20577"/>
        <pc:sldMkLst>
          <pc:docMk/>
          <pc:sldMk cId="4243718677" sldId="388"/>
        </pc:sldMkLst>
        <pc:spChg chg="mod">
          <ac:chgData name="Roberto Silva" userId="b18dd494f9f6453e" providerId="LiveId" clId="{4C6CA74F-9D3B-4647-BF9A-E45D7B63EB2D}" dt="2025-01-11T16:57:15.517" v="656" actId="20577"/>
          <ac:spMkLst>
            <pc:docMk/>
            <pc:sldMk cId="4243718677" sldId="388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09:48.328" v="134" actId="27636"/>
        <pc:sldMkLst>
          <pc:docMk/>
          <pc:sldMk cId="572362796" sldId="412"/>
        </pc:sldMkLst>
        <pc:spChg chg="mod">
          <ac:chgData name="Roberto Silva" userId="b18dd494f9f6453e" providerId="LiveId" clId="{4C6CA74F-9D3B-4647-BF9A-E45D7B63EB2D}" dt="2025-01-11T16:09:48.328" v="134" actId="27636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13:33.888" v="223" actId="27636"/>
        <pc:sldMkLst>
          <pc:docMk/>
          <pc:sldMk cId="3606871705" sldId="414"/>
        </pc:sldMkLst>
        <pc:spChg chg="mod">
          <ac:chgData name="Roberto Silva" userId="b18dd494f9f6453e" providerId="LiveId" clId="{4C6CA74F-9D3B-4647-BF9A-E45D7B63EB2D}" dt="2025-01-11T16:13:33.888" v="223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2586744568" sldId="433"/>
        </pc:sldMkLst>
      </pc:sldChg>
      <pc:sldChg chg="modSp mod ord">
        <pc:chgData name="Roberto Silva" userId="b18dd494f9f6453e" providerId="LiveId" clId="{4C6CA74F-9D3B-4647-BF9A-E45D7B63EB2D}" dt="2025-01-11T16:06:29.009" v="78" actId="27636"/>
        <pc:sldMkLst>
          <pc:docMk/>
          <pc:sldMk cId="4288716282" sldId="450"/>
        </pc:sldMkLst>
        <pc:spChg chg="mod">
          <ac:chgData name="Roberto Silva" userId="b18dd494f9f6453e" providerId="LiveId" clId="{4C6CA74F-9D3B-4647-BF9A-E45D7B63EB2D}" dt="2025-01-11T16:06:29.009" v="78" actId="27636"/>
          <ac:spMkLst>
            <pc:docMk/>
            <pc:sldMk cId="4288716282" sldId="450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35:19.881" v="456" actId="120"/>
        <pc:sldMkLst>
          <pc:docMk/>
          <pc:sldMk cId="4241994554" sldId="460"/>
        </pc:sldMkLst>
        <pc:spChg chg="mod">
          <ac:chgData name="Roberto Silva" userId="b18dd494f9f6453e" providerId="LiveId" clId="{4C6CA74F-9D3B-4647-BF9A-E45D7B63EB2D}" dt="2025-01-11T16:35:10.443" v="453" actId="20577"/>
          <ac:spMkLst>
            <pc:docMk/>
            <pc:sldMk cId="4241994554" sldId="460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5:19.881" v="456" actId="120"/>
          <ac:spMkLst>
            <pc:docMk/>
            <pc:sldMk cId="4241994554" sldId="460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0:09.646" v="523" actId="47"/>
        <pc:sldMkLst>
          <pc:docMk/>
          <pc:sldMk cId="2300070243" sldId="461"/>
        </pc:sldMkLst>
      </pc:sldChg>
      <pc:sldChg chg="del">
        <pc:chgData name="Roberto Silva" userId="b18dd494f9f6453e" providerId="LiveId" clId="{4C6CA74F-9D3B-4647-BF9A-E45D7B63EB2D}" dt="2025-01-11T16:40:08.037" v="522" actId="47"/>
        <pc:sldMkLst>
          <pc:docMk/>
          <pc:sldMk cId="1118256512" sldId="463"/>
        </pc:sldMkLst>
      </pc:sldChg>
      <pc:sldChg chg="modSp mod">
        <pc:chgData name="Roberto Silva" userId="b18dd494f9f6453e" providerId="LiveId" clId="{4C6CA74F-9D3B-4647-BF9A-E45D7B63EB2D}" dt="2025-01-11T16:10:17.008" v="150" actId="5793"/>
        <pc:sldMkLst>
          <pc:docMk/>
          <pc:sldMk cId="831858853" sldId="465"/>
        </pc:sldMkLst>
        <pc:spChg chg="mod">
          <ac:chgData name="Roberto Silva" userId="b18dd494f9f6453e" providerId="LiveId" clId="{4C6CA74F-9D3B-4647-BF9A-E45D7B63EB2D}" dt="2025-01-11T16:10:17.008" v="150" actId="5793"/>
          <ac:spMkLst>
            <pc:docMk/>
            <pc:sldMk cId="831858853" sldId="465"/>
            <ac:spMk id="3" creationId="{FC8F7E34-DB8C-1CEE-BAF4-E537563F9CD2}"/>
          </ac:spMkLst>
        </pc:spChg>
      </pc:sldChg>
      <pc:sldChg chg="modSp mod">
        <pc:chgData name="Roberto Silva" userId="b18dd494f9f6453e" providerId="LiveId" clId="{4C6CA74F-9D3B-4647-BF9A-E45D7B63EB2D}" dt="2025-01-11T16:57:23.584" v="658" actId="403"/>
        <pc:sldMkLst>
          <pc:docMk/>
          <pc:sldMk cId="1961620894" sldId="476"/>
        </pc:sldMkLst>
        <pc:spChg chg="mod">
          <ac:chgData name="Roberto Silva" userId="b18dd494f9f6453e" providerId="LiveId" clId="{4C6CA74F-9D3B-4647-BF9A-E45D7B63EB2D}" dt="2025-01-11T16:57:23.584" v="658" actId="403"/>
          <ac:spMkLst>
            <pc:docMk/>
            <pc:sldMk cId="1961620894" sldId="476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3898436463" sldId="486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2180225409" sldId="487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2555834996" sldId="488"/>
        </pc:sldMkLst>
      </pc:sldChg>
      <pc:sldChg chg="del">
        <pc:chgData name="Roberto Silva" userId="b18dd494f9f6453e" providerId="LiveId" clId="{4C6CA74F-9D3B-4647-BF9A-E45D7B63EB2D}" dt="2025-01-11T16:06:54.739" v="86" actId="47"/>
        <pc:sldMkLst>
          <pc:docMk/>
          <pc:sldMk cId="1156606199" sldId="489"/>
        </pc:sldMkLst>
      </pc:sldChg>
      <pc:sldChg chg="del">
        <pc:chgData name="Roberto Silva" userId="b18dd494f9f6453e" providerId="LiveId" clId="{4C6CA74F-9D3B-4647-BF9A-E45D7B63EB2D}" dt="2025-01-11T16:11:44.834" v="191" actId="47"/>
        <pc:sldMkLst>
          <pc:docMk/>
          <pc:sldMk cId="3036389941" sldId="490"/>
        </pc:sldMkLst>
      </pc:sldChg>
      <pc:sldChg chg="del">
        <pc:chgData name="Roberto Silva" userId="b18dd494f9f6453e" providerId="LiveId" clId="{4C6CA74F-9D3B-4647-BF9A-E45D7B63EB2D}" dt="2025-01-11T16:11:47.848" v="192" actId="47"/>
        <pc:sldMkLst>
          <pc:docMk/>
          <pc:sldMk cId="3679009315" sldId="491"/>
        </pc:sldMkLst>
      </pc:sldChg>
      <pc:sldChg chg="del">
        <pc:chgData name="Roberto Silva" userId="b18dd494f9f6453e" providerId="LiveId" clId="{4C6CA74F-9D3B-4647-BF9A-E45D7B63EB2D}" dt="2025-01-11T16:11:47.848" v="192" actId="47"/>
        <pc:sldMkLst>
          <pc:docMk/>
          <pc:sldMk cId="3899518617" sldId="492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575466733" sldId="493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710540835" sldId="494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799187053" sldId="495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3305016639" sldId="496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925363899" sldId="497"/>
        </pc:sldMkLst>
      </pc:sldChg>
      <pc:sldChg chg="del">
        <pc:chgData name="Roberto Silva" userId="b18dd494f9f6453e" providerId="LiveId" clId="{4C6CA74F-9D3B-4647-BF9A-E45D7B63EB2D}" dt="2025-01-11T16:13:40.789" v="225" actId="47"/>
        <pc:sldMkLst>
          <pc:docMk/>
          <pc:sldMk cId="2938306142" sldId="498"/>
        </pc:sldMkLst>
      </pc:sldChg>
      <pc:sldChg chg="modSp mod">
        <pc:chgData name="Roberto Silva" userId="b18dd494f9f6453e" providerId="LiveId" clId="{4C6CA74F-9D3B-4647-BF9A-E45D7B63EB2D}" dt="2025-01-11T16:57:29.536" v="659" actId="403"/>
        <pc:sldMkLst>
          <pc:docMk/>
          <pc:sldMk cId="3111672348" sldId="499"/>
        </pc:sldMkLst>
        <pc:spChg chg="mod">
          <ac:chgData name="Roberto Silva" userId="b18dd494f9f6453e" providerId="LiveId" clId="{4C6CA74F-9D3B-4647-BF9A-E45D7B63EB2D}" dt="2025-01-11T16:57:29.536" v="659" actId="403"/>
          <ac:spMkLst>
            <pc:docMk/>
            <pc:sldMk cId="3111672348" sldId="499"/>
            <ac:spMk id="3" creationId="{FC8F7E34-DB8C-1CEE-BAF4-E537563F9CD2}"/>
          </ac:spMkLst>
        </pc:spChg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2612326988" sldId="500"/>
        </pc:sldMkLst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1219866920" sldId="501"/>
        </pc:sldMkLst>
      </pc:sldChg>
      <pc:sldChg chg="del">
        <pc:chgData name="Roberto Silva" userId="b18dd494f9f6453e" providerId="LiveId" clId="{4C6CA74F-9D3B-4647-BF9A-E45D7B63EB2D}" dt="2025-01-11T16:41:41.095" v="526" actId="47"/>
        <pc:sldMkLst>
          <pc:docMk/>
          <pc:sldMk cId="1095111791" sldId="502"/>
        </pc:sldMkLst>
      </pc:sldChg>
      <pc:sldChg chg="modSp add mod">
        <pc:chgData name="Roberto Silva" userId="b18dd494f9f6453e" providerId="LiveId" clId="{4C6CA74F-9D3B-4647-BF9A-E45D7B63EB2D}" dt="2025-01-11T16:07:27.059" v="100" actId="313"/>
        <pc:sldMkLst>
          <pc:docMk/>
          <pc:sldMk cId="3588712248" sldId="503"/>
        </pc:sldMkLst>
        <pc:spChg chg="mod">
          <ac:chgData name="Roberto Silva" userId="b18dd494f9f6453e" providerId="LiveId" clId="{4C6CA74F-9D3B-4647-BF9A-E45D7B63EB2D}" dt="2025-01-11T16:07:27.059" v="100" actId="313"/>
          <ac:spMkLst>
            <pc:docMk/>
            <pc:sldMk cId="3588712248" sldId="503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4C6CA74F-9D3B-4647-BF9A-E45D7B63EB2D}" dt="2025-01-11T16:07:35.829" v="103" actId="27636"/>
        <pc:sldMkLst>
          <pc:docMk/>
          <pc:sldMk cId="1863069622" sldId="504"/>
        </pc:sldMkLst>
        <pc:spChg chg="mod">
          <ac:chgData name="Roberto Silva" userId="b18dd494f9f6453e" providerId="LiveId" clId="{4C6CA74F-9D3B-4647-BF9A-E45D7B63EB2D}" dt="2025-01-11T16:07:35.829" v="103" actId="27636"/>
          <ac:spMkLst>
            <pc:docMk/>
            <pc:sldMk cId="1863069622" sldId="504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0:21.638" v="151"/>
        <pc:sldMkLst>
          <pc:docMk/>
          <pc:sldMk cId="729800062" sldId="505"/>
        </pc:sldMkLst>
      </pc:sldChg>
      <pc:sldChg chg="modSp add del mod">
        <pc:chgData name="Roberto Silva" userId="b18dd494f9f6453e" providerId="LiveId" clId="{4C6CA74F-9D3B-4647-BF9A-E45D7B63EB2D}" dt="2025-01-11T16:08:21.549" v="121" actId="47"/>
        <pc:sldMkLst>
          <pc:docMk/>
          <pc:sldMk cId="3068117422" sldId="505"/>
        </pc:sldMkLst>
        <pc:spChg chg="mod">
          <ac:chgData name="Roberto Silva" userId="b18dd494f9f6453e" providerId="LiveId" clId="{4C6CA74F-9D3B-4647-BF9A-E45D7B63EB2D}" dt="2025-01-11T16:08:17.920" v="120" actId="404"/>
          <ac:spMkLst>
            <pc:docMk/>
            <pc:sldMk cId="3068117422" sldId="505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4C6CA74F-9D3B-4647-BF9A-E45D7B63EB2D}" dt="2025-01-11T16:11:40.398" v="189" actId="20577"/>
        <pc:sldMkLst>
          <pc:docMk/>
          <pc:sldMk cId="2366051069" sldId="506"/>
        </pc:sldMkLst>
        <pc:spChg chg="mod">
          <ac:chgData name="Roberto Silva" userId="b18dd494f9f6453e" providerId="LiveId" clId="{4C6CA74F-9D3B-4647-BF9A-E45D7B63EB2D}" dt="2025-01-11T16:11:40.398" v="189" actId="20577"/>
          <ac:spMkLst>
            <pc:docMk/>
            <pc:sldMk cId="2366051069" sldId="506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1:06.508" v="173"/>
        <pc:sldMkLst>
          <pc:docMk/>
          <pc:sldMk cId="2981315949" sldId="507"/>
        </pc:sldMkLst>
      </pc:sldChg>
      <pc:sldChg chg="modSp add mod">
        <pc:chgData name="Roberto Silva" userId="b18dd494f9f6453e" providerId="LiveId" clId="{4C6CA74F-9D3B-4647-BF9A-E45D7B63EB2D}" dt="2025-01-11T16:11:35.188" v="188" actId="20577"/>
        <pc:sldMkLst>
          <pc:docMk/>
          <pc:sldMk cId="2476310665" sldId="508"/>
        </pc:sldMkLst>
        <pc:spChg chg="mod">
          <ac:chgData name="Roberto Silva" userId="b18dd494f9f6453e" providerId="LiveId" clId="{4C6CA74F-9D3B-4647-BF9A-E45D7B63EB2D}" dt="2025-01-11T16:11:35.188" v="188" actId="20577"/>
          <ac:spMkLst>
            <pc:docMk/>
            <pc:sldMk cId="2476310665" sldId="508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1:43.542" v="190"/>
        <pc:sldMkLst>
          <pc:docMk/>
          <pc:sldMk cId="4111370087" sldId="509"/>
        </pc:sldMkLst>
      </pc:sldChg>
      <pc:sldChg chg="modSp add mod">
        <pc:chgData name="Roberto Silva" userId="b18dd494f9f6453e" providerId="LiveId" clId="{4C6CA74F-9D3B-4647-BF9A-E45D7B63EB2D}" dt="2025-01-11T16:12:20.938" v="209" actId="20577"/>
        <pc:sldMkLst>
          <pc:docMk/>
          <pc:sldMk cId="1358703342" sldId="510"/>
        </pc:sldMkLst>
        <pc:spChg chg="mod">
          <ac:chgData name="Roberto Silva" userId="b18dd494f9f6453e" providerId="LiveId" clId="{4C6CA74F-9D3B-4647-BF9A-E45D7B63EB2D}" dt="2025-01-11T16:12:20.938" v="209" actId="20577"/>
          <ac:spMkLst>
            <pc:docMk/>
            <pc:sldMk cId="1358703342" sldId="510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2:29.308" v="210"/>
        <pc:sldMkLst>
          <pc:docMk/>
          <pc:sldMk cId="446406636" sldId="511"/>
        </pc:sldMkLst>
      </pc:sldChg>
      <pc:sldChg chg="add">
        <pc:chgData name="Roberto Silva" userId="b18dd494f9f6453e" providerId="LiveId" clId="{4C6CA74F-9D3B-4647-BF9A-E45D7B63EB2D}" dt="2025-01-11T16:13:37.030" v="224"/>
        <pc:sldMkLst>
          <pc:docMk/>
          <pc:sldMk cId="3906719001" sldId="512"/>
        </pc:sldMkLst>
      </pc:sldChg>
      <pc:sldChg chg="modSp add mod">
        <pc:chgData name="Roberto Silva" userId="b18dd494f9f6453e" providerId="LiveId" clId="{4C6CA74F-9D3B-4647-BF9A-E45D7B63EB2D}" dt="2025-01-11T16:13:57.093" v="231"/>
        <pc:sldMkLst>
          <pc:docMk/>
          <pc:sldMk cId="1074504649" sldId="513"/>
        </pc:sldMkLst>
        <pc:spChg chg="mod">
          <ac:chgData name="Roberto Silva" userId="b18dd494f9f6453e" providerId="LiveId" clId="{4C6CA74F-9D3B-4647-BF9A-E45D7B63EB2D}" dt="2025-01-11T16:13:57.093" v="231"/>
          <ac:spMkLst>
            <pc:docMk/>
            <pc:sldMk cId="1074504649" sldId="513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3:59.166" v="232"/>
        <pc:sldMkLst>
          <pc:docMk/>
          <pc:sldMk cId="2952504788" sldId="514"/>
        </pc:sldMkLst>
      </pc:sldChg>
      <pc:sldChg chg="modSp add mod">
        <pc:chgData name="Roberto Silva" userId="b18dd494f9f6453e" providerId="LiveId" clId="{4C6CA74F-9D3B-4647-BF9A-E45D7B63EB2D}" dt="2025-01-11T16:14:13.868" v="238"/>
        <pc:sldMkLst>
          <pc:docMk/>
          <pc:sldMk cId="1309915721" sldId="515"/>
        </pc:sldMkLst>
        <pc:spChg chg="mod">
          <ac:chgData name="Roberto Silva" userId="b18dd494f9f6453e" providerId="LiveId" clId="{4C6CA74F-9D3B-4647-BF9A-E45D7B63EB2D}" dt="2025-01-11T16:14:13.868" v="238"/>
          <ac:spMkLst>
            <pc:docMk/>
            <pc:sldMk cId="1309915721" sldId="515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4:16.168" v="239"/>
        <pc:sldMkLst>
          <pc:docMk/>
          <pc:sldMk cId="1594588869" sldId="516"/>
        </pc:sldMkLst>
      </pc:sldChg>
      <pc:sldChg chg="modSp add mod">
        <pc:chgData name="Roberto Silva" userId="b18dd494f9f6453e" providerId="LiveId" clId="{4C6CA74F-9D3B-4647-BF9A-E45D7B63EB2D}" dt="2025-01-11T16:14:38.905" v="245"/>
        <pc:sldMkLst>
          <pc:docMk/>
          <pc:sldMk cId="1933613434" sldId="517"/>
        </pc:sldMkLst>
        <pc:spChg chg="mod">
          <ac:chgData name="Roberto Silva" userId="b18dd494f9f6453e" providerId="LiveId" clId="{4C6CA74F-9D3B-4647-BF9A-E45D7B63EB2D}" dt="2025-01-11T16:14:38.905" v="245"/>
          <ac:spMkLst>
            <pc:docMk/>
            <pc:sldMk cId="1933613434" sldId="517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14:41.279" v="246"/>
        <pc:sldMkLst>
          <pc:docMk/>
          <pc:sldMk cId="4242328001" sldId="518"/>
        </pc:sldMkLst>
      </pc:sldChg>
      <pc:sldChg chg="addSp delSp modSp add mod">
        <pc:chgData name="Roberto Silva" userId="b18dd494f9f6453e" providerId="LiveId" clId="{4C6CA74F-9D3B-4647-BF9A-E45D7B63EB2D}" dt="2025-01-11T16:39:13.479" v="521" actId="403"/>
        <pc:sldMkLst>
          <pc:docMk/>
          <pc:sldMk cId="3492928117" sldId="519"/>
        </pc:sldMkLst>
        <pc:spChg chg="del">
          <ac:chgData name="Roberto Silva" userId="b18dd494f9f6453e" providerId="LiveId" clId="{4C6CA74F-9D3B-4647-BF9A-E45D7B63EB2D}" dt="2025-01-11T16:36:39.673" v="479" actId="478"/>
          <ac:spMkLst>
            <pc:docMk/>
            <pc:sldMk cId="3492928117" sldId="519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9:13.479" v="521" actId="403"/>
          <ac:spMkLst>
            <pc:docMk/>
            <pc:sldMk cId="3492928117" sldId="519"/>
            <ac:spMk id="3" creationId="{FC8F7E34-DB8C-1CEE-BAF4-E537563F9CD2}"/>
          </ac:spMkLst>
        </pc:spChg>
        <pc:spChg chg="add del mod">
          <ac:chgData name="Roberto Silva" userId="b18dd494f9f6453e" providerId="LiveId" clId="{4C6CA74F-9D3B-4647-BF9A-E45D7B63EB2D}" dt="2025-01-11T16:36:49.198" v="482" actId="478"/>
          <ac:spMkLst>
            <pc:docMk/>
            <pc:sldMk cId="3492928117" sldId="519"/>
            <ac:spMk id="5" creationId="{4DFB1710-AE36-452D-8E34-8444028F7EE0}"/>
          </ac:spMkLst>
        </pc:spChg>
        <pc:spChg chg="add mod">
          <ac:chgData name="Roberto Silva" userId="b18dd494f9f6453e" providerId="LiveId" clId="{4C6CA74F-9D3B-4647-BF9A-E45D7B63EB2D}" dt="2025-01-11T16:36:40.213" v="481" actId="27636"/>
          <ac:spMkLst>
            <pc:docMk/>
            <pc:sldMk cId="3492928117" sldId="519"/>
            <ac:spMk id="6" creationId="{46C91A36-40FE-4624-8A87-FCE6AC8B03E4}"/>
          </ac:spMkLst>
        </pc:spChg>
      </pc:sldChg>
      <pc:sldChg chg="modSp add mod">
        <pc:chgData name="Roberto Silva" userId="b18dd494f9f6453e" providerId="LiveId" clId="{4C6CA74F-9D3B-4647-BF9A-E45D7B63EB2D}" dt="2025-01-11T16:36:33.351" v="478" actId="1076"/>
        <pc:sldMkLst>
          <pc:docMk/>
          <pc:sldMk cId="3101577636" sldId="520"/>
        </pc:sldMkLst>
        <pc:spChg chg="mod">
          <ac:chgData name="Roberto Silva" userId="b18dd494f9f6453e" providerId="LiveId" clId="{4C6CA74F-9D3B-4647-BF9A-E45D7B63EB2D}" dt="2025-01-11T16:36:33.351" v="478" actId="1076"/>
          <ac:spMkLst>
            <pc:docMk/>
            <pc:sldMk cId="3101577636" sldId="520"/>
            <ac:spMk id="2" creationId="{F0E406B4-85AC-B67B-F9E2-21AAF8067483}"/>
          </ac:spMkLst>
        </pc:spChg>
      </pc:sldChg>
      <pc:sldChg chg="addSp delSp modSp add mod">
        <pc:chgData name="Roberto Silva" userId="b18dd494f9f6453e" providerId="LiveId" clId="{4C6CA74F-9D3B-4647-BF9A-E45D7B63EB2D}" dt="2025-01-11T16:39:04.431" v="518" actId="27636"/>
        <pc:sldMkLst>
          <pc:docMk/>
          <pc:sldMk cId="1165914588" sldId="521"/>
        </pc:sldMkLst>
        <pc:spChg chg="del">
          <ac:chgData name="Roberto Silva" userId="b18dd494f9f6453e" providerId="LiveId" clId="{4C6CA74F-9D3B-4647-BF9A-E45D7B63EB2D}" dt="2025-01-11T16:36:58.087" v="483" actId="478"/>
          <ac:spMkLst>
            <pc:docMk/>
            <pc:sldMk cId="1165914588" sldId="521"/>
            <ac:spMk id="2" creationId="{F0E406B4-85AC-B67B-F9E2-21AAF8067483}"/>
          </ac:spMkLst>
        </pc:spChg>
        <pc:spChg chg="mod">
          <ac:chgData name="Roberto Silva" userId="b18dd494f9f6453e" providerId="LiveId" clId="{4C6CA74F-9D3B-4647-BF9A-E45D7B63EB2D}" dt="2025-01-11T16:39:04.431" v="518" actId="27636"/>
          <ac:spMkLst>
            <pc:docMk/>
            <pc:sldMk cId="1165914588" sldId="521"/>
            <ac:spMk id="3" creationId="{FC8F7E34-DB8C-1CEE-BAF4-E537563F9CD2}"/>
          </ac:spMkLst>
        </pc:spChg>
        <pc:spChg chg="add del mod">
          <ac:chgData name="Roberto Silva" userId="b18dd494f9f6453e" providerId="LiveId" clId="{4C6CA74F-9D3B-4647-BF9A-E45D7B63EB2D}" dt="2025-01-11T16:37:03.668" v="486" actId="478"/>
          <ac:spMkLst>
            <pc:docMk/>
            <pc:sldMk cId="1165914588" sldId="521"/>
            <ac:spMk id="5" creationId="{0E51F360-4447-47A0-BB43-68C971D46AAF}"/>
          </ac:spMkLst>
        </pc:spChg>
        <pc:spChg chg="add mod">
          <ac:chgData name="Roberto Silva" userId="b18dd494f9f6453e" providerId="LiveId" clId="{4C6CA74F-9D3B-4647-BF9A-E45D7B63EB2D}" dt="2025-01-11T16:36:58.528" v="485" actId="27636"/>
          <ac:spMkLst>
            <pc:docMk/>
            <pc:sldMk cId="1165914588" sldId="521"/>
            <ac:spMk id="6" creationId="{8EFBD665-2D9B-4488-86BC-154597095754}"/>
          </ac:spMkLst>
        </pc:spChg>
      </pc:sldChg>
      <pc:sldChg chg="add">
        <pc:chgData name="Roberto Silva" userId="b18dd494f9f6453e" providerId="LiveId" clId="{4C6CA74F-9D3B-4647-BF9A-E45D7B63EB2D}" dt="2025-01-11T16:37:16.597" v="487"/>
        <pc:sldMkLst>
          <pc:docMk/>
          <pc:sldMk cId="1306547322" sldId="522"/>
        </pc:sldMkLst>
      </pc:sldChg>
      <pc:sldChg chg="add del">
        <pc:chgData name="Roberto Silva" userId="b18dd494f9f6453e" providerId="LiveId" clId="{4C6CA74F-9D3B-4647-BF9A-E45D7B63EB2D}" dt="2025-01-11T16:40:11.350" v="524" actId="47"/>
        <pc:sldMkLst>
          <pc:docMk/>
          <pc:sldMk cId="2283929240" sldId="523"/>
        </pc:sldMkLst>
      </pc:sldChg>
      <pc:sldChg chg="modSp add mod">
        <pc:chgData name="Roberto Silva" userId="b18dd494f9f6453e" providerId="LiveId" clId="{4C6CA74F-9D3B-4647-BF9A-E45D7B63EB2D}" dt="2025-01-11T16:38:47.915" v="514" actId="404"/>
        <pc:sldMkLst>
          <pc:docMk/>
          <pc:sldMk cId="2246697443" sldId="524"/>
        </pc:sldMkLst>
        <pc:spChg chg="mod">
          <ac:chgData name="Roberto Silva" userId="b18dd494f9f6453e" providerId="LiveId" clId="{4C6CA74F-9D3B-4647-BF9A-E45D7B63EB2D}" dt="2025-01-11T16:38:47.915" v="514" actId="404"/>
          <ac:spMkLst>
            <pc:docMk/>
            <pc:sldMk cId="2246697443" sldId="524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38:04.956" v="502"/>
        <pc:sldMkLst>
          <pc:docMk/>
          <pc:sldMk cId="3031414168" sldId="525"/>
        </pc:sldMkLst>
      </pc:sldChg>
      <pc:sldChg chg="modSp add mod">
        <pc:chgData name="Roberto Silva" userId="b18dd494f9f6453e" providerId="LiveId" clId="{4C6CA74F-9D3B-4647-BF9A-E45D7B63EB2D}" dt="2025-01-11T16:38:57.095" v="516" actId="27636"/>
        <pc:sldMkLst>
          <pc:docMk/>
          <pc:sldMk cId="1713971529" sldId="526"/>
        </pc:sldMkLst>
        <pc:spChg chg="mod">
          <ac:chgData name="Roberto Silva" userId="b18dd494f9f6453e" providerId="LiveId" clId="{4C6CA74F-9D3B-4647-BF9A-E45D7B63EB2D}" dt="2025-01-11T16:38:57.095" v="516" actId="27636"/>
          <ac:spMkLst>
            <pc:docMk/>
            <pc:sldMk cId="1713971529" sldId="526"/>
            <ac:spMk id="3" creationId="{FC8F7E34-DB8C-1CEE-BAF4-E537563F9CD2}"/>
          </ac:spMkLst>
        </pc:spChg>
      </pc:sldChg>
      <pc:sldChg chg="add">
        <pc:chgData name="Roberto Silva" userId="b18dd494f9f6453e" providerId="LiveId" clId="{4C6CA74F-9D3B-4647-BF9A-E45D7B63EB2D}" dt="2025-01-11T16:57:08.022" v="655"/>
        <pc:sldMkLst>
          <pc:docMk/>
          <pc:sldMk cId="279480648" sldId="527"/>
        </pc:sldMkLst>
      </pc:sldChg>
    </pc:docChg>
  </pc:docChgLst>
  <pc:docChgLst>
    <pc:chgData name="Roberto Silva" userId="b18dd494f9f6453e" providerId="LiveId" clId="{A3C6863F-889A-48A2-A577-9B9601D5CD08}"/>
    <pc:docChg chg="undo redo custSel addSld delSld modSld">
      <pc:chgData name="Roberto Silva" userId="b18dd494f9f6453e" providerId="LiveId" clId="{A3C6863F-889A-48A2-A577-9B9601D5CD08}" dt="2024-11-17T21:26:47.499" v="202"/>
      <pc:docMkLst>
        <pc:docMk/>
      </pc:docMkLst>
      <pc:sldChg chg="modSp mod">
        <pc:chgData name="Roberto Silva" userId="b18dd494f9f6453e" providerId="LiveId" clId="{A3C6863F-889A-48A2-A577-9B9601D5CD08}" dt="2024-11-17T21:21:46.953" v="151" actId="27636"/>
        <pc:sldMkLst>
          <pc:docMk/>
          <pc:sldMk cId="337661645" sldId="261"/>
        </pc:sldMkLst>
        <pc:spChg chg="mod">
          <ac:chgData name="Roberto Silva" userId="b18dd494f9f6453e" providerId="LiveId" clId="{A3C6863F-889A-48A2-A577-9B9601D5CD08}" dt="2024-11-17T21:21:46.953" v="151" actId="27636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6:47.499" v="202"/>
        <pc:sldMkLst>
          <pc:docMk/>
          <pc:sldMk cId="3388034860" sldId="265"/>
        </pc:sldMkLst>
        <pc:spChg chg="mod">
          <ac:chgData name="Roberto Silva" userId="b18dd494f9f6453e" providerId="LiveId" clId="{A3C6863F-889A-48A2-A577-9B9601D5CD08}" dt="2024-11-17T21:26:47.499" v="202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2:12.237" v="156" actId="20577"/>
        <pc:sldMkLst>
          <pc:docMk/>
          <pc:sldMk cId="1733667129" sldId="338"/>
        </pc:sldMkLst>
        <pc:spChg chg="mod">
          <ac:chgData name="Roberto Silva" userId="b18dd494f9f6453e" providerId="LiveId" clId="{A3C6863F-889A-48A2-A577-9B9601D5CD08}" dt="2024-11-17T21:22:12.237" v="156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22:47.787" v="176" actId="20577"/>
        <pc:sldMkLst>
          <pc:docMk/>
          <pc:sldMk cId="641955455" sldId="340"/>
        </pc:sldMkLst>
        <pc:spChg chg="mod">
          <ac:chgData name="Roberto Silva" userId="b18dd494f9f6453e" providerId="LiveId" clId="{A3C6863F-889A-48A2-A577-9B9601D5CD08}" dt="2024-11-17T21:22:47.787" v="176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Roberto Silva" userId="b18dd494f9f6453e" providerId="LiveId" clId="{A3C6863F-889A-48A2-A577-9B9601D5CD08}" dt="2024-11-17T21:05:50.520" v="13" actId="255"/>
        <pc:sldMkLst>
          <pc:docMk/>
          <pc:sldMk cId="880466366" sldId="354"/>
        </pc:sldMkLst>
        <pc:spChg chg="mod">
          <ac:chgData name="Roberto Silva" userId="b18dd494f9f6453e" providerId="LiveId" clId="{A3C6863F-889A-48A2-A577-9B9601D5CD08}" dt="2024-11-17T21:05:50.520" v="13" actId="255"/>
          <ac:spMkLst>
            <pc:docMk/>
            <pc:sldMk cId="880466366" sldId="354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A3C6863F-889A-48A2-A577-9B9601D5CD08}" dt="2024-11-17T21:25:53.807" v="193" actId="1036"/>
        <pc:sldMkLst>
          <pc:docMk/>
          <pc:sldMk cId="725659120" sldId="375"/>
        </pc:sldMkLst>
        <pc:spChg chg="add del">
          <ac:chgData name="Roberto Silva" userId="b18dd494f9f6453e" providerId="LiveId" clId="{A3C6863F-889A-48A2-A577-9B9601D5CD08}" dt="2024-11-17T21:11:08.989" v="45"/>
          <ac:spMkLst>
            <pc:docMk/>
            <pc:sldMk cId="725659120" sldId="375"/>
            <ac:spMk id="2" creationId="{8720ED9A-3784-4895-AFA0-2638DC18181C}"/>
          </ac:spMkLst>
        </pc:spChg>
        <pc:spChg chg="add del mod">
          <ac:chgData name="Roberto Silva" userId="b18dd494f9f6453e" providerId="LiveId" clId="{A3C6863F-889A-48A2-A577-9B9601D5CD08}" dt="2024-11-17T21:25:41.994" v="189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A3C6863F-889A-48A2-A577-9B9601D5CD08}" dt="2024-11-17T21:25:53.807" v="193" actId="1036"/>
          <ac:spMkLst>
            <pc:docMk/>
            <pc:sldMk cId="725659120" sldId="375"/>
            <ac:spMk id="4" creationId="{6BC42A13-94D8-1373-BB98-025A5C022561}"/>
          </ac:spMkLst>
        </pc:spChg>
        <pc:spChg chg="add del">
          <ac:chgData name="Roberto Silva" userId="b18dd494f9f6453e" providerId="LiveId" clId="{A3C6863F-889A-48A2-A577-9B9601D5CD08}" dt="2024-11-17T21:11:22.761" v="55"/>
          <ac:spMkLst>
            <pc:docMk/>
            <pc:sldMk cId="725659120" sldId="375"/>
            <ac:spMk id="5" creationId="{40915517-D4B2-4354-AD35-657DB0519949}"/>
          </ac:spMkLst>
        </pc:spChg>
        <pc:spChg chg="add del mod">
          <ac:chgData name="Roberto Silva" userId="b18dd494f9f6453e" providerId="LiveId" clId="{A3C6863F-889A-48A2-A577-9B9601D5CD08}" dt="2024-11-17T21:11:22.385" v="54"/>
          <ac:spMkLst>
            <pc:docMk/>
            <pc:sldMk cId="725659120" sldId="375"/>
            <ac:spMk id="6" creationId="{A254E924-48FE-461F-AE20-1DB58E3A2C0D}"/>
          </ac:spMkLst>
        </pc:spChg>
        <pc:spChg chg="add del mod">
          <ac:chgData name="Roberto Silva" userId="b18dd494f9f6453e" providerId="LiveId" clId="{A3C6863F-889A-48A2-A577-9B9601D5CD08}" dt="2024-11-17T21:11:22.166" v="53"/>
          <ac:spMkLst>
            <pc:docMk/>
            <pc:sldMk cId="725659120" sldId="375"/>
            <ac:spMk id="7" creationId="{C8F21CFE-54B5-406B-9DEE-F75680D8D1D7}"/>
          </ac:spMkLst>
        </pc:spChg>
        <pc:spChg chg="add del mod">
          <ac:chgData name="Roberto Silva" userId="b18dd494f9f6453e" providerId="LiveId" clId="{A3C6863F-889A-48A2-A577-9B9601D5CD08}" dt="2024-11-17T21:11:21.964" v="52"/>
          <ac:spMkLst>
            <pc:docMk/>
            <pc:sldMk cId="725659120" sldId="375"/>
            <ac:spMk id="8" creationId="{51F6CBBB-7B77-40D0-B9BA-4C086DEE9EDA}"/>
          </ac:spMkLst>
        </pc:spChg>
        <pc:spChg chg="add del mod">
          <ac:chgData name="Roberto Silva" userId="b18dd494f9f6453e" providerId="LiveId" clId="{A3C6863F-889A-48A2-A577-9B9601D5CD08}" dt="2024-11-17T21:11:21.711" v="51"/>
          <ac:spMkLst>
            <pc:docMk/>
            <pc:sldMk cId="725659120" sldId="375"/>
            <ac:spMk id="9" creationId="{9F6D41F4-4DE9-400F-B393-069BE4800952}"/>
          </ac:spMkLst>
        </pc:spChg>
        <pc:spChg chg="add del">
          <ac:chgData name="Roberto Silva" userId="b18dd494f9f6453e" providerId="LiveId" clId="{A3C6863F-889A-48A2-A577-9B9601D5CD08}" dt="2024-11-17T21:15:53.909" v="68"/>
          <ac:spMkLst>
            <pc:docMk/>
            <pc:sldMk cId="725659120" sldId="375"/>
            <ac:spMk id="10" creationId="{6B48B0D0-221A-4344-8695-181470027B9A}"/>
          </ac:spMkLst>
        </pc:spChg>
        <pc:spChg chg="add del">
          <ac:chgData name="Roberto Silva" userId="b18dd494f9f6453e" providerId="LiveId" clId="{A3C6863F-889A-48A2-A577-9B9601D5CD08}" dt="2024-11-17T21:25:18.210" v="184"/>
          <ac:spMkLst>
            <pc:docMk/>
            <pc:sldMk cId="725659120" sldId="375"/>
            <ac:spMk id="12" creationId="{617162B9-0AB4-4F8F-A0FF-C542EE831590}"/>
          </ac:spMkLst>
        </pc:spChg>
        <pc:picChg chg="add del mod ord">
          <ac:chgData name="Roberto Silva" userId="b18dd494f9f6453e" providerId="LiveId" clId="{A3C6863F-889A-48A2-A577-9B9601D5CD08}" dt="2024-11-17T21:25:13.016" v="180" actId="478"/>
          <ac:picMkLst>
            <pc:docMk/>
            <pc:sldMk cId="725659120" sldId="375"/>
            <ac:picMk id="11" creationId="{C5B3906A-B3AA-42E0-9996-AA8D230E0A89}"/>
          </ac:picMkLst>
        </pc:picChg>
        <pc:picChg chg="add mod ord">
          <ac:chgData name="Roberto Silva" userId="b18dd494f9f6453e" providerId="LiveId" clId="{A3C6863F-889A-48A2-A577-9B9601D5CD08}" dt="2024-11-17T21:25:37.830" v="188" actId="1076"/>
          <ac:picMkLst>
            <pc:docMk/>
            <pc:sldMk cId="725659120" sldId="375"/>
            <ac:picMk id="13" creationId="{4CAB17F7-B734-4059-AC00-FE8C2ADB35D3}"/>
          </ac:picMkLst>
        </pc:picChg>
        <pc:picChg chg="add del mod">
          <ac:chgData name="Roberto Silva" userId="b18dd494f9f6453e" providerId="LiveId" clId="{A3C6863F-889A-48A2-A577-9B9601D5CD08}" dt="2024-11-17T21:13:54.839" v="59" actId="478"/>
          <ac:picMkLst>
            <pc:docMk/>
            <pc:sldMk cId="725659120" sldId="375"/>
            <ac:picMk id="1026" creationId="{C479733D-62DD-4484-B0F5-B006C31E7882}"/>
          </ac:picMkLst>
        </pc:picChg>
        <pc:picChg chg="del">
          <ac:chgData name="Roberto Silva" userId="b18dd494f9f6453e" providerId="LiveId" clId="{A3C6863F-889A-48A2-A577-9B9601D5CD08}" dt="2024-11-17T21:09:58.462" v="36" actId="478"/>
          <ac:picMkLst>
            <pc:docMk/>
            <pc:sldMk cId="725659120" sldId="375"/>
            <ac:picMk id="1028" creationId="{DAEF1A65-0B56-495F-B882-E0301E0D8050}"/>
          </ac:picMkLst>
        </pc:picChg>
        <pc:picChg chg="add del mod">
          <ac:chgData name="Roberto Silva" userId="b18dd494f9f6453e" providerId="LiveId" clId="{A3C6863F-889A-48A2-A577-9B9601D5CD08}" dt="2024-11-17T21:15:48.881" v="64" actId="478"/>
          <ac:picMkLst>
            <pc:docMk/>
            <pc:sldMk cId="725659120" sldId="375"/>
            <ac:picMk id="1040" creationId="{B8CD0E8D-F6C2-4472-B3C7-5ADD5B9A35E6}"/>
          </ac:picMkLst>
        </pc:picChg>
        <pc:picChg chg="add del mod">
          <ac:chgData name="Roberto Silva" userId="b18dd494f9f6453e" providerId="LiveId" clId="{A3C6863F-889A-48A2-A577-9B9601D5CD08}" dt="2024-11-17T21:19:56.770" v="79"/>
          <ac:picMkLst>
            <pc:docMk/>
            <pc:sldMk cId="725659120" sldId="375"/>
            <ac:picMk id="1044" creationId="{9B985C14-C7A5-48E5-B26D-BB3B084CD97F}"/>
          </ac:picMkLst>
        </pc:picChg>
      </pc:sldChg>
      <pc:sldChg chg="modSp mod">
        <pc:chgData name="Roberto Silva" userId="b18dd494f9f6453e" providerId="LiveId" clId="{A3C6863F-889A-48A2-A577-9B9601D5CD08}" dt="2024-11-17T21:06:10.650" v="21" actId="20577"/>
        <pc:sldMkLst>
          <pc:docMk/>
          <pc:sldMk cId="4288716282" sldId="450"/>
        </pc:sldMkLst>
        <pc:spChg chg="mod">
          <ac:chgData name="Roberto Silva" userId="b18dd494f9f6453e" providerId="LiveId" clId="{A3C6863F-889A-48A2-A577-9B9601D5CD08}" dt="2024-11-17T21:06:10.650" v="21" actId="20577"/>
          <ac:spMkLst>
            <pc:docMk/>
            <pc:sldMk cId="4288716282" sldId="450"/>
            <ac:spMk id="3" creationId="{FC8F7E34-DB8C-1CEE-BAF4-E537563F9CD2}"/>
          </ac:spMkLst>
        </pc:spChg>
      </pc:sldChg>
      <pc:sldChg chg="del">
        <pc:chgData name="Roberto Silva" userId="b18dd494f9f6453e" providerId="LiveId" clId="{A3C6863F-889A-48A2-A577-9B9601D5CD08}" dt="2024-11-17T21:06:19.709" v="22" actId="47"/>
        <pc:sldMkLst>
          <pc:docMk/>
          <pc:sldMk cId="1441349758" sldId="455"/>
        </pc:sldMkLst>
      </pc:sldChg>
      <pc:sldChg chg="del">
        <pc:chgData name="Roberto Silva" userId="b18dd494f9f6453e" providerId="LiveId" clId="{A3C6863F-889A-48A2-A577-9B9601D5CD08}" dt="2024-11-17T21:06:23.264" v="23" actId="47"/>
        <pc:sldMkLst>
          <pc:docMk/>
          <pc:sldMk cId="564149338" sldId="456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802662335" sldId="457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3140819050" sldId="458"/>
        </pc:sldMkLst>
      </pc:sldChg>
      <pc:sldChg chg="del">
        <pc:chgData name="Roberto Silva" userId="b18dd494f9f6453e" providerId="LiveId" clId="{A3C6863F-889A-48A2-A577-9B9601D5CD08}" dt="2024-11-17T21:06:25.921" v="24" actId="47"/>
        <pc:sldMkLst>
          <pc:docMk/>
          <pc:sldMk cId="1562838854" sldId="459"/>
        </pc:sldMkLst>
      </pc:sldChg>
      <pc:sldChg chg="del">
        <pc:chgData name="Roberto Silva" userId="b18dd494f9f6453e" providerId="LiveId" clId="{A3C6863F-889A-48A2-A577-9B9601D5CD08}" dt="2024-11-17T21:22:50.933" v="177" actId="47"/>
        <pc:sldMkLst>
          <pc:docMk/>
          <pc:sldMk cId="3278313917" sldId="464"/>
        </pc:sldMkLst>
      </pc:sldChg>
      <pc:sldChg chg="add">
        <pc:chgData name="Roberto Silva" userId="b18dd494f9f6453e" providerId="LiveId" clId="{A3C6863F-889A-48A2-A577-9B9601D5CD08}" dt="2024-11-17T21:06:28.679" v="25"/>
        <pc:sldMkLst>
          <pc:docMk/>
          <pc:sldMk cId="1430185385" sldId="483"/>
        </pc:sldMkLst>
      </pc:sldChg>
      <pc:sldChg chg="modSp add mod">
        <pc:chgData name="Roberto Silva" userId="b18dd494f9f6453e" providerId="LiveId" clId="{A3C6863F-889A-48A2-A577-9B9601D5CD08}" dt="2024-11-17T21:06:47.610" v="31"/>
        <pc:sldMkLst>
          <pc:docMk/>
          <pc:sldMk cId="2798129260" sldId="484"/>
        </pc:sldMkLst>
        <pc:spChg chg="mod">
          <ac:chgData name="Roberto Silva" userId="b18dd494f9f6453e" providerId="LiveId" clId="{A3C6863F-889A-48A2-A577-9B9601D5CD08}" dt="2024-11-17T21:06:47.610" v="31"/>
          <ac:spMkLst>
            <pc:docMk/>
            <pc:sldMk cId="2798129260" sldId="484"/>
            <ac:spMk id="3" creationId="{FC8F7E34-DB8C-1CEE-BAF4-E537563F9CD2}"/>
          </ac:spMkLst>
        </pc:spChg>
      </pc:sldChg>
      <pc:sldChg chg="add">
        <pc:chgData name="Roberto Silva" userId="b18dd494f9f6453e" providerId="LiveId" clId="{A3C6863F-889A-48A2-A577-9B9601D5CD08}" dt="2024-11-17T21:06:50.666" v="32"/>
        <pc:sldMkLst>
          <pc:docMk/>
          <pc:sldMk cId="99541420" sldId="4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 Batismo do Senhor Jesus - Comunidade Católica Shalom">
            <a:extLst>
              <a:ext uri="{FF2B5EF4-FFF2-40B4-BE49-F238E27FC236}">
                <a16:creationId xmlns:a16="http://schemas.microsoft.com/office/drawing/2014/main" id="{1A054BDB-719E-4BF5-AF09-1336AD7E2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04" y="14485"/>
            <a:ext cx="12192000" cy="6836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5005" y="3201"/>
            <a:ext cx="12192000" cy="6857999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-5006" y="1001296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BATISMO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1. </a:t>
            </a:r>
            <a:r>
              <a:rPr lang="pt-BR" sz="6600" b="0" i="0" dirty="0">
                <a:solidFill>
                  <a:srgbClr val="000000"/>
                </a:solidFill>
                <a:effectLst/>
              </a:rPr>
              <a:t>NÓS RENASCIDOS DAS ÁGUAS DO BATISMO,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FAZEMOS HOJE DE CRISTO A MEMÓRIA.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“ESCUTEM TODOS, A VOZ DO AMADO FILHO”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É A VOZ DO PAI QUE RESSOA EM NOSSA HISTÓRIA.</a:t>
            </a:r>
          </a:p>
          <a:p>
            <a:pPr algn="l">
              <a:lnSpc>
                <a:spcPct val="100000"/>
              </a:lnSpc>
            </a:pP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428871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VENHAM TODOS, ADOREMOS!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“EIS MEU FILHO MUITO AMADO!”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VENHAM TODOS, ADOREMOS!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DEUS TEM NELE O SEU AGRADO.</a:t>
            </a:r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131313"/>
                </a:solidFill>
                <a:effectLst/>
              </a:rPr>
              <a:t>2. </a:t>
            </a:r>
            <a:r>
              <a:rPr lang="pt-BR" sz="6600" b="0" i="0" dirty="0">
                <a:solidFill>
                  <a:srgbClr val="000000"/>
                </a:solidFill>
                <a:effectLst/>
              </a:rPr>
              <a:t>JOÃO BATISTA APONTA O CORDEIRO,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QUE LAVA O MUNDO E TIRA TODA A CULPA: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“EU VI O FILHO DE DEUS E TESTEMUNHO:</a:t>
            </a:r>
          </a:p>
          <a:p>
            <a:pPr algn="l">
              <a:lnSpc>
                <a:spcPct val="100000"/>
              </a:lnSpc>
            </a:pPr>
            <a:r>
              <a:rPr lang="pt-BR" sz="6600" b="0" i="0" dirty="0">
                <a:solidFill>
                  <a:srgbClr val="000000"/>
                </a:solidFill>
                <a:effectLst/>
              </a:rPr>
              <a:t>ELE É A LUZ QUE BRILHOU NA NOITE ESCURA.”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58871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VENHAM TODOS, ADOREMOS!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“EIS MEU FILHO MUITO AMADO!”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VENHAM TODOS, ADOREMOS!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DEUS TEM NELE O SEU AGRADO.</a:t>
            </a:r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06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RITO DE 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endParaRPr lang="pt-BR" sz="54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ASPERGI-ME, SENHOR, E SEREI PURIFICADO;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LAVAI-ME, E SEREI MAIS BRANCO DO QUE A NEVE.</a:t>
            </a:r>
            <a:endParaRPr lang="pt-BR" sz="5400" b="1" dirty="0">
              <a:solidFill>
                <a:srgbClr val="131313"/>
              </a:solidFill>
            </a:endParaRP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424199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1. TENDE PIEDADE, Ó MEU DEUS, MISERICÓRDIA!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NA IMENSIDÃO DE VOSSO AMOR, PURIFICAI-ME!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LAVAI-ME TODO INTEIRO DO PECADO,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E APAGAI COMPLETAMENTE A MINHA CULPA.</a:t>
            </a:r>
            <a:endParaRPr lang="pt-BR" sz="4800" dirty="0">
              <a:solidFill>
                <a:srgbClr val="131313"/>
              </a:solidFill>
            </a:endParaRPr>
          </a:p>
          <a:p>
            <a:endParaRPr lang="pt-BR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6C91A36-40FE-4624-8A87-FCE6AC8B03E4}"/>
              </a:ext>
            </a:extLst>
          </p:cNvPr>
          <p:cNvSpPr txBox="1">
            <a:spLocks/>
          </p:cNvSpPr>
          <p:nvPr/>
        </p:nvSpPr>
        <p:spPr>
          <a:xfrm>
            <a:off x="361245" y="351494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RITO DE ASPERSÃO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92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RITO DE 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endParaRPr lang="pt-BR" sz="54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ASPERGI-ME, SENHOR, E SEREI PURIFICADO;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LAVAI-ME, E SEREI MAIS BRANCO DO QUE A NEVE.</a:t>
            </a:r>
            <a:endParaRPr lang="pt-BR" sz="5400" b="1" dirty="0">
              <a:solidFill>
                <a:srgbClr val="131313"/>
              </a:solidFill>
            </a:endParaRP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10157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2. EU RECONHEÇO TODA A MINHA INIQUIDADE,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O MEU PECADO ESTÁ SEMPRE À MINHA FRENTE.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FOI CONTRA VÓS, SÓ CONTRA VÓS, QUE EU PEQUEI,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E PRATIQUEI O QUE É MAU AOS VOSSOS OLHOS.</a:t>
            </a:r>
            <a:endParaRPr lang="pt-BR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EFBD665-2D9B-4488-86BC-154597095754}"/>
              </a:ext>
            </a:extLst>
          </p:cNvPr>
          <p:cNvSpPr txBox="1">
            <a:spLocks/>
          </p:cNvSpPr>
          <p:nvPr/>
        </p:nvSpPr>
        <p:spPr>
          <a:xfrm>
            <a:off x="361245" y="351494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RITO DE ASPERSÃO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14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RITO DE 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endParaRPr lang="pt-BR" sz="54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ASPERGI-ME, SENHOR, E SEREI PURIFICADO;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LAVAI-ME, E SEREI MAIS BRANCO DO QUE A NEVE.</a:t>
            </a:r>
            <a:endParaRPr lang="pt-BR" sz="5400" b="1" dirty="0">
              <a:solidFill>
                <a:srgbClr val="131313"/>
              </a:solidFill>
            </a:endParaRP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30654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3. MOSTRAIS ASSIM QUANTO SOIS JUSTO NA SENTENÇA,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E QUANTO É RETO O JULGAMENTO QUE FAZEIS.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VEDE, SENHOR, QUE EU NASCI NA INIQUIDADE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E PECADOR JÁ MINHA MÃE ME CONCEBEU.</a:t>
            </a:r>
            <a:endParaRPr lang="pt-BR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EFBD665-2D9B-4488-86BC-154597095754}"/>
              </a:ext>
            </a:extLst>
          </p:cNvPr>
          <p:cNvSpPr txBox="1">
            <a:spLocks/>
          </p:cNvSpPr>
          <p:nvPr/>
        </p:nvSpPr>
        <p:spPr>
          <a:xfrm>
            <a:off x="361245" y="351494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RITO DE ASPERSÃO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69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RITO DE 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endParaRPr lang="pt-BR" sz="54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ASPERGI-ME, SENHOR, E SEREI PURIFICADO;</a:t>
            </a:r>
          </a:p>
          <a:p>
            <a:pPr algn="l"/>
            <a:r>
              <a:rPr lang="pt-BR" sz="5400" b="1" i="0" dirty="0">
                <a:solidFill>
                  <a:srgbClr val="131313"/>
                </a:solidFill>
                <a:effectLst/>
              </a:rPr>
              <a:t>LAVAI-ME, E SEREI MAIS BRANCO DO QUE A NEVE.</a:t>
            </a:r>
            <a:endParaRPr lang="pt-BR" sz="5400" b="1" dirty="0">
              <a:solidFill>
                <a:srgbClr val="131313"/>
              </a:solidFill>
            </a:endParaRP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031414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4. MAS VÓS AMAIS OS CORAÇÕES QUE SÃO SINCEROS,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NA INTIMIDADE ME ENSINAIS SABEDORIA.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ASPERGI-ME E SEREI PURO DO PECADO,</a:t>
            </a:r>
          </a:p>
          <a:p>
            <a:pPr algn="l"/>
            <a:r>
              <a:rPr lang="pt-BR" sz="4800" b="0" i="0" dirty="0">
                <a:solidFill>
                  <a:srgbClr val="131313"/>
                </a:solidFill>
                <a:effectLst/>
              </a:rPr>
              <a:t>E MAIS BRANCO DO QUE A NEVE FICAREI.</a:t>
            </a:r>
            <a:endParaRPr lang="pt-BR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EFBD665-2D9B-4488-86BC-154597095754}"/>
              </a:ext>
            </a:extLst>
          </p:cNvPr>
          <p:cNvSpPr txBox="1">
            <a:spLocks/>
          </p:cNvSpPr>
          <p:nvPr/>
        </p:nvSpPr>
        <p:spPr>
          <a:xfrm>
            <a:off x="361245" y="351494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RITO DE ASPERSÃO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971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 fontScale="92500"/>
          </a:bodyPr>
          <a:lstStyle/>
          <a:p>
            <a:r>
              <a:rPr lang="pt-BR" sz="7200" b="1" dirty="0"/>
              <a:t>GLÓRIA A NAS ALTURAS</a:t>
            </a:r>
          </a:p>
          <a:p>
            <a:r>
              <a:rPr lang="pt-BR" sz="7200" b="1" dirty="0"/>
              <a:t>GLÓRIA A DEUS NAS ALTURAS</a:t>
            </a:r>
          </a:p>
          <a:p>
            <a:r>
              <a:rPr lang="pt-BR" sz="7200" b="1" dirty="0"/>
              <a:t>GLÓRIA A DEUS NAS ALTURAS </a:t>
            </a:r>
          </a:p>
          <a:p>
            <a:r>
              <a:rPr lang="pt-BR" sz="7200" b="1" dirty="0"/>
              <a:t>E PAZ NA TERRA AOS HOMENS POR ELE AMADOS!</a:t>
            </a:r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206E-D0D5-0F2A-553D-D1A7B8B6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B9B489E-9CFA-DE6F-8647-70A7BF47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DEUS, REI DOS CÉUS, DEUS PAI TODO PODEROSO</a:t>
            </a:r>
          </a:p>
          <a:p>
            <a:pPr algn="l"/>
            <a:r>
              <a:rPr lang="pt-BR" sz="5400" dirty="0"/>
              <a:t>NÓS VOS LOUVAMOS, NÓS VOS BENDIZEMOS</a:t>
            </a:r>
          </a:p>
          <a:p>
            <a:pPr algn="l"/>
            <a:r>
              <a:rPr lang="pt-BR" sz="5400" dirty="0"/>
              <a:t>NÓS VOS ADORAMOS, NÓS VOS GLORIFICAMOS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392713C-22BC-4991-AAFB-C729723A0F2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12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65170"/>
            <a:ext cx="11215255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NÓS VOS DAMOS GRAÇAS, POR VOSSA IMENSA GLÓRIA.</a:t>
            </a:r>
          </a:p>
          <a:p>
            <a:pPr algn="l"/>
            <a:r>
              <a:rPr lang="pt-BR" sz="5400" dirty="0"/>
              <a:t>SENHOR JESUS CRISTO, FILHO UNIGÊNITO, SENHOR DEUS, </a:t>
            </a:r>
          </a:p>
          <a:p>
            <a:pPr algn="l"/>
            <a:r>
              <a:rPr lang="pt-BR" sz="5400" dirty="0"/>
              <a:t>CORDEIRO DE DEUS, FILHO DE DEUS PAI</a:t>
            </a:r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5FF25B-3424-436A-ADE0-EDF0756BF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913585"/>
            <a:ext cx="10986656" cy="5818909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VÓS QUE TIRAIS O PECADO DO MUNDO,TENDE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  <a:p>
            <a:pPr algn="l"/>
            <a:r>
              <a:rPr lang="pt-BR" sz="5400" dirty="0"/>
              <a:t>VÓS QUE ESTAIS À DIREITA DO PAI, 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B4C78A8-D22E-41BE-9699-50A642613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SÓ VÓS SOIS SANTO, SÓ VÓS O SENHOR, SÓ VÓS O ALTÍSSIMO, </a:t>
            </a:r>
          </a:p>
          <a:p>
            <a:pPr algn="l"/>
            <a:r>
              <a:rPr lang="pt-BR" sz="5400" dirty="0"/>
              <a:t>JESUS CRISTO </a:t>
            </a:r>
          </a:p>
          <a:p>
            <a:pPr algn="l"/>
            <a:r>
              <a:rPr lang="pt-BR" sz="5400" dirty="0"/>
              <a:t>COM O ESPÍRITO SANTO </a:t>
            </a:r>
          </a:p>
          <a:p>
            <a:pPr algn="l"/>
            <a:r>
              <a:rPr lang="pt-BR" sz="5400" dirty="0"/>
              <a:t>NA GLÓRIA DE DEUS PAI. AMÉM.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F6A55B1-2FF8-4A2D-9AF7-6710EE40AE5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151529"/>
            <a:ext cx="10151919" cy="3428999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QUE O SENHOR ABENÇOE, COM A PAZ, O SEU POVO!</a:t>
            </a:r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ABRIRAM-SE OS CÉUS E FEZ-SE OUVIR A VOZ DO PAI: EIS MEU FILHO MUITO AMADO; ESCUTAI-O, TODOS VÓS! 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FIZ DE TI UMA LUZ PARA AS NAÇÕES, PARA LEVARES A MINHA SALVAÇÃO</a:t>
            </a:r>
          </a:p>
          <a:p>
            <a:pPr algn="l"/>
            <a:r>
              <a:rPr lang="pt-BR" sz="6000" b="1" i="0" dirty="0">
                <a:effectLst/>
              </a:rPr>
              <a:t>ATÉ OS CONFINS DE TODA A TERRA, ATÉ OS CONFINS DE TODA A TERRA.</a:t>
            </a: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1. POVOS TODOS DO UNIVERSO, BATEI PALMAS,</a:t>
            </a:r>
          </a:p>
          <a:p>
            <a:pPr algn="l"/>
            <a:r>
              <a:rPr lang="pt-BR" sz="6000" i="0" dirty="0">
                <a:effectLst/>
              </a:rPr>
              <a:t>GRITAI A DEUS ACLAMAÇÕES DE ALEGRIA!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31858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FIZ DE TI UMA LUZ PARA AS NAÇÕES, PARA LEVARES A MINHA SALVAÇÃO</a:t>
            </a:r>
          </a:p>
          <a:p>
            <a:pPr algn="l"/>
            <a:r>
              <a:rPr lang="pt-BR" sz="6000" b="1" i="0" dirty="0">
                <a:effectLst/>
              </a:rPr>
              <a:t>ATÉ OS CONFINS DE TODA A TERRA, ATÉ OS CONFINS DE TODA A TERRA.</a:t>
            </a:r>
          </a:p>
        </p:txBody>
      </p:sp>
    </p:spTree>
    <p:extLst>
      <p:ext uri="{BB962C8B-B14F-4D97-AF65-F5344CB8AC3E}">
        <p14:creationId xmlns:p14="http://schemas.microsoft.com/office/powerpoint/2010/main" val="729800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2</a:t>
            </a:r>
            <a:r>
              <a:rPr lang="pt-BR" sz="6000" i="0" dirty="0">
                <a:effectLst/>
              </a:rPr>
              <a:t>. SALMODIAI AO NOSSO DEUS AO SOM DA HARPA, </a:t>
            </a:r>
          </a:p>
          <a:p>
            <a:pPr algn="l"/>
            <a:r>
              <a:rPr lang="pt-BR" sz="6000" i="0" dirty="0">
                <a:effectLst/>
              </a:rPr>
              <a:t>SALMODIAI AO SOM DA HARPA AO NOSSO REI!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66051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FIZ DE TI UMA LUZ PARA AS NAÇÕES, PARA LEVARES A MINHA SALVAÇÃO</a:t>
            </a:r>
          </a:p>
          <a:p>
            <a:pPr algn="l"/>
            <a:r>
              <a:rPr lang="pt-BR" sz="6000" b="1" i="0" dirty="0">
                <a:effectLst/>
              </a:rPr>
              <a:t>ATÉ OS CONFINS DE TODA A TERRA, ATÉ OS CONFINS DE TODA A TERRA.</a:t>
            </a:r>
          </a:p>
        </p:txBody>
      </p:sp>
    </p:spTree>
    <p:extLst>
      <p:ext uri="{BB962C8B-B14F-4D97-AF65-F5344CB8AC3E}">
        <p14:creationId xmlns:p14="http://schemas.microsoft.com/office/powerpoint/2010/main" val="2981315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3. PORQUE DEUS É O GRANDE REI DE TODA A TERRA,</a:t>
            </a:r>
          </a:p>
          <a:p>
            <a:pPr algn="l"/>
            <a:r>
              <a:rPr lang="pt-BR" sz="6000" i="0" dirty="0">
                <a:effectLst/>
              </a:rPr>
              <a:t>AO SOM DA HARPA ACOMPANHAI OS SEUS LOUVORES!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76310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FIZ DE TI UMA LUZ PARA AS NAÇÕES, PARA LEVARES A MINHA SALVAÇÃO</a:t>
            </a:r>
          </a:p>
          <a:p>
            <a:pPr algn="l"/>
            <a:r>
              <a:rPr lang="pt-BR" sz="6000" b="1" i="0" dirty="0">
                <a:effectLst/>
              </a:rPr>
              <a:t>ATÉ OS CONFINS DE TODA A TERRA, ATÉ OS CONFINS DE TODA A TERRA.</a:t>
            </a:r>
          </a:p>
        </p:txBody>
      </p:sp>
    </p:spTree>
    <p:extLst>
      <p:ext uri="{BB962C8B-B14F-4D97-AF65-F5344CB8AC3E}">
        <p14:creationId xmlns:p14="http://schemas.microsoft.com/office/powerpoint/2010/main" val="4111370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4. DEUS REINA SOBRE TODAS AS NAÇÕES,</a:t>
            </a:r>
          </a:p>
          <a:p>
            <a:pPr algn="l"/>
            <a:r>
              <a:rPr lang="pt-BR" sz="6000" i="0" dirty="0">
                <a:effectLst/>
              </a:rPr>
              <a:t>ESTÁ SENTADO NO SEU TRONO GLORIOSO.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58703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FIZ DE TI UMA LUZ PARA AS NAÇÕES, PARA LEVARES A MINHA SALVAÇÃO</a:t>
            </a:r>
          </a:p>
          <a:p>
            <a:pPr algn="l"/>
            <a:r>
              <a:rPr lang="pt-BR" sz="6000" b="1" i="0" dirty="0">
                <a:effectLst/>
              </a:rPr>
              <a:t>ATÉ OS CONFINS DE TODA A TERRA, ATÉ OS CONFINS DE TODA A TERRA.</a:t>
            </a:r>
          </a:p>
        </p:txBody>
      </p:sp>
    </p:spTree>
    <p:extLst>
      <p:ext uri="{BB962C8B-B14F-4D97-AF65-F5344CB8AC3E}">
        <p14:creationId xmlns:p14="http://schemas.microsoft.com/office/powerpoint/2010/main" val="44640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SOBRE CRISTO O ESPÍRITO POUSOU</a:t>
            </a:r>
          </a:p>
          <a:p>
            <a:pPr algn="l"/>
            <a:r>
              <a:rPr lang="pt-BR" sz="6600" b="1" dirty="0"/>
              <a:t>E DO CÉU UMA VOZ COMUNICOU:</a:t>
            </a:r>
          </a:p>
          <a:p>
            <a:pPr algn="l"/>
            <a:r>
              <a:rPr lang="pt-BR" sz="6600" b="1" dirty="0"/>
              <a:t>"EIS MEU FILHO MUITO AMADO, MUITO AMADO,</a:t>
            </a:r>
          </a:p>
          <a:p>
            <a:pPr algn="l"/>
            <a:r>
              <a:rPr lang="pt-BR" sz="6600" b="1" dirty="0"/>
              <a:t>NELE PUS O MEU AGRADO!"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1. EIS QUE O TEMPO SE CUMPRIU, BOA NOVA AOS CORAÇÕES: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É O FIM DE TODA A TREVA, LUZ ETERNA ÀS NAÇÕES!</a:t>
            </a:r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SOBRE CRISTO O ESPÍRITO POUSOU</a:t>
            </a:r>
          </a:p>
          <a:p>
            <a:pPr algn="l"/>
            <a:r>
              <a:rPr lang="pt-BR" sz="6600" b="1" dirty="0"/>
              <a:t>E DO CÉU UMA VOZ COMUNICOU:</a:t>
            </a:r>
          </a:p>
          <a:p>
            <a:pPr algn="l"/>
            <a:r>
              <a:rPr lang="pt-BR" sz="6600" b="1" dirty="0"/>
              <a:t>"EIS MEU FILHO MUITO AMADO, MUITO AMADO,</a:t>
            </a:r>
          </a:p>
          <a:p>
            <a:pPr algn="l"/>
            <a:r>
              <a:rPr lang="pt-BR" sz="6600" b="1" dirty="0"/>
              <a:t>NELE PUS O MEU AGRADO!"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3906719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2. O ELEITO DO SENHOR VEM TRAZENDO EM SUAS MÃOS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A JUSTIÇA QUE LIBERTA OS CATIVOS DA PRISÃO!</a:t>
            </a:r>
          </a:p>
        </p:txBody>
      </p:sp>
    </p:spTree>
    <p:extLst>
      <p:ext uri="{BB962C8B-B14F-4D97-AF65-F5344CB8AC3E}">
        <p14:creationId xmlns:p14="http://schemas.microsoft.com/office/powerpoint/2010/main" val="1074504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SOBRE CRISTO O ESPÍRITO POUSOU</a:t>
            </a:r>
          </a:p>
          <a:p>
            <a:pPr algn="l"/>
            <a:r>
              <a:rPr lang="pt-BR" sz="6600" b="1" dirty="0"/>
              <a:t>E DO CÉU UMA VOZ COMUNICOU:</a:t>
            </a:r>
          </a:p>
          <a:p>
            <a:pPr algn="l"/>
            <a:r>
              <a:rPr lang="pt-BR" sz="6600" b="1" dirty="0"/>
              <a:t>"EIS MEU FILHO MUITO AMADO, MUITO AMADO,</a:t>
            </a:r>
          </a:p>
          <a:p>
            <a:pPr algn="l"/>
            <a:r>
              <a:rPr lang="pt-BR" sz="6600" b="1" dirty="0"/>
              <a:t>NELE PUS O MEU AGRADO!"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952504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3. FOI NAS ÁGUAS DO JORDÃO QUE O MESSIAS SE MOSTROU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A PARTIR DA GALILÉIA O SEU REINO ANUNCIOU!</a:t>
            </a:r>
          </a:p>
        </p:txBody>
      </p:sp>
    </p:spTree>
    <p:extLst>
      <p:ext uri="{BB962C8B-B14F-4D97-AF65-F5344CB8AC3E}">
        <p14:creationId xmlns:p14="http://schemas.microsoft.com/office/powerpoint/2010/main" val="1309915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SOBRE CRISTO O ESPÍRITO POUSOU</a:t>
            </a:r>
          </a:p>
          <a:p>
            <a:pPr algn="l"/>
            <a:r>
              <a:rPr lang="pt-BR" sz="6600" b="1" dirty="0"/>
              <a:t>E DO CÉU UMA VOZ COMUNICOU:</a:t>
            </a:r>
          </a:p>
          <a:p>
            <a:pPr algn="l"/>
            <a:r>
              <a:rPr lang="pt-BR" sz="6600" b="1" dirty="0"/>
              <a:t>"EIS MEU FILHO MUITO AMADO, MUITO AMADO,</a:t>
            </a:r>
          </a:p>
          <a:p>
            <a:pPr algn="l"/>
            <a:r>
              <a:rPr lang="pt-BR" sz="6600" b="1" dirty="0"/>
              <a:t>NELE PUS O MEU AGRADO!"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1594588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4. O UNGIDO DE DEUS PAI É A PAZ QUE NOS SUSTÉM: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CONVIVENDO NESTA TERRA, CAMINHOU FAZENDO O BEM!</a:t>
            </a:r>
          </a:p>
        </p:txBody>
      </p:sp>
    </p:spTree>
    <p:extLst>
      <p:ext uri="{BB962C8B-B14F-4D97-AF65-F5344CB8AC3E}">
        <p14:creationId xmlns:p14="http://schemas.microsoft.com/office/powerpoint/2010/main" val="1933613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SOBRE CRISTO O ESPÍRITO POUSOU</a:t>
            </a:r>
          </a:p>
          <a:p>
            <a:pPr algn="l"/>
            <a:r>
              <a:rPr lang="pt-BR" sz="6600" b="1" dirty="0"/>
              <a:t>E DO CÉU UMA VOZ COMUNICOU:</a:t>
            </a:r>
          </a:p>
          <a:p>
            <a:pPr algn="l"/>
            <a:r>
              <a:rPr lang="pt-BR" sz="6600" b="1" dirty="0"/>
              <a:t>"EIS MEU FILHO MUITO AMADO, MUITO AMADO,</a:t>
            </a:r>
          </a:p>
          <a:p>
            <a:pPr algn="l"/>
            <a:r>
              <a:rPr lang="pt-BR" sz="6600" b="1" dirty="0"/>
              <a:t>NELE PUS O MEU AGRADO!"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4242328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ALMA DE CRISTO, </a:t>
            </a:r>
          </a:p>
          <a:p>
            <a:pPr algn="l"/>
            <a:r>
              <a:rPr lang="pt-BR" sz="21600" b="1" dirty="0"/>
              <a:t>SANTIFICAI-ME</a:t>
            </a:r>
          </a:p>
          <a:p>
            <a:pPr algn="l"/>
            <a:r>
              <a:rPr lang="pt-BR" sz="21600" b="1" dirty="0"/>
              <a:t>CORPO DE CRISTO, SALVAI-ME</a:t>
            </a:r>
          </a:p>
          <a:p>
            <a:pPr algn="l"/>
            <a:r>
              <a:rPr lang="pt-BR" sz="21600" b="1" dirty="0"/>
              <a:t>SANGUE DE CRISTO, </a:t>
            </a:r>
          </a:p>
          <a:p>
            <a:pPr algn="l"/>
            <a:r>
              <a:rPr lang="pt-BR" sz="21600" b="1" dirty="0"/>
              <a:t>INEBRIAI-ME</a:t>
            </a:r>
          </a:p>
          <a:p>
            <a:pPr algn="l"/>
            <a:r>
              <a:rPr lang="pt-BR" sz="21600" b="1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PAIXÃO DE CRISTO, CONFORTAI-ME</a:t>
            </a:r>
          </a:p>
          <a:p>
            <a:pPr algn="l"/>
            <a:r>
              <a:rPr lang="pt-BR" sz="8000" b="1" dirty="0"/>
              <a:t>Ó BOM JESUS, OUVI-ME</a:t>
            </a:r>
          </a:p>
          <a:p>
            <a:pPr algn="l"/>
            <a:r>
              <a:rPr lang="pt-BR" sz="8000" b="1" dirty="0"/>
              <a:t>DENTRO DE VOSSAS CHAGAS, ESCONDEI-ME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PERMITAIS QUE EU ME SEPARE DE VÓS</a:t>
            </a:r>
          </a:p>
          <a:p>
            <a:pPr algn="l"/>
            <a:r>
              <a:rPr lang="pt-BR" sz="21600" b="1" dirty="0"/>
              <a:t>DO ESPÍRITO MALIGNO DEFENDEI-ME</a:t>
            </a:r>
          </a:p>
          <a:p>
            <a:pPr algn="l"/>
            <a:r>
              <a:rPr lang="pt-BR" sz="21600" b="1" dirty="0"/>
              <a:t>NA HORA DA MORTE</a:t>
            </a:r>
          </a:p>
          <a:p>
            <a:pPr algn="l"/>
            <a:r>
              <a:rPr lang="pt-BR" sz="21600" b="1" dirty="0"/>
              <a:t>CHAMAI-ME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147611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E MANDAI-ME IR PARA VÓS</a:t>
            </a:r>
          </a:p>
          <a:p>
            <a:pPr algn="l"/>
            <a:r>
              <a:rPr lang="pt-BR" sz="21600" b="1" dirty="0"/>
              <a:t>PARA QUE COM VOSSOS SANTOS VOS LOUVE</a:t>
            </a:r>
          </a:p>
          <a:p>
            <a:pPr algn="l"/>
            <a:r>
              <a:rPr lang="pt-BR" sz="21600" b="1" dirty="0"/>
              <a:t>POR TODOS OS SÉCULOS DOS SÉCULOS, AMÉM.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7186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806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06823"/>
            <a:ext cx="11426957" cy="548053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IDE E FAZEI DISCÍPULOS MEUS, </a:t>
            </a:r>
          </a:p>
          <a:p>
            <a:pPr algn="l"/>
            <a:r>
              <a:rPr lang="pt-BR" sz="6600" b="1" dirty="0"/>
              <a:t>IDE E FAZEI DISCÍPULOS MEUS, </a:t>
            </a:r>
          </a:p>
          <a:p>
            <a:pPr algn="l"/>
            <a:r>
              <a:rPr lang="pt-BR" sz="6600" b="1" dirty="0"/>
              <a:t>IDE, IDE E FAZEI DISCÍPULOS MEUS EM TODAS AS NAÇÕES!</a:t>
            </a:r>
          </a:p>
        </p:txBody>
      </p:sp>
    </p:spTree>
    <p:extLst>
      <p:ext uri="{BB962C8B-B14F-4D97-AF65-F5344CB8AC3E}">
        <p14:creationId xmlns:p14="http://schemas.microsoft.com/office/powerpoint/2010/main" val="19616208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06823"/>
            <a:ext cx="11426957" cy="548053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IDE PELO MUNDO E A TODOS PROCLAMAI QUE A GRAÇA DO BATISMO NOS FAZ RESSUSCITADOS!</a:t>
            </a:r>
          </a:p>
          <a:p>
            <a:pPr algn="l"/>
            <a:r>
              <a:rPr lang="pt-BR" sz="6000" dirty="0"/>
              <a:t>VAMOS PELO MUNDO SEGUINDO A TI, SENHOR. ÉS NOSSA LIBERDADE, Ó CRISTO REDENTOR.</a:t>
            </a:r>
          </a:p>
        </p:txBody>
      </p:sp>
    </p:spTree>
    <p:extLst>
      <p:ext uri="{BB962C8B-B14F-4D97-AF65-F5344CB8AC3E}">
        <p14:creationId xmlns:p14="http://schemas.microsoft.com/office/powerpoint/2010/main" val="3111672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8564</TotalTime>
  <Words>1199</Words>
  <Application>Microsoft Office PowerPoint</Application>
  <PresentationFormat>Widescreen</PresentationFormat>
  <Paragraphs>184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RITO DE ASPERSÃO</vt:lpstr>
      <vt:lpstr>Apresentação do PowerPoint</vt:lpstr>
      <vt:lpstr>RITO DE ASPERSÃO</vt:lpstr>
      <vt:lpstr>Apresentação do PowerPoint</vt:lpstr>
      <vt:lpstr>RITO DE ASPERSÃO</vt:lpstr>
      <vt:lpstr>Apresentação do PowerPoint</vt:lpstr>
      <vt:lpstr>RITO DE ASPERSÃO</vt:lpstr>
      <vt:lpstr>Apresentação do PowerPoint</vt:lpstr>
      <vt:lpstr>Apresentação do PowerPoint</vt:lpstr>
      <vt:lpstr>GLÓRIA</vt:lpstr>
      <vt:lpstr>Apresentação do PowerPoint</vt:lpstr>
      <vt:lpstr>GLÓRIA</vt:lpstr>
      <vt:lpstr>GLÓRIA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Roberto Silva</cp:lastModifiedBy>
  <cp:revision>51</cp:revision>
  <dcterms:created xsi:type="dcterms:W3CDTF">2023-05-06T17:01:55Z</dcterms:created>
  <dcterms:modified xsi:type="dcterms:W3CDTF">2025-01-11T16:57:32Z</dcterms:modified>
</cp:coreProperties>
</file>