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354" r:id="rId3"/>
    <p:sldId id="426" r:id="rId4"/>
    <p:sldId id="427" r:id="rId5"/>
    <p:sldId id="428" r:id="rId6"/>
    <p:sldId id="258" r:id="rId7"/>
    <p:sldId id="259" r:id="rId8"/>
    <p:sldId id="424" r:id="rId9"/>
    <p:sldId id="425" r:id="rId10"/>
    <p:sldId id="260" r:id="rId11"/>
    <p:sldId id="261" r:id="rId12"/>
    <p:sldId id="338" r:id="rId13"/>
    <p:sldId id="339" r:id="rId14"/>
    <p:sldId id="340" r:id="rId15"/>
    <p:sldId id="377" r:id="rId16"/>
    <p:sldId id="264" r:id="rId17"/>
    <p:sldId id="265" r:id="rId18"/>
    <p:sldId id="266" r:id="rId19"/>
    <p:sldId id="267" r:id="rId20"/>
    <p:sldId id="271" r:id="rId21"/>
    <p:sldId id="269" r:id="rId22"/>
    <p:sldId id="412" r:id="rId23"/>
    <p:sldId id="429" r:id="rId24"/>
    <p:sldId id="430" r:id="rId25"/>
    <p:sldId id="431" r:id="rId26"/>
    <p:sldId id="432" r:id="rId27"/>
    <p:sldId id="292" r:id="rId28"/>
    <p:sldId id="275" r:id="rId29"/>
    <p:sldId id="361" r:id="rId30"/>
    <p:sldId id="362" r:id="rId31"/>
    <p:sldId id="433" r:id="rId32"/>
    <p:sldId id="434" r:id="rId33"/>
    <p:sldId id="435" r:id="rId34"/>
    <p:sldId id="404" r:id="rId35"/>
    <p:sldId id="420" r:id="rId36"/>
    <p:sldId id="437" r:id="rId37"/>
    <p:sldId id="436" r:id="rId38"/>
    <p:sldId id="438" r:id="rId39"/>
    <p:sldId id="419" r:id="rId40"/>
    <p:sldId id="337" r:id="rId41"/>
    <p:sldId id="439" r:id="rId42"/>
    <p:sldId id="440" r:id="rId4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76838203-3993-4994-A80B-F6728244DE62}">
          <p14:sldIdLst>
            <p14:sldId id="375"/>
            <p14:sldId id="354"/>
            <p14:sldId id="426"/>
            <p14:sldId id="427"/>
            <p14:sldId id="428"/>
            <p14:sldId id="258"/>
            <p14:sldId id="259"/>
            <p14:sldId id="424"/>
            <p14:sldId id="425"/>
            <p14:sldId id="260"/>
            <p14:sldId id="261"/>
            <p14:sldId id="338"/>
            <p14:sldId id="339"/>
            <p14:sldId id="340"/>
            <p14:sldId id="377"/>
            <p14:sldId id="264"/>
            <p14:sldId id="265"/>
            <p14:sldId id="266"/>
            <p14:sldId id="267"/>
            <p14:sldId id="271"/>
            <p14:sldId id="269"/>
            <p14:sldId id="412"/>
            <p14:sldId id="429"/>
            <p14:sldId id="430"/>
            <p14:sldId id="431"/>
            <p14:sldId id="432"/>
            <p14:sldId id="292"/>
            <p14:sldId id="275"/>
            <p14:sldId id="361"/>
            <p14:sldId id="362"/>
            <p14:sldId id="433"/>
            <p14:sldId id="434"/>
            <p14:sldId id="435"/>
            <p14:sldId id="404"/>
            <p14:sldId id="420"/>
            <p14:sldId id="437"/>
            <p14:sldId id="436"/>
            <p14:sldId id="438"/>
            <p14:sldId id="419"/>
            <p14:sldId id="337"/>
            <p14:sldId id="439"/>
            <p14:sldId id="44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805" autoAdjust="0"/>
    <p:restoredTop sz="94660"/>
  </p:normalViewPr>
  <p:slideViewPr>
    <p:cSldViewPr snapToGrid="0">
      <p:cViewPr varScale="1">
        <p:scale>
          <a:sx n="86" d="100"/>
          <a:sy n="86" d="100"/>
        </p:scale>
        <p:origin x="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29/12/2024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29/12/2024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29/12/2024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29/12/2024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29/12/2024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29/12/2024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29/12/2024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29/12/2024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29/12/2024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29/12/2024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29/12/2024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29/12/2024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CBEEDF5D-2CB2-18F9-8F19-5EB001F77F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0" y="0"/>
            <a:ext cx="12191999" cy="6857999"/>
          </a:xfrm>
          <a:prstGeom prst="rect">
            <a:avLst/>
          </a:prstGeom>
          <a:solidFill>
            <a:schemeClr val="tx1">
              <a:alpha val="4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BC42A13-94D8-1373-BB98-025A5C022561}"/>
              </a:ext>
            </a:extLst>
          </p:cNvPr>
          <p:cNvSpPr txBox="1"/>
          <p:nvPr/>
        </p:nvSpPr>
        <p:spPr>
          <a:xfrm>
            <a:off x="1345779" y="4145200"/>
            <a:ext cx="950043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FESTA DA SAGRADA FAMÍLIA</a:t>
            </a:r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5378" y="362029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5378" y="959774"/>
            <a:ext cx="11516592" cy="5749636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8600" b="1" i="0" dirty="0">
                <a:solidFill>
                  <a:srgbClr val="000000"/>
                </a:solidFill>
                <a:effectLst/>
              </a:rPr>
              <a:t>JACÓ GEROU JOSÉ, O ESPOSO DE MARIA, DA QUAL NASCEU JESUS, QUE É CHAMADO O CRISTO.</a:t>
            </a:r>
          </a:p>
          <a:p>
            <a:pPr algn="l"/>
            <a:endParaRPr lang="pt-BR" sz="8600" i="0" dirty="0">
              <a:solidFill>
                <a:srgbClr val="000000"/>
              </a:solidFill>
              <a:effectLst/>
            </a:endParaRPr>
          </a:p>
          <a:p>
            <a:pPr algn="l"/>
            <a:r>
              <a:rPr lang="pt-BR" sz="8600" i="0" dirty="0">
                <a:solidFill>
                  <a:srgbClr val="000000"/>
                </a:solidFill>
                <a:effectLst/>
              </a:rPr>
              <a:t>FELIZ ÉS TU SE TEMES O SENHOR </a:t>
            </a:r>
          </a:p>
          <a:p>
            <a:pPr algn="l"/>
            <a:r>
              <a:rPr lang="pt-BR" sz="8600" i="0" dirty="0">
                <a:solidFill>
                  <a:srgbClr val="000000"/>
                </a:solidFill>
                <a:effectLst/>
              </a:rPr>
              <a:t>E TRILHAS SEUS CAMINHOS! R.</a:t>
            </a:r>
          </a:p>
          <a:p>
            <a:pPr algn="l"/>
            <a:endParaRPr lang="pt-BR" sz="7700" dirty="0"/>
          </a:p>
        </p:txBody>
      </p:sp>
    </p:spTree>
    <p:extLst>
      <p:ext uri="{BB962C8B-B14F-4D97-AF65-F5344CB8AC3E}">
        <p14:creationId xmlns:p14="http://schemas.microsoft.com/office/powerpoint/2010/main" val="880466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D9766-1D69-535D-900E-E6F8A7997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043D40-F2DA-BFFB-40B9-E16BE6071E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5378" y="362029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07EF87B-E998-08A7-AE5A-D48A200C9F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5378" y="959774"/>
            <a:ext cx="11516592" cy="5749636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9400" b="1" i="0" dirty="0">
                <a:solidFill>
                  <a:srgbClr val="000000"/>
                </a:solidFill>
                <a:effectLst/>
              </a:rPr>
              <a:t>JACÓ GEROU JOSÉ, O ESPOSO DE MARIA, DA QUAL NASCEU JESUS, QUE É CHAMADO O CRISTO.</a:t>
            </a:r>
          </a:p>
          <a:p>
            <a:pPr algn="l"/>
            <a:endParaRPr lang="pt-BR" sz="5700" b="1" i="0" dirty="0">
              <a:solidFill>
                <a:srgbClr val="000000"/>
              </a:solidFill>
              <a:effectLst/>
            </a:endParaRPr>
          </a:p>
          <a:p>
            <a:pPr algn="l"/>
            <a:r>
              <a:rPr lang="pt-BR" sz="8600" dirty="0">
                <a:solidFill>
                  <a:srgbClr val="000000"/>
                </a:solidFill>
              </a:rPr>
              <a:t>DO TRABALHO DE TUAS MÃOS HÁS DE VIVER, *</a:t>
            </a:r>
          </a:p>
          <a:p>
            <a:pPr algn="l"/>
            <a:r>
              <a:rPr lang="pt-BR" sz="8600" dirty="0">
                <a:solidFill>
                  <a:srgbClr val="000000"/>
                </a:solidFill>
              </a:rPr>
              <a:t>SERÁS FELIZ, TUDO IRÁ BEM!</a:t>
            </a:r>
          </a:p>
          <a:p>
            <a:pPr algn="l"/>
            <a:endParaRPr lang="pt-BR" sz="6900" i="0" dirty="0">
              <a:solidFill>
                <a:srgbClr val="000000"/>
              </a:solidFill>
              <a:effectLst/>
            </a:endParaRPr>
          </a:p>
          <a:p>
            <a:pPr algn="l"/>
            <a:endParaRPr lang="pt-BR" sz="7700" dirty="0"/>
          </a:p>
        </p:txBody>
      </p:sp>
    </p:spTree>
    <p:extLst>
      <p:ext uri="{BB962C8B-B14F-4D97-AF65-F5344CB8AC3E}">
        <p14:creationId xmlns:p14="http://schemas.microsoft.com/office/powerpoint/2010/main" val="15998649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34284-64EE-4BC7-F859-42407F84F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F537E6-6D2D-0AB0-D3D4-839517CCEC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5378" y="362029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374E405-5AE5-2C46-2A4E-D5A83C79B0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5378" y="959774"/>
            <a:ext cx="11516592" cy="5749636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9400" b="1" i="0" dirty="0">
                <a:solidFill>
                  <a:srgbClr val="000000"/>
                </a:solidFill>
                <a:effectLst/>
              </a:rPr>
              <a:t>JACÓ GEROU JOSÉ, O ESPOSO DE MARIA, DA QUAL NASCEU JESUS, QUE É CHAMADO O CRISTO.</a:t>
            </a:r>
          </a:p>
          <a:p>
            <a:pPr algn="l"/>
            <a:endParaRPr lang="pt-BR" sz="5700" b="1" i="0" dirty="0">
              <a:solidFill>
                <a:srgbClr val="000000"/>
              </a:solidFill>
              <a:effectLst/>
            </a:endParaRPr>
          </a:p>
          <a:p>
            <a:pPr algn="l"/>
            <a:r>
              <a:rPr lang="pt-BR" sz="8600" dirty="0">
                <a:solidFill>
                  <a:srgbClr val="000000"/>
                </a:solidFill>
              </a:rPr>
              <a:t>A TUA ESPOSA É UMA VIDEIRA BEM FECUNDA * NO CORAÇÃO DA TUA CASA;</a:t>
            </a:r>
            <a:endParaRPr lang="pt-BR" sz="6900" i="0" dirty="0">
              <a:solidFill>
                <a:srgbClr val="000000"/>
              </a:solidFill>
              <a:effectLst/>
            </a:endParaRPr>
          </a:p>
          <a:p>
            <a:pPr algn="l"/>
            <a:endParaRPr lang="pt-BR" sz="7700" dirty="0"/>
          </a:p>
        </p:txBody>
      </p:sp>
    </p:spTree>
    <p:extLst>
      <p:ext uri="{BB962C8B-B14F-4D97-AF65-F5344CB8AC3E}">
        <p14:creationId xmlns:p14="http://schemas.microsoft.com/office/powerpoint/2010/main" val="42007783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7194F-0A3F-CC64-CDDB-EEA9FAE94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4DDDFB-3B88-B811-D046-C75EAB10EB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5378" y="362029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9CE22C6-88F4-E9EB-C178-D0D73750F8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5378" y="959774"/>
            <a:ext cx="11516592" cy="5749636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9400" b="1" i="0" dirty="0">
                <a:solidFill>
                  <a:srgbClr val="000000"/>
                </a:solidFill>
                <a:effectLst/>
              </a:rPr>
              <a:t>JACÓ GEROU JOSÉ, O ESPOSO DE MARIA, DA QUAL NASCEU JESUS, QUE É CHAMADO O CRISTO.</a:t>
            </a:r>
          </a:p>
          <a:p>
            <a:pPr algn="l"/>
            <a:endParaRPr lang="pt-BR" sz="5700" b="1" i="0" dirty="0">
              <a:solidFill>
                <a:srgbClr val="000000"/>
              </a:solidFill>
              <a:effectLst/>
            </a:endParaRPr>
          </a:p>
          <a:p>
            <a:pPr algn="l"/>
            <a:r>
              <a:rPr lang="pt-BR" sz="8600" dirty="0">
                <a:solidFill>
                  <a:srgbClr val="000000"/>
                </a:solidFill>
              </a:rPr>
              <a:t>OS TEUS FILHOS SÃO REBENTOS DE OLIVEIRA *</a:t>
            </a:r>
          </a:p>
          <a:p>
            <a:pPr algn="l"/>
            <a:r>
              <a:rPr lang="pt-BR" sz="8600" dirty="0">
                <a:solidFill>
                  <a:srgbClr val="000000"/>
                </a:solidFill>
              </a:rPr>
              <a:t>AO REDOR DE TUA MESA. </a:t>
            </a:r>
          </a:p>
          <a:p>
            <a:pPr algn="l"/>
            <a:endParaRPr lang="pt-BR" sz="7700" dirty="0"/>
          </a:p>
        </p:txBody>
      </p:sp>
    </p:spTree>
    <p:extLst>
      <p:ext uri="{BB962C8B-B14F-4D97-AF65-F5344CB8AC3E}">
        <p14:creationId xmlns:p14="http://schemas.microsoft.com/office/powerpoint/2010/main" val="11966808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5956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5956" y="1136073"/>
            <a:ext cx="11245466" cy="5347855"/>
          </a:xfrm>
        </p:spPr>
        <p:txBody>
          <a:bodyPr>
            <a:normAutofit/>
          </a:bodyPr>
          <a:lstStyle/>
          <a:p>
            <a:pPr algn="l"/>
            <a:r>
              <a:rPr lang="pt-BR" sz="5800" b="0" i="0" dirty="0">
                <a:effectLst/>
              </a:rPr>
              <a:t>SENHOR, FILHO DE DEUS, QUE, NASCENDO DA VIRGEM MARIA, VOS FIZESTES NOSSO IRMÃO, TENDE PIEDADE DE NÓS.</a:t>
            </a:r>
          </a:p>
          <a:p>
            <a:pPr algn="l"/>
            <a:endParaRPr lang="pt-BR" sz="5800" b="0" i="0" dirty="0">
              <a:effectLst/>
            </a:endParaRPr>
          </a:p>
          <a:p>
            <a:pPr algn="l"/>
            <a:r>
              <a:rPr lang="pt-BR" sz="5800" b="1" i="0" dirty="0">
                <a:effectLst/>
              </a:rPr>
              <a:t>KYRIE, KYRIE ELEISON!</a:t>
            </a:r>
          </a:p>
          <a:p>
            <a:pPr algn="l"/>
            <a:endParaRPr lang="pt-BR" sz="5800" b="0" i="0" dirty="0">
              <a:effectLst/>
              <a:latin typeface="arial" panose="020B0604020202020204" pitchFamily="34" charset="0"/>
            </a:endParaRPr>
          </a:p>
          <a:p>
            <a:pPr algn="l"/>
            <a:endParaRPr lang="pt-BR" sz="5800" b="0" i="0" dirty="0"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04801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5956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5956" y="1136073"/>
            <a:ext cx="11245466" cy="5347855"/>
          </a:xfrm>
        </p:spPr>
        <p:txBody>
          <a:bodyPr>
            <a:normAutofit/>
          </a:bodyPr>
          <a:lstStyle/>
          <a:p>
            <a:pPr algn="l"/>
            <a:r>
              <a:rPr lang="pt-BR" sz="5800" b="0" i="0" dirty="0">
                <a:effectLst/>
              </a:rPr>
              <a:t>CRISTO, FILHO DO HOMEM, QUE CONHECEIS E COMPREENDEIS NOSSA FRAQUEZA, TENDE PIEDADE DE NÓS.</a:t>
            </a:r>
          </a:p>
          <a:p>
            <a:pPr algn="l"/>
            <a:endParaRPr lang="pt-BR" sz="5800" b="0" i="0" dirty="0">
              <a:effectLst/>
            </a:endParaRPr>
          </a:p>
          <a:p>
            <a:pPr algn="l"/>
            <a:r>
              <a:rPr lang="pt-BR" sz="5800" b="1" i="0" dirty="0">
                <a:effectLst/>
              </a:rPr>
              <a:t>CHRISTE, CHRISTE ELEISON! </a:t>
            </a:r>
          </a:p>
          <a:p>
            <a:pPr algn="l"/>
            <a:endParaRPr lang="pt-BR" sz="5800" b="0" i="0" dirty="0">
              <a:effectLst/>
              <a:latin typeface="arial" panose="020B0604020202020204" pitchFamily="34" charset="0"/>
            </a:endParaRPr>
          </a:p>
          <a:p>
            <a:pPr algn="l"/>
            <a:endParaRPr lang="pt-BR" sz="5800" b="0" i="0" dirty="0"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10588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5956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5956" y="1136073"/>
            <a:ext cx="11245466" cy="5347855"/>
          </a:xfrm>
        </p:spPr>
        <p:txBody>
          <a:bodyPr>
            <a:normAutofit/>
          </a:bodyPr>
          <a:lstStyle/>
          <a:p>
            <a:pPr algn="l"/>
            <a:r>
              <a:rPr lang="pt-BR" sz="5800" b="0" i="0" dirty="0">
                <a:effectLst/>
              </a:rPr>
              <a:t>SENHOR, FILHO PRIMOGÊNITO DO PAI, QUE FAZEIS DE NÓS UMA SÓ FAMÍLIA, TENDE PIEDADE DE NÓS.</a:t>
            </a:r>
          </a:p>
          <a:p>
            <a:pPr algn="l"/>
            <a:endParaRPr lang="pt-BR" sz="5800" b="0" i="0" dirty="0">
              <a:effectLst/>
            </a:endParaRPr>
          </a:p>
          <a:p>
            <a:pPr algn="l"/>
            <a:r>
              <a:rPr lang="pt-BR" sz="5800" b="1" i="0" dirty="0">
                <a:effectLst/>
              </a:rPr>
              <a:t>KYRIE, </a:t>
            </a:r>
            <a:r>
              <a:rPr lang="pt-BR" sz="6000" b="1" i="0" dirty="0">
                <a:effectLst/>
              </a:rPr>
              <a:t>KYRIE ELEISON!</a:t>
            </a:r>
            <a:endParaRPr lang="pt-BR" sz="6600" b="1" dirty="0"/>
          </a:p>
          <a:p>
            <a:pPr algn="l"/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16074069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84528" cy="5570040"/>
          </a:xfrm>
        </p:spPr>
        <p:txBody>
          <a:bodyPr>
            <a:normAutofit fontScale="92500"/>
          </a:bodyPr>
          <a:lstStyle/>
          <a:p>
            <a:pPr algn="just"/>
            <a:r>
              <a:rPr lang="pt-BR" sz="6500" b="1" dirty="0"/>
              <a:t>GLÓRIA A DEUS NAS ALTURAS!(3X)</a:t>
            </a:r>
          </a:p>
          <a:p>
            <a:pPr algn="just"/>
            <a:endParaRPr lang="pt-BR" sz="6500" b="1" dirty="0"/>
          </a:p>
          <a:p>
            <a:pPr algn="just"/>
            <a:r>
              <a:rPr lang="pt-BR" sz="6500" dirty="0"/>
              <a:t>E PAZ NA TERRA AOS HOMENS POR ELE AMADOS</a:t>
            </a:r>
            <a:endParaRPr lang="pt-BR" sz="6000" dirty="0"/>
          </a:p>
          <a:p>
            <a:pPr algn="just"/>
            <a:r>
              <a:rPr lang="pt-BR" sz="5800" dirty="0"/>
              <a:t>SENHOR DEUS, REI DOS CÉUS, DEUS PAI TODO PODEROSO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6616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15255" cy="5846618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11000" dirty="0"/>
              <a:t>NÓS VOS LOUVAMOS, NÓS VOS BENDIZEMOS</a:t>
            </a:r>
          </a:p>
          <a:p>
            <a:pPr algn="just"/>
            <a:r>
              <a:rPr lang="pt-BR" sz="11000" dirty="0"/>
              <a:t>NÓS VOS ADORAMOS, NÓS VOS GLORIFICAMOS</a:t>
            </a:r>
          </a:p>
          <a:p>
            <a:pPr algn="just"/>
            <a:r>
              <a:rPr lang="pt-BR" sz="11000" dirty="0"/>
              <a:t>NÓS VOS DAMOS GRAÇAS, POR VOSSA IMENSA GLÓRIA. </a:t>
            </a:r>
          </a:p>
        </p:txBody>
      </p:sp>
    </p:spTree>
    <p:extLst>
      <p:ext uri="{BB962C8B-B14F-4D97-AF65-F5344CB8AC3E}">
        <p14:creationId xmlns:p14="http://schemas.microsoft.com/office/powerpoint/2010/main" val="17336671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886691"/>
            <a:ext cx="10986656" cy="6216732"/>
          </a:xfrm>
        </p:spPr>
        <p:txBody>
          <a:bodyPr>
            <a:normAutofit/>
          </a:bodyPr>
          <a:lstStyle/>
          <a:p>
            <a:pPr algn="l"/>
            <a:r>
              <a:rPr lang="pt-BR" sz="7200" dirty="0"/>
              <a:t>SENHOR JESUS CRISTO, FILHO UNIGÊNITO</a:t>
            </a:r>
          </a:p>
          <a:p>
            <a:pPr algn="l"/>
            <a:r>
              <a:rPr lang="pt-BR" sz="7200" dirty="0"/>
              <a:t>SENHOR DEUS, CORDEIRO DE DEUS, FILHO DE DEUS PAI</a:t>
            </a:r>
          </a:p>
          <a:p>
            <a:pPr algn="l"/>
            <a:endParaRPr lang="pt-BR" sz="3000" dirty="0"/>
          </a:p>
          <a:p>
            <a:pPr algn="l"/>
            <a:endParaRPr lang="pt-BR" sz="5400" dirty="0"/>
          </a:p>
          <a:p>
            <a:pPr algn="l"/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27038948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47500" lnSpcReduction="20000"/>
          </a:bodyPr>
          <a:lstStyle/>
          <a:p>
            <a:pPr algn="l"/>
            <a:r>
              <a:rPr lang="pt-BR" sz="12000" dirty="0"/>
              <a:t>VÓS QUE TIRAIS O PECADO DO MUNDO,</a:t>
            </a:r>
          </a:p>
          <a:p>
            <a:pPr algn="l"/>
            <a:r>
              <a:rPr lang="pt-BR" sz="12000" dirty="0"/>
              <a:t>TENDE PIEDADE DE NÓS</a:t>
            </a:r>
            <a:endParaRPr lang="pt-BR" sz="9600" dirty="0"/>
          </a:p>
          <a:p>
            <a:pPr algn="just"/>
            <a:r>
              <a:rPr lang="pt-BR" sz="12300" dirty="0"/>
              <a:t>VÓS QUE TIRAIS O PECADO DO MUNDO, </a:t>
            </a:r>
          </a:p>
          <a:p>
            <a:pPr algn="just"/>
            <a:r>
              <a:rPr lang="pt-BR" sz="12300" dirty="0"/>
              <a:t>ACOLHEI A NOSSA SÚPLICA</a:t>
            </a:r>
          </a:p>
          <a:p>
            <a:pPr algn="just"/>
            <a:r>
              <a:rPr lang="pt-BR" sz="12300" dirty="0"/>
              <a:t>VÓS QUE ESTAIS À DIREITA DO PAI, </a:t>
            </a:r>
          </a:p>
          <a:p>
            <a:pPr algn="just"/>
            <a:r>
              <a:rPr lang="pt-BR" sz="12300" dirty="0"/>
              <a:t>TENDE PIEDADE DE NÓS</a:t>
            </a:r>
          </a:p>
        </p:txBody>
      </p:sp>
    </p:spTree>
    <p:extLst>
      <p:ext uri="{BB962C8B-B14F-4D97-AF65-F5344CB8AC3E}">
        <p14:creationId xmlns:p14="http://schemas.microsoft.com/office/powerpoint/2010/main" val="6419554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pt-BR" sz="9600" dirty="0"/>
              <a:t>SÓ VÓS SOIS O SANTO, SÓ VÓS O SENHOR, </a:t>
            </a:r>
          </a:p>
          <a:p>
            <a:pPr algn="l"/>
            <a:r>
              <a:rPr lang="pt-BR" sz="9600" dirty="0"/>
              <a:t>SÓ VÓS O ALTÍSSIMO, JESUS CRISTO, COM O ESPÍRITO SANTO NA GLÓRIA DE DEUS PAI. </a:t>
            </a:r>
          </a:p>
          <a:p>
            <a:pPr algn="l"/>
            <a:endParaRPr lang="pt-BR" sz="9600" b="1" dirty="0"/>
          </a:p>
          <a:p>
            <a:pPr algn="just"/>
            <a:r>
              <a:rPr lang="pt-BR" sz="9600" dirty="0"/>
              <a:t>AMÉM!</a:t>
            </a:r>
          </a:p>
          <a:p>
            <a:pPr algn="just"/>
            <a:endParaRPr lang="pt-BR" sz="9600" dirty="0"/>
          </a:p>
          <a:p>
            <a:pPr algn="just"/>
            <a:endParaRPr lang="pt-BR" sz="9600" dirty="0"/>
          </a:p>
        </p:txBody>
      </p:sp>
    </p:spTree>
    <p:extLst>
      <p:ext uri="{BB962C8B-B14F-4D97-AF65-F5344CB8AC3E}">
        <p14:creationId xmlns:p14="http://schemas.microsoft.com/office/powerpoint/2010/main" val="37335241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1995" y="2680938"/>
            <a:ext cx="10628009" cy="1496124"/>
          </a:xfrm>
        </p:spPr>
        <p:txBody>
          <a:bodyPr>
            <a:normAutofit lnSpcReduction="10000"/>
          </a:bodyPr>
          <a:lstStyle/>
          <a:p>
            <a:r>
              <a:rPr lang="pt-BR" sz="5400" b="1" i="0" dirty="0">
                <a:effectLst/>
              </a:rPr>
              <a:t>FELIZES OS QUE TEMEM O SENHOR E TRILHAM SEUS CAMINHOS!</a:t>
            </a:r>
            <a:endParaRPr lang="pt-BR" sz="1800" b="1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/>
          </a:bodyPr>
          <a:lstStyle/>
          <a:p>
            <a:r>
              <a:rPr lang="pt-BR" sz="4800" b="1" dirty="0"/>
              <a:t>ALELUIA, ALELUIA, ALELUIA, ALELUIA.</a:t>
            </a:r>
          </a:p>
          <a:p>
            <a:endParaRPr lang="pt-BR" sz="4800" b="1" dirty="0"/>
          </a:p>
          <a:p>
            <a:r>
              <a:rPr lang="pt-BR" sz="4800" dirty="0"/>
              <a:t>QUE A PAZ DE CRISTO REINE EM VOSSOS CORAÇÕES E RICAMENTE HABITE EM VÓS SUA PALAVRA!</a:t>
            </a:r>
          </a:p>
          <a:p>
            <a:endParaRPr lang="pt-BR" sz="4800" b="1" dirty="0"/>
          </a:p>
          <a:p>
            <a:r>
              <a:rPr lang="pt-BR" sz="4800" b="1" dirty="0"/>
              <a:t>ALELUIA, ALELUIA, ALELUIA, ALELUIA.</a:t>
            </a:r>
            <a:endParaRPr lang="pt-BR" sz="4800" dirty="0"/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4857172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9600" b="1" dirty="0"/>
              <a:t>OLHANDO A SAGRADA FAMÍLIA JESUS</a:t>
            </a:r>
          </a:p>
          <a:p>
            <a:pPr algn="l"/>
            <a:r>
              <a:rPr lang="pt-BR" sz="9600" b="1" dirty="0"/>
              <a:t>MARIA E JOSÉ</a:t>
            </a:r>
          </a:p>
          <a:p>
            <a:pPr algn="l"/>
            <a:r>
              <a:rPr lang="pt-BR" sz="9600" b="1" dirty="0"/>
              <a:t>SAIBAMOS FAZER A PARTILHA</a:t>
            </a:r>
          </a:p>
          <a:p>
            <a:pPr algn="l"/>
            <a:r>
              <a:rPr lang="pt-BR" sz="9600" b="1" dirty="0"/>
              <a:t>DOS GESTOS DE AMOR E DE FÉ</a:t>
            </a:r>
          </a:p>
        </p:txBody>
      </p:sp>
    </p:spTree>
    <p:extLst>
      <p:ext uri="{BB962C8B-B14F-4D97-AF65-F5344CB8AC3E}">
        <p14:creationId xmlns:p14="http://schemas.microsoft.com/office/powerpoint/2010/main" val="27862779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9414" y="299055"/>
            <a:ext cx="4857172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9414" y="968806"/>
            <a:ext cx="10953172" cy="5721926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9800" dirty="0"/>
              <a:t>MARIA, MÃE SANTA E ESPOSA EXEMPLAR</a:t>
            </a:r>
          </a:p>
          <a:p>
            <a:pPr algn="l"/>
            <a:r>
              <a:rPr lang="pt-BR" sz="9800" dirty="0"/>
              <a:t>JOSÉ, PAI ZELOSO VOLTADO AO SEU LAR</a:t>
            </a:r>
          </a:p>
          <a:p>
            <a:pPr algn="l"/>
            <a:r>
              <a:rPr lang="pt-BR" sz="9800" dirty="0"/>
              <a:t>JESUS, FILHO AMADO EM MISSÃO DE SALVAR</a:t>
            </a:r>
          </a:p>
          <a:p>
            <a:pPr algn="l"/>
            <a:r>
              <a:rPr lang="pt-BR" sz="9800" dirty="0"/>
              <a:t>CAMINHOS DISTINTOS, NUM SÓ CAMINHAR</a:t>
            </a:r>
          </a:p>
        </p:txBody>
      </p:sp>
    </p:spTree>
    <p:extLst>
      <p:ext uri="{BB962C8B-B14F-4D97-AF65-F5344CB8AC3E}">
        <p14:creationId xmlns:p14="http://schemas.microsoft.com/office/powerpoint/2010/main" val="3832861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72F45-3EF6-2640-6473-3E8B82E50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4E6C49-7F15-6085-1E83-2801344DEB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4857172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7D48175-5140-5BBC-6A9F-8B502415E3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9600" b="1" dirty="0"/>
              <a:t>OLHANDO A SAGRADA FAMÍLIA JESUS</a:t>
            </a:r>
          </a:p>
          <a:p>
            <a:pPr algn="l"/>
            <a:r>
              <a:rPr lang="pt-BR" sz="9600" b="1" dirty="0"/>
              <a:t>MARIA E JOSÉ</a:t>
            </a:r>
          </a:p>
          <a:p>
            <a:pPr algn="l"/>
            <a:r>
              <a:rPr lang="pt-BR" sz="9600" b="1" dirty="0"/>
              <a:t>SAIBAMOS FAZER A PARTILHA</a:t>
            </a:r>
          </a:p>
          <a:p>
            <a:pPr algn="l"/>
            <a:r>
              <a:rPr lang="pt-BR" sz="9600" b="1" dirty="0"/>
              <a:t>DOS GESTOS DE AMOR E DE FÉ</a:t>
            </a:r>
          </a:p>
        </p:txBody>
      </p:sp>
    </p:spTree>
    <p:extLst>
      <p:ext uri="{BB962C8B-B14F-4D97-AF65-F5344CB8AC3E}">
        <p14:creationId xmlns:p14="http://schemas.microsoft.com/office/powerpoint/2010/main" val="32277529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D4A0B-A2A1-EFA4-B113-B9C2156AD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3DF609-F4F0-6787-B6B7-13C2FD7028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9414" y="299055"/>
            <a:ext cx="4857172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3DB176A-CD91-2307-B117-0BC71617E8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9414" y="968806"/>
            <a:ext cx="10953172" cy="5721926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9800" dirty="0"/>
              <a:t>MARIA DO SIM E DO AMOR DOAÇÃO</a:t>
            </a:r>
          </a:p>
          <a:p>
            <a:pPr algn="l"/>
            <a:r>
              <a:rPr lang="pt-BR" sz="9800" dirty="0"/>
              <a:t>JOSÉ, OPERÁRIO A SERVIÇO DO PÃO</a:t>
            </a:r>
          </a:p>
          <a:p>
            <a:pPr algn="l"/>
            <a:r>
              <a:rPr lang="pt-BR" sz="9800" dirty="0"/>
              <a:t>JESUS OCUPADO COM SUA MISSÃO</a:t>
            </a:r>
          </a:p>
          <a:p>
            <a:pPr algn="l"/>
            <a:r>
              <a:rPr lang="pt-BR" sz="9800" dirty="0"/>
              <a:t>TRÊS VIDAS DISTINTAS NUM SÓ CORAÇÃO</a:t>
            </a:r>
          </a:p>
        </p:txBody>
      </p:sp>
    </p:spTree>
    <p:extLst>
      <p:ext uri="{BB962C8B-B14F-4D97-AF65-F5344CB8AC3E}">
        <p14:creationId xmlns:p14="http://schemas.microsoft.com/office/powerpoint/2010/main" val="6471686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FC087-F911-E833-1B30-FF5F96AA3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122F2C-DED7-8F67-D7BE-DBDCCEEE5B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4857172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0B59845-9487-2BEB-7C23-4CBEF357CF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9600" b="1" dirty="0"/>
              <a:t>OLHANDO A SAGRADA FAMÍLIA JESUS</a:t>
            </a:r>
          </a:p>
          <a:p>
            <a:pPr algn="l"/>
            <a:r>
              <a:rPr lang="pt-BR" sz="9600" b="1" dirty="0"/>
              <a:t>MARIA E JOSÉ</a:t>
            </a:r>
          </a:p>
          <a:p>
            <a:pPr algn="l"/>
            <a:r>
              <a:rPr lang="pt-BR" sz="9600" b="1" dirty="0"/>
              <a:t>SAIBAMOS FAZER A PARTILHA</a:t>
            </a:r>
          </a:p>
          <a:p>
            <a:pPr algn="l"/>
            <a:r>
              <a:rPr lang="pt-BR" sz="9600" b="1" dirty="0"/>
              <a:t>DOS GESTOS DE AMOR E DE FÉ</a:t>
            </a:r>
          </a:p>
        </p:txBody>
      </p:sp>
    </p:spTree>
    <p:extLst>
      <p:ext uri="{BB962C8B-B14F-4D97-AF65-F5344CB8AC3E}">
        <p14:creationId xmlns:p14="http://schemas.microsoft.com/office/powerpoint/2010/main" val="19109086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1A525-6ACF-53C4-BA56-9B209F527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0A5259-8A17-9222-E8E2-917BEF35B6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9414" y="299055"/>
            <a:ext cx="4857172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FF89116-7101-3877-A7AA-92268E06EC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9414" y="968806"/>
            <a:ext cx="10953172" cy="5721926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9800" dirty="0"/>
              <a:t>SE TODAS AS MÃES EM MARIA SE ACHAREM</a:t>
            </a:r>
          </a:p>
          <a:p>
            <a:pPr algn="l"/>
            <a:r>
              <a:rPr lang="pt-BR" sz="9800" dirty="0"/>
              <a:t>E TODOS OS PAIS EM JOSÉ SE ESPELHAREM</a:t>
            </a:r>
          </a:p>
          <a:p>
            <a:pPr algn="l"/>
            <a:r>
              <a:rPr lang="pt-BR" sz="9800" dirty="0"/>
              <a:t>SE TODOS OS FILHOS EM CRISTO SE OLHAREM</a:t>
            </a:r>
          </a:p>
          <a:p>
            <a:pPr algn="l"/>
            <a:r>
              <a:rPr lang="pt-BR" sz="9800" dirty="0"/>
              <a:t>SERÃO MAIS FAMÍLIA, QUANTO MAIS SE AMAREM</a:t>
            </a:r>
          </a:p>
        </p:txBody>
      </p:sp>
    </p:spTree>
    <p:extLst>
      <p:ext uri="{BB962C8B-B14F-4D97-AF65-F5344CB8AC3E}">
        <p14:creationId xmlns:p14="http://schemas.microsoft.com/office/powerpoint/2010/main" val="14556817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4610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80290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pt-BR" sz="20000" b="1" dirty="0"/>
              <a:t>SANTO, SANTO, SANTO</a:t>
            </a:r>
          </a:p>
          <a:p>
            <a:pPr algn="just"/>
            <a:r>
              <a:rPr lang="pt-BR" sz="20000" dirty="0"/>
              <a:t>SENHOR DEUS DO UNIVERSO, O CÉU E A TERRA PROCLAMAM A VOSSA GLÓRIA</a:t>
            </a:r>
          </a:p>
          <a:p>
            <a:pPr algn="just"/>
            <a:r>
              <a:rPr lang="pt-BR" sz="20000" b="1" dirty="0"/>
              <a:t>HOSANA NAS ALTURAS</a:t>
            </a:r>
          </a:p>
          <a:p>
            <a:pPr algn="just"/>
            <a:endParaRPr lang="pt-BR" sz="20000" dirty="0"/>
          </a:p>
          <a:p>
            <a:pPr algn="just"/>
            <a:r>
              <a:rPr lang="pt-BR" sz="20000" dirty="0"/>
              <a:t>BENDITO O QUE VEM EM NOME DO SENHOR</a:t>
            </a:r>
          </a:p>
          <a:p>
            <a:pPr algn="just"/>
            <a:r>
              <a:rPr lang="pt-BR" sz="20000" b="1" dirty="0"/>
              <a:t>HOSANA NAS ALTURAS </a:t>
            </a:r>
          </a:p>
          <a:p>
            <a:pPr algn="just"/>
            <a:endParaRPr lang="pt-BR" sz="5400" b="1" dirty="0"/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9634127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CRISTÃOS, VINDE TODOS, COM ALEGRES CANTOS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OH! VINDE, OH! VINDE ATÉ BELÉM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VEDE NASCIDO, VOSSO REI ETERNO</a:t>
            </a:r>
          </a:p>
          <a:p>
            <a:pPr algn="l"/>
            <a:endParaRPr lang="pt-BR" sz="6000" b="1" i="0" dirty="0">
              <a:solidFill>
                <a:srgbClr val="131313"/>
              </a:solidFill>
              <a:effectLst/>
            </a:endParaRP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OH! VINDE, ADOREMOS! (3X)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O SALVADOR!</a:t>
            </a:r>
          </a:p>
        </p:txBody>
      </p:sp>
    </p:spTree>
    <p:extLst>
      <p:ext uri="{BB962C8B-B14F-4D97-AF65-F5344CB8AC3E}">
        <p14:creationId xmlns:p14="http://schemas.microsoft.com/office/powerpoint/2010/main" val="23047997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2F69A7-B523-21EC-65BA-B9D32B109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761FCF-81CD-60B2-F4E5-F642B5972D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90F73C4-EB5C-BA27-2973-7C2873D3D0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40000" lnSpcReduction="20000"/>
          </a:bodyPr>
          <a:lstStyle/>
          <a:p>
            <a:pPr algn="l"/>
            <a:r>
              <a:rPr lang="pt-BR" sz="13500" i="0" dirty="0">
                <a:solidFill>
                  <a:srgbClr val="131313"/>
                </a:solidFill>
                <a:effectLst/>
              </a:rPr>
              <a:t>HUMILDES PASTORES DEIXAM SEUS REBANHOS</a:t>
            </a:r>
          </a:p>
          <a:p>
            <a:pPr algn="l"/>
            <a:r>
              <a:rPr lang="pt-BR" sz="13500" i="0" dirty="0">
                <a:solidFill>
                  <a:srgbClr val="131313"/>
                </a:solidFill>
                <a:effectLst/>
              </a:rPr>
              <a:t>E ALEGRES ACORREM AO REI DOS CÉUS</a:t>
            </a:r>
          </a:p>
          <a:p>
            <a:pPr algn="l"/>
            <a:r>
              <a:rPr lang="pt-BR" sz="13500" i="0" dirty="0">
                <a:solidFill>
                  <a:srgbClr val="131313"/>
                </a:solidFill>
                <a:effectLst/>
              </a:rPr>
              <a:t>NÓS, IGUALMENTE, CHEIOS DE ALEGRIA</a:t>
            </a:r>
          </a:p>
          <a:p>
            <a:pPr algn="l"/>
            <a:endParaRPr lang="pt-BR" sz="6000" b="1" i="0" dirty="0">
              <a:solidFill>
                <a:srgbClr val="131313"/>
              </a:solidFill>
              <a:effectLst/>
            </a:endParaRPr>
          </a:p>
          <a:p>
            <a:pPr algn="l"/>
            <a:endParaRPr lang="pt-BR" sz="6000" b="1" i="0" dirty="0">
              <a:solidFill>
                <a:srgbClr val="131313"/>
              </a:solidFill>
              <a:effectLst/>
            </a:endParaRPr>
          </a:p>
          <a:p>
            <a:pPr algn="l"/>
            <a:r>
              <a:rPr lang="pt-BR" sz="13500" b="1" i="0" dirty="0">
                <a:solidFill>
                  <a:srgbClr val="131313"/>
                </a:solidFill>
                <a:effectLst/>
              </a:rPr>
              <a:t>OH! VINDE, ADOREMOS! (3X)</a:t>
            </a:r>
          </a:p>
          <a:p>
            <a:pPr algn="l"/>
            <a:r>
              <a:rPr lang="pt-BR" sz="13500" b="1" i="0" dirty="0">
                <a:solidFill>
                  <a:srgbClr val="131313"/>
                </a:solidFill>
                <a:effectLst/>
              </a:rPr>
              <a:t>O SALVADOR!</a:t>
            </a:r>
          </a:p>
        </p:txBody>
      </p:sp>
    </p:spTree>
    <p:extLst>
      <p:ext uri="{BB962C8B-B14F-4D97-AF65-F5344CB8AC3E}">
        <p14:creationId xmlns:p14="http://schemas.microsoft.com/office/powerpoint/2010/main" val="2157784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4EAE8-DB1F-90ED-81A6-DE73013A5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C08481-B949-929D-1895-B6459A7A48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0C50B5A-50AB-F613-D2D1-D0D1C7DFBE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O DEUS INVISÍVEL DE ETERNAL GRANDEZA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SOB VÉUS DE HUMILDADE, PODEMOS VER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DEUS PEQUENINO, DEUS ENVOLTO EM FAIXAS!</a:t>
            </a:r>
          </a:p>
          <a:p>
            <a:pPr algn="l"/>
            <a:endParaRPr lang="pt-BR" sz="6000" b="1" i="0" dirty="0">
              <a:solidFill>
                <a:srgbClr val="131313"/>
              </a:solidFill>
              <a:effectLst/>
            </a:endParaRP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OH! VINDE, ADOREMOS! (3X)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O SALVADOR!</a:t>
            </a:r>
          </a:p>
        </p:txBody>
      </p:sp>
    </p:spTree>
    <p:extLst>
      <p:ext uri="{BB962C8B-B14F-4D97-AF65-F5344CB8AC3E}">
        <p14:creationId xmlns:p14="http://schemas.microsoft.com/office/powerpoint/2010/main" val="32118285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9936D-781A-A945-DBB1-9EC5B5593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18A951-1DE6-F0C1-ED44-8A76296716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7158604-DC1C-96D3-2A6B-B1EE82C1E8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ea typeface="MingLiU_HKSCS-ExtB" panose="02020500000000000000" pitchFamily="18" charset="-120"/>
              </a:rPr>
              <a:t>NASCEU EM POBREZA, REPOUSANDO EM PALHAS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ea typeface="MingLiU_HKSCS-ExtB" panose="02020500000000000000" pitchFamily="18" charset="-120"/>
              </a:rPr>
              <a:t>O NOSSO AFETO LHE VAMOS DAR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ea typeface="MingLiU_HKSCS-ExtB" panose="02020500000000000000" pitchFamily="18" charset="-120"/>
              </a:rPr>
              <a:t>TANTO AMOU-NOS! QUEM NÃO HÁ DE AMÁ-LO?</a:t>
            </a:r>
          </a:p>
          <a:p>
            <a:pPr algn="l"/>
            <a:endParaRPr lang="pt-BR" sz="6000" b="1" i="0" dirty="0">
              <a:solidFill>
                <a:srgbClr val="131313"/>
              </a:solidFill>
              <a:effectLst/>
              <a:ea typeface="MingLiU_HKSCS-ExtB" panose="02020500000000000000" pitchFamily="18" charset="-120"/>
            </a:endParaRP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ea typeface="MingLiU_HKSCS-ExtB" panose="02020500000000000000" pitchFamily="18" charset="-120"/>
              </a:rPr>
              <a:t>OH! VINDE, ADOREMOS! (3X)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ea typeface="MingLiU_HKSCS-ExtB" panose="02020500000000000000" pitchFamily="18" charset="-120"/>
              </a:rPr>
              <a:t>O SALVADOR!</a:t>
            </a:r>
          </a:p>
        </p:txBody>
      </p:sp>
    </p:spTree>
    <p:extLst>
      <p:ext uri="{BB962C8B-B14F-4D97-AF65-F5344CB8AC3E}">
        <p14:creationId xmlns:p14="http://schemas.microsoft.com/office/powerpoint/2010/main" val="419437899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40153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EU TE ADORO, HÓSTIA DIVINA,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EU TE ADORO, HÓSTIA DE AMOR!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ÉS DOS ANJOS O TESOURO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E DOS HOMENS O DULÇOR.</a:t>
            </a:r>
          </a:p>
          <a:p>
            <a:pPr algn="l"/>
            <a:endParaRPr lang="pt-BR" sz="6000" i="0" dirty="0">
              <a:solidFill>
                <a:srgbClr val="131313"/>
              </a:solidFill>
              <a:effectLst/>
            </a:endParaRP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EU TE ADORO, HÓSTIA DIVINA,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EU TE ADORO, HÓSTIA DE AMOR!</a:t>
            </a:r>
            <a:endParaRPr lang="pt-BR" sz="6000" b="1" dirty="0">
              <a:solidFill>
                <a:srgbClr val="13131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83687969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D9625B-661D-568E-7839-87BD4D590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497D2F-6F48-F497-7404-FA0947669F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2EECB86-1DFD-D6ED-F5E0-F23B438A5A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EU TE ADORO, HÓSTIA DIVINA,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EU TE ADORO, HÓSTIA DE AMOR!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ÉS NA VIDA ALENTO E FORÇA,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E NA MORTE O DEFENSOR.</a:t>
            </a:r>
          </a:p>
          <a:p>
            <a:pPr algn="l"/>
            <a:endParaRPr lang="pt-BR" sz="6000" i="0" dirty="0">
              <a:solidFill>
                <a:srgbClr val="131313"/>
              </a:solidFill>
              <a:effectLst/>
            </a:endParaRP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EU TE ADORO, HÓSTIA DIVINA,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EU TE ADORO, HÓSTIA DE AMOR!</a:t>
            </a:r>
            <a:endParaRPr lang="pt-BR" sz="6000" b="1" dirty="0">
              <a:solidFill>
                <a:srgbClr val="13131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77847369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52B0D-C831-293C-E891-25210FFA3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75E567-80FB-86BC-5E67-D95636C42D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9C21367-2EC6-9D32-4E39-22F3DCFEC6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EU TE ADORO, HÓSTIA DIVINA,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EU TE ADORO, HÓSTIA DE AMOR!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ÉS NA TERRA FIEL AMIGO,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E DO CÉU, FELIZ PENHOR.</a:t>
            </a:r>
          </a:p>
          <a:p>
            <a:pPr algn="l"/>
            <a:endParaRPr lang="pt-BR" sz="6000" i="0" dirty="0">
              <a:solidFill>
                <a:srgbClr val="131313"/>
              </a:solidFill>
              <a:effectLst/>
            </a:endParaRP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EU TE ADORO, HÓSTIA DIVINA,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EU TE ADORO, HÓSTIA DE AMOR!</a:t>
            </a:r>
            <a:endParaRPr lang="pt-BR" sz="6000" b="1" dirty="0">
              <a:solidFill>
                <a:srgbClr val="13131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75708214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BD12C-5AB8-14BD-3AB1-A7B182A79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95D8FC-23BF-31B8-E463-4E9B5D7781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9F9D7F2-5DA1-34DC-1B13-608B3548FA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EU TE ADORO, HÓSTIA DIVINA,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EU TE ADORO, HÓSTIA DE AMOR!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ÉS MEU DEUS, EXCELSO E GRANDE,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E DOS SÉCULOS, O SENHOR.</a:t>
            </a:r>
          </a:p>
          <a:p>
            <a:pPr algn="l"/>
            <a:endParaRPr lang="pt-BR" sz="6000" i="0" dirty="0">
              <a:solidFill>
                <a:srgbClr val="131313"/>
              </a:solidFill>
              <a:effectLst/>
            </a:endParaRP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EU TE ADORO, HÓSTIA DIVINA,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EU TE ADORO, HÓSTIA DE AMOR!</a:t>
            </a:r>
            <a:endParaRPr lang="pt-BR" sz="6000" b="1" dirty="0">
              <a:solidFill>
                <a:srgbClr val="13131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75853251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271460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" y="686789"/>
            <a:ext cx="11579578" cy="6338124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600" dirty="0"/>
              <a:t>QUE NENHUMA FAMÍLIA</a:t>
            </a:r>
          </a:p>
          <a:p>
            <a:pPr algn="l"/>
            <a:r>
              <a:rPr lang="pt-BR" sz="6600" dirty="0"/>
              <a:t>COMECE EM QUALQUER DE REPENTE</a:t>
            </a:r>
          </a:p>
          <a:p>
            <a:pPr algn="l"/>
            <a:r>
              <a:rPr lang="pt-BR" sz="6600" dirty="0"/>
              <a:t>QUE NENHUMA FAMÍLIA</a:t>
            </a:r>
          </a:p>
          <a:p>
            <a:pPr algn="l"/>
            <a:r>
              <a:rPr lang="pt-BR" sz="6600" dirty="0"/>
              <a:t>TERMINE POR FALTA DE AMOR</a:t>
            </a:r>
          </a:p>
          <a:p>
            <a:pPr algn="l"/>
            <a:r>
              <a:rPr lang="pt-BR" sz="6600" dirty="0"/>
              <a:t>QUE O CASAL SEJA UM PARA O OUTRO</a:t>
            </a:r>
          </a:p>
          <a:p>
            <a:pPr algn="l"/>
            <a:r>
              <a:rPr lang="pt-BR" sz="6600" dirty="0"/>
              <a:t>DE CORPO E DE MENTE</a:t>
            </a:r>
          </a:p>
          <a:p>
            <a:pPr algn="l"/>
            <a:r>
              <a:rPr lang="pt-BR" sz="6600" dirty="0"/>
              <a:t>E QUE NADA NO MUNDO</a:t>
            </a:r>
          </a:p>
          <a:p>
            <a:pPr algn="l"/>
            <a:r>
              <a:rPr lang="pt-BR" sz="6600" dirty="0"/>
              <a:t>SEPARE UM CASAL SONHADOR</a:t>
            </a:r>
            <a:endParaRPr lang="pt-BR" sz="4400" b="1" dirty="0"/>
          </a:p>
        </p:txBody>
      </p:sp>
    </p:spTree>
    <p:extLst>
      <p:ext uri="{BB962C8B-B14F-4D97-AF65-F5344CB8AC3E}">
        <p14:creationId xmlns:p14="http://schemas.microsoft.com/office/powerpoint/2010/main" val="414127896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66442-91BF-1959-0875-40296F199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23BE66-9E29-1EC3-CE1E-2244F435D6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775DA23-E7C7-E58F-62EE-A7CB8D14F8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" y="686789"/>
            <a:ext cx="11579578" cy="6338124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6600" dirty="0"/>
              <a:t>QUE A FAMÍLIA COMECE</a:t>
            </a:r>
          </a:p>
          <a:p>
            <a:pPr algn="l"/>
            <a:r>
              <a:rPr lang="pt-BR" sz="6600" dirty="0"/>
              <a:t>E TERMINE SABENDO ONDE VAI</a:t>
            </a:r>
          </a:p>
          <a:p>
            <a:pPr algn="l"/>
            <a:r>
              <a:rPr lang="pt-BR" sz="6600" dirty="0"/>
              <a:t>E QUE O HOMEM CARREGUE NOS OMBROS</a:t>
            </a:r>
          </a:p>
          <a:p>
            <a:pPr algn="l"/>
            <a:r>
              <a:rPr lang="pt-BR" sz="6600" dirty="0"/>
              <a:t>A GRAÇA DE UM PAI</a:t>
            </a:r>
          </a:p>
          <a:p>
            <a:pPr algn="l"/>
            <a:r>
              <a:rPr lang="pt-BR" sz="6600" dirty="0"/>
              <a:t>QUE A MULHER SEJA UM CÉU DE TERNURA</a:t>
            </a:r>
          </a:p>
          <a:p>
            <a:pPr algn="l"/>
            <a:r>
              <a:rPr lang="pt-BR" sz="6600" dirty="0"/>
              <a:t>ACONCHEGO E CALOR</a:t>
            </a:r>
          </a:p>
          <a:p>
            <a:pPr algn="l"/>
            <a:r>
              <a:rPr lang="pt-BR" sz="6600" dirty="0"/>
              <a:t>E QUE OS FILHOS CONHEÇAM</a:t>
            </a:r>
          </a:p>
          <a:p>
            <a:pPr algn="l"/>
            <a:r>
              <a:rPr lang="pt-BR" sz="6600" dirty="0"/>
              <a:t>A FORÇA QUE BROTA DO AMOR</a:t>
            </a:r>
            <a:endParaRPr lang="pt-BR" sz="4400" b="1" dirty="0"/>
          </a:p>
        </p:txBody>
      </p:sp>
    </p:spTree>
    <p:extLst>
      <p:ext uri="{BB962C8B-B14F-4D97-AF65-F5344CB8AC3E}">
        <p14:creationId xmlns:p14="http://schemas.microsoft.com/office/powerpoint/2010/main" val="235056074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F27CD-7995-F719-5349-188D411A7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563CE6-A2F2-4895-9A8D-510A614976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2E821FD-85D2-EB2D-B785-2D948E5A23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" y="686789"/>
            <a:ext cx="11579578" cy="6338124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600" b="1" dirty="0"/>
              <a:t>ABENÇOA, SENHOR, AS FAMÍLIAS, AMÉM</a:t>
            </a:r>
          </a:p>
          <a:p>
            <a:pPr algn="l"/>
            <a:r>
              <a:rPr lang="pt-BR" sz="6600" b="1" dirty="0"/>
              <a:t>ABENÇOA, SENHOR, A MINHA TAMBÉM</a:t>
            </a:r>
          </a:p>
          <a:p>
            <a:pPr algn="l"/>
            <a:r>
              <a:rPr lang="pt-BR" sz="6600" b="1" dirty="0"/>
              <a:t>ABENÇOA, SENHOR, AS FAMÍLIAS, AMÉM</a:t>
            </a:r>
          </a:p>
          <a:p>
            <a:pPr algn="l"/>
            <a:r>
              <a:rPr lang="pt-BR" sz="6600" b="1" dirty="0"/>
              <a:t>ABENÇOA, SENHOR, A MINHA TAMBÉM</a:t>
            </a:r>
            <a:endParaRPr lang="pt-BR" sz="4400" b="1" dirty="0"/>
          </a:p>
        </p:txBody>
      </p:sp>
    </p:spTree>
    <p:extLst>
      <p:ext uri="{BB962C8B-B14F-4D97-AF65-F5344CB8AC3E}">
        <p14:creationId xmlns:p14="http://schemas.microsoft.com/office/powerpoint/2010/main" val="47242521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8316</TotalTime>
  <Words>1050</Words>
  <Application>Microsoft Office PowerPoint</Application>
  <PresentationFormat>Widescreen</PresentationFormat>
  <Paragraphs>189</Paragraphs>
  <Slides>42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42</vt:i4>
      </vt:variant>
    </vt:vector>
  </HeadingPairs>
  <TitlesOfParts>
    <vt:vector size="49" baseType="lpstr">
      <vt:lpstr>MingLiU_HKSCS-ExtB</vt:lpstr>
      <vt:lpstr>Arial</vt:lpstr>
      <vt:lpstr>Arial</vt:lpstr>
      <vt:lpstr>Bookman Old Style</vt:lpstr>
      <vt:lpstr>Calibri</vt:lpstr>
      <vt:lpstr>Calibri Light</vt:lpstr>
      <vt:lpstr>Tema do Office</vt:lpstr>
      <vt:lpstr>Apresentação do PowerPoint</vt:lpstr>
      <vt:lpstr>ENTRADA</vt:lpstr>
      <vt:lpstr>ENTRADA</vt:lpstr>
      <vt:lpstr>ENTRADA</vt:lpstr>
      <vt:lpstr>ENTRADA</vt:lpstr>
      <vt:lpstr>Apresentação do PowerPoint</vt:lpstr>
      <vt:lpstr>ATO PENITENCIAL</vt:lpstr>
      <vt:lpstr>ATO PENITENCIAL</vt:lpstr>
      <vt:lpstr>ATO PENITENCIAL</vt:lpstr>
      <vt:lpstr>Apresentação do PowerPoint</vt:lpstr>
      <vt:lpstr>HINO DE LOUVOR</vt:lpstr>
      <vt:lpstr>HINO DE LOUVOR</vt:lpstr>
      <vt:lpstr>HINO DE LOUVOR</vt:lpstr>
      <vt:lpstr>HINO DE LOUVOR</vt:lpstr>
      <vt:lpstr>HINO DE LOUVOR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do PowerPoint</vt:lpstr>
      <vt:lpstr>SANTO</vt:lpstr>
      <vt:lpstr>Apresentação do PowerPoint</vt:lpstr>
      <vt:lpstr>COMUNHÃO</vt:lpstr>
      <vt:lpstr>COMUNHÃO</vt:lpstr>
      <vt:lpstr>COMUNHÃO</vt:lpstr>
      <vt:lpstr>COMUNHÃO</vt:lpstr>
      <vt:lpstr>Apresentação do PowerPoint</vt:lpstr>
      <vt:lpstr>PÓS-COMUNHÃO</vt:lpstr>
      <vt:lpstr>PÓS-COMUNHÃO</vt:lpstr>
      <vt:lpstr>PÓS-COMUNHÃO</vt:lpstr>
      <vt:lpstr>PÓS-COMUNHÃO</vt:lpstr>
      <vt:lpstr>Apresentação do PowerPoint</vt:lpstr>
      <vt:lpstr>FINAL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Oliveira</cp:lastModifiedBy>
  <cp:revision>44</cp:revision>
  <dcterms:created xsi:type="dcterms:W3CDTF">2023-05-06T17:01:55Z</dcterms:created>
  <dcterms:modified xsi:type="dcterms:W3CDTF">2024-12-29T09:46:55Z</dcterms:modified>
</cp:coreProperties>
</file>