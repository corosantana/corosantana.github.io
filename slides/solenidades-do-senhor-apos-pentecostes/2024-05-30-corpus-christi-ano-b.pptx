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61" r:id="rId3"/>
    <p:sldId id="33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30" r:id="rId14"/>
    <p:sldId id="259" r:id="rId15"/>
    <p:sldId id="279" r:id="rId16"/>
    <p:sldId id="354" r:id="rId17"/>
    <p:sldId id="353" r:id="rId18"/>
    <p:sldId id="331" r:id="rId19"/>
    <p:sldId id="262" r:id="rId20"/>
    <p:sldId id="263" r:id="rId21"/>
    <p:sldId id="283" r:id="rId22"/>
    <p:sldId id="357" r:id="rId23"/>
    <p:sldId id="264" r:id="rId24"/>
    <p:sldId id="265" r:id="rId25"/>
    <p:sldId id="290" r:id="rId26"/>
    <p:sldId id="267" r:id="rId27"/>
    <p:sldId id="362" r:id="rId28"/>
    <p:sldId id="363" r:id="rId29"/>
    <p:sldId id="364" r:id="rId30"/>
    <p:sldId id="365" r:id="rId31"/>
    <p:sldId id="366" r:id="rId32"/>
    <p:sldId id="367" r:id="rId33"/>
    <p:sldId id="368" r:id="rId34"/>
    <p:sldId id="369" r:id="rId35"/>
    <p:sldId id="370" r:id="rId36"/>
    <p:sldId id="371" r:id="rId37"/>
    <p:sldId id="360" r:id="rId38"/>
    <p:sldId id="361" r:id="rId39"/>
    <p:sldId id="323" r:id="rId40"/>
    <p:sldId id="269" r:id="rId41"/>
    <p:sldId id="358" r:id="rId42"/>
    <p:sldId id="359" r:id="rId43"/>
    <p:sldId id="271" r:id="rId44"/>
    <p:sldId id="272" r:id="rId45"/>
    <p:sldId id="273" r:id="rId46"/>
    <p:sldId id="286" r:id="rId47"/>
    <p:sldId id="275" r:id="rId48"/>
    <p:sldId id="310" r:id="rId49"/>
    <p:sldId id="372" r:id="rId50"/>
    <p:sldId id="373" r:id="rId51"/>
    <p:sldId id="374" r:id="rId52"/>
    <p:sldId id="375" r:id="rId53"/>
    <p:sldId id="376" r:id="rId54"/>
    <p:sldId id="377" r:id="rId55"/>
    <p:sldId id="378" r:id="rId56"/>
    <p:sldId id="379" r:id="rId57"/>
    <p:sldId id="380" r:id="rId58"/>
    <p:sldId id="381" r:id="rId59"/>
    <p:sldId id="382" r:id="rId60"/>
    <p:sldId id="302" r:id="rId61"/>
    <p:sldId id="324" r:id="rId62"/>
    <p:sldId id="385" r:id="rId63"/>
    <p:sldId id="386" r:id="rId64"/>
    <p:sldId id="387" r:id="rId65"/>
    <p:sldId id="388" r:id="rId66"/>
    <p:sldId id="383" r:id="rId67"/>
    <p:sldId id="384" r:id="rId68"/>
    <p:sldId id="325" r:id="rId69"/>
    <p:sldId id="327" r:id="rId70"/>
    <p:sldId id="328" r:id="rId7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>
        <p:scale>
          <a:sx n="100" d="100"/>
          <a:sy n="100" d="100"/>
        </p:scale>
        <p:origin x="264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microsoft.com/office/2016/11/relationships/changesInfo" Target="changesInfos/changesInfo1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EB0FD460-EB63-4A49-A95A-1C3A469AB2E7}"/>
    <pc:docChg chg="undo custSel addSld delSld modSld sldOrd">
      <pc:chgData name="anaclaracosta116@gmail.com" userId="a793634777582c92" providerId="LiveId" clId="{EB0FD460-EB63-4A49-A95A-1C3A469AB2E7}" dt="2023-06-03T19:31:54.031" v="131" actId="27636"/>
      <pc:docMkLst>
        <pc:docMk/>
      </pc:docMkLst>
      <pc:sldChg chg="modSp mod">
        <pc:chgData name="anaclaracosta116@gmail.com" userId="a793634777582c92" providerId="LiveId" clId="{EB0FD460-EB63-4A49-A95A-1C3A469AB2E7}" dt="2023-06-03T19:11:54.663" v="2" actId="113"/>
        <pc:sldMkLst>
          <pc:docMk/>
          <pc:sldMk cId="2451993942" sldId="278"/>
        </pc:sldMkLst>
        <pc:spChg chg="mod">
          <ac:chgData name="anaclaracosta116@gmail.com" userId="a793634777582c92" providerId="LiveId" clId="{EB0FD460-EB63-4A49-A95A-1C3A469AB2E7}" dt="2023-06-03T19:11:54.663" v="2" actId="113"/>
          <ac:spMkLst>
            <pc:docMk/>
            <pc:sldMk cId="2451993942" sldId="278"/>
            <ac:spMk id="3" creationId="{FC8F7E34-DB8C-1CEE-BAF4-E537563F9CD2}"/>
          </ac:spMkLst>
        </pc:spChg>
      </pc:sldChg>
      <pc:sldChg chg="addSp delSp mod">
        <pc:chgData name="anaclaracosta116@gmail.com" userId="a793634777582c92" providerId="LiveId" clId="{EB0FD460-EB63-4A49-A95A-1C3A469AB2E7}" dt="2023-06-03T19:16:34.403" v="10" actId="22"/>
        <pc:sldMkLst>
          <pc:docMk/>
          <pc:sldMk cId="887139133" sldId="287"/>
        </pc:sldMkLst>
        <pc:spChg chg="add del">
          <ac:chgData name="anaclaracosta116@gmail.com" userId="a793634777582c92" providerId="LiveId" clId="{EB0FD460-EB63-4A49-A95A-1C3A469AB2E7}" dt="2023-06-03T19:16:34.403" v="10" actId="22"/>
          <ac:spMkLst>
            <pc:docMk/>
            <pc:sldMk cId="887139133" sldId="287"/>
            <ac:spMk id="5" creationId="{852B53DF-F299-8F35-6567-2061A36CA6EF}"/>
          </ac:spMkLst>
        </pc:spChg>
      </pc:sldChg>
      <pc:sldChg chg="ord">
        <pc:chgData name="anaclaracosta116@gmail.com" userId="a793634777582c92" providerId="LiveId" clId="{EB0FD460-EB63-4A49-A95A-1C3A469AB2E7}" dt="2023-06-03T19:16:45.565" v="16"/>
        <pc:sldMkLst>
          <pc:docMk/>
          <pc:sldMk cId="2729646799" sldId="302"/>
        </pc:sldMkLst>
      </pc:sldChg>
      <pc:sldChg chg="modSp mod">
        <pc:chgData name="anaclaracosta116@gmail.com" userId="a793634777582c92" providerId="LiveId" clId="{EB0FD460-EB63-4A49-A95A-1C3A469AB2E7}" dt="2023-06-03T19:15:29.917" v="5" actId="113"/>
        <pc:sldMkLst>
          <pc:docMk/>
          <pc:sldMk cId="3765462785" sldId="304"/>
        </pc:sldMkLst>
        <pc:spChg chg="mod">
          <ac:chgData name="anaclaracosta116@gmail.com" userId="a793634777582c92" providerId="LiveId" clId="{EB0FD460-EB63-4A49-A95A-1C3A469AB2E7}" dt="2023-06-03T19:15:29.917" v="5" actId="113"/>
          <ac:spMkLst>
            <pc:docMk/>
            <pc:sldMk cId="3765462785" sldId="304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EB0FD460-EB63-4A49-A95A-1C3A469AB2E7}" dt="2023-06-03T19:19:32.547" v="24" actId="2696"/>
        <pc:sldMkLst>
          <pc:docMk/>
          <pc:sldMk cId="3361783429" sldId="312"/>
        </pc:sldMkLst>
      </pc:sldChg>
      <pc:sldChg chg="del">
        <pc:chgData name="anaclaracosta116@gmail.com" userId="a793634777582c92" providerId="LiveId" clId="{EB0FD460-EB63-4A49-A95A-1C3A469AB2E7}" dt="2023-06-03T19:19:28.504" v="23" actId="2696"/>
        <pc:sldMkLst>
          <pc:docMk/>
          <pc:sldMk cId="1398549785" sldId="313"/>
        </pc:sldMkLst>
      </pc:sldChg>
      <pc:sldChg chg="modSp add mod">
        <pc:chgData name="anaclaracosta116@gmail.com" userId="a793634777582c92" providerId="LiveId" clId="{EB0FD460-EB63-4A49-A95A-1C3A469AB2E7}" dt="2023-06-03T19:16:10.529" v="8" actId="113"/>
        <pc:sldMkLst>
          <pc:docMk/>
          <pc:sldMk cId="1681448279" sldId="314"/>
        </pc:sldMkLst>
        <pc:spChg chg="mod">
          <ac:chgData name="anaclaracosta116@gmail.com" userId="a793634777582c92" providerId="LiveId" clId="{EB0FD460-EB63-4A49-A95A-1C3A469AB2E7}" dt="2023-06-03T19:16:10.529" v="8" actId="113"/>
          <ac:spMkLst>
            <pc:docMk/>
            <pc:sldMk cId="1681448279" sldId="31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B0FD460-EB63-4A49-A95A-1C3A469AB2E7}" dt="2023-06-03T19:25:05.164" v="57" actId="20577"/>
        <pc:sldMkLst>
          <pc:docMk/>
          <pc:sldMk cId="3382839209" sldId="315"/>
        </pc:sldMkLst>
        <pc:spChg chg="mod">
          <ac:chgData name="anaclaracosta116@gmail.com" userId="a793634777582c92" providerId="LiveId" clId="{EB0FD460-EB63-4A49-A95A-1C3A469AB2E7}" dt="2023-06-03T19:25:05.164" v="57" actId="20577"/>
          <ac:spMkLst>
            <pc:docMk/>
            <pc:sldMk cId="3382839209" sldId="315"/>
            <ac:spMk id="2" creationId="{F0E406B4-85AC-B67B-F9E2-21AAF8067483}"/>
          </ac:spMkLst>
        </pc:spChg>
        <pc:spChg chg="mod">
          <ac:chgData name="anaclaracosta116@gmail.com" userId="a793634777582c92" providerId="LiveId" clId="{EB0FD460-EB63-4A49-A95A-1C3A469AB2E7}" dt="2023-06-03T19:23:13.555" v="32" actId="113"/>
          <ac:spMkLst>
            <pc:docMk/>
            <pc:sldMk cId="3382839209" sldId="315"/>
            <ac:spMk id="3" creationId="{FC8F7E34-DB8C-1CEE-BAF4-E537563F9CD2}"/>
          </ac:spMkLst>
        </pc:spChg>
      </pc:sldChg>
      <pc:sldChg chg="add">
        <pc:chgData name="anaclaracosta116@gmail.com" userId="a793634777582c92" providerId="LiveId" clId="{EB0FD460-EB63-4A49-A95A-1C3A469AB2E7}" dt="2023-06-03T19:16:41.959" v="14" actId="2890"/>
        <pc:sldMkLst>
          <pc:docMk/>
          <pc:sldMk cId="1472319447" sldId="316"/>
        </pc:sldMkLst>
      </pc:sldChg>
      <pc:sldChg chg="add del">
        <pc:chgData name="anaclaracosta116@gmail.com" userId="a793634777582c92" providerId="LiveId" clId="{EB0FD460-EB63-4A49-A95A-1C3A469AB2E7}" dt="2023-06-03T19:19:20.629" v="22" actId="2696"/>
        <pc:sldMkLst>
          <pc:docMk/>
          <pc:sldMk cId="1667874591" sldId="317"/>
        </pc:sldMkLst>
      </pc:sldChg>
      <pc:sldChg chg="add del">
        <pc:chgData name="anaclaracosta116@gmail.com" userId="a793634777582c92" providerId="LiveId" clId="{EB0FD460-EB63-4A49-A95A-1C3A469AB2E7}" dt="2023-06-03T19:19:20.271" v="21" actId="2696"/>
        <pc:sldMkLst>
          <pc:docMk/>
          <pc:sldMk cId="2229035475" sldId="318"/>
        </pc:sldMkLst>
      </pc:sldChg>
      <pc:sldChg chg="modSp add mod">
        <pc:chgData name="anaclaracosta116@gmail.com" userId="a793634777582c92" providerId="LiveId" clId="{EB0FD460-EB63-4A49-A95A-1C3A469AB2E7}" dt="2023-06-03T19:25:13.090" v="68" actId="20577"/>
        <pc:sldMkLst>
          <pc:docMk/>
          <pc:sldMk cId="1092484604" sldId="319"/>
        </pc:sldMkLst>
        <pc:spChg chg="mod">
          <ac:chgData name="anaclaracosta116@gmail.com" userId="a793634777582c92" providerId="LiveId" clId="{EB0FD460-EB63-4A49-A95A-1C3A469AB2E7}" dt="2023-06-03T19:25:13.090" v="68" actId="20577"/>
          <ac:spMkLst>
            <pc:docMk/>
            <pc:sldMk cId="1092484604" sldId="319"/>
            <ac:spMk id="2" creationId="{F0E406B4-85AC-B67B-F9E2-21AAF8067483}"/>
          </ac:spMkLst>
        </pc:spChg>
        <pc:spChg chg="mod">
          <ac:chgData name="anaclaracosta116@gmail.com" userId="a793634777582c92" providerId="LiveId" clId="{EB0FD460-EB63-4A49-A95A-1C3A469AB2E7}" dt="2023-06-03T19:22:56.580" v="30" actId="113"/>
          <ac:spMkLst>
            <pc:docMk/>
            <pc:sldMk cId="1092484604" sldId="319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B0FD460-EB63-4A49-A95A-1C3A469AB2E7}" dt="2023-06-03T19:25:20.653" v="79" actId="20577"/>
        <pc:sldMkLst>
          <pc:docMk/>
          <pc:sldMk cId="3008358089" sldId="320"/>
        </pc:sldMkLst>
        <pc:spChg chg="mod">
          <ac:chgData name="anaclaracosta116@gmail.com" userId="a793634777582c92" providerId="LiveId" clId="{EB0FD460-EB63-4A49-A95A-1C3A469AB2E7}" dt="2023-06-03T19:25:20.653" v="79" actId="20577"/>
          <ac:spMkLst>
            <pc:docMk/>
            <pc:sldMk cId="3008358089" sldId="320"/>
            <ac:spMk id="2" creationId="{F0E406B4-85AC-B67B-F9E2-21AAF8067483}"/>
          </ac:spMkLst>
        </pc:spChg>
        <pc:spChg chg="mod">
          <ac:chgData name="anaclaracosta116@gmail.com" userId="a793634777582c92" providerId="LiveId" clId="{EB0FD460-EB63-4A49-A95A-1C3A469AB2E7}" dt="2023-06-03T19:24:18.482" v="44" actId="27636"/>
          <ac:spMkLst>
            <pc:docMk/>
            <pc:sldMk cId="3008358089" sldId="320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B0FD460-EB63-4A49-A95A-1C3A469AB2E7}" dt="2023-06-03T19:25:39.905" v="90" actId="20577"/>
        <pc:sldMkLst>
          <pc:docMk/>
          <pc:sldMk cId="2374796126" sldId="321"/>
        </pc:sldMkLst>
        <pc:spChg chg="mod">
          <ac:chgData name="anaclaracosta116@gmail.com" userId="a793634777582c92" providerId="LiveId" clId="{EB0FD460-EB63-4A49-A95A-1C3A469AB2E7}" dt="2023-06-03T19:25:39.905" v="90" actId="20577"/>
          <ac:spMkLst>
            <pc:docMk/>
            <pc:sldMk cId="2374796126" sldId="321"/>
            <ac:spMk id="2" creationId="{F0E406B4-85AC-B67B-F9E2-21AAF8067483}"/>
          </ac:spMkLst>
        </pc:spChg>
        <pc:spChg chg="mod">
          <ac:chgData name="anaclaracosta116@gmail.com" userId="a793634777582c92" providerId="LiveId" clId="{EB0FD460-EB63-4A49-A95A-1C3A469AB2E7}" dt="2023-06-03T19:24:51.904" v="46"/>
          <ac:spMkLst>
            <pc:docMk/>
            <pc:sldMk cId="2374796126" sldId="321"/>
            <ac:spMk id="3" creationId="{FC8F7E34-DB8C-1CEE-BAF4-E537563F9CD2}"/>
          </ac:spMkLst>
        </pc:spChg>
      </pc:sldChg>
      <pc:sldChg chg="addSp delSp modSp add mod ord">
        <pc:chgData name="anaclaracosta116@gmail.com" userId="a793634777582c92" providerId="LiveId" clId="{EB0FD460-EB63-4A49-A95A-1C3A469AB2E7}" dt="2023-06-03T19:29:41.798" v="123" actId="27636"/>
        <pc:sldMkLst>
          <pc:docMk/>
          <pc:sldMk cId="3785482088" sldId="322"/>
        </pc:sldMkLst>
        <pc:spChg chg="mod">
          <ac:chgData name="anaclaracosta116@gmail.com" userId="a793634777582c92" providerId="LiveId" clId="{EB0FD460-EB63-4A49-A95A-1C3A469AB2E7}" dt="2023-06-03T19:29:28.258" v="120" actId="1076"/>
          <ac:spMkLst>
            <pc:docMk/>
            <pc:sldMk cId="3785482088" sldId="322"/>
            <ac:spMk id="2" creationId="{F0E406B4-85AC-B67B-F9E2-21AAF8067483}"/>
          </ac:spMkLst>
        </pc:spChg>
        <pc:spChg chg="mod">
          <ac:chgData name="anaclaracosta116@gmail.com" userId="a793634777582c92" providerId="LiveId" clId="{EB0FD460-EB63-4A49-A95A-1C3A469AB2E7}" dt="2023-06-03T19:29:41.798" v="123" actId="27636"/>
          <ac:spMkLst>
            <pc:docMk/>
            <pc:sldMk cId="3785482088" sldId="322"/>
            <ac:spMk id="3" creationId="{FC8F7E34-DB8C-1CEE-BAF4-E537563F9CD2}"/>
          </ac:spMkLst>
        </pc:spChg>
        <pc:picChg chg="add del mod">
          <ac:chgData name="anaclaracosta116@gmail.com" userId="a793634777582c92" providerId="LiveId" clId="{EB0FD460-EB63-4A49-A95A-1C3A469AB2E7}" dt="2023-06-03T19:28:34.138" v="114"/>
          <ac:picMkLst>
            <pc:docMk/>
            <pc:sldMk cId="3785482088" sldId="322"/>
            <ac:picMk id="4" creationId="{595307FD-148F-6A8A-6AF7-B28F611E9733}"/>
          </ac:picMkLst>
        </pc:picChg>
      </pc:sldChg>
      <pc:sldChg chg="add ord">
        <pc:chgData name="anaclaracosta116@gmail.com" userId="a793634777582c92" providerId="LiveId" clId="{EB0FD460-EB63-4A49-A95A-1C3A469AB2E7}" dt="2023-06-03T19:26:29.698" v="96"/>
        <pc:sldMkLst>
          <pc:docMk/>
          <pc:sldMk cId="1280815056" sldId="323"/>
        </pc:sldMkLst>
      </pc:sldChg>
      <pc:sldChg chg="modSp add mod">
        <pc:chgData name="anaclaracosta116@gmail.com" userId="a793634777582c92" providerId="LiveId" clId="{EB0FD460-EB63-4A49-A95A-1C3A469AB2E7}" dt="2023-06-03T19:30:47.024" v="127"/>
        <pc:sldMkLst>
          <pc:docMk/>
          <pc:sldMk cId="2915044807" sldId="324"/>
        </pc:sldMkLst>
        <pc:spChg chg="mod">
          <ac:chgData name="anaclaracosta116@gmail.com" userId="a793634777582c92" providerId="LiveId" clId="{EB0FD460-EB63-4A49-A95A-1C3A469AB2E7}" dt="2023-06-03T19:30:47.024" v="127"/>
          <ac:spMkLst>
            <pc:docMk/>
            <pc:sldMk cId="2915044807" sldId="324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B0FD460-EB63-4A49-A95A-1C3A469AB2E7}" dt="2023-06-03T19:31:33.883" v="129" actId="27636"/>
        <pc:sldMkLst>
          <pc:docMk/>
          <pc:sldMk cId="3871022869" sldId="325"/>
        </pc:sldMkLst>
        <pc:spChg chg="mod">
          <ac:chgData name="anaclaracosta116@gmail.com" userId="a793634777582c92" providerId="LiveId" clId="{EB0FD460-EB63-4A49-A95A-1C3A469AB2E7}" dt="2023-06-03T19:31:33.883" v="129" actId="27636"/>
          <ac:spMkLst>
            <pc:docMk/>
            <pc:sldMk cId="3871022869" sldId="325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EB0FD460-EB63-4A49-A95A-1C3A469AB2E7}" dt="2023-06-03T19:31:54.031" v="131" actId="27636"/>
        <pc:sldMkLst>
          <pc:docMk/>
          <pc:sldMk cId="2091890128" sldId="326"/>
        </pc:sldMkLst>
        <pc:spChg chg="mod">
          <ac:chgData name="anaclaracosta116@gmail.com" userId="a793634777582c92" providerId="LiveId" clId="{EB0FD460-EB63-4A49-A95A-1C3A469AB2E7}" dt="2023-06-03T19:31:54.031" v="131" actId="27636"/>
          <ac:spMkLst>
            <pc:docMk/>
            <pc:sldMk cId="2091890128" sldId="326"/>
            <ac:spMk id="3" creationId="{FC8F7E34-DB8C-1CEE-BAF4-E537563F9CD2}"/>
          </ac:spMkLst>
        </pc:spChg>
      </pc:sldChg>
    </pc:docChg>
  </pc:docChgLst>
  <pc:docChgLst>
    <pc:chgData name="anaclaracosta116@gmail.com" userId="a793634777582c92" providerId="LiveId" clId="{25B314C9-18AF-477A-A391-AB7E28DF2081}"/>
    <pc:docChg chg="custSel addSld delSld modSld sldOrd">
      <pc:chgData name="anaclaracosta116@gmail.com" userId="a793634777582c92" providerId="LiveId" clId="{25B314C9-18AF-477A-A391-AB7E28DF2081}" dt="2024-05-25T20:02:27.984" v="396" actId="27636"/>
      <pc:docMkLst>
        <pc:docMk/>
      </pc:docMkLst>
      <pc:sldChg chg="addSp modSp mod ord">
        <pc:chgData name="anaclaracosta116@gmail.com" userId="a793634777582c92" providerId="LiveId" clId="{25B314C9-18AF-477A-A391-AB7E28DF2081}" dt="2024-05-25T19:05:59.975" v="345" actId="1076"/>
        <pc:sldMkLst>
          <pc:docMk/>
          <pc:sldMk cId="4192705753" sldId="258"/>
        </pc:sldMkLst>
        <pc:spChg chg="mod">
          <ac:chgData name="anaclaracosta116@gmail.com" userId="a793634777582c92" providerId="LiveId" clId="{25B314C9-18AF-477A-A391-AB7E28DF2081}" dt="2024-05-25T19:03:26.185" v="283" actId="207"/>
          <ac:spMkLst>
            <pc:docMk/>
            <pc:sldMk cId="4192705753" sldId="258"/>
            <ac:spMk id="2" creationId="{9E54A745-F7E1-3C86-F83C-1FFF7E55BED7}"/>
          </ac:spMkLst>
        </pc:spChg>
        <pc:spChg chg="add mod">
          <ac:chgData name="anaclaracosta116@gmail.com" userId="a793634777582c92" providerId="LiveId" clId="{25B314C9-18AF-477A-A391-AB7E28DF2081}" dt="2024-05-25T19:05:59.975" v="345" actId="1076"/>
          <ac:spMkLst>
            <pc:docMk/>
            <pc:sldMk cId="4192705753" sldId="258"/>
            <ac:spMk id="6" creationId="{B53E799C-D351-C4FF-99FC-98D1054A48D6}"/>
          </ac:spMkLst>
        </pc:spChg>
        <pc:picChg chg="add">
          <ac:chgData name="anaclaracosta116@gmail.com" userId="a793634777582c92" providerId="LiveId" clId="{25B314C9-18AF-477A-A391-AB7E28DF2081}" dt="2024-05-25T19:02:11.605" v="199"/>
          <ac:picMkLst>
            <pc:docMk/>
            <pc:sldMk cId="4192705753" sldId="258"/>
            <ac:picMk id="3" creationId="{1CD983F5-1761-FE3E-A111-14926C583E15}"/>
          </ac:picMkLst>
        </pc:picChg>
        <pc:picChg chg="add">
          <ac:chgData name="anaclaracosta116@gmail.com" userId="a793634777582c92" providerId="LiveId" clId="{25B314C9-18AF-477A-A391-AB7E28DF2081}" dt="2024-05-25T19:02:32.445" v="200"/>
          <ac:picMkLst>
            <pc:docMk/>
            <pc:sldMk cId="4192705753" sldId="258"/>
            <ac:picMk id="4" creationId="{E781F76E-F044-3728-287E-AE725A42F8A9}"/>
          </ac:picMkLst>
        </pc:picChg>
        <pc:picChg chg="add mod ord">
          <ac:chgData name="anaclaracosta116@gmail.com" userId="a793634777582c92" providerId="LiveId" clId="{25B314C9-18AF-477A-A391-AB7E28DF2081}" dt="2024-05-25T19:03:04.545" v="205" actId="167"/>
          <ac:picMkLst>
            <pc:docMk/>
            <pc:sldMk cId="4192705753" sldId="258"/>
            <ac:picMk id="5" creationId="{36AE30DB-294B-B9E0-6381-ECFAE9288626}"/>
          </ac:picMkLst>
        </pc:picChg>
      </pc:sldChg>
      <pc:sldChg chg="modSp mod">
        <pc:chgData name="anaclaracosta116@gmail.com" userId="a793634777582c92" providerId="LiveId" clId="{25B314C9-18AF-477A-A391-AB7E28DF2081}" dt="2024-05-25T18:52:17.268" v="28" actId="20577"/>
        <pc:sldMkLst>
          <pc:docMk/>
          <pc:sldMk cId="2490480151" sldId="259"/>
        </pc:sldMkLst>
        <pc:spChg chg="mod">
          <ac:chgData name="anaclaracosta116@gmail.com" userId="a793634777582c92" providerId="LiveId" clId="{25B314C9-18AF-477A-A391-AB7E28DF2081}" dt="2024-05-25T18:52:17.268" v="28" actId="20577"/>
          <ac:spMkLst>
            <pc:docMk/>
            <pc:sldMk cId="2490480151" sldId="25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18:52:00.746" v="5" actId="403"/>
        <pc:sldMkLst>
          <pc:docMk/>
          <pc:sldMk cId="3868190215" sldId="262"/>
        </pc:sldMkLst>
        <pc:spChg chg="mod">
          <ac:chgData name="anaclaracosta116@gmail.com" userId="a793634777582c92" providerId="LiveId" clId="{25B314C9-18AF-477A-A391-AB7E28DF2081}" dt="2024-05-25T18:52:00.746" v="5" actId="403"/>
          <ac:spMkLst>
            <pc:docMk/>
            <pc:sldMk cId="3868190215" sldId="26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18:52:27.255" v="34" actId="27636"/>
        <pc:sldMkLst>
          <pc:docMk/>
          <pc:sldMk cId="1799863211" sldId="263"/>
        </pc:sldMkLst>
        <pc:spChg chg="mod">
          <ac:chgData name="anaclaracosta116@gmail.com" userId="a793634777582c92" providerId="LiveId" clId="{25B314C9-18AF-477A-A391-AB7E28DF2081}" dt="2024-05-25T18:52:27.255" v="34" actId="27636"/>
          <ac:spMkLst>
            <pc:docMk/>
            <pc:sldMk cId="1799863211" sldId="263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18:53:58.473" v="106" actId="27636"/>
        <pc:sldMkLst>
          <pc:docMk/>
          <pc:sldMk cId="3388034860" sldId="265"/>
        </pc:sldMkLst>
        <pc:spChg chg="mod">
          <ac:chgData name="anaclaracosta116@gmail.com" userId="a793634777582c92" providerId="LiveId" clId="{25B314C9-18AF-477A-A391-AB7E28DF2081}" dt="2024-05-25T18:53:58.473" v="106" actId="27636"/>
          <ac:spMkLst>
            <pc:docMk/>
            <pc:sldMk cId="3388034860" sldId="26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18:54:19.216" v="108" actId="5793"/>
        <pc:sldMkLst>
          <pc:docMk/>
          <pc:sldMk cId="2671817442" sldId="267"/>
        </pc:sldMkLst>
        <pc:spChg chg="mod">
          <ac:chgData name="anaclaracosta116@gmail.com" userId="a793634777582c92" providerId="LiveId" clId="{25B314C9-18AF-477A-A391-AB7E28DF2081}" dt="2024-05-25T18:54:19.216" v="108" actId="5793"/>
          <ac:spMkLst>
            <pc:docMk/>
            <pc:sldMk cId="2671817442" sldId="267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5B314C9-18AF-477A-A391-AB7E28DF2081}" dt="2024-05-25T18:54:41.488" v="113" actId="2696"/>
        <pc:sldMkLst>
          <pc:docMk/>
          <pc:sldMk cId="1071343473" sldId="268"/>
        </pc:sldMkLst>
      </pc:sldChg>
      <pc:sldChg chg="modSp mod">
        <pc:chgData name="anaclaracosta116@gmail.com" userId="a793634777582c92" providerId="LiveId" clId="{25B314C9-18AF-477A-A391-AB7E28DF2081}" dt="2024-05-25T20:00:45.936" v="354" actId="27636"/>
        <pc:sldMkLst>
          <pc:docMk/>
          <pc:sldMk cId="2786277918" sldId="269"/>
        </pc:sldMkLst>
        <pc:spChg chg="mod">
          <ac:chgData name="anaclaracosta116@gmail.com" userId="a793634777582c92" providerId="LiveId" clId="{25B314C9-18AF-477A-A391-AB7E28DF2081}" dt="2024-05-25T20:00:45.936" v="354" actId="27636"/>
          <ac:spMkLst>
            <pc:docMk/>
            <pc:sldMk cId="2786277918" sldId="269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18:55:03.167" v="124" actId="20577"/>
        <pc:sldMkLst>
          <pc:docMk/>
          <pc:sldMk cId="1261703118" sldId="272"/>
        </pc:sldMkLst>
        <pc:spChg chg="mod">
          <ac:chgData name="anaclaracosta116@gmail.com" userId="a793634777582c92" providerId="LiveId" clId="{25B314C9-18AF-477A-A391-AB7E28DF2081}" dt="2024-05-25T18:55:03.167" v="124" actId="20577"/>
          <ac:spMkLst>
            <pc:docMk/>
            <pc:sldMk cId="1261703118" sldId="272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18:59:09.512" v="178" actId="113"/>
        <pc:sldMkLst>
          <pc:docMk/>
          <pc:sldMk cId="2451993942" sldId="278"/>
        </pc:sldMkLst>
        <pc:spChg chg="mod">
          <ac:chgData name="anaclaracosta116@gmail.com" userId="a793634777582c92" providerId="LiveId" clId="{25B314C9-18AF-477A-A391-AB7E28DF2081}" dt="2024-05-25T18:59:09.512" v="178" actId="113"/>
          <ac:spMkLst>
            <pc:docMk/>
            <pc:sldMk cId="2451993942" sldId="278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5B314C9-18AF-477A-A391-AB7E28DF2081}" dt="2024-05-25T18:55:41.101" v="127" actId="2696"/>
        <pc:sldMkLst>
          <pc:docMk/>
          <pc:sldMk cId="887139133" sldId="287"/>
        </pc:sldMkLst>
      </pc:sldChg>
      <pc:sldChg chg="del">
        <pc:chgData name="anaclaracosta116@gmail.com" userId="a793634777582c92" providerId="LiveId" clId="{25B314C9-18AF-477A-A391-AB7E28DF2081}" dt="2024-05-25T19:29:27.541" v="348" actId="2696"/>
        <pc:sldMkLst>
          <pc:docMk/>
          <pc:sldMk cId="1070008241" sldId="288"/>
        </pc:sldMkLst>
      </pc:sldChg>
      <pc:sldChg chg="del">
        <pc:chgData name="anaclaracosta116@gmail.com" userId="a793634777582c92" providerId="LiveId" clId="{25B314C9-18AF-477A-A391-AB7E28DF2081}" dt="2024-05-25T18:59:59.827" v="183" actId="2696"/>
        <pc:sldMkLst>
          <pc:docMk/>
          <pc:sldMk cId="3765462785" sldId="304"/>
        </pc:sldMkLst>
      </pc:sldChg>
      <pc:sldChg chg="modSp mod">
        <pc:chgData name="anaclaracosta116@gmail.com" userId="a793634777582c92" providerId="LiveId" clId="{25B314C9-18AF-477A-A391-AB7E28DF2081}" dt="2024-05-25T19:29:22.540" v="347"/>
        <pc:sldMkLst>
          <pc:docMk/>
          <pc:sldMk cId="463893758" sldId="305"/>
        </pc:sldMkLst>
        <pc:spChg chg="mod">
          <ac:chgData name="anaclaracosta116@gmail.com" userId="a793634777582c92" providerId="LiveId" clId="{25B314C9-18AF-477A-A391-AB7E28DF2081}" dt="2024-05-25T19:29:22.540" v="347"/>
          <ac:spMkLst>
            <pc:docMk/>
            <pc:sldMk cId="463893758" sldId="305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20:01:45.779" v="378" actId="403"/>
        <pc:sldMkLst>
          <pc:docMk/>
          <pc:sldMk cId="1468322957" sldId="308"/>
        </pc:sldMkLst>
        <pc:spChg chg="mod">
          <ac:chgData name="anaclaracosta116@gmail.com" userId="a793634777582c92" providerId="LiveId" clId="{25B314C9-18AF-477A-A391-AB7E28DF2081}" dt="2024-05-25T20:01:45.779" v="378" actId="403"/>
          <ac:spMkLst>
            <pc:docMk/>
            <pc:sldMk cId="1468322957" sldId="308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25B314C9-18AF-477A-A391-AB7E28DF2081}" dt="2024-05-25T20:02:27.984" v="396" actId="27636"/>
        <pc:sldMkLst>
          <pc:docMk/>
          <pc:sldMk cId="3628164904" sldId="309"/>
        </pc:sldMkLst>
        <pc:spChg chg="mod">
          <ac:chgData name="anaclaracosta116@gmail.com" userId="a793634777582c92" providerId="LiveId" clId="{25B314C9-18AF-477A-A391-AB7E28DF2081}" dt="2024-05-25T20:02:27.984" v="396" actId="27636"/>
          <ac:spMkLst>
            <pc:docMk/>
            <pc:sldMk cId="3628164904" sldId="309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5B314C9-18AF-477A-A391-AB7E28DF2081}" dt="2024-05-25T18:59:14.863" v="179" actId="2696"/>
        <pc:sldMkLst>
          <pc:docMk/>
          <pc:sldMk cId="1681448279" sldId="314"/>
        </pc:sldMkLst>
      </pc:sldChg>
      <pc:sldChg chg="del">
        <pc:chgData name="anaclaracosta116@gmail.com" userId="a793634777582c92" providerId="LiveId" clId="{25B314C9-18AF-477A-A391-AB7E28DF2081}" dt="2024-05-25T18:55:51.285" v="129" actId="2696"/>
        <pc:sldMkLst>
          <pc:docMk/>
          <pc:sldMk cId="3382839209" sldId="315"/>
        </pc:sldMkLst>
      </pc:sldChg>
      <pc:sldChg chg="del">
        <pc:chgData name="anaclaracosta116@gmail.com" userId="a793634777582c92" providerId="LiveId" clId="{25B314C9-18AF-477A-A391-AB7E28DF2081}" dt="2024-05-25T18:55:43.763" v="128" actId="2696"/>
        <pc:sldMkLst>
          <pc:docMk/>
          <pc:sldMk cId="1472319447" sldId="316"/>
        </pc:sldMkLst>
      </pc:sldChg>
      <pc:sldChg chg="del">
        <pc:chgData name="anaclaracosta116@gmail.com" userId="a793634777582c92" providerId="LiveId" clId="{25B314C9-18AF-477A-A391-AB7E28DF2081}" dt="2024-05-25T18:55:37.906" v="126" actId="2696"/>
        <pc:sldMkLst>
          <pc:docMk/>
          <pc:sldMk cId="1667874591" sldId="317"/>
        </pc:sldMkLst>
      </pc:sldChg>
      <pc:sldChg chg="del">
        <pc:chgData name="anaclaracosta116@gmail.com" userId="a793634777582c92" providerId="LiveId" clId="{25B314C9-18AF-477A-A391-AB7E28DF2081}" dt="2024-05-25T18:55:33.030" v="125" actId="2696"/>
        <pc:sldMkLst>
          <pc:docMk/>
          <pc:sldMk cId="2229035475" sldId="318"/>
        </pc:sldMkLst>
      </pc:sldChg>
      <pc:sldChg chg="del">
        <pc:chgData name="anaclaracosta116@gmail.com" userId="a793634777582c92" providerId="LiveId" clId="{25B314C9-18AF-477A-A391-AB7E28DF2081}" dt="2024-05-25T18:55:55.893" v="130" actId="2696"/>
        <pc:sldMkLst>
          <pc:docMk/>
          <pc:sldMk cId="1092484604" sldId="319"/>
        </pc:sldMkLst>
      </pc:sldChg>
      <pc:sldChg chg="del">
        <pc:chgData name="anaclaracosta116@gmail.com" userId="a793634777582c92" providerId="LiveId" clId="{25B314C9-18AF-477A-A391-AB7E28DF2081}" dt="2024-05-25T18:55:58.730" v="131" actId="2696"/>
        <pc:sldMkLst>
          <pc:docMk/>
          <pc:sldMk cId="3008358089" sldId="320"/>
        </pc:sldMkLst>
      </pc:sldChg>
      <pc:sldChg chg="del">
        <pc:chgData name="anaclaracosta116@gmail.com" userId="a793634777582c92" providerId="LiveId" clId="{25B314C9-18AF-477A-A391-AB7E28DF2081}" dt="2024-05-25T18:56:02.172" v="132" actId="2696"/>
        <pc:sldMkLst>
          <pc:docMk/>
          <pc:sldMk cId="2374796126" sldId="321"/>
        </pc:sldMkLst>
      </pc:sldChg>
      <pc:sldChg chg="del">
        <pc:chgData name="anaclaracosta116@gmail.com" userId="a793634777582c92" providerId="LiveId" clId="{25B314C9-18AF-477A-A391-AB7E28DF2081}" dt="2024-05-25T18:54:27.929" v="109" actId="2696"/>
        <pc:sldMkLst>
          <pc:docMk/>
          <pc:sldMk cId="3785482088" sldId="322"/>
        </pc:sldMkLst>
      </pc:sldChg>
      <pc:sldChg chg="modSp add mod ord">
        <pc:chgData name="anaclaracosta116@gmail.com" userId="a793634777582c92" providerId="LiveId" clId="{25B314C9-18AF-477A-A391-AB7E28DF2081}" dt="2024-05-25T18:57:58.274" v="175" actId="20577"/>
        <pc:sldMkLst>
          <pc:docMk/>
          <pc:sldMk cId="1624351481" sldId="324"/>
        </pc:sldMkLst>
        <pc:spChg chg="mod">
          <ac:chgData name="anaclaracosta116@gmail.com" userId="a793634777582c92" providerId="LiveId" clId="{25B314C9-18AF-477A-A391-AB7E28DF2081}" dt="2024-05-25T18:57:58.274" v="175" actId="20577"/>
          <ac:spMkLst>
            <pc:docMk/>
            <pc:sldMk cId="1624351481" sldId="324"/>
            <ac:spMk id="2" creationId="{F0E406B4-85AC-B67B-F9E2-21AAF8067483}"/>
          </ac:spMkLst>
        </pc:spChg>
        <pc:spChg chg="mod">
          <ac:chgData name="anaclaracosta116@gmail.com" userId="a793634777582c92" providerId="LiveId" clId="{25B314C9-18AF-477A-A391-AB7E28DF2081}" dt="2024-05-25T18:57:29.832" v="140" actId="403"/>
          <ac:spMkLst>
            <pc:docMk/>
            <pc:sldMk cId="1624351481" sldId="324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5B314C9-18AF-477A-A391-AB7E28DF2081}" dt="2024-05-25T18:54:30.549" v="110" actId="2696"/>
        <pc:sldMkLst>
          <pc:docMk/>
          <pc:sldMk cId="2915044807" sldId="324"/>
        </pc:sldMkLst>
      </pc:sldChg>
      <pc:sldChg chg="modSp add mod">
        <pc:chgData name="anaclaracosta116@gmail.com" userId="a793634777582c92" providerId="LiveId" clId="{25B314C9-18AF-477A-A391-AB7E28DF2081}" dt="2024-05-25T19:00:46.502" v="190" actId="113"/>
        <pc:sldMkLst>
          <pc:docMk/>
          <pc:sldMk cId="3227296153" sldId="325"/>
        </pc:sldMkLst>
        <pc:spChg chg="mod">
          <ac:chgData name="anaclaracosta116@gmail.com" userId="a793634777582c92" providerId="LiveId" clId="{25B314C9-18AF-477A-A391-AB7E28DF2081}" dt="2024-05-25T18:57:47.763" v="163" actId="20577"/>
          <ac:spMkLst>
            <pc:docMk/>
            <pc:sldMk cId="3227296153" sldId="325"/>
            <ac:spMk id="2" creationId="{F0E406B4-85AC-B67B-F9E2-21AAF8067483}"/>
          </ac:spMkLst>
        </pc:spChg>
        <pc:spChg chg="mod">
          <ac:chgData name="anaclaracosta116@gmail.com" userId="a793634777582c92" providerId="LiveId" clId="{25B314C9-18AF-477A-A391-AB7E28DF2081}" dt="2024-05-25T19:00:46.502" v="190" actId="113"/>
          <ac:spMkLst>
            <pc:docMk/>
            <pc:sldMk cId="3227296153" sldId="325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5B314C9-18AF-477A-A391-AB7E28DF2081}" dt="2024-05-25T18:54:33.839" v="111" actId="2696"/>
        <pc:sldMkLst>
          <pc:docMk/>
          <pc:sldMk cId="3871022869" sldId="325"/>
        </pc:sldMkLst>
      </pc:sldChg>
      <pc:sldChg chg="modSp add mod">
        <pc:chgData name="anaclaracosta116@gmail.com" userId="a793634777582c92" providerId="LiveId" clId="{25B314C9-18AF-477A-A391-AB7E28DF2081}" dt="2024-05-25T18:59:53.438" v="182" actId="27636"/>
        <pc:sldMkLst>
          <pc:docMk/>
          <pc:sldMk cId="1189446372" sldId="326"/>
        </pc:sldMkLst>
        <pc:spChg chg="mod">
          <ac:chgData name="anaclaracosta116@gmail.com" userId="a793634777582c92" providerId="LiveId" clId="{25B314C9-18AF-477A-A391-AB7E28DF2081}" dt="2024-05-25T18:59:53.438" v="182" actId="27636"/>
          <ac:spMkLst>
            <pc:docMk/>
            <pc:sldMk cId="1189446372" sldId="326"/>
            <ac:spMk id="3" creationId="{FC8F7E34-DB8C-1CEE-BAF4-E537563F9CD2}"/>
          </ac:spMkLst>
        </pc:spChg>
      </pc:sldChg>
      <pc:sldChg chg="del">
        <pc:chgData name="anaclaracosta116@gmail.com" userId="a793634777582c92" providerId="LiveId" clId="{25B314C9-18AF-477A-A391-AB7E28DF2081}" dt="2024-05-25T18:54:37.568" v="112" actId="2696"/>
        <pc:sldMkLst>
          <pc:docMk/>
          <pc:sldMk cId="2091890128" sldId="326"/>
        </pc:sldMkLst>
      </pc:sldChg>
      <pc:sldChg chg="modSp add mod ord">
        <pc:chgData name="anaclaracosta116@gmail.com" userId="a793634777582c92" providerId="LiveId" clId="{25B314C9-18AF-477A-A391-AB7E28DF2081}" dt="2024-05-25T19:01:12.800" v="195"/>
        <pc:sldMkLst>
          <pc:docMk/>
          <pc:sldMk cId="1292411427" sldId="327"/>
        </pc:sldMkLst>
        <pc:spChg chg="mod">
          <ac:chgData name="anaclaracosta116@gmail.com" userId="a793634777582c92" providerId="LiveId" clId="{25B314C9-18AF-477A-A391-AB7E28DF2081}" dt="2024-05-25T19:01:12.800" v="195"/>
          <ac:spMkLst>
            <pc:docMk/>
            <pc:sldMk cId="1292411427" sldId="327"/>
            <ac:spMk id="3" creationId="{FC8F7E34-DB8C-1CEE-BAF4-E537563F9CD2}"/>
          </ac:spMkLst>
        </pc:spChg>
      </pc:sldChg>
      <pc:sldChg chg="add ord">
        <pc:chgData name="anaclaracosta116@gmail.com" userId="a793634777582c92" providerId="LiveId" clId="{25B314C9-18AF-477A-A391-AB7E28DF2081}" dt="2024-05-25T19:00:51.811" v="193"/>
        <pc:sldMkLst>
          <pc:docMk/>
          <pc:sldMk cId="3491269048" sldId="328"/>
        </pc:sldMkLst>
      </pc:sldChg>
      <pc:sldChg chg="add">
        <pc:chgData name="anaclaracosta116@gmail.com" userId="a793634777582c92" providerId="LiveId" clId="{25B314C9-18AF-477A-A391-AB7E28DF2081}" dt="2024-05-25T19:01:45.525" v="196" actId="2890"/>
        <pc:sldMkLst>
          <pc:docMk/>
          <pc:sldMk cId="2402118244" sldId="329"/>
        </pc:sldMkLst>
      </pc:sldChg>
      <pc:sldChg chg="add">
        <pc:chgData name="anaclaracosta116@gmail.com" userId="a793634777582c92" providerId="LiveId" clId="{25B314C9-18AF-477A-A391-AB7E28DF2081}" dt="2024-05-25T19:29:04.655" v="346" actId="2890"/>
        <pc:sldMkLst>
          <pc:docMk/>
          <pc:sldMk cId="1337601505" sldId="33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29/05/2024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29/05/2024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29/05/2024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29/05/2024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29/05/2024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29/05/2024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olenidade do Corpo e Sangue de Cristo">
            <a:extLst>
              <a:ext uri="{FF2B5EF4-FFF2-40B4-BE49-F238E27FC236}">
                <a16:creationId xmlns:a16="http://schemas.microsoft.com/office/drawing/2014/main" id="{8902ADF2-E19F-957E-08E0-DCA111B987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51000"/>
            </a:schemeClr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B53E799C-D351-C4FF-99FC-98D1054A48D6}"/>
              </a:ext>
            </a:extLst>
          </p:cNvPr>
          <p:cNvSpPr txBox="1">
            <a:spLocks/>
          </p:cNvSpPr>
          <p:nvPr/>
        </p:nvSpPr>
        <p:spPr>
          <a:xfrm>
            <a:off x="460663" y="3134111"/>
            <a:ext cx="11270673" cy="548163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7200" b="1" dirty="0">
                <a:solidFill>
                  <a:schemeClr val="bg1"/>
                </a:solidFill>
              </a:rPr>
              <a:t> </a:t>
            </a:r>
            <a:r>
              <a:rPr lang="pt-BR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SOLENIDADE</a:t>
            </a:r>
          </a:p>
          <a:p>
            <a:pPr marL="0" indent="0" algn="ctr">
              <a:buNone/>
            </a:pPr>
            <a:r>
              <a:rPr lang="pt-BR" sz="5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SANTÍSSIMO SACRAMENTO DO CORPO E SANGUE DE CRISTO</a:t>
            </a:r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284603"/>
            <a:ext cx="10349345" cy="354574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O SENHOR ALIMENTOU SEU POVO COM A FLOR DO TRIGO</a:t>
            </a:r>
          </a:p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E COM O MEL DO ROCHEDO O SACIOU.</a:t>
            </a:r>
            <a:endParaRPr lang="pt-BR" sz="6600" b="1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525" y="914399"/>
            <a:ext cx="11801475" cy="4848225"/>
          </a:xfrm>
        </p:spPr>
        <p:txBody>
          <a:bodyPr>
            <a:noAutofit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1. EXULTAI NO SENHOR, NOSSA FORÇA,E AO DEUS DE JACÓ ACLAMAI.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CANTAI SALMOS, TOCAI TAMBORIM, HARPA E LIRA SUAVES TOCAI.</a:t>
            </a:r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521104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284603"/>
            <a:ext cx="10349345" cy="354574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O SENHOR ALIMENTOU SEU POVO COM A FLOR DO TRIGO</a:t>
            </a:r>
          </a:p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E COM O MEL DO ROCHEDO O SACIOU.</a:t>
            </a:r>
            <a:endParaRPr lang="pt-BR" sz="6600" b="1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902898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525" y="914399"/>
            <a:ext cx="11801475" cy="4848225"/>
          </a:xfrm>
        </p:spPr>
        <p:txBody>
          <a:bodyPr>
            <a:noAutofit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2. PORQUE ISTO É COSTUME EM JACÓ, UM PRECEITO DO DEUS DE ISRAEL;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UMA LEI QUE FOI DADA A JOSÉ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QUANDO O POVO SAIU DO EGITO.</a:t>
            </a:r>
            <a:endParaRPr lang="pt-BR" sz="6600" dirty="0"/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74105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284603"/>
            <a:ext cx="10349345" cy="354574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O SENHOR ALIMENTOU SEU POVO COM A FLOR DO TRIGO</a:t>
            </a:r>
          </a:p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E COM O MEL DO ROCHEDO O SACIOU.</a:t>
            </a:r>
            <a:endParaRPr lang="pt-BR" sz="6600" b="1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05595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525" y="1181099"/>
            <a:ext cx="11801475" cy="4848225"/>
          </a:xfrm>
        </p:spPr>
        <p:txBody>
          <a:bodyPr>
            <a:noAutofit/>
          </a:bodyPr>
          <a:lstStyle/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3. ALIVIEI AS TUAS COSTAS DE SEU FARDO,</a:t>
            </a:r>
          </a:p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CESTOS PESADOS EU TIREI DE TUAS MÃOS.</a:t>
            </a:r>
          </a:p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NA ANGÚSTIA A MIM CLAMASTE, E TE SALVEI, +</a:t>
            </a:r>
          </a:p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DE UMA NUVEM TROVEJANTE TE FALEI</a:t>
            </a:r>
          </a:p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E JUNTO ÀS ÁGUAS DE MERIBA TE PROVEI.</a:t>
            </a:r>
            <a:endParaRPr lang="pt-BR" sz="4800" dirty="0"/>
          </a:p>
        </p:txBody>
      </p:sp>
    </p:spTree>
    <p:extLst>
      <p:ext uri="{BB962C8B-B14F-4D97-AF65-F5344CB8AC3E}">
        <p14:creationId xmlns:p14="http://schemas.microsoft.com/office/powerpoint/2010/main" val="2932270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284603"/>
            <a:ext cx="10349345" cy="354574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O SENHOR ALIMENTOU SEU POVO COM A FLOR DO TRIGO</a:t>
            </a:r>
          </a:p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E COM O MEL DO ROCHEDO O SACIOU.</a:t>
            </a:r>
            <a:endParaRPr lang="pt-BR" sz="6600" b="1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6175597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0525" y="914399"/>
            <a:ext cx="11801475" cy="4848225"/>
          </a:xfrm>
        </p:spPr>
        <p:txBody>
          <a:bodyPr>
            <a:noAutofit/>
          </a:bodyPr>
          <a:lstStyle/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4. PORQUE EU SOU O TEU DEUS E TEU SENHOR, +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QUE DA TERRA DO EGITO TE ARRANQUEI.</a:t>
            </a:r>
          </a:p>
          <a:p>
            <a:pPr algn="l"/>
            <a:r>
              <a:rPr lang="pt-BR" sz="66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ABRE BEM A TUA BOCA E EU TE SACIO.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371058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284603"/>
            <a:ext cx="10349345" cy="354574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O SENHOR ALIMENTOU SEU POVO COM A FLOR DO TRIGO</a:t>
            </a:r>
          </a:p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E COM O MEL DO ROCHEDO O SACIOU.</a:t>
            </a:r>
            <a:endParaRPr lang="pt-BR" sz="6600" b="1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396521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262" y="1004887"/>
            <a:ext cx="11801475" cy="4848225"/>
          </a:xfrm>
        </p:spPr>
        <p:txBody>
          <a:bodyPr>
            <a:noAutofit/>
          </a:bodyPr>
          <a:lstStyle/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5. QUEM ME DERA QUE MEU POVO ME ESCUTASSE!</a:t>
            </a:r>
          </a:p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QUE ISRAEL ANDASSE SEMPRE EM MEUS CAMINHOS!</a:t>
            </a:r>
          </a:p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EU LHE DARIA DE COMER A FLOR DO TRIGO,</a:t>
            </a:r>
          </a:p>
          <a:p>
            <a:pPr algn="l"/>
            <a:r>
              <a:rPr lang="pt-BR" sz="4800" b="0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E COM O MEL QUE SAI DA ROCHA O FARTARIA.</a:t>
            </a:r>
          </a:p>
        </p:txBody>
      </p:sp>
    </p:spTree>
    <p:extLst>
      <p:ext uri="{BB962C8B-B14F-4D97-AF65-F5344CB8AC3E}">
        <p14:creationId xmlns:p14="http://schemas.microsoft.com/office/powerpoint/2010/main" val="894267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2284603"/>
            <a:ext cx="10349345" cy="354574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O SENHOR ALIMENTOU SEU POVO COM A FLOR DO TRIGO</a:t>
            </a:r>
          </a:p>
          <a:p>
            <a:pPr algn="l"/>
            <a:r>
              <a:rPr lang="pt-BR" sz="6600" b="1" i="0" dirty="0">
                <a:solidFill>
                  <a:srgbClr val="333333"/>
                </a:solidFill>
                <a:effectLst/>
                <a:highlight>
                  <a:srgbClr val="FFFFFF"/>
                </a:highlight>
              </a:rPr>
              <a:t>E COM O MEL DO ROCHEDO O SACIOU.</a:t>
            </a:r>
            <a:endParaRPr lang="pt-BR" sz="6600" b="1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452811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2030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680123" cy="5195454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9000" dirty="0"/>
              <a:t>CONFESSO A DEUS TODO-PODEROSO</a:t>
            </a:r>
          </a:p>
          <a:p>
            <a:pPr algn="just"/>
            <a:r>
              <a:rPr lang="pt-BR" sz="9000" dirty="0"/>
              <a:t>E A VÓS, IRMÃOS E IRMÃS,</a:t>
            </a:r>
          </a:p>
          <a:p>
            <a:pPr algn="just"/>
            <a:r>
              <a:rPr lang="pt-BR" sz="9000" dirty="0"/>
              <a:t>QUE PEQUEI MUITAS VEZES POR PENSAMENTOS,</a:t>
            </a:r>
          </a:p>
          <a:p>
            <a:pPr algn="just"/>
            <a:r>
              <a:rPr lang="pt-BR" sz="9000" dirty="0"/>
              <a:t>PALAVRAS, ATOS E OMISSÕES,</a:t>
            </a:r>
          </a:p>
          <a:p>
            <a:pPr algn="just"/>
            <a:r>
              <a:rPr lang="pt-BR" sz="9000" dirty="0"/>
              <a:t>POR MINHA CULPA, MINHA CULPA,</a:t>
            </a:r>
          </a:p>
          <a:p>
            <a:pPr algn="just"/>
            <a:r>
              <a:rPr lang="pt-BR" sz="9000" dirty="0"/>
              <a:t>MINHA TÃO GRANDE CULPA.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90480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just"/>
            <a:r>
              <a:rPr lang="pt-BR" sz="5400" dirty="0"/>
              <a:t>E PEÇO À VIRGEM MARIA,</a:t>
            </a:r>
          </a:p>
          <a:p>
            <a:pPr algn="just"/>
            <a:r>
              <a:rPr lang="pt-BR" sz="5400" dirty="0"/>
              <a:t>AOS ANJOS E SANTOS</a:t>
            </a:r>
          </a:p>
          <a:p>
            <a:pPr algn="just"/>
            <a:r>
              <a:rPr lang="pt-BR" sz="5400" dirty="0"/>
              <a:t>E A VÓS, IRMÃOS E IRMÃS,</a:t>
            </a:r>
          </a:p>
          <a:p>
            <a:pPr algn="just"/>
            <a:r>
              <a:rPr lang="pt-BR" sz="5400" dirty="0"/>
              <a:t>QUE ROGUEIS POR MIM A DEUS,</a:t>
            </a:r>
          </a:p>
          <a:p>
            <a:pPr algn="just"/>
            <a:r>
              <a:rPr lang="pt-BR" sz="5400" dirty="0"/>
              <a:t>NOSSO SENHOR.</a:t>
            </a:r>
          </a:p>
        </p:txBody>
      </p:sp>
    </p:spTree>
    <p:extLst>
      <p:ext uri="{BB962C8B-B14F-4D97-AF65-F5344CB8AC3E}">
        <p14:creationId xmlns:p14="http://schemas.microsoft.com/office/powerpoint/2010/main" val="4082794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/>
          </a:bodyPr>
          <a:lstStyle/>
          <a:p>
            <a:pPr algn="just"/>
            <a:r>
              <a:rPr lang="pt-BR" sz="5400" dirty="0"/>
              <a:t>E PEÇO À VIRGEM MARIA,</a:t>
            </a:r>
          </a:p>
          <a:p>
            <a:pPr algn="just"/>
            <a:r>
              <a:rPr lang="pt-BR" sz="5400" dirty="0"/>
              <a:t>AOS ANJOS E SANTOS</a:t>
            </a:r>
          </a:p>
          <a:p>
            <a:pPr algn="just"/>
            <a:r>
              <a:rPr lang="pt-BR" sz="5400" dirty="0"/>
              <a:t>E A VÓS, IRMÃOS E IRMÃS,</a:t>
            </a:r>
          </a:p>
          <a:p>
            <a:pPr algn="just"/>
            <a:r>
              <a:rPr lang="pt-BR" sz="5400" dirty="0"/>
              <a:t>QUE ROGUEIS POR MIM A DEUS,</a:t>
            </a:r>
          </a:p>
          <a:p>
            <a:pPr algn="just"/>
            <a:r>
              <a:rPr lang="pt-BR" sz="5400" dirty="0"/>
              <a:t>NOSSO SENHOR.</a:t>
            </a:r>
          </a:p>
        </p:txBody>
      </p:sp>
    </p:spTree>
    <p:extLst>
      <p:ext uri="{BB962C8B-B14F-4D97-AF65-F5344CB8AC3E}">
        <p14:creationId xmlns:p14="http://schemas.microsoft.com/office/powerpoint/2010/main" val="1575526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2233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7700" b="1" dirty="0"/>
              <a:t>GLÓRIA, GLÓRIA, GLÓRIA A DEUS! GLÓRIA A DEUS NAS ALTURAS (BIS) </a:t>
            </a:r>
          </a:p>
          <a:p>
            <a:pPr algn="just"/>
            <a:endParaRPr lang="pt-BR" sz="7700" b="1" dirty="0"/>
          </a:p>
          <a:p>
            <a:pPr algn="just"/>
            <a:r>
              <a:rPr lang="pt-BR" sz="7700" b="1" dirty="0"/>
              <a:t>E PAZ NA TERRA AOS HOMENS POR ELE AMADOS</a:t>
            </a:r>
          </a:p>
          <a:p>
            <a:pPr algn="just"/>
            <a:endParaRPr lang="pt-BR" sz="9000" dirty="0"/>
          </a:p>
          <a:p>
            <a:pPr algn="just"/>
            <a:r>
              <a:rPr lang="pt-BR" sz="7700" dirty="0"/>
              <a:t>SENHOR DEUS, REI DOS CÉUS, DEUS PAI TODO PODEROSO</a:t>
            </a:r>
          </a:p>
          <a:p>
            <a:pPr algn="just"/>
            <a:endParaRPr lang="pt-BR" sz="9000" dirty="0"/>
          </a:p>
          <a:p>
            <a:pPr algn="just"/>
            <a:endParaRPr lang="pt-BR" sz="7300" dirty="0"/>
          </a:p>
          <a:p>
            <a:pPr algn="just"/>
            <a:endParaRPr lang="pt-BR" sz="7300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84976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585787"/>
            <a:ext cx="11236036" cy="6137564"/>
          </a:xfrm>
        </p:spPr>
        <p:txBody>
          <a:bodyPr>
            <a:normAutofit/>
          </a:bodyPr>
          <a:lstStyle/>
          <a:p>
            <a:pPr algn="just"/>
            <a:r>
              <a:rPr lang="pt-BR" sz="6000" dirty="0"/>
              <a:t>NÓS VOS LOUVAMOS, NÓS VOS BENDIZEMOS</a:t>
            </a:r>
          </a:p>
          <a:p>
            <a:pPr algn="just"/>
            <a:r>
              <a:rPr lang="pt-BR" sz="6000" dirty="0"/>
              <a:t>NÓS VOS ADORAMOS, NÓS VOS GLORIFICAMOS</a:t>
            </a:r>
          </a:p>
          <a:p>
            <a:pPr algn="just"/>
            <a:r>
              <a:rPr lang="pt-BR" sz="6000" dirty="0"/>
              <a:t>NÓS VOS DAMOS GRAÇAS, POR VOSSA IMENSA GLÓRIA. 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3868190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443346"/>
            <a:ext cx="11236036" cy="613756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6000" b="1" dirty="0"/>
              <a:t>GLÓRIA, GLÓRIA, GLÓRIA A DEUS! GLÓRIA A DEUS NAS ALTURAS (BIS) </a:t>
            </a:r>
          </a:p>
          <a:p>
            <a:pPr algn="just"/>
            <a:endParaRPr lang="pt-BR" sz="6000" dirty="0"/>
          </a:p>
          <a:p>
            <a:pPr algn="just"/>
            <a:r>
              <a:rPr lang="pt-BR" sz="6000" dirty="0"/>
              <a:t>SENHOR JESUS CRISTO, FILHO UNIGÊNITO</a:t>
            </a:r>
          </a:p>
          <a:p>
            <a:pPr algn="just"/>
            <a:endParaRPr lang="pt-BR" sz="6000" dirty="0"/>
          </a:p>
          <a:p>
            <a:pPr algn="just"/>
            <a:r>
              <a:rPr lang="pt-BR" sz="6000" dirty="0"/>
              <a:t>SENHOR DEUS, CORDEIRO DE DEUS, FILHO DE DEUS PAI</a:t>
            </a:r>
          </a:p>
          <a:p>
            <a:pPr algn="l"/>
            <a:endParaRPr lang="pt-BR" sz="6000" dirty="0"/>
          </a:p>
          <a:p>
            <a:pPr algn="l"/>
            <a:r>
              <a:rPr lang="pt-BR" sz="6000" dirty="0"/>
              <a:t>VÓS QUE TIRAIS O PECADO DO MUNDO,</a:t>
            </a:r>
          </a:p>
          <a:p>
            <a:pPr algn="l"/>
            <a:r>
              <a:rPr lang="pt-BR" sz="6000" dirty="0"/>
              <a:t>TENDE PIEDADE DE NÓS</a:t>
            </a:r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17998632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2" y="263236"/>
            <a:ext cx="11617036" cy="6594764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sz="4800" b="1" dirty="0"/>
              <a:t>GLÓRIA, GLÓRIA, GLÓRIA A DEUS! GLÓRIA A DEUS NAS ALTURAS (BIS) 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SÓ VÓS SOIS O SANTO, SÓ VÓS O SENHOR, 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SÓ VÓS O ALTÍSSIMO, JESUS CRISTO, </a:t>
            </a:r>
          </a:p>
          <a:p>
            <a:pPr algn="l"/>
            <a:endParaRPr lang="pt-BR" sz="4800" dirty="0"/>
          </a:p>
          <a:p>
            <a:pPr algn="l"/>
            <a:r>
              <a:rPr lang="pt-BR" sz="4800" dirty="0"/>
              <a:t>COM O ESPÍRITO SANTO NA GLÓRIA DE DEUS PAI. 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21097294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2732" y="263236"/>
            <a:ext cx="11617036" cy="6594764"/>
          </a:xfrm>
        </p:spPr>
        <p:txBody>
          <a:bodyPr>
            <a:normAutofit/>
          </a:bodyPr>
          <a:lstStyle/>
          <a:p>
            <a:pPr algn="just"/>
            <a:endParaRPr lang="pt-BR" sz="5400" b="1" dirty="0"/>
          </a:p>
          <a:p>
            <a:pPr algn="just"/>
            <a:endParaRPr lang="pt-BR" sz="5400" b="1" dirty="0"/>
          </a:p>
          <a:p>
            <a:pPr algn="just"/>
            <a:r>
              <a:rPr lang="pt-BR" sz="5400" b="1" dirty="0"/>
              <a:t>GLÓRIA, GLÓRIA, GLÓRIA A DEUS! GLÓRIA A DEUS NAS ALTURAS (BIS) </a:t>
            </a:r>
          </a:p>
          <a:p>
            <a:pPr algn="l"/>
            <a:endParaRPr lang="pt-BR" sz="5400" dirty="0"/>
          </a:p>
          <a:p>
            <a:pPr algn="l"/>
            <a:r>
              <a:rPr lang="pt-BR" sz="5400" b="1" dirty="0"/>
              <a:t>AMÉM! AMÉM!</a:t>
            </a:r>
          </a:p>
        </p:txBody>
      </p:sp>
    </p:spTree>
    <p:extLst>
      <p:ext uri="{BB962C8B-B14F-4D97-AF65-F5344CB8AC3E}">
        <p14:creationId xmlns:p14="http://schemas.microsoft.com/office/powerpoint/2010/main" val="40541478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6904" y="2403763"/>
            <a:ext cx="9078191" cy="2050474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pt-BR" sz="5400" b="1" dirty="0"/>
              <a:t>ELEVO O CÁLICE DA MINHA SALVAÇÃO, INVOCANDO O NOME SANTO DO SENHOR</a:t>
            </a:r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13109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/>
          </a:bodyPr>
          <a:lstStyle/>
          <a:p>
            <a:pPr algn="l"/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Terra, exulta de alegria</a:t>
            </a:r>
            <a:br>
              <a:rPr lang="pt-BR" sz="7200" dirty="0"/>
            </a:br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Louva teu pastor e guia</a:t>
            </a:r>
            <a:br>
              <a:rPr lang="pt-BR" sz="7200" dirty="0"/>
            </a:br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Com teus hinos, tua voz</a:t>
            </a:r>
            <a:br>
              <a:rPr lang="pt-BR" sz="7200" dirty="0"/>
            </a:br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Com teus hinos, tua voz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 fontScale="92500"/>
          </a:bodyPr>
          <a:lstStyle/>
          <a:p>
            <a:pPr algn="l"/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Tanto possas, tanto ouses</a:t>
            </a:r>
          </a:p>
          <a:p>
            <a:pPr algn="l"/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Em louvá-lo não repouses</a:t>
            </a:r>
          </a:p>
          <a:p>
            <a:pPr algn="l"/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Sempre excede o teu louvor</a:t>
            </a:r>
          </a:p>
          <a:p>
            <a:pPr algn="l"/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Sempre excede o teu louvor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15555746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/>
          </a:bodyPr>
          <a:lstStyle/>
          <a:p>
            <a:pPr algn="l"/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Hoje a Igreja te convida</a:t>
            </a:r>
          </a:p>
          <a:p>
            <a:pPr algn="l"/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Ao pão vivo que dá vida</a:t>
            </a:r>
          </a:p>
          <a:p>
            <a:pPr algn="l"/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Vem com ela celebrar</a:t>
            </a:r>
          </a:p>
          <a:p>
            <a:pPr algn="l"/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Vem com ela celebrar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32684106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Este pão, que o mundo creia</a:t>
            </a:r>
          </a:p>
          <a:p>
            <a:pPr algn="l"/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Por Jesus, na santa ceia</a:t>
            </a:r>
          </a:p>
          <a:p>
            <a:pPr algn="l"/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Foi entregue aos que escolheu</a:t>
            </a:r>
          </a:p>
          <a:p>
            <a:pPr algn="l"/>
            <a:r>
              <a:rPr lang="pt-BR" sz="72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Foi entregue aos que escolheu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10336761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Nosso júbilo cantemos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Nosso amor manifestemos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Pois transborda o coração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Pois transborda o coração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18825530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Quão solene a festa, o dia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Que da santa Eucaristia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Nos recorda a instituição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Nos recorda a instituição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7917087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Novo Rei e nova mesa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Nova Páscoa e realeza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Foi-se a páscoa dos judeus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Foi-se a páscoa dos judeus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198786015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Novo Rei e nova mesa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Nova Páscoa e realeza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Foi-se a páscoa dos judeus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Foi-se a páscoa dos judeus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16753351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Era sombra o antigo povo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O que é velho cede ao novo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Foge a noite, chega a luz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Foge a noite, chega a luz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10027959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O que o Cristo fez na ceia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Manda a Igreja que o rodeia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Repeti-lo até voltar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Repeti-lo até voltar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1071730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SEQUÊNCIA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/>
          </a:bodyPr>
          <a:lstStyle/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Seu preceito conhecemos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Pão e vinho consagremos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Para a nossa salvação</a:t>
            </a:r>
          </a:p>
          <a:p>
            <a:pPr algn="l"/>
            <a:r>
              <a:rPr lang="pt-BR" sz="6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  <a:latin typeface="Noto Sans" panose="020B0502040504020204" pitchFamily="34" charset="0"/>
              </a:rPr>
              <a:t>Para a nossa salvação</a:t>
            </a:r>
            <a:endParaRPr lang="pt-BR" sz="7200" dirty="0"/>
          </a:p>
        </p:txBody>
      </p:sp>
    </p:spTree>
    <p:extLst>
      <p:ext uri="{BB962C8B-B14F-4D97-AF65-F5344CB8AC3E}">
        <p14:creationId xmlns:p14="http://schemas.microsoft.com/office/powerpoint/2010/main" val="14318365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99713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512617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99308"/>
            <a:ext cx="10349345" cy="5209309"/>
          </a:xfrm>
        </p:spPr>
        <p:txBody>
          <a:bodyPr>
            <a:normAutofit/>
          </a:bodyPr>
          <a:lstStyle/>
          <a:p>
            <a:r>
              <a:rPr lang="pt-BR" sz="4400" b="1" dirty="0"/>
              <a:t>ALELUIA, ALELUIA, ALELUIA, ALELUIA</a:t>
            </a:r>
          </a:p>
          <a:p>
            <a:endParaRPr lang="pt-BR" sz="4400" b="1" dirty="0"/>
          </a:p>
          <a:p>
            <a:r>
              <a:rPr lang="pt-BR" sz="4400" dirty="0"/>
              <a:t>EU SOU O PÃO VIVO DESCIDO DO CÉU;</a:t>
            </a:r>
          </a:p>
          <a:p>
            <a:r>
              <a:rPr lang="pt-BR" sz="4400" dirty="0"/>
              <a:t>QUEM DESTE PÃO COME, SEMPRE HÁ DE VIVER!</a:t>
            </a:r>
          </a:p>
          <a:p>
            <a:endParaRPr lang="pt-BR" sz="4400" b="1" dirty="0"/>
          </a:p>
          <a:p>
            <a:r>
              <a:rPr lang="pt-BR" sz="4400" b="1" dirty="0"/>
              <a:t>ALELUIA, ALELUIA, ALELUIA, ALELUIA</a:t>
            </a:r>
            <a:endParaRPr lang="pt-BR" sz="1100" dirty="0"/>
          </a:p>
        </p:txBody>
      </p:sp>
    </p:spTree>
    <p:extLst>
      <p:ext uri="{BB962C8B-B14F-4D97-AF65-F5344CB8AC3E}">
        <p14:creationId xmlns:p14="http://schemas.microsoft.com/office/powerpoint/2010/main" val="21409058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08150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47269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22218"/>
            <a:ext cx="10965873" cy="5638799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300" b="1" dirty="0"/>
              <a:t>SENHOR MEU DEUS, OBRIGADO SENHOR</a:t>
            </a:r>
          </a:p>
          <a:p>
            <a:pPr algn="l"/>
            <a:r>
              <a:rPr lang="pt-BR" sz="7300" b="1" dirty="0"/>
              <a:t>PORQUE TUDO É TEU.</a:t>
            </a:r>
          </a:p>
          <a:p>
            <a:pPr algn="l"/>
            <a:endParaRPr lang="pt-BR" sz="7300" dirty="0"/>
          </a:p>
          <a:p>
            <a:pPr algn="l"/>
            <a:r>
              <a:rPr lang="pt-BR" sz="7300" dirty="0"/>
              <a:t>É TEU O PÃO QUE OFERECEMOS</a:t>
            </a:r>
          </a:p>
          <a:p>
            <a:pPr algn="l"/>
            <a:r>
              <a:rPr lang="pt-BR" sz="7300" dirty="0"/>
              <a:t>É A TUA VIDA QUE VIVEMOS</a:t>
            </a:r>
          </a:p>
          <a:p>
            <a:pPr algn="l"/>
            <a:r>
              <a:rPr lang="pt-BR" sz="7300" dirty="0"/>
              <a:t>OBRIGADO SENHOR!</a:t>
            </a:r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47269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22218"/>
            <a:ext cx="10965873" cy="5638799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300" b="1" dirty="0"/>
              <a:t>SENHOR MEU DEUS, OBRIGADO SENHOR</a:t>
            </a:r>
          </a:p>
          <a:p>
            <a:pPr algn="l"/>
            <a:r>
              <a:rPr lang="pt-BR" sz="7300" b="1" dirty="0"/>
              <a:t>PORQUE TUDO É TEU.</a:t>
            </a:r>
          </a:p>
          <a:p>
            <a:pPr algn="l"/>
            <a:endParaRPr lang="pt-BR" sz="7300" dirty="0"/>
          </a:p>
          <a:p>
            <a:pPr algn="l"/>
            <a:r>
              <a:rPr lang="pt-BR" sz="7300" dirty="0"/>
              <a:t>É TEU O VINHO QUE OFERTAMOS</a:t>
            </a:r>
          </a:p>
          <a:p>
            <a:pPr algn="l"/>
            <a:r>
              <a:rPr lang="pt-BR" sz="7300" dirty="0"/>
              <a:t>É TUA A DOR QUE SUPORTAMOS</a:t>
            </a:r>
          </a:p>
          <a:p>
            <a:pPr algn="l"/>
            <a:r>
              <a:rPr lang="pt-BR" sz="7300" dirty="0"/>
              <a:t>OBRIGADO SENHOR!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13502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47269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22218"/>
            <a:ext cx="10965873" cy="5638799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7300" b="1" dirty="0"/>
              <a:t>SENHOR MEU DEUS, OBRIGADO SENHOR</a:t>
            </a:r>
          </a:p>
          <a:p>
            <a:pPr algn="l"/>
            <a:r>
              <a:rPr lang="pt-BR" sz="7300" b="1" dirty="0"/>
              <a:t>PORQUE TUDO É TEU.</a:t>
            </a:r>
          </a:p>
          <a:p>
            <a:pPr algn="l"/>
            <a:endParaRPr lang="pt-BR" sz="7300" dirty="0"/>
          </a:p>
          <a:p>
            <a:pPr algn="l"/>
            <a:r>
              <a:rPr lang="pt-BR" sz="7300" dirty="0"/>
              <a:t>NA TUA CRUZ CRUCIFICADOS</a:t>
            </a:r>
          </a:p>
          <a:p>
            <a:pPr algn="l"/>
            <a:r>
              <a:rPr lang="pt-BR" sz="7300" dirty="0"/>
              <a:t>SEREMOS TEUS RESSUSCITADOS</a:t>
            </a:r>
          </a:p>
          <a:p>
            <a:pPr algn="l"/>
            <a:r>
              <a:rPr lang="pt-BR" sz="7300" dirty="0"/>
              <a:t>OBRIGADO SENHOR!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342920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219201"/>
            <a:ext cx="10349345" cy="5195454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7300" dirty="0"/>
              <a:t>SANTO, SANTO, SANTO!</a:t>
            </a:r>
          </a:p>
          <a:p>
            <a:pPr algn="just"/>
            <a:r>
              <a:rPr lang="pt-BR" sz="7300" dirty="0"/>
              <a:t>SENHOR DEUS DO UNIVERSO. (BIS)</a:t>
            </a:r>
          </a:p>
          <a:p>
            <a:pPr algn="just"/>
            <a:endParaRPr lang="pt-BR" sz="7300" dirty="0"/>
          </a:p>
          <a:p>
            <a:pPr algn="just"/>
            <a:r>
              <a:rPr lang="pt-BR" sz="7300" dirty="0"/>
              <a:t>O CÉU E TERRA PROCLAMAM</a:t>
            </a:r>
          </a:p>
          <a:p>
            <a:pPr algn="just"/>
            <a:r>
              <a:rPr lang="pt-BR" sz="7300" dirty="0"/>
              <a:t>A VOSSA GLÓRIA!</a:t>
            </a:r>
          </a:p>
          <a:p>
            <a:pPr algn="just"/>
            <a:endParaRPr lang="pt-BR" sz="7300" b="1" dirty="0"/>
          </a:p>
          <a:p>
            <a:pPr algn="just"/>
            <a:r>
              <a:rPr lang="pt-BR" sz="7300" b="1" dirty="0"/>
              <a:t>HOSANA! HOSANA! HOSANA NAS ALTURAS! (BIS)</a:t>
            </a:r>
          </a:p>
        </p:txBody>
      </p:sp>
    </p:spTree>
    <p:extLst>
      <p:ext uri="{BB962C8B-B14F-4D97-AF65-F5344CB8AC3E}">
        <p14:creationId xmlns:p14="http://schemas.microsoft.com/office/powerpoint/2010/main" val="12617031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831273"/>
            <a:ext cx="10349345" cy="5195454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SENHOR,</a:t>
            </a:r>
          </a:p>
          <a:p>
            <a:pPr algn="just"/>
            <a:r>
              <a:rPr lang="pt-BR" sz="7300" dirty="0"/>
              <a:t>BENDITO O QUE VEM,</a:t>
            </a:r>
          </a:p>
          <a:p>
            <a:pPr algn="just"/>
            <a:r>
              <a:rPr lang="pt-BR" sz="7300" dirty="0"/>
              <a:t>EM NOME DO SENHOR!</a:t>
            </a:r>
          </a:p>
          <a:p>
            <a:pPr algn="just"/>
            <a:endParaRPr lang="pt-BR" sz="7300" b="1" dirty="0"/>
          </a:p>
          <a:p>
            <a:pPr algn="just"/>
            <a:r>
              <a:rPr lang="pt-BR" sz="7300" b="1" dirty="0"/>
              <a:t>HOSANA! HOSANA! HOSANA NAS ALTURAS! (BIS)</a:t>
            </a:r>
          </a:p>
        </p:txBody>
      </p:sp>
    </p:spTree>
    <p:extLst>
      <p:ext uri="{BB962C8B-B14F-4D97-AF65-F5344CB8AC3E}">
        <p14:creationId xmlns:p14="http://schemas.microsoft.com/office/powerpoint/2010/main" val="13443665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7183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/>
          </a:bodyPr>
          <a:lstStyle/>
          <a:p>
            <a:pPr algn="l"/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EU SOU O PÃO</a:t>
            </a:r>
            <a:br>
              <a:rPr lang="pt-BR" sz="8000" b="1" dirty="0"/>
            </a:br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QUE VEM DO CÉU</a:t>
            </a:r>
            <a:br>
              <a:rPr lang="pt-BR" sz="8000" b="1" dirty="0"/>
            </a:br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QUEM CRER EM MIM</a:t>
            </a:r>
            <a:br>
              <a:rPr lang="pt-BR" sz="8000" b="1" dirty="0"/>
            </a:br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IRÁ VIVER</a:t>
            </a:r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NÓS RECONHECEMOS</a:t>
            </a:r>
            <a:br>
              <a:rPr lang="pt-BR" sz="8000" dirty="0"/>
            </a:br>
            <a:r>
              <a:rPr lang="pt-BR" sz="8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O SENHOR, PARTINDO O PÃO</a:t>
            </a:r>
            <a:br>
              <a:rPr lang="pt-BR" sz="8000" dirty="0"/>
            </a:br>
            <a:r>
              <a:rPr lang="pt-BR" sz="8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MISTÉRIO DE AMOR</a:t>
            </a:r>
            <a:br>
              <a:rPr lang="pt-BR" sz="8000" dirty="0"/>
            </a:br>
            <a:r>
              <a:rPr lang="pt-BR" sz="8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A NOSSA REFEIÇÃO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6438558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/>
          </a:bodyPr>
          <a:lstStyle/>
          <a:p>
            <a:pPr algn="l"/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EU SOU O PÃO</a:t>
            </a:r>
            <a:br>
              <a:rPr lang="pt-BR" sz="8000" b="1" dirty="0"/>
            </a:br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QUE VEM DO CÉU</a:t>
            </a:r>
            <a:br>
              <a:rPr lang="pt-BR" sz="8000" b="1" dirty="0"/>
            </a:br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QUEM CRER EM MIM</a:t>
            </a:r>
            <a:br>
              <a:rPr lang="pt-BR" sz="8000" b="1" dirty="0"/>
            </a:br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IRÁ VIVER</a:t>
            </a:r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72312385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O SENHOR JESUS</a:t>
            </a:r>
          </a:p>
          <a:p>
            <a:pPr algn="l"/>
            <a:r>
              <a:rPr lang="pt-BR" sz="8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NO SACRAMENTO NOS DEIXOU</a:t>
            </a:r>
          </a:p>
          <a:p>
            <a:pPr algn="l"/>
            <a:r>
              <a:rPr lang="pt-BR" sz="8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MEMORIAL DA CRUZ</a:t>
            </a:r>
          </a:p>
          <a:p>
            <a:pPr algn="l"/>
            <a:r>
              <a:rPr lang="pt-BR" sz="8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MORTE E RESSURREIÇÃO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0940607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/>
          </a:bodyPr>
          <a:lstStyle/>
          <a:p>
            <a:pPr algn="l"/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EU SOU O PÃO</a:t>
            </a:r>
            <a:br>
              <a:rPr lang="pt-BR" sz="8000" b="1" dirty="0"/>
            </a:br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QUE VEM DO CÉU</a:t>
            </a:r>
            <a:br>
              <a:rPr lang="pt-BR" sz="8000" b="1" dirty="0"/>
            </a:br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QUEM CRER EM MIM</a:t>
            </a:r>
            <a:br>
              <a:rPr lang="pt-BR" sz="8000" b="1" dirty="0"/>
            </a:br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IRÁ VIVER</a:t>
            </a:r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79895637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92500"/>
          </a:bodyPr>
          <a:lstStyle/>
          <a:p>
            <a:pPr algn="l"/>
            <a:r>
              <a:rPr lang="pt-BR" sz="8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TÃO GRANDE MISTÉRIO</a:t>
            </a:r>
          </a:p>
          <a:p>
            <a:pPr algn="l"/>
            <a:r>
              <a:rPr lang="pt-BR" sz="8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ADORAMOS, NESTE ALTAR</a:t>
            </a:r>
          </a:p>
          <a:p>
            <a:pPr algn="l"/>
            <a:r>
              <a:rPr lang="pt-BR" sz="8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QUE NOSSA FÉ SUSTENTE</a:t>
            </a:r>
          </a:p>
          <a:p>
            <a:pPr algn="l"/>
            <a:r>
              <a:rPr lang="pt-BR" sz="8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O NOSSO CAMINHAR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144905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/>
          </a:bodyPr>
          <a:lstStyle/>
          <a:p>
            <a:pPr algn="l"/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EU SOU O PÃO</a:t>
            </a:r>
            <a:br>
              <a:rPr lang="pt-BR" sz="8000" b="1" dirty="0"/>
            </a:br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QUE VEM DO CÉU</a:t>
            </a:r>
            <a:br>
              <a:rPr lang="pt-BR" sz="8000" b="1" dirty="0"/>
            </a:br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QUEM CRER EM MIM</a:t>
            </a:r>
            <a:br>
              <a:rPr lang="pt-BR" sz="8000" b="1" dirty="0"/>
            </a:br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IRÁ VIVER</a:t>
            </a:r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32470748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AO POVO DE DEUS</a:t>
            </a:r>
          </a:p>
          <a:p>
            <a:pPr algn="l"/>
            <a:r>
              <a:rPr lang="pt-BR" sz="8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LÁ NO DESERTO, SEM PÃO, SEM LAR</a:t>
            </a:r>
          </a:p>
          <a:p>
            <a:pPr algn="l"/>
            <a:r>
              <a:rPr lang="pt-BR" sz="8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DEUS FEZ CAIR DO CÉU</a:t>
            </a:r>
          </a:p>
          <a:p>
            <a:pPr algn="l"/>
            <a:r>
              <a:rPr lang="pt-BR" sz="8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COMIDA SALUTAR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323625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/>
          </a:bodyPr>
          <a:lstStyle/>
          <a:p>
            <a:pPr algn="l"/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EU SOU O PÃO</a:t>
            </a:r>
            <a:br>
              <a:rPr lang="pt-BR" sz="8000" b="1" dirty="0"/>
            </a:br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QUE VEM DO CÉU</a:t>
            </a:r>
            <a:br>
              <a:rPr lang="pt-BR" sz="8000" b="1" dirty="0"/>
            </a:br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QUEM CRER EM MIM</a:t>
            </a:r>
            <a:br>
              <a:rPr lang="pt-BR" sz="8000" b="1" dirty="0"/>
            </a:br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IRÁ VIVER</a:t>
            </a:r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156276803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TODOS SE ASSENTARAM</a:t>
            </a:r>
          </a:p>
          <a:p>
            <a:pPr algn="l"/>
            <a:r>
              <a:rPr lang="pt-BR" sz="8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TODOS COMERAM, ATÉ FARTAR</a:t>
            </a:r>
          </a:p>
          <a:p>
            <a:pPr algn="l"/>
            <a:r>
              <a:rPr lang="pt-BR" sz="8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GLÓRIA E LOUVOR A DEUS</a:t>
            </a:r>
          </a:p>
          <a:p>
            <a:pPr algn="l"/>
            <a:r>
              <a:rPr lang="pt-BR" sz="8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QUE VEM NOS SACIAR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8723625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/>
          </a:bodyPr>
          <a:lstStyle/>
          <a:p>
            <a:pPr algn="l"/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EU SOU O PÃO</a:t>
            </a:r>
            <a:br>
              <a:rPr lang="pt-BR" sz="8000" b="1" dirty="0"/>
            </a:br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QUE VEM DO CÉU</a:t>
            </a:r>
            <a:br>
              <a:rPr lang="pt-BR" sz="8000" b="1" dirty="0"/>
            </a:br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QUEM CRER EM MIM</a:t>
            </a:r>
            <a:br>
              <a:rPr lang="pt-BR" sz="8000" b="1" dirty="0"/>
            </a:br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IRÁ VIVER</a:t>
            </a:r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24700656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CORPO DO SENHOR</a:t>
            </a:r>
          </a:p>
          <a:p>
            <a:pPr algn="l"/>
            <a:r>
              <a:rPr lang="pt-BR" sz="8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É O PÃO QUE TEMOS NO ALTAR</a:t>
            </a:r>
          </a:p>
          <a:p>
            <a:pPr algn="l"/>
            <a:r>
              <a:rPr lang="pt-BR" sz="8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E O VINHO CONSAGRADO</a:t>
            </a:r>
          </a:p>
          <a:p>
            <a:pPr algn="l"/>
            <a:r>
              <a:rPr lang="pt-BR" sz="8000" b="0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É O SANGUE REDENTOR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164504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191491"/>
            <a:ext cx="10851573" cy="5223164"/>
          </a:xfrm>
        </p:spPr>
        <p:txBody>
          <a:bodyPr>
            <a:normAutofit/>
          </a:bodyPr>
          <a:lstStyle/>
          <a:p>
            <a:pPr algn="l"/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EU SOU O PÃO</a:t>
            </a:r>
            <a:br>
              <a:rPr lang="pt-BR" sz="8000" b="1" dirty="0"/>
            </a:br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QUE VEM DO CÉU</a:t>
            </a:r>
            <a:br>
              <a:rPr lang="pt-BR" sz="8000" b="1" dirty="0"/>
            </a:br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QUEM CRER EM MIM</a:t>
            </a:r>
            <a:br>
              <a:rPr lang="pt-BR" sz="8000" b="1" dirty="0"/>
            </a:br>
            <a:r>
              <a:rPr lang="pt-BR" sz="8000" b="1" i="0" dirty="0">
                <a:solidFill>
                  <a:srgbClr val="2A2A2A"/>
                </a:solidFill>
                <a:effectLst/>
                <a:highlight>
                  <a:srgbClr val="FFFFFF"/>
                </a:highlight>
              </a:rPr>
              <a:t>IRÁ VIVER</a:t>
            </a:r>
            <a:endParaRPr lang="pt-BR" sz="8000" b="1" dirty="0"/>
          </a:p>
          <a:p>
            <a:pPr algn="just"/>
            <a:endParaRPr lang="pt-BR" sz="8000" b="1" dirty="0"/>
          </a:p>
        </p:txBody>
      </p:sp>
    </p:spTree>
    <p:extLst>
      <p:ext uri="{BB962C8B-B14F-4D97-AF65-F5344CB8AC3E}">
        <p14:creationId xmlns:p14="http://schemas.microsoft.com/office/powerpoint/2010/main" val="367231230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964679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979728" cy="56388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/>
              <a:t>DEUS DE AMOR, NÓS TE ADORAMOS NESTE SACRAMENTO</a:t>
            </a:r>
          </a:p>
          <a:p>
            <a:pPr algn="l"/>
            <a:r>
              <a:rPr lang="pt-BR" sz="6000" dirty="0"/>
              <a:t>CORPO E SANGUE QUE FIZESTE NOSSO ALIMENTO</a:t>
            </a:r>
          </a:p>
          <a:p>
            <a:pPr algn="l"/>
            <a:r>
              <a:rPr lang="pt-BR" sz="6000" dirty="0"/>
              <a:t>ÉS O DEUS ESCONDIDO, VIVO E VENCEDOR</a:t>
            </a:r>
          </a:p>
          <a:p>
            <a:pPr algn="l"/>
            <a:r>
              <a:rPr lang="pt-BR" sz="6000" dirty="0"/>
              <a:t>A TEUS PÉS DEPOSITAMOS TODO NOSSO AMOR.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62435148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979728" cy="56388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/>
              <a:t>MEUS PECADOS REDIMISTE SOB A TUA CRUZ</a:t>
            </a:r>
          </a:p>
          <a:p>
            <a:pPr algn="l"/>
            <a:r>
              <a:rPr lang="pt-BR" sz="6000" dirty="0"/>
              <a:t>COM TEU CORPO E COM TEU SANGUE, Ó SENHOR JESUS!</a:t>
            </a:r>
          </a:p>
          <a:p>
            <a:pPr algn="l"/>
            <a:r>
              <a:rPr lang="pt-BR" sz="6000" dirty="0"/>
              <a:t>SOBRE OS NOSSOS ALTARES, VÍTIMA SEM PAR</a:t>
            </a:r>
          </a:p>
          <a:p>
            <a:pPr algn="l"/>
            <a:r>
              <a:rPr lang="pt-BR" sz="6000" dirty="0"/>
              <a:t>TEU DIVINO SACRIFÍCIO QUERES RENOVAR!</a:t>
            </a:r>
          </a:p>
          <a:p>
            <a:pPr algn="l"/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3118810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979728" cy="56388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/>
              <a:t>NO CALVÁRIO SE ESCONDIA TUA DIVINDADE</a:t>
            </a:r>
          </a:p>
          <a:p>
            <a:pPr algn="l"/>
            <a:r>
              <a:rPr lang="pt-BR" sz="6000" dirty="0"/>
              <a:t>MAS AQUI TAMBÉM SE ESCONDE TUA HUMANIDADE</a:t>
            </a:r>
          </a:p>
          <a:p>
            <a:pPr algn="l"/>
            <a:r>
              <a:rPr lang="pt-BR" sz="6000" dirty="0"/>
              <a:t>CREIO EM AMBAS E PEÇO, COMO O BOM LADRÃO</a:t>
            </a:r>
          </a:p>
          <a:p>
            <a:pPr algn="l"/>
            <a:r>
              <a:rPr lang="pt-BR" sz="6000" dirty="0"/>
              <a:t>NO TEU REINO, ETERNAMENTE, TUA SALVAÇÃO!</a:t>
            </a:r>
          </a:p>
        </p:txBody>
      </p:sp>
    </p:spTree>
    <p:extLst>
      <p:ext uri="{BB962C8B-B14F-4D97-AF65-F5344CB8AC3E}">
        <p14:creationId xmlns:p14="http://schemas.microsoft.com/office/powerpoint/2010/main" val="204788538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979728" cy="56388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/>
              <a:t>CREIO EM TI RESSUSCITADO, MAIS QUE SÃO TOMÉ</a:t>
            </a:r>
          </a:p>
          <a:p>
            <a:pPr algn="l"/>
            <a:r>
              <a:rPr lang="pt-BR" sz="6000" dirty="0"/>
              <a:t>MAS AUMENTA NA MINH'ALMA O PODER DA FÉ</a:t>
            </a:r>
          </a:p>
          <a:p>
            <a:pPr algn="l"/>
            <a:r>
              <a:rPr lang="pt-BR" sz="6000" dirty="0"/>
              <a:t>GUARDA A MINHA ESPERANÇA, CRESCE O MEU AMOR</a:t>
            </a:r>
          </a:p>
          <a:p>
            <a:pPr algn="l"/>
            <a:r>
              <a:rPr lang="pt-BR" sz="6000" dirty="0"/>
              <a:t>CREIO EM TI RESSUSCITADO, MEU DEUS E SENHOR!</a:t>
            </a:r>
          </a:p>
        </p:txBody>
      </p:sp>
    </p:spTree>
    <p:extLst>
      <p:ext uri="{BB962C8B-B14F-4D97-AF65-F5344CB8AC3E}">
        <p14:creationId xmlns:p14="http://schemas.microsoft.com/office/powerpoint/2010/main" val="42271705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29490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979728" cy="563880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dirty="0"/>
              <a:t>Ó JESUS, QUE NESTA VIDA PELA FÉ EU VEJO</a:t>
            </a:r>
          </a:p>
          <a:p>
            <a:pPr algn="l"/>
            <a:r>
              <a:rPr lang="pt-BR" sz="6000" dirty="0"/>
              <a:t>REALIZA, EU TE SUPLICO, ESTE MEU DESEJO</a:t>
            </a:r>
          </a:p>
          <a:p>
            <a:pPr algn="l"/>
            <a:r>
              <a:rPr lang="pt-BR" sz="6000" dirty="0"/>
              <a:t>VER-TE, ENFIM, FACE A FACE, MEU DIVINO AMIGO</a:t>
            </a:r>
          </a:p>
          <a:p>
            <a:pPr algn="l"/>
            <a:r>
              <a:rPr lang="pt-BR" sz="6000" dirty="0"/>
              <a:t>LÁ NO CÉU, ETERNAMENTE, SER FELIZ CONTIGO!</a:t>
            </a:r>
          </a:p>
        </p:txBody>
      </p:sp>
    </p:spTree>
    <p:extLst>
      <p:ext uri="{BB962C8B-B14F-4D97-AF65-F5344CB8AC3E}">
        <p14:creationId xmlns:p14="http://schemas.microsoft.com/office/powerpoint/2010/main" val="238617729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019256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979728" cy="5638800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GLÓRIA A JESUS NA HÓSTIA SANTA</a:t>
            </a:r>
          </a:p>
          <a:p>
            <a:pPr algn="l"/>
            <a:r>
              <a:rPr lang="pt-BR" sz="6000" dirty="0"/>
              <a:t>QUE SE CONSAGRA SOBRE O ALTAR</a:t>
            </a:r>
          </a:p>
          <a:p>
            <a:pPr algn="l"/>
            <a:r>
              <a:rPr lang="pt-BR" sz="6000" dirty="0"/>
              <a:t>E AOS NOSSOS OLHOS SE LEVANTA</a:t>
            </a:r>
          </a:p>
          <a:p>
            <a:pPr algn="l"/>
            <a:r>
              <a:rPr lang="pt-BR" sz="6000" dirty="0"/>
              <a:t>PARA O BRASIL ABENÇOAR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40355390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025236"/>
            <a:ext cx="10979728" cy="5638800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QUE O SANTO SACRAMENTO</a:t>
            </a:r>
          </a:p>
          <a:p>
            <a:pPr algn="l"/>
            <a:r>
              <a:rPr lang="pt-BR" sz="6000" b="1" dirty="0"/>
              <a:t>QUE É O PRÓPRIO CRISTO JESUS</a:t>
            </a:r>
          </a:p>
          <a:p>
            <a:pPr algn="l"/>
            <a:r>
              <a:rPr lang="pt-BR" sz="6000" b="1" dirty="0"/>
              <a:t>SEJA ADORADO E SEJA AMADO</a:t>
            </a:r>
          </a:p>
          <a:p>
            <a:pPr algn="l"/>
            <a:r>
              <a:rPr lang="pt-BR" sz="6000" b="1" dirty="0"/>
              <a:t>NESTA TERRA DE SANTA CRUZ</a:t>
            </a:r>
          </a:p>
          <a:p>
            <a:pPr algn="l"/>
            <a:r>
              <a:rPr lang="pt-BR" sz="6000" b="1" dirty="0"/>
              <a:t>SEJA ADORADO E SEJA AMADO</a:t>
            </a:r>
          </a:p>
          <a:p>
            <a:pPr algn="l"/>
            <a:r>
              <a:rPr lang="pt-BR" sz="6000" b="1" dirty="0"/>
              <a:t>NESTA TERRA DE SANTA CRUZ</a:t>
            </a:r>
          </a:p>
        </p:txBody>
      </p:sp>
    </p:spTree>
    <p:extLst>
      <p:ext uri="{BB962C8B-B14F-4D97-AF65-F5344CB8AC3E}">
        <p14:creationId xmlns:p14="http://schemas.microsoft.com/office/powerpoint/2010/main" val="3227296153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36" y="796636"/>
            <a:ext cx="10979728" cy="5638800"/>
          </a:xfrm>
        </p:spPr>
        <p:txBody>
          <a:bodyPr>
            <a:normAutofit/>
          </a:bodyPr>
          <a:lstStyle/>
          <a:p>
            <a:pPr algn="l"/>
            <a:r>
              <a:rPr lang="pt-BR" sz="6000" dirty="0"/>
              <a:t>GLÓRIA A JESUS, DEUS ESCONDIDO</a:t>
            </a:r>
          </a:p>
          <a:p>
            <a:pPr algn="l"/>
            <a:r>
              <a:rPr lang="pt-BR" sz="6000" dirty="0"/>
              <a:t>QUE, VINDO A NÓS NA COMUNHÃO</a:t>
            </a:r>
          </a:p>
          <a:p>
            <a:pPr algn="l"/>
            <a:r>
              <a:rPr lang="pt-BR" sz="6000" dirty="0"/>
              <a:t>PURIFICADO, ENRIQUECIDO</a:t>
            </a:r>
          </a:p>
          <a:p>
            <a:pPr algn="l"/>
            <a:r>
              <a:rPr lang="pt-BR" sz="6000" dirty="0"/>
              <a:t>DEIXA-NOS SEMPRE O CORAÇÃO</a:t>
            </a:r>
            <a:endParaRPr lang="pt-BR" sz="6000" b="1" dirty="0"/>
          </a:p>
        </p:txBody>
      </p:sp>
    </p:spTree>
    <p:extLst>
      <p:ext uri="{BB962C8B-B14F-4D97-AF65-F5344CB8AC3E}">
        <p14:creationId xmlns:p14="http://schemas.microsoft.com/office/powerpoint/2010/main" val="129241142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36" y="949036"/>
            <a:ext cx="10979728" cy="5638800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dirty="0"/>
              <a:t>QUE O SANTO SACRAMENTO</a:t>
            </a:r>
          </a:p>
          <a:p>
            <a:pPr algn="l"/>
            <a:r>
              <a:rPr lang="pt-BR" sz="6000" b="1" dirty="0"/>
              <a:t>QUE É O PRÓPRIO CRISTO JESUS</a:t>
            </a:r>
          </a:p>
          <a:p>
            <a:pPr algn="l"/>
            <a:r>
              <a:rPr lang="pt-BR" sz="6000" b="1" dirty="0"/>
              <a:t>SEJA ADORADO E SEJA AMADO</a:t>
            </a:r>
          </a:p>
          <a:p>
            <a:pPr algn="l"/>
            <a:r>
              <a:rPr lang="pt-BR" sz="6000" b="1" dirty="0"/>
              <a:t>NESTA TERRA DE SANTA CRUZ</a:t>
            </a:r>
          </a:p>
          <a:p>
            <a:pPr algn="l"/>
            <a:r>
              <a:rPr lang="pt-BR" sz="6000" b="1" dirty="0"/>
              <a:t>SEJA ADORADO E SEJA AMADO</a:t>
            </a:r>
          </a:p>
          <a:p>
            <a:pPr algn="l"/>
            <a:r>
              <a:rPr lang="pt-BR" sz="6000" b="1" dirty="0"/>
              <a:t>NESTA TERRA DE SANTA CRUZ</a:t>
            </a:r>
          </a:p>
        </p:txBody>
      </p:sp>
    </p:spTree>
    <p:extLst>
      <p:ext uri="{BB962C8B-B14F-4D97-AF65-F5344CB8AC3E}">
        <p14:creationId xmlns:p14="http://schemas.microsoft.com/office/powerpoint/2010/main" val="34912690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1516</Words>
  <Application>Microsoft Office PowerPoint</Application>
  <PresentationFormat>Widescreen</PresentationFormat>
  <Paragraphs>281</Paragraphs>
  <Slides>70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70</vt:i4>
      </vt:variant>
    </vt:vector>
  </HeadingPairs>
  <TitlesOfParts>
    <vt:vector size="75" baseType="lpstr">
      <vt:lpstr>Arial</vt:lpstr>
      <vt:lpstr>Calibri</vt:lpstr>
      <vt:lpstr>Calibri Light</vt:lpstr>
      <vt:lpstr>Noto Sans</vt:lpstr>
      <vt:lpstr>Tema do Office</vt:lpstr>
      <vt:lpstr>Apresentação do PowerPoint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SALMO RESPONSORIAL</vt:lpstr>
      <vt:lpstr>Apresentação do PowerPoint</vt:lpstr>
      <vt:lpstr>SEQUÊNCIA</vt:lpstr>
      <vt:lpstr>SEQUÊNCIA</vt:lpstr>
      <vt:lpstr>SEQUÊNCIA</vt:lpstr>
      <vt:lpstr>SEQUÊNCIA</vt:lpstr>
      <vt:lpstr>SEQUÊNCIA</vt:lpstr>
      <vt:lpstr>SEQUÊNCIA</vt:lpstr>
      <vt:lpstr>SEQUÊNCIA</vt:lpstr>
      <vt:lpstr>SEQUÊNCIA</vt:lpstr>
      <vt:lpstr>SEQUÊNCIA</vt:lpstr>
      <vt:lpstr>SEQUÊNCIA</vt:lpstr>
      <vt:lpstr>SEQUÊNCIA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Apresentação do PowerPoint</vt:lpstr>
      <vt:lpstr>Apresentação do PowerPoint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PÓS-COMUNHÃO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Thiago</cp:lastModifiedBy>
  <cp:revision>13</cp:revision>
  <dcterms:created xsi:type="dcterms:W3CDTF">2023-05-06T17:01:55Z</dcterms:created>
  <dcterms:modified xsi:type="dcterms:W3CDTF">2024-05-30T03:16:22Z</dcterms:modified>
</cp:coreProperties>
</file>