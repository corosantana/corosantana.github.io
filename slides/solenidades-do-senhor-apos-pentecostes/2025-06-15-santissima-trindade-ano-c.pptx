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Baskerville Display PT Bold" charset="1" panose="02030702080406020203"/>
      <p:regular r:id="rId38"/>
    </p:embeddedFont>
    <p:embeddedFont>
      <p:font typeface="Calibri (MS) Bold" charset="1" panose="020F0702030404030204"/>
      <p:regular r:id="rId39"/>
    </p:embeddedFont>
    <p:embeddedFont>
      <p:font typeface="Calibri (MS)" charset="1" panose="020F0502020204030204"/>
      <p:regular r:id="rId40"/>
    </p:embeddedFont>
    <p:embeddedFont>
      <p:font typeface="Calibri (MS) Bold Italics" charset="1" panose="020F07020304040A02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0886"/>
            <a:ext cx="18288000" cy="10297886"/>
            <a:chOff x="0" y="0"/>
            <a:chExt cx="24384000" cy="137305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30478"/>
            </a:xfrm>
            <a:custGeom>
              <a:avLst/>
              <a:gdLst/>
              <a:ahLst/>
              <a:cxnLst/>
              <a:rect r="r" b="b" t="t" l="l"/>
              <a:pathLst>
                <a:path h="137304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30478"/>
                  </a:lnTo>
                  <a:lnTo>
                    <a:pt x="0" y="13730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" t="0" r="-3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7050" cy="10306050"/>
            <a:chOff x="0" y="0"/>
            <a:chExt cx="24409400" cy="137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16471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57440" y="4380820"/>
            <a:ext cx="14883779" cy="1514475"/>
            <a:chOff x="0" y="0"/>
            <a:chExt cx="19845039" cy="2019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1505" y="4241"/>
              <a:ext cx="19822025" cy="2010807"/>
            </a:xfrm>
            <a:custGeom>
              <a:avLst/>
              <a:gdLst/>
              <a:ahLst/>
              <a:cxnLst/>
              <a:rect r="r" b="b" t="t" l="l"/>
              <a:pathLst>
                <a:path h="2010807" w="19822025">
                  <a:moveTo>
                    <a:pt x="0" y="0"/>
                  </a:moveTo>
                  <a:lnTo>
                    <a:pt x="19822025" y="0"/>
                  </a:lnTo>
                  <a:lnTo>
                    <a:pt x="19822025" y="2010807"/>
                  </a:lnTo>
                  <a:lnTo>
                    <a:pt x="0" y="2010807"/>
                  </a:lnTo>
                  <a:close/>
                </a:path>
              </a:pathLst>
            </a:custGeom>
            <a:solidFill>
              <a:srgbClr val="000000">
                <a:alpha val="16471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45037" cy="2019290"/>
            </a:xfrm>
            <a:custGeom>
              <a:avLst/>
              <a:gdLst/>
              <a:ahLst/>
              <a:cxnLst/>
              <a:rect r="r" b="b" t="t" l="l"/>
              <a:pathLst>
                <a:path h="2019290" w="19845037">
                  <a:moveTo>
                    <a:pt x="11505" y="0"/>
                  </a:moveTo>
                  <a:lnTo>
                    <a:pt x="19833530" y="0"/>
                  </a:lnTo>
                  <a:cubicBezTo>
                    <a:pt x="19839859" y="0"/>
                    <a:pt x="19845037" y="1909"/>
                    <a:pt x="19845037" y="4241"/>
                  </a:cubicBezTo>
                  <a:lnTo>
                    <a:pt x="19845037" y="2015048"/>
                  </a:lnTo>
                  <a:cubicBezTo>
                    <a:pt x="19845037" y="2017381"/>
                    <a:pt x="19839859" y="2019290"/>
                    <a:pt x="19833530" y="2019290"/>
                  </a:cubicBezTo>
                  <a:lnTo>
                    <a:pt x="11505" y="2019290"/>
                  </a:lnTo>
                  <a:cubicBezTo>
                    <a:pt x="5177" y="2019290"/>
                    <a:pt x="0" y="2017381"/>
                    <a:pt x="0" y="2015048"/>
                  </a:cubicBezTo>
                  <a:lnTo>
                    <a:pt x="0" y="4241"/>
                  </a:lnTo>
                  <a:cubicBezTo>
                    <a:pt x="0" y="1909"/>
                    <a:pt x="5177" y="0"/>
                    <a:pt x="11505" y="0"/>
                  </a:cubicBezTo>
                  <a:moveTo>
                    <a:pt x="11505" y="8483"/>
                  </a:moveTo>
                  <a:lnTo>
                    <a:pt x="11505" y="4241"/>
                  </a:lnTo>
                  <a:lnTo>
                    <a:pt x="23010" y="4241"/>
                  </a:lnTo>
                  <a:lnTo>
                    <a:pt x="23010" y="2015048"/>
                  </a:lnTo>
                  <a:lnTo>
                    <a:pt x="11505" y="2015048"/>
                  </a:lnTo>
                  <a:lnTo>
                    <a:pt x="11505" y="2010807"/>
                  </a:lnTo>
                  <a:lnTo>
                    <a:pt x="19833530" y="2010807"/>
                  </a:lnTo>
                  <a:lnTo>
                    <a:pt x="19833530" y="2015048"/>
                  </a:lnTo>
                  <a:lnTo>
                    <a:pt x="19822026" y="2015048"/>
                  </a:lnTo>
                  <a:lnTo>
                    <a:pt x="19822026" y="4241"/>
                  </a:lnTo>
                  <a:lnTo>
                    <a:pt x="19833530" y="4241"/>
                  </a:lnTo>
                  <a:lnTo>
                    <a:pt x="19833530" y="8483"/>
                  </a:lnTo>
                  <a:lnTo>
                    <a:pt x="11505" y="848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957440" y="4390345"/>
            <a:ext cx="14883779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81"/>
              </a:lnSpc>
            </a:pPr>
            <a:r>
              <a:rPr lang="en-US" sz="9984" b="true">
                <a:solidFill>
                  <a:srgbClr val="FFFFFF"/>
                </a:solidFill>
                <a:latin typeface="Baskerville Display PT Bold"/>
                <a:ea typeface="Baskerville Display PT Bold"/>
                <a:cs typeface="Baskerville Display PT Bold"/>
                <a:sym typeface="Baskerville Display PT Bold"/>
              </a:rPr>
              <a:t>SANTÍSSIMA TRINDADE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1990" y="665018"/>
            <a:ext cx="6535882" cy="706582"/>
            <a:chOff x="0" y="0"/>
            <a:chExt cx="8714510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14510" cy="942110"/>
            </a:xfrm>
            <a:custGeom>
              <a:avLst/>
              <a:gdLst/>
              <a:ahLst/>
              <a:cxnLst/>
              <a:rect r="r" b="b" t="t" l="l"/>
              <a:pathLst>
                <a:path h="942110" w="8714510">
                  <a:moveTo>
                    <a:pt x="0" y="0"/>
                  </a:moveTo>
                  <a:lnTo>
                    <a:pt x="8714510" y="0"/>
                  </a:lnTo>
                  <a:lnTo>
                    <a:pt x="8714510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714510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211"/>
                </a:lnSpc>
              </a:pPr>
              <a:r>
                <a:rPr lang="en-US" sz="3899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ENTRADA DO CELEBRANTE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36170" y="1798506"/>
            <a:ext cx="16723130" cy="810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01"/>
              </a:lnSpc>
            </a:pPr>
            <a:r>
              <a:rPr lang="en-US" b="true" sz="7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SEDE BENDITA, Ó SANTÍSSIMA TRINDADE E INDIVISA UNIDADE. NÓS VOS LOUVAMOS, POIS FOI GRANDE PARA NÓS VOSSO AMOR E COMPAIXÃO. </a:t>
            </a:r>
          </a:p>
          <a:p>
            <a:pPr algn="just">
              <a:lnSpc>
                <a:spcPts val="7581"/>
              </a:lnSpc>
            </a:pPr>
          </a:p>
          <a:p>
            <a:pPr algn="just">
              <a:lnSpc>
                <a:spcPts val="6804"/>
              </a:lnSpc>
            </a:pPr>
            <a:r>
              <a:rPr lang="en-US" sz="7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Ó SENHOR NOSSO DEUS, COMO É GRANDE * VOSSO NOME POR TODO O UNIVERSO! – DESDOBRASTES NOS CÉUS VOSSA GLÓRIA * COM GRANDEZA, ESPLENDOR, MAJESTADE.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1990" y="665018"/>
            <a:ext cx="2493818" cy="706582"/>
            <a:chOff x="0" y="0"/>
            <a:chExt cx="3325090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25090" cy="942110"/>
            </a:xfrm>
            <a:custGeom>
              <a:avLst/>
              <a:gdLst/>
              <a:ahLst/>
              <a:cxnLst/>
              <a:rect r="r" b="b" t="t" l="l"/>
              <a:pathLst>
                <a:path h="942110" w="3325090">
                  <a:moveTo>
                    <a:pt x="0" y="0"/>
                  </a:moveTo>
                  <a:lnTo>
                    <a:pt x="3325090" y="0"/>
                  </a:lnTo>
                  <a:lnTo>
                    <a:pt x="3325090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25090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211"/>
                </a:lnSpc>
              </a:pPr>
              <a:r>
                <a:rPr lang="en-US" sz="3899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ENTRADA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82435" y="2001209"/>
            <a:ext cx="16723130" cy="809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01"/>
              </a:lnSpc>
            </a:pPr>
            <a:r>
              <a:rPr lang="en-US" b="true" sz="7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SEDE BENDITA, Ó SANTÍSSIMA TRINDADE E INDIVISA UNIDADE. NÓS VOS LOUVAMOS, POIS FOI GRANDE PARA NÓS VOSSO AMOR E COMPAIXÃO. </a:t>
            </a:r>
          </a:p>
          <a:p>
            <a:pPr algn="just">
              <a:lnSpc>
                <a:spcPts val="6901"/>
              </a:lnSpc>
            </a:pPr>
          </a:p>
          <a:p>
            <a:pPr algn="just">
              <a:lnSpc>
                <a:spcPts val="6901"/>
              </a:lnSpc>
            </a:pPr>
            <a:r>
              <a:rPr lang="en-US" sz="7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O PERFEITO LOUVOR VOS É DADO * PELOS LÁBIOS DOS MAIS PEQUENINOS, – DE CRIANÇAS QUE A MÃE AMAMENTA; * DE CRIANÇAS QUE A MÃE AMAMENTA. R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1990" y="665018"/>
            <a:ext cx="2493818" cy="706582"/>
            <a:chOff x="0" y="0"/>
            <a:chExt cx="3325090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25090" cy="942110"/>
            </a:xfrm>
            <a:custGeom>
              <a:avLst/>
              <a:gdLst/>
              <a:ahLst/>
              <a:cxnLst/>
              <a:rect r="r" b="b" t="t" l="l"/>
              <a:pathLst>
                <a:path h="942110" w="3325090">
                  <a:moveTo>
                    <a:pt x="0" y="0"/>
                  </a:moveTo>
                  <a:lnTo>
                    <a:pt x="3325090" y="0"/>
                  </a:lnTo>
                  <a:lnTo>
                    <a:pt x="3325090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25090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211"/>
                </a:lnSpc>
              </a:pPr>
              <a:r>
                <a:rPr lang="en-US" sz="3899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ENTRADA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82435" y="1371600"/>
            <a:ext cx="16723130" cy="896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01"/>
              </a:lnSpc>
            </a:pPr>
            <a:r>
              <a:rPr lang="en-US" b="true" sz="7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SEDE BENDITA, Ó SANTÍSSIMA TRINDADE E INDIVISA UNIDADE. NÓS VOS LOUVAMOS, POIS FOI GRANDE PARA NÓS VOSSO AMOR E COMPAIXÃO. </a:t>
            </a:r>
          </a:p>
          <a:p>
            <a:pPr algn="just">
              <a:lnSpc>
                <a:spcPts val="6901"/>
              </a:lnSpc>
            </a:pPr>
          </a:p>
          <a:p>
            <a:pPr algn="just">
              <a:lnSpc>
                <a:spcPts val="6901"/>
              </a:lnSpc>
            </a:pPr>
            <a:r>
              <a:rPr lang="en-US" sz="7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EIS A FORÇA QUE OPONDES AOS MAUS, * REDUZINDO O INIMIGO AO SILÊNCIO. CONTEMPLANDO ESTES CÉUS QUE PLASMASTES * E FORMASTES COM DEDOS DE ARTISTA;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1990" y="665018"/>
            <a:ext cx="2493818" cy="706582"/>
            <a:chOff x="0" y="0"/>
            <a:chExt cx="3325090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25090" cy="942110"/>
            </a:xfrm>
            <a:custGeom>
              <a:avLst/>
              <a:gdLst/>
              <a:ahLst/>
              <a:cxnLst/>
              <a:rect r="r" b="b" t="t" l="l"/>
              <a:pathLst>
                <a:path h="942110" w="3325090">
                  <a:moveTo>
                    <a:pt x="0" y="0"/>
                  </a:moveTo>
                  <a:lnTo>
                    <a:pt x="3325090" y="0"/>
                  </a:lnTo>
                  <a:lnTo>
                    <a:pt x="3325090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25090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211"/>
                </a:lnSpc>
              </a:pPr>
              <a:r>
                <a:rPr lang="en-US" sz="3899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ENTRADA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82435" y="1849182"/>
            <a:ext cx="16723130" cy="809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01"/>
              </a:lnSpc>
            </a:pPr>
            <a:r>
              <a:rPr lang="en-US" b="true" sz="7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SEDE BENDITA, Ó SANTÍSSIMA TRINDADE E INDIVISA UNIDADE. NÓS VOS LOUVAMOS, POIS FOI GRANDE PARA NÓS VOSSO AMOR E COMPAIXÃO. </a:t>
            </a:r>
          </a:p>
          <a:p>
            <a:pPr algn="just">
              <a:lnSpc>
                <a:spcPts val="6901"/>
              </a:lnSpc>
            </a:pPr>
          </a:p>
          <a:p>
            <a:pPr algn="just">
              <a:lnSpc>
                <a:spcPts val="6901"/>
              </a:lnSpc>
            </a:pPr>
            <a:r>
              <a:rPr lang="en-US" sz="7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VENDO A LUA E ESTRELAS BRILHANTES, * 5 PERGUNTAMOS: ‘SENHOR, QUE É O HOMEM, – PARA DELE ASSIM VOS LEMBRARDES * E O TRATARDES COM TANTO CARINHO?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0306050"/>
            <a:chOff x="0" y="0"/>
            <a:chExt cx="24409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1800" y="561108"/>
            <a:ext cx="4208319" cy="706582"/>
            <a:chOff x="0" y="0"/>
            <a:chExt cx="5611092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1092" cy="942110"/>
            </a:xfrm>
            <a:custGeom>
              <a:avLst/>
              <a:gdLst/>
              <a:ahLst/>
              <a:cxnLst/>
              <a:rect r="r" b="b" t="t" l="l"/>
              <a:pathLst>
                <a:path h="942110" w="5611092">
                  <a:moveTo>
                    <a:pt x="0" y="0"/>
                  </a:moveTo>
                  <a:lnTo>
                    <a:pt x="5611092" y="0"/>
                  </a:lnTo>
                  <a:lnTo>
                    <a:pt x="5611092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611092" cy="970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082"/>
                </a:lnSpc>
              </a:pPr>
              <a:r>
                <a:rPr lang="en-US" sz="3779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 PENITENCIAL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49862" y="1258165"/>
            <a:ext cx="16281518" cy="1021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6400" spc="18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SENHOR, QUE VIESTES SALVAR OS CORAÇÕES ARREPENDIDOS, TENDE PIEDADE DE NÓS.</a:t>
            </a:r>
          </a:p>
          <a:p>
            <a:pPr algn="l">
              <a:lnSpc>
                <a:spcPts val="6400"/>
              </a:lnSpc>
            </a:pPr>
            <a:r>
              <a:rPr lang="en-US" b="true" sz="6400" i="true" spc="18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R. KÝRIE, ELÉISON.(2X)</a:t>
            </a:r>
          </a:p>
          <a:p>
            <a:pPr algn="l">
              <a:lnSpc>
                <a:spcPts val="6400"/>
              </a:lnSpc>
            </a:pPr>
          </a:p>
          <a:p>
            <a:pPr algn="l">
              <a:lnSpc>
                <a:spcPts val="6400"/>
              </a:lnSpc>
            </a:pPr>
            <a:r>
              <a:rPr lang="en-US" sz="6400" spc="18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CRISTO, QUE VIESTES CHAMAR OS PECADORES, TENDE PIEDADE DE NÓS.</a:t>
            </a:r>
          </a:p>
          <a:p>
            <a:pPr algn="l">
              <a:lnSpc>
                <a:spcPts val="6400"/>
              </a:lnSpc>
            </a:pPr>
            <a:r>
              <a:rPr lang="en-US" b="true" sz="6400" i="true" spc="18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R. CHRISTE, ELÉISON. (2X)</a:t>
            </a:r>
          </a:p>
          <a:p>
            <a:pPr algn="l">
              <a:lnSpc>
                <a:spcPts val="6400"/>
              </a:lnSpc>
            </a:pPr>
          </a:p>
          <a:p>
            <a:pPr algn="l">
              <a:lnSpc>
                <a:spcPts val="6400"/>
              </a:lnSpc>
            </a:pPr>
            <a:r>
              <a:rPr lang="en-US" sz="6400" spc="18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SENHOR, QUE INTERCEDEIS POR NÓS JUNTO DO PAI, TENDE PIEDADE DE NÓS. </a:t>
            </a:r>
          </a:p>
          <a:p>
            <a:pPr algn="l">
              <a:lnSpc>
                <a:spcPts val="6400"/>
              </a:lnSpc>
            </a:pPr>
            <a:r>
              <a:rPr lang="en-US" b="true" sz="6400" i="true" spc="18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R. KÝRIE, ELÉISON.(2X)</a:t>
            </a:r>
          </a:p>
          <a:p>
            <a:pPr algn="l">
              <a:lnSpc>
                <a:spcPts val="803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0306050"/>
            <a:chOff x="0" y="0"/>
            <a:chExt cx="24409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1990" y="665018"/>
            <a:ext cx="4208319" cy="706582"/>
            <a:chOff x="0" y="0"/>
            <a:chExt cx="5611092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1092" cy="942110"/>
            </a:xfrm>
            <a:custGeom>
              <a:avLst/>
              <a:gdLst/>
              <a:ahLst/>
              <a:cxnLst/>
              <a:rect r="r" b="b" t="t" l="l"/>
              <a:pathLst>
                <a:path h="942110" w="5611092">
                  <a:moveTo>
                    <a:pt x="0" y="0"/>
                  </a:moveTo>
                  <a:lnTo>
                    <a:pt x="5611092" y="0"/>
                  </a:lnTo>
                  <a:lnTo>
                    <a:pt x="5611092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11092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211"/>
                </a:lnSpc>
              </a:pPr>
              <a:r>
                <a:rPr lang="en-US" sz="3899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HINO DE LOUVOR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73430" y="1969772"/>
            <a:ext cx="15341138" cy="10102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68"/>
              </a:lnSpc>
            </a:pPr>
            <a:r>
              <a:rPr lang="en-US" sz="818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GLÓRIA A DEUS NAS ALTURAS (BIS) </a:t>
            </a:r>
          </a:p>
          <a:p>
            <a:pPr algn="just">
              <a:lnSpc>
                <a:spcPts val="7068"/>
              </a:lnSpc>
            </a:pPr>
          </a:p>
          <a:p>
            <a:pPr algn="just">
              <a:lnSpc>
                <a:spcPts val="7068"/>
              </a:lnSpc>
            </a:pPr>
            <a:r>
              <a:rPr lang="en-US" sz="818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 PAZ NA TERRA AOS HOMENS POR ELE AMADOS</a:t>
            </a:r>
          </a:p>
          <a:p>
            <a:pPr algn="just">
              <a:lnSpc>
                <a:spcPts val="7068"/>
              </a:lnSpc>
            </a:pPr>
          </a:p>
          <a:p>
            <a:pPr algn="just">
              <a:lnSpc>
                <a:spcPts val="7068"/>
              </a:lnSpc>
            </a:pPr>
            <a:r>
              <a:rPr lang="en-US" sz="81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SENHOR DEUS, REI DOS CÉUS, DEUS   PAI TODO PODEROSO</a:t>
            </a:r>
          </a:p>
          <a:p>
            <a:pPr algn="just">
              <a:lnSpc>
                <a:spcPts val="7068"/>
              </a:lnSpc>
            </a:pPr>
          </a:p>
          <a:p>
            <a:pPr algn="just">
              <a:lnSpc>
                <a:spcPts val="7068"/>
              </a:lnSpc>
            </a:pPr>
          </a:p>
          <a:p>
            <a:pPr algn="just">
              <a:lnSpc>
                <a:spcPts val="7068"/>
              </a:lnSpc>
            </a:pPr>
          </a:p>
          <a:p>
            <a:pPr algn="just">
              <a:lnSpc>
                <a:spcPts val="706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8413" y="838675"/>
            <a:ext cx="16671174" cy="920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20"/>
              </a:lnSpc>
            </a:pPr>
            <a:r>
              <a:rPr lang="en-US" sz="9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NÓS VOS LOUVAMOS, NÓS VOS BENDIZEMOS</a:t>
            </a:r>
          </a:p>
          <a:p>
            <a:pPr algn="just">
              <a:lnSpc>
                <a:spcPts val="9720"/>
              </a:lnSpc>
            </a:pPr>
            <a:r>
              <a:rPr lang="en-US" sz="9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NÓS VOS ADORAMOS, NÓS VOS GLORIFICAMOS</a:t>
            </a:r>
          </a:p>
          <a:p>
            <a:pPr algn="just">
              <a:lnSpc>
                <a:spcPts val="9720"/>
              </a:lnSpc>
            </a:pPr>
            <a:r>
              <a:rPr lang="en-US" sz="9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NÓS VOS DAMOS GRAÇAS, POR VOSSA IMENSA GLÓRIA. </a:t>
            </a:r>
          </a:p>
          <a:p>
            <a:pPr algn="just">
              <a:lnSpc>
                <a:spcPts val="9720"/>
              </a:lnSpc>
            </a:pPr>
          </a:p>
          <a:p>
            <a:pPr algn="just">
              <a:lnSpc>
                <a:spcPts val="972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8413" y="720264"/>
            <a:ext cx="16671174" cy="798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48"/>
              </a:lnSpc>
            </a:pPr>
            <a:r>
              <a:rPr lang="en-US" sz="9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SENHOR JESUS CRISTO, FILHO UNIGÊNITO</a:t>
            </a:r>
          </a:p>
          <a:p>
            <a:pPr algn="just">
              <a:lnSpc>
                <a:spcPts val="8748"/>
              </a:lnSpc>
            </a:pPr>
            <a:r>
              <a:rPr lang="en-US" sz="9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SENHOR DEUS, CORDEIRO DE DEUS, FILHO DE DEUS PAI</a:t>
            </a:r>
          </a:p>
          <a:p>
            <a:pPr algn="l">
              <a:lnSpc>
                <a:spcPts val="8748"/>
              </a:lnSpc>
            </a:pPr>
            <a:r>
              <a:rPr lang="en-US" sz="9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VÓS QUE TIRAIS O PECADO DO MUNDO, TENDE PIEDADE DE NÓS</a:t>
            </a:r>
          </a:p>
          <a:p>
            <a:pPr algn="l">
              <a:lnSpc>
                <a:spcPts val="8748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8413" y="383424"/>
            <a:ext cx="17242674" cy="997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7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VÓS QUE TIRAIS O PECADO DO MUNDO, </a:t>
            </a:r>
          </a:p>
          <a:p>
            <a:pPr algn="l">
              <a:lnSpc>
                <a:spcPts val="7776"/>
              </a:lnSpc>
            </a:pPr>
            <a:r>
              <a:rPr lang="en-US" sz="7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ACOLHEI A NOSSA SÚPLICA</a:t>
            </a:r>
          </a:p>
          <a:p>
            <a:pPr algn="l">
              <a:lnSpc>
                <a:spcPts val="7776"/>
              </a:lnSpc>
            </a:pPr>
            <a:r>
              <a:rPr lang="en-US" sz="7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VÓS QUE ESTAIS À DIREITA DO PAI, </a:t>
            </a:r>
          </a:p>
          <a:p>
            <a:pPr algn="l">
              <a:lnSpc>
                <a:spcPts val="7776"/>
              </a:lnSpc>
            </a:pPr>
            <a:r>
              <a:rPr lang="en-US" sz="7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TENDE PIEDADE DE NÓS, TENDE PIEDADE DE NÓS</a:t>
            </a:r>
          </a:p>
          <a:p>
            <a:pPr algn="l">
              <a:lnSpc>
                <a:spcPts val="7776"/>
              </a:lnSpc>
            </a:pPr>
          </a:p>
          <a:p>
            <a:pPr algn="l">
              <a:lnSpc>
                <a:spcPts val="7776"/>
              </a:lnSpc>
            </a:pPr>
            <a:r>
              <a:rPr lang="en-US" sz="7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SÓ VÓS SOIS SANTO, SÓ VÓS O SENHOR, SÓ VÓS O ALTÍSSIMO, JESUS CRISTO, COM O ESPÍRITO SANTO NA GLÓRIA DE DEUS PAI. </a:t>
            </a:r>
          </a:p>
          <a:p>
            <a:pPr algn="l">
              <a:lnSpc>
                <a:spcPts val="7776"/>
              </a:lnSpc>
            </a:pPr>
            <a:r>
              <a:rPr lang="en-US" sz="7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AMÉM!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0306050"/>
            <a:chOff x="0" y="0"/>
            <a:chExt cx="24409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1990" y="665018"/>
            <a:ext cx="6057900" cy="706582"/>
            <a:chOff x="0" y="0"/>
            <a:chExt cx="8077200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7200" cy="942110"/>
            </a:xfrm>
            <a:custGeom>
              <a:avLst/>
              <a:gdLst/>
              <a:ahLst/>
              <a:cxnLst/>
              <a:rect r="r" b="b" t="t" l="l"/>
              <a:pathLst>
                <a:path h="94211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077200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SALMO RESPONSORIAL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912572" y="2716688"/>
            <a:ext cx="12462857" cy="514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0"/>
              </a:lnSpc>
            </a:pPr>
            <a:r>
              <a:rPr lang="en-US" b="true" sz="886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Ó</a:t>
            </a:r>
            <a:r>
              <a:rPr lang="en-US" b="true" sz="886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SENHOR NOSSO DEUS, COMO É GRANDE</a:t>
            </a:r>
          </a:p>
          <a:p>
            <a:pPr algn="ctr">
              <a:lnSpc>
                <a:spcPts val="9749"/>
              </a:lnSpc>
            </a:pPr>
            <a:r>
              <a:rPr lang="en-US" b="true" sz="886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VOSSO NOME POR TODO O UNIVERSO!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0306050"/>
            <a:chOff x="0" y="0"/>
            <a:chExt cx="24409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1990" y="768926"/>
            <a:ext cx="6057900" cy="706582"/>
            <a:chOff x="0" y="0"/>
            <a:chExt cx="8077200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7200" cy="942110"/>
            </a:xfrm>
            <a:custGeom>
              <a:avLst/>
              <a:gdLst/>
              <a:ahLst/>
              <a:cxnLst/>
              <a:rect r="r" b="b" t="t" l="l"/>
              <a:pathLst>
                <a:path h="94211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077200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ACLAMAÇÃO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73430" y="2078007"/>
            <a:ext cx="15341138" cy="831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ALELUIA, ALELUIA, ALELUIA, ALELUIA</a:t>
            </a:r>
          </a:p>
          <a:p>
            <a:pPr algn="ctr">
              <a:lnSpc>
                <a:spcPts val="7128"/>
              </a:lnSpc>
            </a:pPr>
          </a:p>
          <a:p>
            <a:pPr algn="ctr">
              <a:lnSpc>
                <a:spcPts val="7128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GLÓRIA AO PAI E AO FILHO E AO ESPÍRITO DIVINO,</a:t>
            </a:r>
          </a:p>
          <a:p>
            <a:pPr algn="ctr">
              <a:lnSpc>
                <a:spcPts val="7128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AO DEUS QUE É, QUE ERA E QUE VEM, </a:t>
            </a:r>
          </a:p>
          <a:p>
            <a:pPr algn="ctr">
              <a:lnSpc>
                <a:spcPts val="7128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PELOS SÉCULOS. AMÉM.</a:t>
            </a:r>
          </a:p>
          <a:p>
            <a:pPr algn="ctr">
              <a:lnSpc>
                <a:spcPts val="7128"/>
              </a:lnSpc>
            </a:pPr>
          </a:p>
          <a:p>
            <a:pPr algn="ctr">
              <a:lnSpc>
                <a:spcPts val="7128"/>
              </a:lnSpc>
            </a:pPr>
            <a:r>
              <a:rPr lang="en-US" sz="6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ALELUIA, ALELUIA, ALELUIA, ALELUIA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0306050"/>
            <a:chOff x="0" y="0"/>
            <a:chExt cx="24409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1119" y="611578"/>
            <a:ext cx="7102791" cy="706582"/>
            <a:chOff x="0" y="0"/>
            <a:chExt cx="9470388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0388" cy="942110"/>
            </a:xfrm>
            <a:custGeom>
              <a:avLst/>
              <a:gdLst/>
              <a:ahLst/>
              <a:cxnLst/>
              <a:rect r="r" b="b" t="t" l="l"/>
              <a:pathLst>
                <a:path h="942110" w="9470388">
                  <a:moveTo>
                    <a:pt x="0" y="0"/>
                  </a:moveTo>
                  <a:lnTo>
                    <a:pt x="9470388" y="0"/>
                  </a:lnTo>
                  <a:lnTo>
                    <a:pt x="9470388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70388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APRESENTAÇÃO DAS OFERENDAS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55038" y="1936739"/>
            <a:ext cx="17016024" cy="7655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35"/>
              </a:lnSpc>
            </a:pPr>
            <a:r>
              <a:rPr lang="en-US" b="true" sz="6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BENDIGAMOS AO PAI E AO FILHO, BENDIGAMOS AO ESPÍRITO SANTO, POIS FOI GRANDE PARA NÓS SEU AMOR E COMPAIXÃO.</a:t>
            </a:r>
          </a:p>
          <a:p>
            <a:pPr algn="just">
              <a:lnSpc>
                <a:spcPts val="7235"/>
              </a:lnSpc>
            </a:pPr>
          </a:p>
          <a:p>
            <a:pPr algn="just">
              <a:lnSpc>
                <a:spcPts val="7667"/>
              </a:lnSpc>
            </a:pPr>
            <a:r>
              <a:rPr lang="en-US" sz="7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1- BENDITO SOIS, SENHOR, NO FIRMAMENTO DOS CÉUS!* SOIS DIGNO DE LOUVOR E DE GLÓRIA ETERNAMENTE!</a:t>
            </a:r>
          </a:p>
          <a:p>
            <a:pPr algn="just">
              <a:lnSpc>
                <a:spcPts val="7235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1119" y="611578"/>
            <a:ext cx="7102791" cy="706582"/>
            <a:chOff x="0" y="0"/>
            <a:chExt cx="9470388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0388" cy="942110"/>
            </a:xfrm>
            <a:custGeom>
              <a:avLst/>
              <a:gdLst/>
              <a:ahLst/>
              <a:cxnLst/>
              <a:rect r="r" b="b" t="t" l="l"/>
              <a:pathLst>
                <a:path h="942110" w="9470388">
                  <a:moveTo>
                    <a:pt x="0" y="0"/>
                  </a:moveTo>
                  <a:lnTo>
                    <a:pt x="9470388" y="0"/>
                  </a:lnTo>
                  <a:lnTo>
                    <a:pt x="9470388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70388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APRESENTAÇÃO DAS OFERENDAS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1120" y="1800525"/>
            <a:ext cx="17016024" cy="794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67"/>
              </a:lnSpc>
            </a:pPr>
            <a:r>
              <a:rPr lang="en-US" b="true" sz="70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BENDIGAMOS AO PAI E AO FILHO, BENDIGAMOS AO ESPÍRITO SANTO, POIS FOI GRANDE PARA NÓS SEU AMOR E COMPAIXÃO.</a:t>
            </a:r>
          </a:p>
          <a:p>
            <a:pPr algn="just">
              <a:lnSpc>
                <a:spcPts val="7667"/>
              </a:lnSpc>
            </a:pPr>
          </a:p>
          <a:p>
            <a:pPr algn="just">
              <a:lnSpc>
                <a:spcPts val="7667"/>
              </a:lnSpc>
            </a:pPr>
            <a:r>
              <a:rPr lang="en-US" sz="7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2- OBRAS DO SENHOR, BENDIZEI O SENHOR,* LOUVAI-O E EXALTAI-O PELOS SÉCULOS SEM FIM!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1119" y="611578"/>
            <a:ext cx="7102791" cy="706582"/>
            <a:chOff x="0" y="0"/>
            <a:chExt cx="9470388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0388" cy="942110"/>
            </a:xfrm>
            <a:custGeom>
              <a:avLst/>
              <a:gdLst/>
              <a:ahLst/>
              <a:cxnLst/>
              <a:rect r="r" b="b" t="t" l="l"/>
              <a:pathLst>
                <a:path h="942110" w="9470388">
                  <a:moveTo>
                    <a:pt x="0" y="0"/>
                  </a:moveTo>
                  <a:lnTo>
                    <a:pt x="9470388" y="0"/>
                  </a:lnTo>
                  <a:lnTo>
                    <a:pt x="9470388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70388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APRESENTAÇÃO DAS OFERENDAS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5988" y="1613635"/>
            <a:ext cx="17016024" cy="849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43"/>
              </a:lnSpc>
            </a:pPr>
            <a:r>
              <a:rPr lang="en-US" b="true" sz="67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BENDIGAMOS</a:t>
            </a:r>
            <a:r>
              <a:rPr lang="en-US" b="true" sz="67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AO PAI E AO FILHO, BENDIGAMOS AO ESPÍRITO SANTO, POIS FOI GRANDE PARA NÓS SEU AMOR E COMPAIXÃO.</a:t>
            </a:r>
          </a:p>
          <a:p>
            <a:pPr algn="just">
              <a:lnSpc>
                <a:spcPts val="7343"/>
              </a:lnSpc>
            </a:pPr>
          </a:p>
          <a:p>
            <a:pPr algn="just">
              <a:lnSpc>
                <a:spcPts val="7343"/>
              </a:lnSpc>
            </a:pPr>
            <a:r>
              <a:rPr lang="en-US" sz="6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3- CÉUS DO SENHOR, BENDIZEI O SENHOR! ANJOS DO SENHOR, BENDIZEI O SENHOR!</a:t>
            </a:r>
          </a:p>
          <a:p>
            <a:pPr algn="just">
              <a:lnSpc>
                <a:spcPts val="7343"/>
              </a:lnSpc>
            </a:pPr>
            <a:r>
              <a:rPr lang="en-US" sz="6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SACERDOTES DO SENHOR, BENDIZEI O SENHOR!* SERVOS DO SENHOR, BENDIZEI O SENHOR!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1119" y="611578"/>
            <a:ext cx="7102791" cy="706582"/>
            <a:chOff x="0" y="0"/>
            <a:chExt cx="9470388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0388" cy="942110"/>
            </a:xfrm>
            <a:custGeom>
              <a:avLst/>
              <a:gdLst/>
              <a:ahLst/>
              <a:cxnLst/>
              <a:rect r="r" b="b" t="t" l="l"/>
              <a:pathLst>
                <a:path h="942110" w="9470388">
                  <a:moveTo>
                    <a:pt x="0" y="0"/>
                  </a:moveTo>
                  <a:lnTo>
                    <a:pt x="9470388" y="0"/>
                  </a:lnTo>
                  <a:lnTo>
                    <a:pt x="9470388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70388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APRESENTAÇÃO DAS OFERENDAS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5988" y="1461608"/>
            <a:ext cx="17016024" cy="849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43"/>
              </a:lnSpc>
            </a:pPr>
            <a:r>
              <a:rPr lang="en-US" b="true" sz="67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BENDIGAMOS AO PAI E AO FILHO, BENDIGAMOS AO ESPÍRITO SANTO, POIS FOI GRANDE PARA NÓS SEU AMOR E COMPAIXÃO.</a:t>
            </a:r>
          </a:p>
          <a:p>
            <a:pPr algn="just">
              <a:lnSpc>
                <a:spcPts val="7343"/>
              </a:lnSpc>
            </a:pPr>
            <a:r>
              <a:rPr lang="en-US" sz="6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just">
              <a:lnSpc>
                <a:spcPts val="7343"/>
              </a:lnSpc>
            </a:pPr>
            <a:r>
              <a:rPr lang="en-US" sz="6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4- ALMAS DOS JUSTOS, BENDIZEI O SENHOR!*  SANTOS E HUMILDES, BENDIZEI O SENHOR!  AO PAI E AO FILHO E AO ESPÍRITO SANTO * LOUVEMOS E EXALTEMOS PELOS SÉCULOS SEM FIM!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0306050"/>
            <a:chOff x="0" y="0"/>
            <a:chExt cx="24409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1990" y="644235"/>
            <a:ext cx="5455227" cy="706582"/>
            <a:chOff x="0" y="0"/>
            <a:chExt cx="7273636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73636" cy="942110"/>
            </a:xfrm>
            <a:custGeom>
              <a:avLst/>
              <a:gdLst/>
              <a:ahLst/>
              <a:cxnLst/>
              <a:rect r="r" b="b" t="t" l="l"/>
              <a:pathLst>
                <a:path h="942110" w="7273636">
                  <a:moveTo>
                    <a:pt x="0" y="0"/>
                  </a:moveTo>
                  <a:lnTo>
                    <a:pt x="7273636" y="0"/>
                  </a:lnTo>
                  <a:lnTo>
                    <a:pt x="7273636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73636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SANTO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63771" y="1132115"/>
            <a:ext cx="16760457" cy="1086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68"/>
              </a:lnSpc>
            </a:pPr>
            <a:r>
              <a:rPr lang="en-US" sz="7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SANTO, SANTO, SANTO! SENHOR DEUS DO UNIVERSO.</a:t>
            </a:r>
          </a:p>
          <a:p>
            <a:pPr algn="just">
              <a:lnSpc>
                <a:spcPts val="7668"/>
              </a:lnSpc>
            </a:pPr>
            <a:r>
              <a:rPr lang="en-US" sz="7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CÉU E A TERRA PROCLAMAM, VOSSA GLÓRIA!</a:t>
            </a:r>
          </a:p>
          <a:p>
            <a:pPr algn="just">
              <a:lnSpc>
                <a:spcPts val="7668"/>
              </a:lnSpc>
            </a:pPr>
            <a:r>
              <a:rPr lang="en-US" sz="7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HOSANA NAS ALTURAS!  HOSANA NAS ALTURAS! </a:t>
            </a:r>
          </a:p>
          <a:p>
            <a:pPr algn="just">
              <a:lnSpc>
                <a:spcPts val="7668"/>
              </a:lnSpc>
            </a:pPr>
            <a:r>
              <a:rPr lang="en-US" sz="7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BENDITO O QUE VEM, EM NOME DO SENHOR (BIS)</a:t>
            </a:r>
          </a:p>
          <a:p>
            <a:pPr algn="just">
              <a:lnSpc>
                <a:spcPts val="7668"/>
              </a:lnSpc>
            </a:pPr>
            <a:r>
              <a:rPr lang="en-US" sz="7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HOSANA, HOSANA NAS ALTURAS! </a:t>
            </a:r>
          </a:p>
          <a:p>
            <a:pPr algn="just">
              <a:lnSpc>
                <a:spcPts val="7668"/>
              </a:lnSpc>
            </a:pPr>
          </a:p>
          <a:p>
            <a:pPr algn="just">
              <a:lnSpc>
                <a:spcPts val="7668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0306050"/>
            <a:chOff x="0" y="0"/>
            <a:chExt cx="24409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8318" y="457198"/>
            <a:ext cx="5455227" cy="706582"/>
            <a:chOff x="0" y="0"/>
            <a:chExt cx="7273636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73636" cy="942110"/>
            </a:xfrm>
            <a:custGeom>
              <a:avLst/>
              <a:gdLst/>
              <a:ahLst/>
              <a:cxnLst/>
              <a:rect r="r" b="b" t="t" l="l"/>
              <a:pathLst>
                <a:path h="942110" w="7273636">
                  <a:moveTo>
                    <a:pt x="0" y="0"/>
                  </a:moveTo>
                  <a:lnTo>
                    <a:pt x="7273636" y="0"/>
                  </a:lnTo>
                  <a:lnTo>
                    <a:pt x="7273636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73636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COMUNHÃO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010708"/>
            <a:ext cx="16208658" cy="7829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68"/>
              </a:lnSpc>
            </a:pPr>
            <a:r>
              <a:rPr lang="en-US" b="true" sz="7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LOUVAI O SENHOR DEUS NOS ALTOS CÉUS! </a:t>
            </a:r>
          </a:p>
          <a:p>
            <a:pPr algn="just">
              <a:lnSpc>
                <a:spcPts val="7668"/>
              </a:lnSpc>
            </a:pPr>
          </a:p>
          <a:p>
            <a:pPr algn="just">
              <a:lnSpc>
                <a:spcPts val="7668"/>
              </a:lnSpc>
            </a:pPr>
            <a:r>
              <a:rPr lang="en-US" sz="7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 BENDITO SEJAIS VÓS, Ó SENHOR DEUS, SENHOR DEUS DE ISRAEL, O NOSSO PAI, DESDE SEMPRE E POR TODA A ETERNIDADE!</a:t>
            </a:r>
          </a:p>
          <a:p>
            <a:pPr algn="just">
              <a:lnSpc>
                <a:spcPts val="7235"/>
              </a:lnSpc>
            </a:pPr>
          </a:p>
          <a:p>
            <a:pPr algn="just">
              <a:lnSpc>
                <a:spcPts val="7235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8318" y="457198"/>
            <a:ext cx="5455227" cy="706582"/>
            <a:chOff x="0" y="0"/>
            <a:chExt cx="7273636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73636" cy="942110"/>
            </a:xfrm>
            <a:custGeom>
              <a:avLst/>
              <a:gdLst/>
              <a:ahLst/>
              <a:cxnLst/>
              <a:rect r="r" b="b" t="t" l="l"/>
              <a:pathLst>
                <a:path h="942110" w="7273636">
                  <a:moveTo>
                    <a:pt x="0" y="0"/>
                  </a:moveTo>
                  <a:lnTo>
                    <a:pt x="7273636" y="0"/>
                  </a:lnTo>
                  <a:lnTo>
                    <a:pt x="7273636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73636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COMUNHÃO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39757" y="1526082"/>
            <a:ext cx="16208658" cy="600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68"/>
              </a:lnSpc>
            </a:pPr>
            <a:r>
              <a:rPr lang="en-US" b="true" sz="7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LOUVAI O SENHOR DEUS NOS ALTOS CÉUS! </a:t>
            </a:r>
          </a:p>
          <a:p>
            <a:pPr algn="just">
              <a:lnSpc>
                <a:spcPts val="7668"/>
              </a:lnSpc>
            </a:pPr>
          </a:p>
          <a:p>
            <a:pPr algn="just">
              <a:lnSpc>
                <a:spcPts val="7668"/>
              </a:lnSpc>
            </a:pPr>
            <a:r>
              <a:rPr lang="en-US" sz="7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VÓS, SENHOR, TAMBÉM PERTENCE A REALEZA, POIS SOBRE A TERRA, COMO REI, VOS ELEVAIS!  TODA GLÓRIA E RIQUEZA VÊM DE VÓS!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8318" y="457198"/>
            <a:ext cx="5455227" cy="706582"/>
            <a:chOff x="0" y="0"/>
            <a:chExt cx="7273636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73636" cy="942110"/>
            </a:xfrm>
            <a:custGeom>
              <a:avLst/>
              <a:gdLst/>
              <a:ahLst/>
              <a:cxnLst/>
              <a:rect r="r" b="b" t="t" l="l"/>
              <a:pathLst>
                <a:path h="942110" w="7273636">
                  <a:moveTo>
                    <a:pt x="0" y="0"/>
                  </a:moveTo>
                  <a:lnTo>
                    <a:pt x="7273636" y="0"/>
                  </a:lnTo>
                  <a:lnTo>
                    <a:pt x="7273636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73636" cy="980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COMUNHÃO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39757" y="1526082"/>
            <a:ext cx="16208658" cy="600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68"/>
              </a:lnSpc>
            </a:pPr>
            <a:r>
              <a:rPr lang="en-US" b="true" sz="7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LOUVAI O SENHOR DEUS NOS ALTOS CÉUS! </a:t>
            </a:r>
          </a:p>
          <a:p>
            <a:pPr algn="just">
              <a:lnSpc>
                <a:spcPts val="7668"/>
              </a:lnSpc>
            </a:pPr>
          </a:p>
          <a:p>
            <a:pPr algn="just">
              <a:lnSpc>
                <a:spcPts val="7668"/>
              </a:lnSpc>
            </a:pPr>
            <a:r>
              <a:rPr lang="en-US" sz="7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SOIS O SENHOR E DOMINAIS O UNIVERSO, EM VOSSA MÃO SE ENCONTRA A FORÇA E O PODER, EM VOSSA MÃO TUDO SE AFIRMA E TUDO CRESCE!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8318" y="457198"/>
            <a:ext cx="5455227" cy="706582"/>
            <a:chOff x="0" y="0"/>
            <a:chExt cx="7273636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73636" cy="942110"/>
            </a:xfrm>
            <a:custGeom>
              <a:avLst/>
              <a:gdLst/>
              <a:ahLst/>
              <a:cxnLst/>
              <a:rect r="r" b="b" t="t" l="l"/>
              <a:pathLst>
                <a:path h="942110" w="7273636">
                  <a:moveTo>
                    <a:pt x="0" y="0"/>
                  </a:moveTo>
                  <a:lnTo>
                    <a:pt x="7273636" y="0"/>
                  </a:lnTo>
                  <a:lnTo>
                    <a:pt x="7273636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273636" cy="970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082"/>
                </a:lnSpc>
              </a:pPr>
              <a:r>
                <a:rPr lang="en-US" sz="3779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COMUNHÃO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34352" y="2010982"/>
            <a:ext cx="16208658" cy="562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34"/>
              </a:lnSpc>
            </a:pPr>
            <a:r>
              <a:rPr lang="en-US" b="true" sz="7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LOUVAI O SENHOR DEUS NOS ALTOS CÉUS! </a:t>
            </a:r>
          </a:p>
          <a:p>
            <a:pPr algn="just">
              <a:lnSpc>
                <a:spcPts val="6134"/>
              </a:lnSpc>
            </a:pPr>
          </a:p>
          <a:p>
            <a:pPr algn="just">
              <a:lnSpc>
                <a:spcPts val="7810"/>
              </a:lnSpc>
            </a:pPr>
            <a:r>
              <a:rPr lang="en-US" sz="7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AGORA, POIS, Ó NOSSO DEUS, EIS-NOS AQUI! E, AGRADECIDOS, NÓS QUEREMOS VOS LOUVAR * E CELEBRAR O VOSSO NOME GLORIOSO!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0306050"/>
            <a:chOff x="0" y="0"/>
            <a:chExt cx="24409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9784" y="323601"/>
            <a:ext cx="5330536" cy="706582"/>
            <a:chOff x="0" y="0"/>
            <a:chExt cx="7107382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07382" cy="942110"/>
            </a:xfrm>
            <a:custGeom>
              <a:avLst/>
              <a:gdLst/>
              <a:ahLst/>
              <a:cxnLst/>
              <a:rect r="r" b="b" t="t" l="l"/>
              <a:pathLst>
                <a:path h="942110" w="7107382">
                  <a:moveTo>
                    <a:pt x="0" y="0"/>
                  </a:moveTo>
                  <a:lnTo>
                    <a:pt x="7107382" y="0"/>
                  </a:lnTo>
                  <a:lnTo>
                    <a:pt x="7107382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107382" cy="970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082"/>
                </a:lnSpc>
              </a:pPr>
              <a:r>
                <a:rPr lang="en-US" sz="3779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1224" y="1161627"/>
            <a:ext cx="17656803" cy="778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9"/>
              </a:lnSpc>
            </a:pPr>
            <a:r>
              <a:rPr lang="en-US" sz="767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CHAMA VIVA DA MINHA ESPERANÇA,</a:t>
            </a:r>
          </a:p>
          <a:p>
            <a:pPr algn="l">
              <a:lnSpc>
                <a:spcPts val="6629"/>
              </a:lnSpc>
            </a:pPr>
            <a:r>
              <a:rPr lang="en-US" sz="767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ESTE CANTO SUBA PARA TI!</a:t>
            </a:r>
          </a:p>
          <a:p>
            <a:pPr algn="l">
              <a:lnSpc>
                <a:spcPts val="6629"/>
              </a:lnSpc>
            </a:pPr>
            <a:r>
              <a:rPr lang="en-US" sz="767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SEIO ETERNO DE INFINITA VIDA,</a:t>
            </a:r>
          </a:p>
          <a:p>
            <a:pPr algn="l">
              <a:lnSpc>
                <a:spcPts val="6629"/>
              </a:lnSpc>
            </a:pPr>
            <a:r>
              <a:rPr lang="en-US" sz="767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CAMINHO EU CONFIO EM TI! (BIS)</a:t>
            </a:r>
          </a:p>
          <a:p>
            <a:pPr algn="l">
              <a:lnSpc>
                <a:spcPts val="6629"/>
              </a:lnSpc>
            </a:pPr>
          </a:p>
          <a:p>
            <a:pPr algn="l">
              <a:lnSpc>
                <a:spcPts val="6629"/>
              </a:lnSpc>
            </a:pPr>
            <a:r>
              <a:rPr lang="en-US" sz="76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TODA A LÍNGUA, POVO E NAÇÃO</a:t>
            </a:r>
          </a:p>
          <a:p>
            <a:pPr algn="l">
              <a:lnSpc>
                <a:spcPts val="6629"/>
              </a:lnSpc>
            </a:pPr>
            <a:r>
              <a:rPr lang="en-US" sz="76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TUA LUZ ENCONTRA NA PALAVRA.</a:t>
            </a:r>
          </a:p>
          <a:p>
            <a:pPr algn="l">
              <a:lnSpc>
                <a:spcPts val="6629"/>
              </a:lnSpc>
            </a:pPr>
            <a:r>
              <a:rPr lang="en-US" sz="76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OS TEUS FILHOS, FRÁGEIS E DISPERSOS</a:t>
            </a:r>
          </a:p>
          <a:p>
            <a:pPr algn="l">
              <a:lnSpc>
                <a:spcPts val="6629"/>
              </a:lnSpc>
            </a:pPr>
            <a:r>
              <a:rPr lang="en-US" sz="76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REÚNEM NO TEU FILHO AMADO.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9784" y="323601"/>
            <a:ext cx="5330536" cy="706582"/>
            <a:chOff x="0" y="0"/>
            <a:chExt cx="7107382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07382" cy="942110"/>
            </a:xfrm>
            <a:custGeom>
              <a:avLst/>
              <a:gdLst/>
              <a:ahLst/>
              <a:cxnLst/>
              <a:rect r="r" b="b" t="t" l="l"/>
              <a:pathLst>
                <a:path h="942110" w="7107382">
                  <a:moveTo>
                    <a:pt x="0" y="0"/>
                  </a:moveTo>
                  <a:lnTo>
                    <a:pt x="7107382" y="0"/>
                  </a:lnTo>
                  <a:lnTo>
                    <a:pt x="7107382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107382" cy="970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082"/>
                </a:lnSpc>
              </a:pPr>
              <a:r>
                <a:rPr lang="en-US" sz="3779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1224" y="1161627"/>
            <a:ext cx="17656803" cy="933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9"/>
              </a:lnSpc>
            </a:pPr>
            <a:r>
              <a:rPr lang="en-US" sz="767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CHAMA VIVA DA MINHA ESPERANÇA,</a:t>
            </a:r>
          </a:p>
          <a:p>
            <a:pPr algn="l">
              <a:lnSpc>
                <a:spcPts val="6629"/>
              </a:lnSpc>
            </a:pPr>
            <a:r>
              <a:rPr lang="en-US" sz="767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ESTE CANTO SUBA PARA TI!</a:t>
            </a:r>
          </a:p>
          <a:p>
            <a:pPr algn="l">
              <a:lnSpc>
                <a:spcPts val="6629"/>
              </a:lnSpc>
            </a:pPr>
            <a:r>
              <a:rPr lang="en-US" sz="767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SEIO ETERNO DE INFINITA VIDA,</a:t>
            </a:r>
          </a:p>
          <a:p>
            <a:pPr algn="l">
              <a:lnSpc>
                <a:spcPts val="6629"/>
              </a:lnSpc>
            </a:pPr>
            <a:r>
              <a:rPr lang="en-US" sz="767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CAMINHO EU CONFIO EM TI! (BIS)</a:t>
            </a:r>
          </a:p>
          <a:p>
            <a:pPr algn="l">
              <a:lnSpc>
                <a:spcPts val="6629"/>
              </a:lnSpc>
            </a:pPr>
          </a:p>
          <a:p>
            <a:pPr algn="l">
              <a:lnSpc>
                <a:spcPts val="6629"/>
              </a:lnSpc>
            </a:pPr>
            <a:r>
              <a:rPr lang="en-US" sz="76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DEUS NOS OLHA, TERNO E PACIENTE:</a:t>
            </a:r>
          </a:p>
          <a:p>
            <a:pPr algn="l">
              <a:lnSpc>
                <a:spcPts val="6629"/>
              </a:lnSpc>
            </a:pPr>
            <a:r>
              <a:rPr lang="en-US" sz="76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NASCE A AURORA DE UM FUTURO NOVO.</a:t>
            </a:r>
          </a:p>
          <a:p>
            <a:pPr algn="l">
              <a:lnSpc>
                <a:spcPts val="6629"/>
              </a:lnSpc>
            </a:pPr>
            <a:r>
              <a:rPr lang="en-US" sz="76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NOVOS CÉUS, TERRA FEITA NOVA:</a:t>
            </a:r>
          </a:p>
          <a:p>
            <a:pPr algn="l">
              <a:lnSpc>
                <a:spcPts val="6629"/>
              </a:lnSpc>
            </a:pPr>
            <a:r>
              <a:rPr lang="en-US" sz="76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PASSA OS MUROS, ‘SPIRITO DE VIDA.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9784" y="323601"/>
            <a:ext cx="5330536" cy="706582"/>
            <a:chOff x="0" y="0"/>
            <a:chExt cx="7107382" cy="94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07382" cy="942110"/>
            </a:xfrm>
            <a:custGeom>
              <a:avLst/>
              <a:gdLst/>
              <a:ahLst/>
              <a:cxnLst/>
              <a:rect r="r" b="b" t="t" l="l"/>
              <a:pathLst>
                <a:path h="942110" w="7107382">
                  <a:moveTo>
                    <a:pt x="0" y="0"/>
                  </a:moveTo>
                  <a:lnTo>
                    <a:pt x="7107382" y="0"/>
                  </a:lnTo>
                  <a:lnTo>
                    <a:pt x="7107382" y="942110"/>
                  </a:lnTo>
                  <a:lnTo>
                    <a:pt x="0" y="942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107382" cy="9706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082"/>
                </a:lnSpc>
              </a:pPr>
              <a:r>
                <a:rPr lang="en-US" sz="3779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1224" y="1152102"/>
            <a:ext cx="17656803" cy="933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7"/>
              </a:lnSpc>
            </a:pPr>
            <a:r>
              <a:rPr lang="en-US" sz="693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CHAMA VIVA DA MINHA ESPERANÇA,</a:t>
            </a:r>
          </a:p>
          <a:p>
            <a:pPr algn="l">
              <a:lnSpc>
                <a:spcPts val="5987"/>
              </a:lnSpc>
            </a:pPr>
            <a:r>
              <a:rPr lang="en-US" sz="693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ESTE CANTO SUBA PARA TI!</a:t>
            </a:r>
          </a:p>
          <a:p>
            <a:pPr algn="l">
              <a:lnSpc>
                <a:spcPts val="5987"/>
              </a:lnSpc>
            </a:pPr>
            <a:r>
              <a:rPr lang="en-US" sz="693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SEIO ETERNO DE INFINITA VIDA,</a:t>
            </a:r>
          </a:p>
          <a:p>
            <a:pPr algn="l">
              <a:lnSpc>
                <a:spcPts val="5987"/>
              </a:lnSpc>
            </a:pPr>
            <a:r>
              <a:rPr lang="en-US" sz="693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CAMINHO EU CONFIO EM TI! (BIS)</a:t>
            </a:r>
          </a:p>
          <a:p>
            <a:pPr algn="l">
              <a:lnSpc>
                <a:spcPts val="5987"/>
              </a:lnSpc>
            </a:pPr>
          </a:p>
          <a:p>
            <a:pPr algn="l">
              <a:lnSpc>
                <a:spcPts val="5987"/>
              </a:lnSpc>
            </a:pPr>
            <a:r>
              <a:rPr lang="en-US" sz="69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ERGUE OS OLHOS, MOVE-TE COM O VENTO,</a:t>
            </a:r>
          </a:p>
          <a:p>
            <a:pPr algn="l">
              <a:lnSpc>
                <a:spcPts val="5987"/>
              </a:lnSpc>
            </a:pPr>
            <a:r>
              <a:rPr lang="en-US" sz="69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NÃO TE ATRASES: CHEGA DEUS, NO TEMPO.</a:t>
            </a:r>
          </a:p>
          <a:p>
            <a:pPr algn="l">
              <a:lnSpc>
                <a:spcPts val="5987"/>
              </a:lnSpc>
            </a:pPr>
            <a:r>
              <a:rPr lang="en-US" sz="69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JESUS CRISTO POR TI SE FEZ HOMEM:</a:t>
            </a:r>
          </a:p>
          <a:p>
            <a:pPr algn="l">
              <a:lnSpc>
                <a:spcPts val="5987"/>
              </a:lnSpc>
            </a:pPr>
            <a:r>
              <a:rPr lang="en-US" sz="69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AOS MILHARES SEGUEM O CAMINHO.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DAGp3BQY03s</dc:identifier>
  <dcterms:modified xsi:type="dcterms:W3CDTF">2011-08-01T06:04:30Z</dcterms:modified>
  <cp:revision>1</cp:revision>
  <dc:title>CANTOS CRISMA editado.pptx</dc:title>
</cp:coreProperties>
</file>