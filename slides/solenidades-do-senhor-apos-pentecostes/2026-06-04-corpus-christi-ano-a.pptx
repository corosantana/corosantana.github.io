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33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30" r:id="rId14"/>
    <p:sldId id="259" r:id="rId15"/>
    <p:sldId id="279" r:id="rId16"/>
    <p:sldId id="354" r:id="rId17"/>
    <p:sldId id="353" r:id="rId18"/>
    <p:sldId id="331" r:id="rId19"/>
    <p:sldId id="262" r:id="rId20"/>
    <p:sldId id="263" r:id="rId21"/>
    <p:sldId id="283" r:id="rId22"/>
    <p:sldId id="264" r:id="rId23"/>
    <p:sldId id="265" r:id="rId24"/>
    <p:sldId id="290" r:id="rId25"/>
    <p:sldId id="267" r:id="rId26"/>
    <p:sldId id="362" r:id="rId27"/>
    <p:sldId id="363" r:id="rId28"/>
    <p:sldId id="364" r:id="rId29"/>
    <p:sldId id="365" r:id="rId30"/>
    <p:sldId id="366" r:id="rId31"/>
    <p:sldId id="368" r:id="rId32"/>
    <p:sldId id="369" r:id="rId33"/>
    <p:sldId id="370" r:id="rId34"/>
    <p:sldId id="371" r:id="rId35"/>
    <p:sldId id="360" r:id="rId36"/>
    <p:sldId id="361" r:id="rId37"/>
    <p:sldId id="323" r:id="rId38"/>
    <p:sldId id="269" r:id="rId39"/>
    <p:sldId id="358" r:id="rId40"/>
    <p:sldId id="389" r:id="rId41"/>
    <p:sldId id="390" r:id="rId42"/>
    <p:sldId id="391" r:id="rId43"/>
    <p:sldId id="392" r:id="rId44"/>
    <p:sldId id="393" r:id="rId45"/>
    <p:sldId id="394" r:id="rId46"/>
    <p:sldId id="271" r:id="rId47"/>
    <p:sldId id="272" r:id="rId48"/>
    <p:sldId id="273" r:id="rId49"/>
    <p:sldId id="286" r:id="rId50"/>
    <p:sldId id="275" r:id="rId51"/>
    <p:sldId id="310" r:id="rId52"/>
    <p:sldId id="395" r:id="rId53"/>
    <p:sldId id="396" r:id="rId54"/>
    <p:sldId id="397" r:id="rId55"/>
    <p:sldId id="398" r:id="rId56"/>
    <p:sldId id="302" r:id="rId57"/>
    <p:sldId id="400" r:id="rId58"/>
    <p:sldId id="401" r:id="rId59"/>
    <p:sldId id="402" r:id="rId60"/>
    <p:sldId id="403" r:id="rId61"/>
    <p:sldId id="399" r:id="rId62"/>
    <p:sldId id="324" r:id="rId63"/>
    <p:sldId id="385" r:id="rId64"/>
    <p:sldId id="386" r:id="rId65"/>
    <p:sldId id="387" r:id="rId66"/>
    <p:sldId id="388" r:id="rId67"/>
    <p:sldId id="383" r:id="rId68"/>
    <p:sldId id="384" r:id="rId69"/>
    <p:sldId id="325" r:id="rId70"/>
    <p:sldId id="327" r:id="rId71"/>
    <p:sldId id="328" r:id="rId7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EB0FD460-EB63-4A49-A95A-1C3A469AB2E7}"/>
    <pc:docChg chg="undo custSel addSld delSld modSld sldOrd">
      <pc:chgData name="anaclaracosta116@gmail.com" userId="a793634777582c92" providerId="LiveId" clId="{EB0FD460-EB63-4A49-A95A-1C3A469AB2E7}" dt="2023-06-03T19:31:54.031" v="131" actId="27636"/>
      <pc:docMkLst>
        <pc:docMk/>
      </pc:docMkLst>
      <pc:sldChg chg="modSp mod">
        <pc:chgData name="anaclaracosta116@gmail.com" userId="a793634777582c92" providerId="LiveId" clId="{EB0FD460-EB63-4A49-A95A-1C3A469AB2E7}" dt="2023-06-03T19:11:54.663" v="2" actId="113"/>
        <pc:sldMkLst>
          <pc:docMk/>
          <pc:sldMk cId="2451993942" sldId="278"/>
        </pc:sldMkLst>
        <pc:spChg chg="mod">
          <ac:chgData name="anaclaracosta116@gmail.com" userId="a793634777582c92" providerId="LiveId" clId="{EB0FD460-EB63-4A49-A95A-1C3A469AB2E7}" dt="2023-06-03T19:11:54.663" v="2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addSp delSp mod">
        <pc:chgData name="anaclaracosta116@gmail.com" userId="a793634777582c92" providerId="LiveId" clId="{EB0FD460-EB63-4A49-A95A-1C3A469AB2E7}" dt="2023-06-03T19:16:34.403" v="10" actId="22"/>
        <pc:sldMkLst>
          <pc:docMk/>
          <pc:sldMk cId="887139133" sldId="287"/>
        </pc:sldMkLst>
        <pc:spChg chg="add del">
          <ac:chgData name="anaclaracosta116@gmail.com" userId="a793634777582c92" providerId="LiveId" clId="{EB0FD460-EB63-4A49-A95A-1C3A469AB2E7}" dt="2023-06-03T19:16:34.403" v="10" actId="22"/>
          <ac:spMkLst>
            <pc:docMk/>
            <pc:sldMk cId="887139133" sldId="287"/>
            <ac:spMk id="5" creationId="{852B53DF-F299-8F35-6567-2061A36CA6EF}"/>
          </ac:spMkLst>
        </pc:spChg>
      </pc:sldChg>
      <pc:sldChg chg="ord">
        <pc:chgData name="anaclaracosta116@gmail.com" userId="a793634777582c92" providerId="LiveId" clId="{EB0FD460-EB63-4A49-A95A-1C3A469AB2E7}" dt="2023-06-03T19:16:45.565" v="16"/>
        <pc:sldMkLst>
          <pc:docMk/>
          <pc:sldMk cId="2729646799" sldId="302"/>
        </pc:sldMkLst>
      </pc:sldChg>
      <pc:sldChg chg="modSp mod">
        <pc:chgData name="anaclaracosta116@gmail.com" userId="a793634777582c92" providerId="LiveId" clId="{EB0FD460-EB63-4A49-A95A-1C3A469AB2E7}" dt="2023-06-03T19:15:29.917" v="5" actId="113"/>
        <pc:sldMkLst>
          <pc:docMk/>
          <pc:sldMk cId="3765462785" sldId="304"/>
        </pc:sldMkLst>
        <pc:spChg chg="mod">
          <ac:chgData name="anaclaracosta116@gmail.com" userId="a793634777582c92" providerId="LiveId" clId="{EB0FD460-EB63-4A49-A95A-1C3A469AB2E7}" dt="2023-06-03T19:15:29.917" v="5" actId="113"/>
          <ac:spMkLst>
            <pc:docMk/>
            <pc:sldMk cId="3765462785" sldId="30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B0FD460-EB63-4A49-A95A-1C3A469AB2E7}" dt="2023-06-03T19:19:32.547" v="24" actId="2696"/>
        <pc:sldMkLst>
          <pc:docMk/>
          <pc:sldMk cId="3361783429" sldId="312"/>
        </pc:sldMkLst>
      </pc:sldChg>
      <pc:sldChg chg="del">
        <pc:chgData name="anaclaracosta116@gmail.com" userId="a793634777582c92" providerId="LiveId" clId="{EB0FD460-EB63-4A49-A95A-1C3A469AB2E7}" dt="2023-06-03T19:19:28.504" v="23" actId="2696"/>
        <pc:sldMkLst>
          <pc:docMk/>
          <pc:sldMk cId="1398549785" sldId="313"/>
        </pc:sldMkLst>
      </pc:sldChg>
      <pc:sldChg chg="modSp add mod">
        <pc:chgData name="anaclaracosta116@gmail.com" userId="a793634777582c92" providerId="LiveId" clId="{EB0FD460-EB63-4A49-A95A-1C3A469AB2E7}" dt="2023-06-03T19:16:10.529" v="8" actId="113"/>
        <pc:sldMkLst>
          <pc:docMk/>
          <pc:sldMk cId="1681448279" sldId="314"/>
        </pc:sldMkLst>
        <pc:spChg chg="mod">
          <ac:chgData name="anaclaracosta116@gmail.com" userId="a793634777582c92" providerId="LiveId" clId="{EB0FD460-EB63-4A49-A95A-1C3A469AB2E7}" dt="2023-06-03T19:16:10.529" v="8" actId="113"/>
          <ac:spMkLst>
            <pc:docMk/>
            <pc:sldMk cId="1681448279" sldId="31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05.164" v="57" actId="20577"/>
        <pc:sldMkLst>
          <pc:docMk/>
          <pc:sldMk cId="3382839209" sldId="315"/>
        </pc:sldMkLst>
        <pc:spChg chg="mod">
          <ac:chgData name="anaclaracosta116@gmail.com" userId="a793634777582c92" providerId="LiveId" clId="{EB0FD460-EB63-4A49-A95A-1C3A469AB2E7}" dt="2023-06-03T19:25:05.164" v="57" actId="20577"/>
          <ac:spMkLst>
            <pc:docMk/>
            <pc:sldMk cId="3382839209" sldId="315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3:13.555" v="32" actId="113"/>
          <ac:spMkLst>
            <pc:docMk/>
            <pc:sldMk cId="3382839209" sldId="315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EB0FD460-EB63-4A49-A95A-1C3A469AB2E7}" dt="2023-06-03T19:16:41.959" v="14" actId="2890"/>
        <pc:sldMkLst>
          <pc:docMk/>
          <pc:sldMk cId="1472319447" sldId="316"/>
        </pc:sldMkLst>
      </pc:sldChg>
      <pc:sldChg chg="add del">
        <pc:chgData name="anaclaracosta116@gmail.com" userId="a793634777582c92" providerId="LiveId" clId="{EB0FD460-EB63-4A49-A95A-1C3A469AB2E7}" dt="2023-06-03T19:19:20.629" v="22" actId="2696"/>
        <pc:sldMkLst>
          <pc:docMk/>
          <pc:sldMk cId="1667874591" sldId="317"/>
        </pc:sldMkLst>
      </pc:sldChg>
      <pc:sldChg chg="add del">
        <pc:chgData name="anaclaracosta116@gmail.com" userId="a793634777582c92" providerId="LiveId" clId="{EB0FD460-EB63-4A49-A95A-1C3A469AB2E7}" dt="2023-06-03T19:19:20.271" v="21" actId="2696"/>
        <pc:sldMkLst>
          <pc:docMk/>
          <pc:sldMk cId="2229035475" sldId="318"/>
        </pc:sldMkLst>
      </pc:sldChg>
      <pc:sldChg chg="modSp add mod">
        <pc:chgData name="anaclaracosta116@gmail.com" userId="a793634777582c92" providerId="LiveId" clId="{EB0FD460-EB63-4A49-A95A-1C3A469AB2E7}" dt="2023-06-03T19:25:13.090" v="68" actId="20577"/>
        <pc:sldMkLst>
          <pc:docMk/>
          <pc:sldMk cId="1092484604" sldId="319"/>
        </pc:sldMkLst>
        <pc:spChg chg="mod">
          <ac:chgData name="anaclaracosta116@gmail.com" userId="a793634777582c92" providerId="LiveId" clId="{EB0FD460-EB63-4A49-A95A-1C3A469AB2E7}" dt="2023-06-03T19:25:13.090" v="68" actId="20577"/>
          <ac:spMkLst>
            <pc:docMk/>
            <pc:sldMk cId="1092484604" sldId="319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2:56.580" v="30" actId="113"/>
          <ac:spMkLst>
            <pc:docMk/>
            <pc:sldMk cId="1092484604" sldId="31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20.653" v="79" actId="20577"/>
        <pc:sldMkLst>
          <pc:docMk/>
          <pc:sldMk cId="3008358089" sldId="320"/>
        </pc:sldMkLst>
        <pc:spChg chg="mod">
          <ac:chgData name="anaclaracosta116@gmail.com" userId="a793634777582c92" providerId="LiveId" clId="{EB0FD460-EB63-4A49-A95A-1C3A469AB2E7}" dt="2023-06-03T19:25:20.653" v="79" actId="20577"/>
          <ac:spMkLst>
            <pc:docMk/>
            <pc:sldMk cId="3008358089" sldId="320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4:18.482" v="44" actId="27636"/>
          <ac:spMkLst>
            <pc:docMk/>
            <pc:sldMk cId="3008358089" sldId="32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39.905" v="90" actId="20577"/>
        <pc:sldMkLst>
          <pc:docMk/>
          <pc:sldMk cId="2374796126" sldId="321"/>
        </pc:sldMkLst>
        <pc:spChg chg="mod">
          <ac:chgData name="anaclaracosta116@gmail.com" userId="a793634777582c92" providerId="LiveId" clId="{EB0FD460-EB63-4A49-A95A-1C3A469AB2E7}" dt="2023-06-03T19:25:39.905" v="90" actId="20577"/>
          <ac:spMkLst>
            <pc:docMk/>
            <pc:sldMk cId="2374796126" sldId="321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4:51.904" v="46"/>
          <ac:spMkLst>
            <pc:docMk/>
            <pc:sldMk cId="2374796126" sldId="321"/>
            <ac:spMk id="3" creationId="{FC8F7E34-DB8C-1CEE-BAF4-E537563F9CD2}"/>
          </ac:spMkLst>
        </pc:spChg>
      </pc:sldChg>
      <pc:sldChg chg="addSp delSp modSp add mod ord">
        <pc:chgData name="anaclaracosta116@gmail.com" userId="a793634777582c92" providerId="LiveId" clId="{EB0FD460-EB63-4A49-A95A-1C3A469AB2E7}" dt="2023-06-03T19:29:41.798" v="123" actId="27636"/>
        <pc:sldMkLst>
          <pc:docMk/>
          <pc:sldMk cId="3785482088" sldId="322"/>
        </pc:sldMkLst>
        <pc:spChg chg="mod">
          <ac:chgData name="anaclaracosta116@gmail.com" userId="a793634777582c92" providerId="LiveId" clId="{EB0FD460-EB63-4A49-A95A-1C3A469AB2E7}" dt="2023-06-03T19:29:28.258" v="120" actId="1076"/>
          <ac:spMkLst>
            <pc:docMk/>
            <pc:sldMk cId="3785482088" sldId="322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9:41.798" v="123" actId="27636"/>
          <ac:spMkLst>
            <pc:docMk/>
            <pc:sldMk cId="3785482088" sldId="322"/>
            <ac:spMk id="3" creationId="{FC8F7E34-DB8C-1CEE-BAF4-E537563F9CD2}"/>
          </ac:spMkLst>
        </pc:spChg>
        <pc:picChg chg="add del mod">
          <ac:chgData name="anaclaracosta116@gmail.com" userId="a793634777582c92" providerId="LiveId" clId="{EB0FD460-EB63-4A49-A95A-1C3A469AB2E7}" dt="2023-06-03T19:28:34.138" v="114"/>
          <ac:picMkLst>
            <pc:docMk/>
            <pc:sldMk cId="3785482088" sldId="322"/>
            <ac:picMk id="4" creationId="{595307FD-148F-6A8A-6AF7-B28F611E9733}"/>
          </ac:picMkLst>
        </pc:picChg>
      </pc:sldChg>
      <pc:sldChg chg="add ord">
        <pc:chgData name="anaclaracosta116@gmail.com" userId="a793634777582c92" providerId="LiveId" clId="{EB0FD460-EB63-4A49-A95A-1C3A469AB2E7}" dt="2023-06-03T19:26:29.698" v="96"/>
        <pc:sldMkLst>
          <pc:docMk/>
          <pc:sldMk cId="1280815056" sldId="323"/>
        </pc:sldMkLst>
      </pc:sldChg>
      <pc:sldChg chg="modSp add mod">
        <pc:chgData name="anaclaracosta116@gmail.com" userId="a793634777582c92" providerId="LiveId" clId="{EB0FD460-EB63-4A49-A95A-1C3A469AB2E7}" dt="2023-06-03T19:30:47.024" v="127"/>
        <pc:sldMkLst>
          <pc:docMk/>
          <pc:sldMk cId="2915044807" sldId="324"/>
        </pc:sldMkLst>
        <pc:spChg chg="mod">
          <ac:chgData name="anaclaracosta116@gmail.com" userId="a793634777582c92" providerId="LiveId" clId="{EB0FD460-EB63-4A49-A95A-1C3A469AB2E7}" dt="2023-06-03T19:30:47.024" v="127"/>
          <ac:spMkLst>
            <pc:docMk/>
            <pc:sldMk cId="2915044807" sldId="32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31:33.883" v="129" actId="27636"/>
        <pc:sldMkLst>
          <pc:docMk/>
          <pc:sldMk cId="3871022869" sldId="325"/>
        </pc:sldMkLst>
        <pc:spChg chg="mod">
          <ac:chgData name="anaclaracosta116@gmail.com" userId="a793634777582c92" providerId="LiveId" clId="{EB0FD460-EB63-4A49-A95A-1C3A469AB2E7}" dt="2023-06-03T19:31:33.883" v="129" actId="27636"/>
          <ac:spMkLst>
            <pc:docMk/>
            <pc:sldMk cId="3871022869" sldId="32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31:54.031" v="131" actId="27636"/>
        <pc:sldMkLst>
          <pc:docMk/>
          <pc:sldMk cId="2091890128" sldId="326"/>
        </pc:sldMkLst>
        <pc:spChg chg="mod">
          <ac:chgData name="anaclaracosta116@gmail.com" userId="a793634777582c92" providerId="LiveId" clId="{EB0FD460-EB63-4A49-A95A-1C3A469AB2E7}" dt="2023-06-03T19:31:54.031" v="131" actId="27636"/>
          <ac:spMkLst>
            <pc:docMk/>
            <pc:sldMk cId="2091890128" sldId="326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25B314C9-18AF-477A-A391-AB7E28DF2081}"/>
    <pc:docChg chg="custSel addSld delSld modSld sldOrd">
      <pc:chgData name="anaclaracosta116@gmail.com" userId="a793634777582c92" providerId="LiveId" clId="{25B314C9-18AF-477A-A391-AB7E28DF2081}" dt="2024-05-25T20:02:27.984" v="396" actId="27636"/>
      <pc:docMkLst>
        <pc:docMk/>
      </pc:docMkLst>
      <pc:sldChg chg="addSp modSp mod ord">
        <pc:chgData name="anaclaracosta116@gmail.com" userId="a793634777582c92" providerId="LiveId" clId="{25B314C9-18AF-477A-A391-AB7E28DF2081}" dt="2024-05-25T19:05:59.975" v="345" actId="1076"/>
        <pc:sldMkLst>
          <pc:docMk/>
          <pc:sldMk cId="4192705753" sldId="258"/>
        </pc:sldMkLst>
        <pc:spChg chg="mod">
          <ac:chgData name="anaclaracosta116@gmail.com" userId="a793634777582c92" providerId="LiveId" clId="{25B314C9-18AF-477A-A391-AB7E28DF2081}" dt="2024-05-25T19:03:26.185" v="283" actId="207"/>
          <ac:spMkLst>
            <pc:docMk/>
            <pc:sldMk cId="4192705753" sldId="258"/>
            <ac:spMk id="2" creationId="{9E54A745-F7E1-3C86-F83C-1FFF7E55BED7}"/>
          </ac:spMkLst>
        </pc:spChg>
        <pc:spChg chg="add mod">
          <ac:chgData name="anaclaracosta116@gmail.com" userId="a793634777582c92" providerId="LiveId" clId="{25B314C9-18AF-477A-A391-AB7E28DF2081}" dt="2024-05-25T19:05:59.975" v="345" actId="1076"/>
          <ac:spMkLst>
            <pc:docMk/>
            <pc:sldMk cId="4192705753" sldId="258"/>
            <ac:spMk id="6" creationId="{B53E799C-D351-C4FF-99FC-98D1054A48D6}"/>
          </ac:spMkLst>
        </pc:spChg>
        <pc:picChg chg="add">
          <ac:chgData name="anaclaracosta116@gmail.com" userId="a793634777582c92" providerId="LiveId" clId="{25B314C9-18AF-477A-A391-AB7E28DF2081}" dt="2024-05-25T19:02:11.605" v="199"/>
          <ac:picMkLst>
            <pc:docMk/>
            <pc:sldMk cId="4192705753" sldId="258"/>
            <ac:picMk id="3" creationId="{1CD983F5-1761-FE3E-A111-14926C583E15}"/>
          </ac:picMkLst>
        </pc:picChg>
        <pc:picChg chg="add">
          <ac:chgData name="anaclaracosta116@gmail.com" userId="a793634777582c92" providerId="LiveId" clId="{25B314C9-18AF-477A-A391-AB7E28DF2081}" dt="2024-05-25T19:02:32.445" v="200"/>
          <ac:picMkLst>
            <pc:docMk/>
            <pc:sldMk cId="4192705753" sldId="258"/>
            <ac:picMk id="4" creationId="{E781F76E-F044-3728-287E-AE725A42F8A9}"/>
          </ac:picMkLst>
        </pc:picChg>
        <pc:picChg chg="add mod ord">
          <ac:chgData name="anaclaracosta116@gmail.com" userId="a793634777582c92" providerId="LiveId" clId="{25B314C9-18AF-477A-A391-AB7E28DF2081}" dt="2024-05-25T19:03:04.545" v="205" actId="167"/>
          <ac:picMkLst>
            <pc:docMk/>
            <pc:sldMk cId="4192705753" sldId="258"/>
            <ac:picMk id="5" creationId="{36AE30DB-294B-B9E0-6381-ECFAE9288626}"/>
          </ac:picMkLst>
        </pc:picChg>
      </pc:sldChg>
      <pc:sldChg chg="modSp mod">
        <pc:chgData name="anaclaracosta116@gmail.com" userId="a793634777582c92" providerId="LiveId" clId="{25B314C9-18AF-477A-A391-AB7E28DF2081}" dt="2024-05-25T18:52:17.268" v="28" actId="20577"/>
        <pc:sldMkLst>
          <pc:docMk/>
          <pc:sldMk cId="2490480151" sldId="259"/>
        </pc:sldMkLst>
        <pc:spChg chg="mod">
          <ac:chgData name="anaclaracosta116@gmail.com" userId="a793634777582c92" providerId="LiveId" clId="{25B314C9-18AF-477A-A391-AB7E28DF2081}" dt="2024-05-25T18:52:17.268" v="28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2:00.746" v="5" actId="403"/>
        <pc:sldMkLst>
          <pc:docMk/>
          <pc:sldMk cId="3868190215" sldId="262"/>
        </pc:sldMkLst>
        <pc:spChg chg="mod">
          <ac:chgData name="anaclaracosta116@gmail.com" userId="a793634777582c92" providerId="LiveId" clId="{25B314C9-18AF-477A-A391-AB7E28DF2081}" dt="2024-05-25T18:52:00.746" v="5" actId="403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2:27.255" v="34" actId="27636"/>
        <pc:sldMkLst>
          <pc:docMk/>
          <pc:sldMk cId="1799863211" sldId="263"/>
        </pc:sldMkLst>
        <pc:spChg chg="mod">
          <ac:chgData name="anaclaracosta116@gmail.com" userId="a793634777582c92" providerId="LiveId" clId="{25B314C9-18AF-477A-A391-AB7E28DF2081}" dt="2024-05-25T18:52:27.255" v="34" actId="27636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3:58.473" v="106" actId="27636"/>
        <pc:sldMkLst>
          <pc:docMk/>
          <pc:sldMk cId="3388034860" sldId="265"/>
        </pc:sldMkLst>
        <pc:spChg chg="mod">
          <ac:chgData name="anaclaracosta116@gmail.com" userId="a793634777582c92" providerId="LiveId" clId="{25B314C9-18AF-477A-A391-AB7E28DF2081}" dt="2024-05-25T18:53:58.473" v="106" actId="2763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4:19.216" v="108" actId="5793"/>
        <pc:sldMkLst>
          <pc:docMk/>
          <pc:sldMk cId="2671817442" sldId="267"/>
        </pc:sldMkLst>
        <pc:spChg chg="mod">
          <ac:chgData name="anaclaracosta116@gmail.com" userId="a793634777582c92" providerId="LiveId" clId="{25B314C9-18AF-477A-A391-AB7E28DF2081}" dt="2024-05-25T18:54:19.216" v="108" actId="5793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41.488" v="113" actId="2696"/>
        <pc:sldMkLst>
          <pc:docMk/>
          <pc:sldMk cId="1071343473" sldId="268"/>
        </pc:sldMkLst>
      </pc:sldChg>
      <pc:sldChg chg="modSp mod">
        <pc:chgData name="anaclaracosta116@gmail.com" userId="a793634777582c92" providerId="LiveId" clId="{25B314C9-18AF-477A-A391-AB7E28DF2081}" dt="2024-05-25T20:00:45.936" v="354" actId="27636"/>
        <pc:sldMkLst>
          <pc:docMk/>
          <pc:sldMk cId="2786277918" sldId="269"/>
        </pc:sldMkLst>
        <pc:spChg chg="mod">
          <ac:chgData name="anaclaracosta116@gmail.com" userId="a793634777582c92" providerId="LiveId" clId="{25B314C9-18AF-477A-A391-AB7E28DF2081}" dt="2024-05-25T20:00:45.936" v="354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5:03.167" v="124" actId="20577"/>
        <pc:sldMkLst>
          <pc:docMk/>
          <pc:sldMk cId="1261703118" sldId="272"/>
        </pc:sldMkLst>
        <pc:spChg chg="mod">
          <ac:chgData name="anaclaracosta116@gmail.com" userId="a793634777582c92" providerId="LiveId" clId="{25B314C9-18AF-477A-A391-AB7E28DF2081}" dt="2024-05-25T18:55:03.167" v="124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9:09.512" v="178" actId="113"/>
        <pc:sldMkLst>
          <pc:docMk/>
          <pc:sldMk cId="2451993942" sldId="278"/>
        </pc:sldMkLst>
        <pc:spChg chg="mod">
          <ac:chgData name="anaclaracosta116@gmail.com" userId="a793634777582c92" providerId="LiveId" clId="{25B314C9-18AF-477A-A391-AB7E28DF2081}" dt="2024-05-25T18:59:09.512" v="178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5:41.101" v="127" actId="2696"/>
        <pc:sldMkLst>
          <pc:docMk/>
          <pc:sldMk cId="887139133" sldId="287"/>
        </pc:sldMkLst>
      </pc:sldChg>
      <pc:sldChg chg="del">
        <pc:chgData name="anaclaracosta116@gmail.com" userId="a793634777582c92" providerId="LiveId" clId="{25B314C9-18AF-477A-A391-AB7E28DF2081}" dt="2024-05-25T19:29:27.541" v="348" actId="2696"/>
        <pc:sldMkLst>
          <pc:docMk/>
          <pc:sldMk cId="1070008241" sldId="288"/>
        </pc:sldMkLst>
      </pc:sldChg>
      <pc:sldChg chg="del">
        <pc:chgData name="anaclaracosta116@gmail.com" userId="a793634777582c92" providerId="LiveId" clId="{25B314C9-18AF-477A-A391-AB7E28DF2081}" dt="2024-05-25T18:59:59.827" v="183" actId="2696"/>
        <pc:sldMkLst>
          <pc:docMk/>
          <pc:sldMk cId="3765462785" sldId="304"/>
        </pc:sldMkLst>
      </pc:sldChg>
      <pc:sldChg chg="modSp mod">
        <pc:chgData name="anaclaracosta116@gmail.com" userId="a793634777582c92" providerId="LiveId" clId="{25B314C9-18AF-477A-A391-AB7E28DF2081}" dt="2024-05-25T19:29:22.540" v="347"/>
        <pc:sldMkLst>
          <pc:docMk/>
          <pc:sldMk cId="463893758" sldId="305"/>
        </pc:sldMkLst>
        <pc:spChg chg="mod">
          <ac:chgData name="anaclaracosta116@gmail.com" userId="a793634777582c92" providerId="LiveId" clId="{25B314C9-18AF-477A-A391-AB7E28DF2081}" dt="2024-05-25T19:29:22.540" v="347"/>
          <ac:spMkLst>
            <pc:docMk/>
            <pc:sldMk cId="463893758" sldId="30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20:01:45.779" v="378" actId="403"/>
        <pc:sldMkLst>
          <pc:docMk/>
          <pc:sldMk cId="1468322957" sldId="308"/>
        </pc:sldMkLst>
        <pc:spChg chg="mod">
          <ac:chgData name="anaclaracosta116@gmail.com" userId="a793634777582c92" providerId="LiveId" clId="{25B314C9-18AF-477A-A391-AB7E28DF2081}" dt="2024-05-25T20:01:45.779" v="378" actId="403"/>
          <ac:spMkLst>
            <pc:docMk/>
            <pc:sldMk cId="1468322957" sldId="30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20:02:27.984" v="396" actId="27636"/>
        <pc:sldMkLst>
          <pc:docMk/>
          <pc:sldMk cId="3628164904" sldId="309"/>
        </pc:sldMkLst>
        <pc:spChg chg="mod">
          <ac:chgData name="anaclaracosta116@gmail.com" userId="a793634777582c92" providerId="LiveId" clId="{25B314C9-18AF-477A-A391-AB7E28DF2081}" dt="2024-05-25T20:02:27.984" v="396" actId="27636"/>
          <ac:spMkLst>
            <pc:docMk/>
            <pc:sldMk cId="3628164904" sldId="30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9:14.863" v="179" actId="2696"/>
        <pc:sldMkLst>
          <pc:docMk/>
          <pc:sldMk cId="1681448279" sldId="314"/>
        </pc:sldMkLst>
      </pc:sldChg>
      <pc:sldChg chg="del">
        <pc:chgData name="anaclaracosta116@gmail.com" userId="a793634777582c92" providerId="LiveId" clId="{25B314C9-18AF-477A-A391-AB7E28DF2081}" dt="2024-05-25T18:55:51.285" v="129" actId="2696"/>
        <pc:sldMkLst>
          <pc:docMk/>
          <pc:sldMk cId="3382839209" sldId="315"/>
        </pc:sldMkLst>
      </pc:sldChg>
      <pc:sldChg chg="del">
        <pc:chgData name="anaclaracosta116@gmail.com" userId="a793634777582c92" providerId="LiveId" clId="{25B314C9-18AF-477A-A391-AB7E28DF2081}" dt="2024-05-25T18:55:43.763" v="128" actId="2696"/>
        <pc:sldMkLst>
          <pc:docMk/>
          <pc:sldMk cId="1472319447" sldId="316"/>
        </pc:sldMkLst>
      </pc:sldChg>
      <pc:sldChg chg="del">
        <pc:chgData name="anaclaracosta116@gmail.com" userId="a793634777582c92" providerId="LiveId" clId="{25B314C9-18AF-477A-A391-AB7E28DF2081}" dt="2024-05-25T18:55:37.906" v="126" actId="2696"/>
        <pc:sldMkLst>
          <pc:docMk/>
          <pc:sldMk cId="1667874591" sldId="317"/>
        </pc:sldMkLst>
      </pc:sldChg>
      <pc:sldChg chg="del">
        <pc:chgData name="anaclaracosta116@gmail.com" userId="a793634777582c92" providerId="LiveId" clId="{25B314C9-18AF-477A-A391-AB7E28DF2081}" dt="2024-05-25T18:55:33.030" v="125" actId="2696"/>
        <pc:sldMkLst>
          <pc:docMk/>
          <pc:sldMk cId="2229035475" sldId="318"/>
        </pc:sldMkLst>
      </pc:sldChg>
      <pc:sldChg chg="del">
        <pc:chgData name="anaclaracosta116@gmail.com" userId="a793634777582c92" providerId="LiveId" clId="{25B314C9-18AF-477A-A391-AB7E28DF2081}" dt="2024-05-25T18:55:55.893" v="130" actId="2696"/>
        <pc:sldMkLst>
          <pc:docMk/>
          <pc:sldMk cId="1092484604" sldId="319"/>
        </pc:sldMkLst>
      </pc:sldChg>
      <pc:sldChg chg="del">
        <pc:chgData name="anaclaracosta116@gmail.com" userId="a793634777582c92" providerId="LiveId" clId="{25B314C9-18AF-477A-A391-AB7E28DF2081}" dt="2024-05-25T18:55:58.730" v="131" actId="2696"/>
        <pc:sldMkLst>
          <pc:docMk/>
          <pc:sldMk cId="3008358089" sldId="320"/>
        </pc:sldMkLst>
      </pc:sldChg>
      <pc:sldChg chg="del">
        <pc:chgData name="anaclaracosta116@gmail.com" userId="a793634777582c92" providerId="LiveId" clId="{25B314C9-18AF-477A-A391-AB7E28DF2081}" dt="2024-05-25T18:56:02.172" v="132" actId="2696"/>
        <pc:sldMkLst>
          <pc:docMk/>
          <pc:sldMk cId="2374796126" sldId="321"/>
        </pc:sldMkLst>
      </pc:sldChg>
      <pc:sldChg chg="del">
        <pc:chgData name="anaclaracosta116@gmail.com" userId="a793634777582c92" providerId="LiveId" clId="{25B314C9-18AF-477A-A391-AB7E28DF2081}" dt="2024-05-25T18:54:27.929" v="109" actId="2696"/>
        <pc:sldMkLst>
          <pc:docMk/>
          <pc:sldMk cId="3785482088" sldId="322"/>
        </pc:sldMkLst>
      </pc:sldChg>
      <pc:sldChg chg="modSp add mod ord">
        <pc:chgData name="anaclaracosta116@gmail.com" userId="a793634777582c92" providerId="LiveId" clId="{25B314C9-18AF-477A-A391-AB7E28DF2081}" dt="2024-05-25T18:57:58.274" v="175" actId="20577"/>
        <pc:sldMkLst>
          <pc:docMk/>
          <pc:sldMk cId="1624351481" sldId="324"/>
        </pc:sldMkLst>
        <pc:spChg chg="mod">
          <ac:chgData name="anaclaracosta116@gmail.com" userId="a793634777582c92" providerId="LiveId" clId="{25B314C9-18AF-477A-A391-AB7E28DF2081}" dt="2024-05-25T18:57:58.274" v="175" actId="20577"/>
          <ac:spMkLst>
            <pc:docMk/>
            <pc:sldMk cId="1624351481" sldId="324"/>
            <ac:spMk id="2" creationId="{F0E406B4-85AC-B67B-F9E2-21AAF8067483}"/>
          </ac:spMkLst>
        </pc:spChg>
        <pc:spChg chg="mod">
          <ac:chgData name="anaclaracosta116@gmail.com" userId="a793634777582c92" providerId="LiveId" clId="{25B314C9-18AF-477A-A391-AB7E28DF2081}" dt="2024-05-25T18:57:29.832" v="140" actId="403"/>
          <ac:spMkLst>
            <pc:docMk/>
            <pc:sldMk cId="1624351481" sldId="32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0.549" v="110" actId="2696"/>
        <pc:sldMkLst>
          <pc:docMk/>
          <pc:sldMk cId="2915044807" sldId="324"/>
        </pc:sldMkLst>
      </pc:sldChg>
      <pc:sldChg chg="modSp add mod">
        <pc:chgData name="anaclaracosta116@gmail.com" userId="a793634777582c92" providerId="LiveId" clId="{25B314C9-18AF-477A-A391-AB7E28DF2081}" dt="2024-05-25T19:00:46.502" v="190" actId="113"/>
        <pc:sldMkLst>
          <pc:docMk/>
          <pc:sldMk cId="3227296153" sldId="325"/>
        </pc:sldMkLst>
        <pc:spChg chg="mod">
          <ac:chgData name="anaclaracosta116@gmail.com" userId="a793634777582c92" providerId="LiveId" clId="{25B314C9-18AF-477A-A391-AB7E28DF2081}" dt="2024-05-25T18:57:47.763" v="163" actId="20577"/>
          <ac:spMkLst>
            <pc:docMk/>
            <pc:sldMk cId="3227296153" sldId="325"/>
            <ac:spMk id="2" creationId="{F0E406B4-85AC-B67B-F9E2-21AAF8067483}"/>
          </ac:spMkLst>
        </pc:spChg>
        <pc:spChg chg="mod">
          <ac:chgData name="anaclaracosta116@gmail.com" userId="a793634777582c92" providerId="LiveId" clId="{25B314C9-18AF-477A-A391-AB7E28DF2081}" dt="2024-05-25T19:00:46.502" v="190" actId="113"/>
          <ac:spMkLst>
            <pc:docMk/>
            <pc:sldMk cId="3227296153" sldId="32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3.839" v="111" actId="2696"/>
        <pc:sldMkLst>
          <pc:docMk/>
          <pc:sldMk cId="3871022869" sldId="325"/>
        </pc:sldMkLst>
      </pc:sldChg>
      <pc:sldChg chg="modSp add mod">
        <pc:chgData name="anaclaracosta116@gmail.com" userId="a793634777582c92" providerId="LiveId" clId="{25B314C9-18AF-477A-A391-AB7E28DF2081}" dt="2024-05-25T18:59:53.438" v="182" actId="27636"/>
        <pc:sldMkLst>
          <pc:docMk/>
          <pc:sldMk cId="1189446372" sldId="326"/>
        </pc:sldMkLst>
        <pc:spChg chg="mod">
          <ac:chgData name="anaclaracosta116@gmail.com" userId="a793634777582c92" providerId="LiveId" clId="{25B314C9-18AF-477A-A391-AB7E28DF2081}" dt="2024-05-25T18:59:53.438" v="182" actId="27636"/>
          <ac:spMkLst>
            <pc:docMk/>
            <pc:sldMk cId="1189446372" sldId="32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7.568" v="112" actId="2696"/>
        <pc:sldMkLst>
          <pc:docMk/>
          <pc:sldMk cId="2091890128" sldId="326"/>
        </pc:sldMkLst>
      </pc:sldChg>
      <pc:sldChg chg="modSp add mod ord">
        <pc:chgData name="anaclaracosta116@gmail.com" userId="a793634777582c92" providerId="LiveId" clId="{25B314C9-18AF-477A-A391-AB7E28DF2081}" dt="2024-05-25T19:01:12.800" v="195"/>
        <pc:sldMkLst>
          <pc:docMk/>
          <pc:sldMk cId="1292411427" sldId="327"/>
        </pc:sldMkLst>
        <pc:spChg chg="mod">
          <ac:chgData name="anaclaracosta116@gmail.com" userId="a793634777582c92" providerId="LiveId" clId="{25B314C9-18AF-477A-A391-AB7E28DF2081}" dt="2024-05-25T19:01:12.800" v="195"/>
          <ac:spMkLst>
            <pc:docMk/>
            <pc:sldMk cId="1292411427" sldId="327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25B314C9-18AF-477A-A391-AB7E28DF2081}" dt="2024-05-25T19:00:51.811" v="193"/>
        <pc:sldMkLst>
          <pc:docMk/>
          <pc:sldMk cId="3491269048" sldId="328"/>
        </pc:sldMkLst>
      </pc:sldChg>
      <pc:sldChg chg="add">
        <pc:chgData name="anaclaracosta116@gmail.com" userId="a793634777582c92" providerId="LiveId" clId="{25B314C9-18AF-477A-A391-AB7E28DF2081}" dt="2024-05-25T19:01:45.525" v="196" actId="2890"/>
        <pc:sldMkLst>
          <pc:docMk/>
          <pc:sldMk cId="2402118244" sldId="329"/>
        </pc:sldMkLst>
      </pc:sldChg>
      <pc:sldChg chg="add">
        <pc:chgData name="anaclaracosta116@gmail.com" userId="a793634777582c92" providerId="LiveId" clId="{25B314C9-18AF-477A-A391-AB7E28DF2081}" dt="2024-05-25T19:29:04.655" v="346" actId="2890"/>
        <pc:sldMkLst>
          <pc:docMk/>
          <pc:sldMk cId="1337601505" sldId="33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lenidade do Corpo e Sangue de Cristo">
            <a:extLst>
              <a:ext uri="{FF2B5EF4-FFF2-40B4-BE49-F238E27FC236}">
                <a16:creationId xmlns:a16="http://schemas.microsoft.com/office/drawing/2014/main" id="{8902ADF2-E19F-957E-08E0-DCA111B98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53E799C-D351-C4FF-99FC-98D1054A48D6}"/>
              </a:ext>
            </a:extLst>
          </p:cNvPr>
          <p:cNvSpPr txBox="1">
            <a:spLocks/>
          </p:cNvSpPr>
          <p:nvPr/>
        </p:nvSpPr>
        <p:spPr>
          <a:xfrm>
            <a:off x="460663" y="3134111"/>
            <a:ext cx="11270673" cy="54816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7200" b="1" dirty="0">
                <a:solidFill>
                  <a:schemeClr val="bg1"/>
                </a:solidFill>
              </a:rPr>
              <a:t> </a:t>
            </a:r>
            <a:r>
              <a:rPr lang="pt-B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SOLENIDADE</a:t>
            </a:r>
          </a:p>
          <a:p>
            <a:pPr marL="0" indent="0" algn="ctr">
              <a:buNone/>
            </a:pPr>
            <a:r>
              <a:rPr lang="pt-B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SANTÍSSIMO SACRAMENTO DO CORPO E SANGUE DE CRISTO</a:t>
            </a:r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CE2D330-4491-0E79-3539-84C2EB69EA98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9143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1. EXULTAI NO SENHOR, NOSSA FORÇA,E AO DEUS DE JACÓ ACLAMAI.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CANTAI SALMOS, TOCAI TAMBORIM, HARPA E LIRA SUAVES TOCAI.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3583A8B3-D6A2-D861-8249-F96FFBA9B58A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10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2E18963-A9FE-D36D-36DE-D7F90325402E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289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9143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2. PORQUE ISTO É COSTUME EM JACÓ, UM PRECEITO DO DEUS DE ISRAEL;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UMA LEI QUE FOI DADA A JOSÉ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QUANDO O POVO SAIU DO EGITO.</a:t>
            </a:r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7F070C67-49AA-57C9-CD30-EEE112DC65C3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10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9CFF12E6-5447-0003-853F-B6D681574183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59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11810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3. ALIVIEI AS TUAS COSTAS DE SEU FARDO,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CESTOS PESADOS EU TIREI DE TUAS MÃOS.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NA ANGÚSTIA A MIM CLAMASTE, E TE SALVEI, +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DE UMA NUVEM TROVEJANTE TE FALEI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JUNTO ÀS ÁGUAS DE MERIBA TE PROVEI.</a:t>
            </a:r>
            <a:endParaRPr lang="pt-BR" sz="48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4D8FA23-9338-8292-FEE0-2790A7E54D20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2270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4A37CD19-7A88-9132-CD15-17BD5EFD44AC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7559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9143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4. PORQUE EU SOU O TEU DEUS E TEU SENHOR, +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QUE DA TERRA DO EGITO TE ARRANQUEI.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ABRE BEM A TUA BOCA E EU TE SACIO.</a:t>
            </a:r>
            <a:endParaRPr lang="pt-BR" sz="66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70F6104F-6FC7-72C8-3F62-C5E7D54DBE64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058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1555528-0838-9E9B-4090-3550643F7C3B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AC64101-6DB6-B17F-7903-983DDB60D171}"/>
              </a:ext>
            </a:extLst>
          </p:cNvPr>
          <p:cNvSpPr txBox="1">
            <a:spLocks/>
          </p:cNvSpPr>
          <p:nvPr/>
        </p:nvSpPr>
        <p:spPr>
          <a:xfrm>
            <a:off x="10068188" y="6592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652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262" y="1004887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5. QUEM ME DERA QUE MEU POVO ME ESCUTASSE!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QUE ISRAEL ANDASSE SEMPRE EM MEUS CAMINHOS!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EU LHE DARIA DE COMER A FLOR DO TRIGO,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QUE SAI DA ROCHA O FARTARIA.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29E5BFE-6F0F-9676-DD91-452FD0874382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426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0DFF74E-6CF6-A174-9DBC-160C23BAB3EF}"/>
              </a:ext>
            </a:extLst>
          </p:cNvPr>
          <p:cNvSpPr txBox="1">
            <a:spLocks/>
          </p:cNvSpPr>
          <p:nvPr/>
        </p:nvSpPr>
        <p:spPr>
          <a:xfrm>
            <a:off x="9915788" y="506897"/>
            <a:ext cx="1535185" cy="34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rgbClr val="333333"/>
                </a:solidFill>
                <a:highlight>
                  <a:srgbClr val="FFFFFF"/>
                </a:highlight>
              </a:rPr>
              <a:t>SALMO 80</a:t>
            </a:r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281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03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000" dirty="0"/>
              <a:t>CONFESSO A DEUS TODO-PODEROSO</a:t>
            </a:r>
          </a:p>
          <a:p>
            <a:pPr algn="just"/>
            <a:r>
              <a:rPr lang="pt-BR" sz="9000" dirty="0"/>
              <a:t>E A VÓS, IRMÃOS E IRMÃS,</a:t>
            </a:r>
          </a:p>
          <a:p>
            <a:pPr algn="just"/>
            <a:r>
              <a:rPr lang="pt-BR" sz="9000" dirty="0"/>
              <a:t>QUE PEQUEI MUITAS VEZES POR PENSAMENTOS,</a:t>
            </a:r>
          </a:p>
          <a:p>
            <a:pPr algn="just"/>
            <a:r>
              <a:rPr lang="pt-BR" sz="9000" dirty="0"/>
              <a:t>PALAVRAS, ATOS E OMISSÕES,</a:t>
            </a:r>
          </a:p>
          <a:p>
            <a:pPr algn="just"/>
            <a:r>
              <a:rPr lang="pt-BR" sz="9000" dirty="0"/>
              <a:t>POR MINHA CULPA, MINHA CULPA,</a:t>
            </a:r>
          </a:p>
          <a:p>
            <a:pPr algn="just"/>
            <a:r>
              <a:rPr lang="pt-BR" sz="9000" dirty="0"/>
              <a:t>MINHA TÃO GRANDE CULPA.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E PEÇO À VIRGEM MARIA,</a:t>
            </a:r>
          </a:p>
          <a:p>
            <a:pPr algn="just"/>
            <a:r>
              <a:rPr lang="pt-BR" sz="5400" dirty="0"/>
              <a:t>AOS ANJOS E SANTOS</a:t>
            </a:r>
          </a:p>
          <a:p>
            <a:pPr algn="just"/>
            <a:r>
              <a:rPr lang="pt-BR" sz="5400" dirty="0"/>
              <a:t>E A VÓS, IRMÃOS E IRMÃS,</a:t>
            </a:r>
          </a:p>
          <a:p>
            <a:pPr algn="just"/>
            <a:r>
              <a:rPr lang="pt-BR" sz="5400" dirty="0"/>
              <a:t>QUE ROGUEIS POR MIM A DEUS,</a:t>
            </a:r>
          </a:p>
          <a:p>
            <a:pPr algn="just"/>
            <a:r>
              <a:rPr lang="pt-BR" sz="5400" dirty="0"/>
              <a:t>NOSSO SENHOR.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E PEÇO À VIRGEM MARIA,</a:t>
            </a:r>
          </a:p>
          <a:p>
            <a:pPr algn="just"/>
            <a:r>
              <a:rPr lang="pt-BR" sz="5400" dirty="0"/>
              <a:t>AOS ANJOS E SANTOS</a:t>
            </a:r>
          </a:p>
          <a:p>
            <a:pPr algn="just"/>
            <a:r>
              <a:rPr lang="pt-BR" sz="5400" dirty="0"/>
              <a:t>E A VÓS, IRMÃOS E IRMÃS,</a:t>
            </a:r>
          </a:p>
          <a:p>
            <a:pPr algn="just"/>
            <a:r>
              <a:rPr lang="pt-BR" sz="5400" dirty="0"/>
              <a:t>QUE ROGUEIS POR MIM A DEUS,</a:t>
            </a:r>
          </a:p>
          <a:p>
            <a:pPr algn="just"/>
            <a:r>
              <a:rPr lang="pt-BR" sz="5400" dirty="0"/>
              <a:t>NOSSO SENHOR.</a:t>
            </a:r>
          </a:p>
        </p:txBody>
      </p:sp>
    </p:spTree>
    <p:extLst>
      <p:ext uri="{BB962C8B-B14F-4D97-AF65-F5344CB8AC3E}">
        <p14:creationId xmlns:p14="http://schemas.microsoft.com/office/powerpoint/2010/main" val="157552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233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7700" b="1" dirty="0"/>
              <a:t>GLÓRIA, GLÓRIA, GLÓRIA A DEUS! GLÓRIA A DEUS NAS ALTURAS (BIS) </a:t>
            </a:r>
          </a:p>
          <a:p>
            <a:pPr algn="just"/>
            <a:endParaRPr lang="pt-BR" sz="7700" b="1" dirty="0"/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8497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NÓS VOS LOUVAMOS, NÓS VOS BENDIZEMOS</a:t>
            </a:r>
          </a:p>
          <a:p>
            <a:pPr algn="just"/>
            <a:r>
              <a:rPr lang="pt-BR" sz="6000" dirty="0"/>
              <a:t>NÓS VOS ADORAMOS, NÓS VOS GLORIFICAMOS</a:t>
            </a:r>
          </a:p>
          <a:p>
            <a:pPr algn="just"/>
            <a:r>
              <a:rPr lang="pt-BR" sz="6000" dirty="0"/>
              <a:t>NÓS VOS DAMOS GRAÇAS, POR VOSSA IMENSA GLÓRIA.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fontScale="85000" lnSpcReduction="10000"/>
          </a:bodyPr>
          <a:lstStyle/>
          <a:p>
            <a:pPr algn="just"/>
            <a:endParaRPr lang="pt-BR" sz="6000" dirty="0"/>
          </a:p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63236"/>
            <a:ext cx="11617036" cy="6594764"/>
          </a:xfrm>
        </p:spPr>
        <p:txBody>
          <a:bodyPr>
            <a:normAutofit/>
          </a:bodyPr>
          <a:lstStyle/>
          <a:p>
            <a:pPr algn="l"/>
            <a:endParaRPr lang="pt-BR" sz="4800" dirty="0"/>
          </a:p>
          <a:p>
            <a:pPr algn="l"/>
            <a:r>
              <a:rPr lang="pt-BR" sz="4800" dirty="0"/>
              <a:t>SÓ VÓS SOIS O SANTO, SÓ VÓS O SENHOR, 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SÓ VÓS O ALTÍSSIMO, JESUS CRISTO, 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COM O ESPÍRITO SANTO NA GLÓRIA DE DEUS PAI. </a:t>
            </a:r>
            <a:r>
              <a:rPr lang="pt-BR" sz="4800" b="1" dirty="0"/>
              <a:t>AMÉM! AMÉM!</a:t>
            </a:r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1824" y="2470874"/>
            <a:ext cx="10288351" cy="308263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5400" b="1" dirty="0"/>
              <a:t>GLORIFICA O SENHOR, JERUSALÉM; CELEBRA TEU DEUS, Ó SIÃO!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310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Terra, exulta de alegria</a:t>
            </a:r>
            <a:br>
              <a:rPr lang="pt-BR" sz="7200" dirty="0"/>
            </a:br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Louva teu pastor e guia</a:t>
            </a:r>
            <a:br>
              <a:rPr lang="pt-BR" sz="7200" dirty="0"/>
            </a:br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Com teus hinos, tua voz</a:t>
            </a:r>
            <a:br>
              <a:rPr lang="pt-BR" sz="7200" dirty="0"/>
            </a:br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Com teus hinos, tua voz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Tanto possas, tanto ouses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louvá-lo não repouses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Sempre excede o teu louvor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Sempre excede o teu louvor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555574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Hoje a Igreja te convida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Ao pão vivo que dá vida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Vem com ela celebrar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Vem com ela celebrar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268410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Este pão, que o mundo creia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Por Jesus, na santa ceia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Foi entregue aos que escolheu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Foi entregue aos que escolheu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33676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Nosso júbilo cantemos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Nosso amor manifestemos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Pois transborda o coração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Pois transborda o coração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882553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Quão solene a festa, o dia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Que da santa Eucaristia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Nos recorda a instituição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Nos recorda a instituição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791708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Novo Rei e nova mesa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Nova Páscoa e realeza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Foi-se a páscoa dos judeus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Foi-se a páscoa dos judeus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675335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Era sombra o antigo povo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O que é velho cede ao novo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Foge a noite, chega a luz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Foge a noite, chega a luz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02795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O que o Cristo fez na ceia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Manda a Igreja que o rodeia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Repeti-lo até voltar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Repeti-lo até voltar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71730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Seu preceito conhecemos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Pão e vinho consagremos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Para a nossa salvação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Para a nossa salvação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4318365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99713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EU SOU O PÃO VIVO DESCIDO DO CÉU;</a:t>
            </a:r>
          </a:p>
          <a:p>
            <a:r>
              <a:rPr lang="pt-BR" sz="4400" dirty="0"/>
              <a:t>QUEM DESTE PÃO COME, SEMPRE HÁ DE VIVER!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1409058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815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 PODEREI RETRIBUIR AO SENHOR, POR TUDO AQUILO QUE ELE ME DEU?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OFERECEREI O SEU SACRIFÍCIO E INVOCAREI O SEU SANTO NOME.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9913502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0C47B-F1EA-6AEF-7566-53A2D975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5CEEE-6EB3-DD82-F68B-1C760D1D8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05092-7830-83E8-21C7-6398C0D43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 PODEREI OFERECER AO MEU DEUS</a:t>
            </a:r>
          </a:p>
          <a:p>
            <a:pPr algn="l"/>
            <a:r>
              <a:rPr lang="pt-BR" sz="7200" dirty="0"/>
              <a:t>PELOS IMENSOS BENEFÍCIOS QUE ME FEZ?</a:t>
            </a:r>
          </a:p>
        </p:txBody>
      </p:sp>
    </p:spTree>
    <p:extLst>
      <p:ext uri="{BB962C8B-B14F-4D97-AF65-F5344CB8AC3E}">
        <p14:creationId xmlns:p14="http://schemas.microsoft.com/office/powerpoint/2010/main" val="12838883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710BB-19C7-3747-3EF4-6A6B7EA05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A6647-37A4-12D1-71D5-0435FDE3B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A2D4C8-E78F-F1D9-FAC9-73F510E58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OFERECEREI O SEU SACRIFÍCIO E INVOCAREI O SEU SANTO NOME.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12714157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FDFB3-3B1A-EB94-6171-957B8BD5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65454-1A04-895B-A161-7C659322C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E06397-4ED7-BCC6-942C-DAE18F31B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EU CUMPRIREI MINHAS PROMESSAS AO SENHOR,</a:t>
            </a:r>
          </a:p>
          <a:p>
            <a:pPr algn="l"/>
            <a:r>
              <a:rPr lang="pt-BR" sz="7200" dirty="0"/>
              <a:t>NA REUNIÃO DO POVO SANTO DE DEUS.</a:t>
            </a:r>
          </a:p>
        </p:txBody>
      </p:sp>
    </p:spTree>
    <p:extLst>
      <p:ext uri="{BB962C8B-B14F-4D97-AF65-F5344CB8AC3E}">
        <p14:creationId xmlns:p14="http://schemas.microsoft.com/office/powerpoint/2010/main" val="4294435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2E71B-63A9-BD9F-A95D-949F3D38D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8A98A-18DC-C7CF-48AA-B51D16FE2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32D214-1EED-8EB1-4B10-D40A9A174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OFERECEREI O SEU SACRIFÍCIO E INVOCAREI O SEU SANTO NOME.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340887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152E9-BDCB-4AA7-D080-64D56757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83902-E80A-9C11-B32D-56BBA1464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D7D478-BCD4-FDC8-5343-83DD36061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VÓS ME QUEBRASTES OS GRILHÕES DA ESCRAVIDÃO,</a:t>
            </a:r>
          </a:p>
          <a:p>
            <a:pPr algn="l"/>
            <a:r>
              <a:rPr lang="pt-BR" sz="7200" dirty="0"/>
              <a:t>E É POR ISSO QUE HOJE EU CANTO VOSSO AMOR.</a:t>
            </a:r>
          </a:p>
        </p:txBody>
      </p:sp>
    </p:spTree>
    <p:extLst>
      <p:ext uri="{BB962C8B-B14F-4D97-AF65-F5344CB8AC3E}">
        <p14:creationId xmlns:p14="http://schemas.microsoft.com/office/powerpoint/2010/main" val="36222536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0D946-B667-7BA8-538C-C927DD45D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CA0DA-E144-AE1D-2410-5843198EC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9145F7-F1CE-296E-C917-2CCEB2F7B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OFERECEREI O SEU SACRIFÍCIO E INVOCAREI O SEU SANTO NOME.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13072182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Autofit/>
          </a:bodyPr>
          <a:lstStyle/>
          <a:p>
            <a:pPr algn="just"/>
            <a:r>
              <a:rPr lang="pt-BR" sz="4800" dirty="0"/>
              <a:t>SANTO, SANTO, SANTO SENHOR DEUS DO UNIVERSO. </a:t>
            </a:r>
          </a:p>
          <a:p>
            <a:pPr algn="just"/>
            <a:r>
              <a:rPr lang="pt-BR" sz="4800" dirty="0"/>
              <a:t>O CÉU E TERRA PROCLAMAM</a:t>
            </a:r>
          </a:p>
          <a:p>
            <a:pPr algn="just"/>
            <a:r>
              <a:rPr lang="pt-BR" sz="4800" dirty="0"/>
              <a:t>A VOSSA GLÓRIA!</a:t>
            </a:r>
          </a:p>
          <a:p>
            <a:pPr algn="just"/>
            <a:endParaRPr lang="pt-BR" sz="4800" b="1" dirty="0"/>
          </a:p>
          <a:p>
            <a:pPr algn="just"/>
            <a:r>
              <a:rPr lang="pt-BR" sz="4800" b="1" dirty="0"/>
              <a:t>HOSANA! 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8000" b="1" dirty="0"/>
              <a:t>HOSANA! 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MEMÓRIA, EM MEMÓRIA, EM MEMÓRIA DE MIM. (BIS)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82434"/>
            <a:ext cx="10851573" cy="5223164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 DE TI, JESUS CRISTO, FILHO DO DEUS VIVO. / PALAVRA AMOROSA</a:t>
            </a:r>
          </a:p>
          <a:p>
            <a:pPr algn="l"/>
            <a:r>
              <a:rPr lang="pt-BR" sz="66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DO PAI / PÃO PARA A VIDA DO MUNDO / EVANGELHO DA ESPERANÇA SEGURA.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643855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0E9DD-C87B-A743-CA0B-A0A833B9C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52CCD-48AD-6DD7-915F-DC4C5C4E0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E14158-A97E-8E5A-7FE5-F0749A4D2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MEMÓRIA, EM MEMÓRIA, EM MEMÓRIA DE MIM. (BIS)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3045180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3EB54-429A-FC7F-48D5-C2D6689FA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99A67-02B6-F363-AF01-C7094BDB7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04468B-671F-6C0A-1429-CFD3716DF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215" y="1191491"/>
            <a:ext cx="10851573" cy="5223164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 DE TI, JESUS CRISTO, FILHO DO DEUS VIVO. / DA TUA ADMIRÁVEL ENCARNAÇÃO, / DE TUA PAIXÃO REDENTORA / E GLORIOSA RESSURREIÇÃO.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751182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05040-B4F9-3E25-7094-692510B0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0FAC8-D6C6-96D0-EAB8-C6A310062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6DAFBE-BE7D-CCA9-93D5-E6718E8BA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MEMÓRIA, EM MEMÓRIA, EM MEMÓRIA DE MIM. (BIS)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0834393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C2E4C-284F-5263-E7F9-C950E627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41DCB-78CA-A044-89A9-6F39BACB1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5A575B-0292-B9E7-64D2-1B96A2580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58603"/>
            <a:ext cx="10851573" cy="5223164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MEMÓRIA DE TI, JESUS CRISTO, FILHO DO DEUS VIVO. / PASTOR DAS OVELHAS, / SENHOR DA IGREJA, / MEU SENHOR E MEU DEUS.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5047897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2A52D-7DD9-69B8-D4A5-5FEBECAB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15AF8-3826-4A2F-8FAC-22FF11E38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9DCDD7-EA2B-E222-44E7-371618CD4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496090" cy="5638800"/>
          </a:xfrm>
        </p:spPr>
        <p:txBody>
          <a:bodyPr>
            <a:normAutofit/>
          </a:bodyPr>
          <a:lstStyle/>
          <a:p>
            <a:pPr algn="l"/>
            <a:r>
              <a:rPr lang="pt-BR" sz="5100" dirty="0"/>
              <a:t>Ó HÓSTIA SANTA</a:t>
            </a:r>
          </a:p>
          <a:p>
            <a:pPr algn="l"/>
            <a:r>
              <a:rPr lang="pt-BR" sz="5100" dirty="0"/>
              <a:t>TU ÉS O TESTAMENTO</a:t>
            </a:r>
          </a:p>
          <a:p>
            <a:pPr algn="l"/>
            <a:r>
              <a:rPr lang="pt-BR" sz="5100" dirty="0"/>
              <a:t>DA TÃO GRANDE DIVINA MISERICÓRDIA</a:t>
            </a:r>
          </a:p>
          <a:p>
            <a:pPr algn="l"/>
            <a:r>
              <a:rPr lang="pt-BR" sz="5100" dirty="0"/>
              <a:t>TU ÉS O CORPO E O SANGUE DO SENHOR</a:t>
            </a:r>
          </a:p>
          <a:p>
            <a:pPr algn="l"/>
            <a:r>
              <a:rPr lang="pt-BR" sz="5100" dirty="0"/>
              <a:t>SINAL DE AMOR POR NÓS PECADORES</a:t>
            </a:r>
            <a:endParaRPr lang="pt-BR" sz="5100" b="1" dirty="0"/>
          </a:p>
        </p:txBody>
      </p:sp>
    </p:spTree>
    <p:extLst>
      <p:ext uri="{BB962C8B-B14F-4D97-AF65-F5344CB8AC3E}">
        <p14:creationId xmlns:p14="http://schemas.microsoft.com/office/powerpoint/2010/main" val="12823788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B886C-4D49-FC2B-755F-88BD6B1C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15BD6-9EC7-2C09-596F-CEA1457ED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CB8482-DECE-8E16-BE58-83D960B8F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496090" cy="5638800"/>
          </a:xfrm>
        </p:spPr>
        <p:txBody>
          <a:bodyPr>
            <a:normAutofit/>
          </a:bodyPr>
          <a:lstStyle/>
          <a:p>
            <a:pPr algn="l"/>
            <a:r>
              <a:rPr lang="pt-BR" sz="5100" dirty="0"/>
              <a:t>Ó HÓSTIA SANTA</a:t>
            </a:r>
          </a:p>
          <a:p>
            <a:pPr algn="l"/>
            <a:r>
              <a:rPr lang="pt-BR" sz="5100" dirty="0"/>
              <a:t>TU ÉS A NASCENTE</a:t>
            </a:r>
          </a:p>
          <a:p>
            <a:pPr algn="l"/>
            <a:r>
              <a:rPr lang="pt-BR" sz="5100" dirty="0"/>
              <a:t>DA ÁGUA VIVA PRA NÓS PECADORES</a:t>
            </a:r>
          </a:p>
          <a:p>
            <a:pPr algn="l"/>
            <a:r>
              <a:rPr lang="pt-BR" sz="5100" dirty="0"/>
              <a:t>EM TI, O FOGO PURÍSSIMO DO AMOR</a:t>
            </a:r>
          </a:p>
          <a:p>
            <a:pPr algn="l"/>
            <a:r>
              <a:rPr lang="pt-BR" sz="5100" dirty="0"/>
              <a:t>A TUA DIVINA MISERICÓRDIA</a:t>
            </a:r>
            <a:endParaRPr lang="pt-BR" sz="5100" b="1" dirty="0"/>
          </a:p>
        </p:txBody>
      </p:sp>
    </p:spTree>
    <p:extLst>
      <p:ext uri="{BB962C8B-B14F-4D97-AF65-F5344CB8AC3E}">
        <p14:creationId xmlns:p14="http://schemas.microsoft.com/office/powerpoint/2010/main" val="20474558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FDF7-CE81-B6C2-A97F-C6C1019D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22CB1-FECE-A696-6040-8C0BF4871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D8DE38-50B9-6295-7EB1-D50711B61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496090" cy="5638800"/>
          </a:xfrm>
        </p:spPr>
        <p:txBody>
          <a:bodyPr>
            <a:normAutofit/>
          </a:bodyPr>
          <a:lstStyle/>
          <a:p>
            <a:pPr algn="l"/>
            <a:r>
              <a:rPr lang="pt-BR" sz="5100" dirty="0"/>
              <a:t>Ó HÓSTIA SANTA</a:t>
            </a:r>
          </a:p>
          <a:p>
            <a:pPr algn="l"/>
            <a:r>
              <a:rPr lang="pt-BR" sz="5100" dirty="0"/>
              <a:t>EM TI O REMÉDIO</a:t>
            </a:r>
          </a:p>
          <a:p>
            <a:pPr algn="l"/>
            <a:r>
              <a:rPr lang="pt-BR" sz="5100" dirty="0"/>
              <a:t>QUE DÁ ALÍVIO À NOSSA FRAQUEZA</a:t>
            </a:r>
          </a:p>
          <a:p>
            <a:pPr algn="l"/>
            <a:r>
              <a:rPr lang="pt-BR" sz="5100" dirty="0"/>
              <a:t>UNIÃO SAGRADA ENTRE DEUS E CADA HOMEM</a:t>
            </a:r>
          </a:p>
          <a:p>
            <a:pPr algn="l"/>
            <a:r>
              <a:rPr lang="pt-BR" sz="5100" dirty="0"/>
              <a:t>QUE CONFIA NO TEU AMOR</a:t>
            </a:r>
            <a:endParaRPr lang="pt-BR" sz="5100" b="1" dirty="0"/>
          </a:p>
        </p:txBody>
      </p:sp>
    </p:spTree>
    <p:extLst>
      <p:ext uri="{BB962C8B-B14F-4D97-AF65-F5344CB8AC3E}">
        <p14:creationId xmlns:p14="http://schemas.microsoft.com/office/powerpoint/2010/main" val="23515501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87D45-3BCD-7003-9C27-97AC48AE3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6DAAB-3224-146E-3DBE-36FC5A7D4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21D3D2-4BC8-62B4-94C9-63DB83853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496090" cy="5638800"/>
          </a:xfrm>
        </p:spPr>
        <p:txBody>
          <a:bodyPr>
            <a:normAutofit/>
          </a:bodyPr>
          <a:lstStyle/>
          <a:p>
            <a:pPr algn="l"/>
            <a:r>
              <a:rPr lang="pt-BR" sz="5100" dirty="0"/>
              <a:t>CONFIO EM TI</a:t>
            </a:r>
          </a:p>
          <a:p>
            <a:pPr algn="l"/>
            <a:r>
              <a:rPr lang="pt-BR" sz="5100" dirty="0"/>
              <a:t>Ó HÓSTIA SANTA</a:t>
            </a:r>
          </a:p>
          <a:p>
            <a:pPr algn="l"/>
            <a:r>
              <a:rPr lang="pt-BR" sz="5100" dirty="0"/>
              <a:t>CONFIO EM TI, HÓSTIA SANTA</a:t>
            </a:r>
            <a:endParaRPr lang="pt-BR" sz="5100" b="1" dirty="0"/>
          </a:p>
        </p:txBody>
      </p:sp>
    </p:spTree>
    <p:extLst>
      <p:ext uri="{BB962C8B-B14F-4D97-AF65-F5344CB8AC3E}">
        <p14:creationId xmlns:p14="http://schemas.microsoft.com/office/powerpoint/2010/main" val="41773376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FECCD-A019-25FC-1D38-0578E8077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4317D01-EB3D-4EB9-27E5-27E620AC96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35979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6000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E8D471B-9676-034D-3542-78DC10A5D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3514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</a:p>
          <a:p>
            <a:pPr algn="l"/>
            <a:endParaRPr lang="pt-BR" sz="600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8A503C0-95BF-2B28-1C36-FC96BC6A01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1881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21D67E3-C011-F237-0946-F9ACEF9F05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8853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2311D49-8651-26BE-F845-4716863EC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1705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Ó JESUS, QUE NESTA VIDA PELA FÉ EU VEJO</a:t>
            </a:r>
          </a:p>
          <a:p>
            <a:pPr algn="l"/>
            <a:r>
              <a:rPr lang="pt-BR" sz="6000" dirty="0"/>
              <a:t>REALIZA, EU TE SUPLICO, ESTE MEU DESEJO</a:t>
            </a:r>
          </a:p>
          <a:p>
            <a:pPr algn="l"/>
            <a:r>
              <a:rPr lang="pt-BR" sz="6000" dirty="0"/>
              <a:t>VER-TE, ENFIM, FACE A FACE, MEU DIVINO AMIGO</a:t>
            </a:r>
          </a:p>
          <a:p>
            <a:pPr algn="l"/>
            <a:r>
              <a:rPr lang="pt-BR" sz="6000" dirty="0"/>
              <a:t>LÁ NO CÉU, ETERNAMENTE, SER FELIZ CONTIGO!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5820606-D8A2-2B9A-1733-CC81C1942F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1772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1925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GLÓRIA A JESUS NA HÓSTIA SANTA</a:t>
            </a:r>
          </a:p>
          <a:p>
            <a:pPr algn="l"/>
            <a:r>
              <a:rPr lang="pt-BR" sz="6000" dirty="0"/>
              <a:t>QUE SE CONSAGRA SOBRE O ALTAR</a:t>
            </a:r>
          </a:p>
          <a:p>
            <a:pPr algn="l"/>
            <a:r>
              <a:rPr lang="pt-BR" sz="6000" dirty="0"/>
              <a:t>E AOS NOSSOS OLHOS SE LEVANTA</a:t>
            </a:r>
          </a:p>
          <a:p>
            <a:pPr algn="l"/>
            <a:r>
              <a:rPr lang="pt-BR" sz="6000" dirty="0"/>
              <a:t>PARA O BRASIL ABENÇOAR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0355390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QUE O SANTO SACRAMENTO</a:t>
            </a:r>
          </a:p>
          <a:p>
            <a:pPr algn="l"/>
            <a:r>
              <a:rPr lang="pt-BR" sz="6000" b="1" dirty="0"/>
              <a:t>QUE É O PRÓPRIO CRISTO JESUS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</p:txBody>
      </p:sp>
    </p:spTree>
    <p:extLst>
      <p:ext uri="{BB962C8B-B14F-4D97-AF65-F5344CB8AC3E}">
        <p14:creationId xmlns:p14="http://schemas.microsoft.com/office/powerpoint/2010/main" val="3227296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36" y="7966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GLÓRIA A JESUS, DEUS ESCONDIDO</a:t>
            </a:r>
          </a:p>
          <a:p>
            <a:pPr algn="l"/>
            <a:r>
              <a:rPr lang="pt-BR" sz="6000" dirty="0"/>
              <a:t>QUE, VINDO A NÓS NA COMUNHÃO</a:t>
            </a:r>
          </a:p>
          <a:p>
            <a:pPr algn="l"/>
            <a:r>
              <a:rPr lang="pt-BR" sz="6000" dirty="0"/>
              <a:t>PURIFICADO, ENRIQUECIDO</a:t>
            </a:r>
          </a:p>
          <a:p>
            <a:pPr algn="l"/>
            <a:r>
              <a:rPr lang="pt-BR" sz="6000" dirty="0"/>
              <a:t>DEIXA-NOS SEMPRE O CORAÇÃO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2924114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36" y="949036"/>
            <a:ext cx="10979728" cy="563880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QUE O SANTO SACRAMENTO</a:t>
            </a:r>
          </a:p>
          <a:p>
            <a:pPr algn="l"/>
            <a:r>
              <a:rPr lang="pt-BR" sz="6000" b="1" dirty="0"/>
              <a:t>QUE É O PRÓPRIO CRISTO JESUS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</p:txBody>
      </p:sp>
    </p:spTree>
    <p:extLst>
      <p:ext uri="{BB962C8B-B14F-4D97-AF65-F5344CB8AC3E}">
        <p14:creationId xmlns:p14="http://schemas.microsoft.com/office/powerpoint/2010/main" val="3491269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1494</Words>
  <Application>Microsoft Office PowerPoint</Application>
  <PresentationFormat>Widescreen</PresentationFormat>
  <Paragraphs>264</Paragraphs>
  <Slides>71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71</vt:i4>
      </vt:variant>
    </vt:vector>
  </HeadingPairs>
  <TitlesOfParts>
    <vt:vector size="76" baseType="lpstr">
      <vt:lpstr>Arial</vt:lpstr>
      <vt:lpstr>Calibri</vt:lpstr>
      <vt:lpstr>Calibri Light</vt:lpstr>
      <vt:lpstr>Noto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SEQUÊNCIA</vt:lpstr>
      <vt:lpstr>SEQUÊNCIA</vt:lpstr>
      <vt:lpstr>SEQUÊNCIA</vt:lpstr>
      <vt:lpstr>SEQUÊNCIA</vt:lpstr>
      <vt:lpstr>SEQUÊNCIA</vt:lpstr>
      <vt:lpstr>SEQUÊNCIA</vt:lpstr>
      <vt:lpstr>SEQUÊNCIA</vt:lpstr>
      <vt:lpstr>SEQUÊNCIA</vt:lpstr>
      <vt:lpstr>SEQUÊNCIA</vt:lpstr>
      <vt:lpstr>SEQUÊNCIA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15</cp:revision>
  <dcterms:created xsi:type="dcterms:W3CDTF">2023-05-06T17:01:55Z</dcterms:created>
  <dcterms:modified xsi:type="dcterms:W3CDTF">2026-06-04T03:39:46Z</dcterms:modified>
</cp:coreProperties>
</file>