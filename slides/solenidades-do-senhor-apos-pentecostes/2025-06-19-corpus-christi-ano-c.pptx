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39" r:id="rId4"/>
    <p:sldId id="440" r:id="rId5"/>
    <p:sldId id="441" r:id="rId6"/>
    <p:sldId id="442" r:id="rId7"/>
    <p:sldId id="258" r:id="rId8"/>
    <p:sldId id="525" r:id="rId9"/>
    <p:sldId id="397" r:id="rId10"/>
    <p:sldId id="260" r:id="rId11"/>
    <p:sldId id="398" r:id="rId12"/>
    <p:sldId id="526" r:id="rId13"/>
    <p:sldId id="527" r:id="rId14"/>
    <p:sldId id="528" r:id="rId15"/>
    <p:sldId id="529" r:id="rId16"/>
    <p:sldId id="530" r:id="rId17"/>
    <p:sldId id="531" r:id="rId18"/>
    <p:sldId id="264" r:id="rId19"/>
    <p:sldId id="265" r:id="rId20"/>
    <p:sldId id="266" r:id="rId21"/>
    <p:sldId id="532" r:id="rId22"/>
    <p:sldId id="534" r:id="rId23"/>
    <p:sldId id="535" r:id="rId24"/>
    <p:sldId id="536" r:id="rId25"/>
    <p:sldId id="537" r:id="rId26"/>
    <p:sldId id="533" r:id="rId27"/>
    <p:sldId id="267" r:id="rId28"/>
    <p:sldId id="271" r:id="rId29"/>
    <p:sldId id="269" r:id="rId30"/>
    <p:sldId id="538" r:id="rId31"/>
    <p:sldId id="539" r:id="rId32"/>
    <p:sldId id="540" r:id="rId33"/>
    <p:sldId id="292" r:id="rId34"/>
    <p:sldId id="275" r:id="rId35"/>
    <p:sldId id="363" r:id="rId36"/>
    <p:sldId id="361" r:id="rId37"/>
    <p:sldId id="362" r:id="rId38"/>
    <p:sldId id="541" r:id="rId39"/>
    <p:sldId id="542" r:id="rId40"/>
    <p:sldId id="404" r:id="rId41"/>
    <p:sldId id="431" r:id="rId42"/>
    <p:sldId id="437" r:id="rId43"/>
    <p:sldId id="436" r:id="rId44"/>
    <p:sldId id="438" r:id="rId45"/>
    <p:sldId id="429" r:id="rId46"/>
    <p:sldId id="477" r:id="rId47"/>
    <p:sldId id="479" r:id="rId48"/>
    <p:sldId id="480" r:id="rId49"/>
    <p:sldId id="481" r:id="rId50"/>
    <p:sldId id="543" r:id="rId51"/>
    <p:sldId id="422" r:id="rId52"/>
    <p:sldId id="424" r:id="rId53"/>
    <p:sldId id="425" r:id="rId54"/>
    <p:sldId id="443" r:id="rId55"/>
    <p:sldId id="544" r:id="rId56"/>
    <p:sldId id="545" r:id="rId57"/>
    <p:sldId id="546" r:id="rId58"/>
    <p:sldId id="547" r:id="rId59"/>
    <p:sldId id="337" r:id="rId60"/>
    <p:sldId id="548" r:id="rId6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6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18/06/2025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C345CC0-7AF1-1147-9AAD-1649E43D0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63" y="0"/>
            <a:ext cx="12195361" cy="685989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-3363" y="0"/>
            <a:ext cx="12195362" cy="6811491"/>
          </a:xfrm>
          <a:prstGeom prst="rect">
            <a:avLst/>
          </a:prstGeom>
          <a:solidFill>
            <a:schemeClr val="tx1">
              <a:alpha val="23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755958" y="4010891"/>
            <a:ext cx="106767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CORPUS CHRISTE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496" y="392032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496" y="995475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000" b="1" i="0" dirty="0">
                <a:solidFill>
                  <a:srgbClr val="000000"/>
                </a:solidFill>
                <a:effectLst/>
                <a:latin typeface="-apple-system"/>
              </a:rPr>
              <a:t>O SENHOR ALIMENTOU SEU POVO COM A FLOR DO TRIGO E COM O MEL DO ROCHEDO O SACIOU. (2X)</a:t>
            </a:r>
          </a:p>
          <a:p>
            <a:pPr algn="l"/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1. EXULTAI NO SENHOR, NOSSA FORÇA,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E AO DEUS DE JACÓ ACLAMAI.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CANTAI SALMOS, TOCAI TAMBORIM,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HARPA E LIRA SUAVES TOCAI.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EFA03-C195-C382-B534-9AA84336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90CEBA-6464-1127-22BF-DD9F5469DE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496" y="392032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42463B-D3FF-3AE4-2A71-4FDE9168D3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496" y="995475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000" b="1" i="0" dirty="0">
                <a:solidFill>
                  <a:srgbClr val="000000"/>
                </a:solidFill>
                <a:effectLst/>
                <a:latin typeface="-apple-system"/>
              </a:rPr>
              <a:t>O SENHOR ALIMENTOU SEU POVO COM A FLOR DO TRIGO E COM O MEL DO ROCHEDO O SACIOU. (2X)</a:t>
            </a:r>
          </a:p>
          <a:p>
            <a:pPr algn="l"/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2. PORQUE ISTO É COSTUME EM JACÓ,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UM PRECEITO DO DEUS DE ISRAEL;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UMA LEI QUE FOI DADA A JOSÉ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QUANDO O POVO SAIU DO EGITO.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143903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2F487-13CB-42E5-0C82-8DA0750CA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6A999-2756-9FD8-BE0F-079FACDF5F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496" y="392032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F3444C-1E79-DCC9-5E98-60B50097D3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496" y="995475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000" b="1" i="0" dirty="0">
                <a:solidFill>
                  <a:srgbClr val="000000"/>
                </a:solidFill>
                <a:effectLst/>
                <a:latin typeface="-apple-system"/>
              </a:rPr>
              <a:t>O SENHOR ALIMENTOU SEU POVO COM A FLOR DO TRIGO E COM O MEL DO ROCHEDO O SACIOU. (2X)</a:t>
            </a:r>
          </a:p>
          <a:p>
            <a:pPr algn="l"/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3. ALIVIEI AS TUAS COSTAS DE SEU FARDO,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CESTOS PESADOS EU TIREI DE TUAS MÃOS.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NA ANGÚSTIA A MIM CLAMASTE, E TE SALVEI, +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DE UMA NUVEM TROVEJANTE TE FALEI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E JUNTO ÀS ÁGUAS DE MERIBA TE PROVEI.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412325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F0807-DB44-5249-D22C-ED5C05184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0DF05A-F141-E4E8-7505-DA793291E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496" y="392032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64B2-E23B-E997-A2AA-4BDAD3A9F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496" y="995475"/>
            <a:ext cx="11516592" cy="5749636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000" b="1" i="0" dirty="0">
                <a:solidFill>
                  <a:srgbClr val="000000"/>
                </a:solidFill>
                <a:effectLst/>
                <a:latin typeface="-apple-system"/>
              </a:rPr>
              <a:t>O SENHOR ALIMENTOU SEU POVO COM A FLOR DO TRIGO E COM O MEL DO ROCHEDO O SACIOU. (2X)</a:t>
            </a:r>
          </a:p>
          <a:p>
            <a:pPr algn="l"/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4. PORQUE EU SOU O TEU DEUS E TEU SENHOR, +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QUE DA TERRA DO EGITO TE ARRANQUEI.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ABRE BEM A TUA BOCA E EU TE SACIO.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3095208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6612A-5ABE-393C-02D8-22FA67870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F1F546-39BC-C988-FB8F-5DD3B2847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496" y="392032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8021A8-13E5-939F-EC32-D2F959A0B9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496" y="995475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4800" b="1" i="0" dirty="0">
                <a:solidFill>
                  <a:srgbClr val="000000"/>
                </a:solidFill>
                <a:effectLst/>
                <a:latin typeface="-apple-system"/>
              </a:rPr>
              <a:t>O SENHOR ALIMENTOU SEU POVO COM A FLOR DO TRIGO E COM O MEL DO ROCHEDO O SACIOU. (2X)</a:t>
            </a:r>
          </a:p>
          <a:p>
            <a:pPr algn="l"/>
            <a:endParaRPr lang="pt-BR" sz="44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4400" i="0" dirty="0">
                <a:solidFill>
                  <a:srgbClr val="000000"/>
                </a:solidFill>
                <a:effectLst/>
                <a:latin typeface="-apple-system"/>
              </a:rPr>
              <a:t>5. QUEM ME DERA QUE MEU POVO ME ESCUTASSE!</a:t>
            </a:r>
          </a:p>
          <a:p>
            <a:pPr algn="l"/>
            <a:r>
              <a:rPr lang="pt-BR" sz="4400" i="0" dirty="0">
                <a:solidFill>
                  <a:srgbClr val="000000"/>
                </a:solidFill>
                <a:effectLst/>
                <a:latin typeface="-apple-system"/>
              </a:rPr>
              <a:t>QUE ISRAEL ANDASSE SEMPRE EM MEUS CAMINHOS!</a:t>
            </a:r>
          </a:p>
          <a:p>
            <a:pPr algn="l"/>
            <a:r>
              <a:rPr lang="pt-BR" sz="4400" i="0" dirty="0">
                <a:solidFill>
                  <a:srgbClr val="000000"/>
                </a:solidFill>
                <a:effectLst/>
                <a:latin typeface="-apple-system"/>
              </a:rPr>
              <a:t>EU LHE DARIA DE COMER A FLOR DO TRIGO,</a:t>
            </a:r>
          </a:p>
          <a:p>
            <a:pPr algn="l"/>
            <a:r>
              <a:rPr lang="pt-BR" sz="4400" i="0" dirty="0">
                <a:solidFill>
                  <a:srgbClr val="000000"/>
                </a:solidFill>
                <a:effectLst/>
                <a:latin typeface="-apple-system"/>
              </a:rPr>
              <a:t>E COM O MEL QUE SAI DA ROCHA O FARTARIA.</a:t>
            </a:r>
          </a:p>
        </p:txBody>
      </p:sp>
    </p:spTree>
    <p:extLst>
      <p:ext uri="{BB962C8B-B14F-4D97-AF65-F5344CB8AC3E}">
        <p14:creationId xmlns:p14="http://schemas.microsoft.com/office/powerpoint/2010/main" val="2287133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100" dirty="0"/>
              <a:t>CONFESSO A DEUS TODO-PODEROSO E A VÓS, IRMÃOS E IRMÃS, QUE PEQUEI MUITAS VEZES POR PENSAMENTOS, PALAVRAS, ATOS E OMISSÕES, POR MINHA CULPA, MINHA CULPA, MINHA TÃO GRANDE CULPA.</a:t>
            </a:r>
            <a:endParaRPr lang="pt-BR" sz="7800" b="1" dirty="0"/>
          </a:p>
        </p:txBody>
      </p:sp>
    </p:spTree>
    <p:extLst>
      <p:ext uri="{BB962C8B-B14F-4D97-AF65-F5344CB8AC3E}">
        <p14:creationId xmlns:p14="http://schemas.microsoft.com/office/powerpoint/2010/main" val="2618582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E PEÇO À VIRGEM MARIA, AOS ANJOS E SANTOS E A VÓS, IRMÃOS E IRMÃS, QUE ROGUEIS POR MIM A DEUS, NOSSO SENHOR.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142647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KYRIE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738489"/>
            <a:ext cx="10976265" cy="4620747"/>
          </a:xfrm>
        </p:spPr>
        <p:txBody>
          <a:bodyPr>
            <a:normAutofit/>
          </a:bodyPr>
          <a:lstStyle/>
          <a:p>
            <a:r>
              <a:rPr lang="pt-BR" sz="6600" b="1" dirty="0"/>
              <a:t>KYRIE ELEISON (2X)</a:t>
            </a:r>
          </a:p>
          <a:p>
            <a:r>
              <a:rPr lang="pt-BR" sz="6600" b="1" dirty="0"/>
              <a:t>CHRISTE ELEISON (2X)</a:t>
            </a:r>
          </a:p>
          <a:p>
            <a:r>
              <a:rPr lang="pt-BR" sz="6600" b="1" dirty="0"/>
              <a:t>KYRIE ELEISON (2X)</a:t>
            </a:r>
          </a:p>
        </p:txBody>
      </p:sp>
    </p:spTree>
    <p:extLst>
      <p:ext uri="{BB962C8B-B14F-4D97-AF65-F5344CB8AC3E}">
        <p14:creationId xmlns:p14="http://schemas.microsoft.com/office/powerpoint/2010/main" val="396583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4899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37772" cy="5265240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21600" b="1" dirty="0"/>
              <a:t>GLÓRIA, GLÓRIA, GLÓRIA A DEUS! GLÓRIA A DEUS NAS ALTURAS! (2X)</a:t>
            </a:r>
          </a:p>
          <a:p>
            <a:pPr algn="just"/>
            <a:endParaRPr lang="pt-BR" sz="11200" b="1" dirty="0"/>
          </a:p>
          <a:p>
            <a:pPr algn="just"/>
            <a:r>
              <a:rPr lang="pt-BR" sz="21600" dirty="0"/>
              <a:t>E PAZ NA TERRA AOS HOMENS POR ELE AMADOS.</a:t>
            </a:r>
          </a:p>
          <a:p>
            <a:pPr algn="just"/>
            <a:r>
              <a:rPr lang="pt-BR" sz="21600" dirty="0"/>
              <a:t>SENHOR DEUS, REI DOS CÉUS, DEUS PAI TODO-PODEROSO:</a:t>
            </a:r>
          </a:p>
          <a:p>
            <a:pPr algn="just"/>
            <a:r>
              <a:rPr lang="pt-BR" sz="21600" dirty="0"/>
              <a:t>NÓS VOS LOUVAMOS, NÓS VOS BENDIZEMOS,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73960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1000" dirty="0"/>
              <a:t>NÓS VOS ADORAMOS, NÓS VOS GLORIFICAMOS,</a:t>
            </a:r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b="1" dirty="0"/>
              <a:t>GLÓRIA, GLÓRIA, GLÓRIA A DEUS! GLÓRIA A DEUS NAS ALTURAS! (2X)</a:t>
            </a:r>
          </a:p>
        </p:txBody>
      </p:sp>
    </p:spTree>
    <p:extLst>
      <p:ext uri="{BB962C8B-B14F-4D97-AF65-F5344CB8AC3E}">
        <p14:creationId xmlns:p14="http://schemas.microsoft.com/office/powerpoint/2010/main" val="1329810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487064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dirty="0"/>
              <a:t>SENHOR JESUS CRISTO, FILHO UNIGÊNITO,</a:t>
            </a:r>
          </a:p>
          <a:p>
            <a:pPr algn="l"/>
            <a:r>
              <a:rPr lang="pt-BR" sz="7200" dirty="0"/>
              <a:t>SENHOR DEUS, CORDEIRO DE DEUS, FILHO DE DEUS PAI.</a:t>
            </a:r>
          </a:p>
          <a:p>
            <a:pPr algn="l"/>
            <a:r>
              <a:rPr lang="pt-BR" sz="7200" dirty="0"/>
              <a:t>VÓS QUE TIRAIS O PECADO DO MUNDO, TENDE PIEDADE DE NÓS.</a:t>
            </a:r>
          </a:p>
        </p:txBody>
      </p:sp>
    </p:spTree>
    <p:extLst>
      <p:ext uri="{BB962C8B-B14F-4D97-AF65-F5344CB8AC3E}">
        <p14:creationId xmlns:p14="http://schemas.microsoft.com/office/powerpoint/2010/main" val="3138702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2600" dirty="0"/>
              <a:t>VÓS QUE TIRAIS O PECADO DO MUNDO, ACOLHEI A NOSSA SÚPLICA.</a:t>
            </a:r>
          </a:p>
          <a:p>
            <a:pPr algn="l"/>
            <a:r>
              <a:rPr lang="pt-BR" sz="12600" dirty="0"/>
              <a:t>VÓS QUE ESTAIS À DIREITA DO PAI, TENDE PIEDADE DE NÓS.</a:t>
            </a:r>
          </a:p>
          <a:p>
            <a:pPr algn="l"/>
            <a:endParaRPr lang="pt-BR" sz="12600" dirty="0"/>
          </a:p>
          <a:p>
            <a:pPr algn="l"/>
            <a:r>
              <a:rPr lang="pt-BR" sz="12600" b="1" dirty="0"/>
              <a:t>GLÓRIA, GLÓRIA, GLÓRIA A DEUS! GLÓRIA A DEUS NAS ALTURAS! (2X)</a:t>
            </a:r>
          </a:p>
        </p:txBody>
      </p:sp>
    </p:spTree>
    <p:extLst>
      <p:ext uri="{BB962C8B-B14F-4D97-AF65-F5344CB8AC3E}">
        <p14:creationId xmlns:p14="http://schemas.microsoft.com/office/powerpoint/2010/main" val="992708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5400" dirty="0"/>
              <a:t>SÓ VÓS SOIS O SANTO, SÓ VÓS O SENHOR,</a:t>
            </a:r>
          </a:p>
          <a:p>
            <a:pPr algn="just"/>
            <a:r>
              <a:rPr lang="pt-BR" sz="5400" dirty="0"/>
              <a:t>SÓ VÓS O ALTÍSSIMO, JESUS CRISTO,</a:t>
            </a:r>
          </a:p>
          <a:p>
            <a:pPr algn="just"/>
            <a:r>
              <a:rPr lang="pt-BR" sz="5400" dirty="0"/>
              <a:t>COM O ESPÍRITO SANTO, NA GLÓRIA DE DEUS PAI.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b="1" dirty="0"/>
              <a:t>GLÓRIA, GLÓRIA, GLÓRIA A DEUS! GLÓRIA A DEUS NAS ALTURAS! (2X)</a:t>
            </a:r>
          </a:p>
          <a:p>
            <a:pPr algn="just"/>
            <a:r>
              <a:rPr lang="pt-BR" sz="5400" b="1" dirty="0"/>
              <a:t>AMÉM! AMÉM!</a:t>
            </a:r>
          </a:p>
        </p:txBody>
      </p:sp>
    </p:spTree>
    <p:extLst>
      <p:ext uri="{BB962C8B-B14F-4D97-AF65-F5344CB8AC3E}">
        <p14:creationId xmlns:p14="http://schemas.microsoft.com/office/powerpoint/2010/main" val="3624560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5931" y="2142371"/>
            <a:ext cx="10280138" cy="2573258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TU ÉS SACERDOTE ETERNAMENTE SEGUNDO A ORDEM DO REI MELQUISEDEC!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B653B-ADB4-C33A-C800-0A5E1FE41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638F83-293A-8D74-386D-6D0A7F931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FD590F-BA12-047C-1914-1FB62A4C7A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5930" y="1151466"/>
            <a:ext cx="10626469" cy="5263189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5200" b="1" i="0" dirty="0">
                <a:effectLst/>
              </a:rPr>
              <a:t>1. TERRA, EXULTA DE ALEGRIA,</a:t>
            </a:r>
          </a:p>
          <a:p>
            <a:pPr algn="l"/>
            <a:r>
              <a:rPr lang="pt-BR" sz="5200" b="1" i="0" dirty="0">
                <a:effectLst/>
              </a:rPr>
              <a:t>LOUVA TEU PASTOR E GUIA</a:t>
            </a:r>
          </a:p>
          <a:p>
            <a:pPr algn="l"/>
            <a:r>
              <a:rPr lang="pt-BR" sz="5200" b="1" i="0" dirty="0">
                <a:effectLst/>
              </a:rPr>
              <a:t>COM TEUS HINOS, TUA VOZ,</a:t>
            </a:r>
          </a:p>
          <a:p>
            <a:pPr algn="l"/>
            <a:r>
              <a:rPr lang="pt-BR" sz="5200" b="1" i="0" dirty="0">
                <a:effectLst/>
              </a:rPr>
              <a:t>COM TEUS HINOS, TUA VOZ.</a:t>
            </a:r>
          </a:p>
          <a:p>
            <a:pPr algn="l"/>
            <a:endParaRPr lang="pt-BR" sz="5200" b="1" i="0" dirty="0">
              <a:effectLst/>
            </a:endParaRPr>
          </a:p>
          <a:p>
            <a:pPr algn="l"/>
            <a:r>
              <a:rPr lang="pt-BR" sz="5200" b="1" i="0" dirty="0">
                <a:effectLst/>
              </a:rPr>
              <a:t>2. TANTO POSSAS, TANTO OUSES</a:t>
            </a:r>
          </a:p>
          <a:p>
            <a:pPr algn="l"/>
            <a:r>
              <a:rPr lang="pt-BR" sz="5200" b="1" i="0" dirty="0">
                <a:effectLst/>
              </a:rPr>
              <a:t>EM LOUVÁ-LO NÃO REPOUSES</a:t>
            </a:r>
          </a:p>
          <a:p>
            <a:pPr algn="l"/>
            <a:r>
              <a:rPr lang="pt-BR" sz="5200" b="1" i="0" dirty="0">
                <a:effectLst/>
              </a:rPr>
              <a:t>SEMPRE EXCEDE O TEU LOUVOR,</a:t>
            </a:r>
          </a:p>
          <a:p>
            <a:pPr algn="l"/>
            <a:r>
              <a:rPr lang="pt-BR" sz="5200" b="1" i="0" dirty="0">
                <a:effectLst/>
              </a:rPr>
              <a:t>SEMPRE EXCEDE O TEU LOUVOR.</a:t>
            </a:r>
          </a:p>
          <a:p>
            <a:pPr algn="l"/>
            <a:endParaRPr lang="pt-BR" sz="4400" b="1" i="0" dirty="0">
              <a:effectLst/>
            </a:endParaRPr>
          </a:p>
          <a:p>
            <a:pPr algn="l"/>
            <a:endParaRPr lang="pt-BR" sz="7200" b="1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967229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AAE94-1776-3123-1EA8-E7144FD1A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2EFFE7-04AB-22B4-34B7-A5B4F940B1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2D89F8-0584-1662-982B-7F286F52B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5930" y="1151466"/>
            <a:ext cx="10626469" cy="5263189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5200" b="1" i="0" dirty="0">
                <a:effectLst/>
              </a:rPr>
              <a:t>3. HOJE A IGREJA TE CONVIDA</a:t>
            </a:r>
          </a:p>
          <a:p>
            <a:pPr algn="l"/>
            <a:r>
              <a:rPr lang="pt-BR" sz="5200" b="1" i="0" dirty="0">
                <a:effectLst/>
              </a:rPr>
              <a:t>AO PÃO VIVO QUE DÁ VIDA</a:t>
            </a:r>
          </a:p>
          <a:p>
            <a:pPr algn="l"/>
            <a:r>
              <a:rPr lang="pt-BR" sz="5200" b="1" i="0" dirty="0">
                <a:effectLst/>
              </a:rPr>
              <a:t>VEM COM ELA CELEBRAR,</a:t>
            </a:r>
          </a:p>
          <a:p>
            <a:pPr algn="l"/>
            <a:r>
              <a:rPr lang="pt-BR" sz="5200" b="1" i="0" dirty="0">
                <a:effectLst/>
              </a:rPr>
              <a:t>VEM COM ELA CELEBRAR.</a:t>
            </a:r>
          </a:p>
          <a:p>
            <a:pPr algn="l"/>
            <a:endParaRPr lang="pt-BR" sz="5200" b="1" i="0" dirty="0">
              <a:effectLst/>
            </a:endParaRPr>
          </a:p>
          <a:p>
            <a:pPr algn="l"/>
            <a:r>
              <a:rPr lang="pt-BR" sz="5200" b="1" i="0" dirty="0">
                <a:effectLst/>
              </a:rPr>
              <a:t>4. ESTE PÃO, QUE O MUNDO CREIA</a:t>
            </a:r>
          </a:p>
          <a:p>
            <a:pPr algn="l"/>
            <a:r>
              <a:rPr lang="pt-BR" sz="5200" b="1" i="0" dirty="0">
                <a:effectLst/>
              </a:rPr>
              <a:t>POR JESUS, NA SANTA CEIA</a:t>
            </a:r>
          </a:p>
          <a:p>
            <a:pPr algn="l"/>
            <a:r>
              <a:rPr lang="pt-BR" sz="5200" b="1" i="0" dirty="0">
                <a:effectLst/>
              </a:rPr>
              <a:t>FOI ENTREGUE AOS QUE ESCOLHEU,</a:t>
            </a:r>
          </a:p>
          <a:p>
            <a:pPr algn="l"/>
            <a:r>
              <a:rPr lang="pt-BR" sz="5200" b="1" i="0" dirty="0">
                <a:effectLst/>
              </a:rPr>
              <a:t>FOI ENTREGUE AOS QUE ESCOLHEU.</a:t>
            </a:r>
          </a:p>
          <a:p>
            <a:pPr algn="l"/>
            <a:endParaRPr lang="pt-BR" sz="5200" b="1" i="0" dirty="0">
              <a:effectLst/>
            </a:endParaRPr>
          </a:p>
          <a:p>
            <a:pPr algn="l"/>
            <a:endParaRPr lang="pt-BR" sz="5200" b="1" i="0" dirty="0">
              <a:effectLst/>
            </a:endParaRPr>
          </a:p>
          <a:p>
            <a:pPr algn="l"/>
            <a:endParaRPr lang="pt-BR" sz="5200" b="1" i="0" dirty="0">
              <a:effectLst/>
            </a:endParaRPr>
          </a:p>
          <a:p>
            <a:pPr algn="l"/>
            <a:endParaRPr lang="pt-BR" sz="5200" b="1" i="0" dirty="0">
              <a:effectLst/>
            </a:endParaRPr>
          </a:p>
          <a:p>
            <a:pPr algn="l"/>
            <a:endParaRPr lang="pt-BR" sz="5200" b="1" i="0" dirty="0">
              <a:effectLst/>
            </a:endParaRPr>
          </a:p>
          <a:p>
            <a:pPr algn="l"/>
            <a:endParaRPr lang="pt-BR" sz="7200" b="1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712079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FB7D1-00B0-ADB9-2A64-621935FF0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276842-055F-90E5-AB58-D8164A4B8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C5FF96-A70A-19CE-51EA-2A554BB0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5930" y="1151466"/>
            <a:ext cx="10626469" cy="5263189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5200" b="1" i="0" dirty="0">
                <a:effectLst/>
              </a:rPr>
              <a:t>5. NOSSO JÚBILO CANTEMOS,</a:t>
            </a:r>
          </a:p>
          <a:p>
            <a:pPr algn="l"/>
            <a:r>
              <a:rPr lang="pt-BR" sz="5200" b="1" i="0" dirty="0">
                <a:effectLst/>
              </a:rPr>
              <a:t>NOSSO AMOR MANIFESTEMOS</a:t>
            </a:r>
          </a:p>
          <a:p>
            <a:pPr algn="l"/>
            <a:r>
              <a:rPr lang="pt-BR" sz="5200" b="1" i="0" dirty="0">
                <a:effectLst/>
              </a:rPr>
              <a:t>POIS TRANSBORDA O CORAÇÃO,</a:t>
            </a:r>
          </a:p>
          <a:p>
            <a:pPr algn="l"/>
            <a:r>
              <a:rPr lang="pt-BR" sz="5200" b="1" i="0" dirty="0">
                <a:effectLst/>
              </a:rPr>
              <a:t>POIS TRANSBORDA O CORAÇÃO.</a:t>
            </a:r>
          </a:p>
          <a:p>
            <a:pPr algn="l"/>
            <a:endParaRPr lang="pt-BR" sz="5200" b="1" i="0" dirty="0">
              <a:effectLst/>
            </a:endParaRPr>
          </a:p>
          <a:p>
            <a:pPr algn="l"/>
            <a:r>
              <a:rPr lang="pt-BR" sz="5200" b="1" i="0" dirty="0">
                <a:effectLst/>
              </a:rPr>
              <a:t>6. QUÃO SOLENE A FESTA, O DIA,</a:t>
            </a:r>
          </a:p>
          <a:p>
            <a:pPr algn="l"/>
            <a:r>
              <a:rPr lang="pt-BR" sz="5200" b="1" i="0" dirty="0">
                <a:effectLst/>
              </a:rPr>
              <a:t>QUE DA SANTA EUCARISTIA</a:t>
            </a:r>
          </a:p>
          <a:p>
            <a:pPr algn="l"/>
            <a:r>
              <a:rPr lang="pt-BR" sz="5200" b="1" i="0" dirty="0">
                <a:effectLst/>
              </a:rPr>
              <a:t>NOS RECORDA A INSTITUIÇÃO,</a:t>
            </a:r>
          </a:p>
          <a:p>
            <a:pPr algn="l"/>
            <a:r>
              <a:rPr lang="pt-BR" sz="5200" b="1" i="0" dirty="0">
                <a:effectLst/>
              </a:rPr>
              <a:t>NOS RECORDA A INSTITUIÇÃO.</a:t>
            </a:r>
          </a:p>
          <a:p>
            <a:pPr algn="l"/>
            <a:endParaRPr lang="pt-BR" sz="5200" b="1" i="0" dirty="0">
              <a:effectLst/>
            </a:endParaRPr>
          </a:p>
          <a:p>
            <a:pPr algn="l"/>
            <a:endParaRPr lang="pt-BR" sz="5200" b="1" i="0" dirty="0">
              <a:effectLst/>
            </a:endParaRPr>
          </a:p>
          <a:p>
            <a:pPr algn="l"/>
            <a:endParaRPr lang="pt-BR" sz="5200" b="1" i="0" dirty="0">
              <a:effectLst/>
            </a:endParaRPr>
          </a:p>
          <a:p>
            <a:pPr algn="l"/>
            <a:endParaRPr lang="pt-BR" sz="5200" b="1" i="0" dirty="0">
              <a:effectLst/>
            </a:endParaRPr>
          </a:p>
          <a:p>
            <a:pPr algn="l"/>
            <a:endParaRPr lang="pt-BR" sz="7200" b="1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832000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88999-82DF-8B73-2E69-DDDED2229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B6F3C3-AAD5-3C9D-19D2-206BB90A1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06E8CD-8885-0C46-2A8D-602AA20514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5930" y="1151466"/>
            <a:ext cx="10626469" cy="5263189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5200" b="1" i="0" dirty="0">
                <a:effectLst/>
              </a:rPr>
              <a:t>7. NOVO REI E NOVA MESA</a:t>
            </a:r>
          </a:p>
          <a:p>
            <a:pPr algn="l"/>
            <a:r>
              <a:rPr lang="pt-BR" sz="5200" b="1" i="0" dirty="0">
                <a:effectLst/>
              </a:rPr>
              <a:t>NOVA PÁSCOA E REALEZA</a:t>
            </a:r>
          </a:p>
          <a:p>
            <a:pPr algn="l"/>
            <a:r>
              <a:rPr lang="pt-BR" sz="5200" b="1" i="0" dirty="0">
                <a:effectLst/>
              </a:rPr>
              <a:t>FOI-SE A PÁSCOA DOS JUDEUS,</a:t>
            </a:r>
          </a:p>
          <a:p>
            <a:pPr algn="l"/>
            <a:r>
              <a:rPr lang="pt-BR" sz="5200" b="1" i="0" dirty="0">
                <a:effectLst/>
              </a:rPr>
              <a:t>FOI-SE A PÁSCOA DOS JUDEUS.</a:t>
            </a:r>
          </a:p>
          <a:p>
            <a:pPr algn="l"/>
            <a:endParaRPr lang="pt-BR" sz="5200" b="1" i="0" dirty="0">
              <a:effectLst/>
            </a:endParaRPr>
          </a:p>
          <a:p>
            <a:pPr algn="l"/>
            <a:r>
              <a:rPr lang="pt-BR" sz="5200" b="1" i="0" dirty="0">
                <a:effectLst/>
              </a:rPr>
              <a:t>8. ERA SOMBRA O ANTIGO POVO</a:t>
            </a:r>
          </a:p>
          <a:p>
            <a:pPr algn="l"/>
            <a:r>
              <a:rPr lang="pt-BR" sz="5200" b="1" i="0" dirty="0">
                <a:effectLst/>
              </a:rPr>
              <a:t>O QUE É VELHO CEDE AO NOVO</a:t>
            </a:r>
          </a:p>
          <a:p>
            <a:pPr algn="l"/>
            <a:r>
              <a:rPr lang="pt-BR" sz="5200" b="1" i="0" dirty="0">
                <a:effectLst/>
              </a:rPr>
              <a:t>FOGE A NOITE, CHEGA A LUZ,</a:t>
            </a:r>
          </a:p>
          <a:p>
            <a:pPr algn="l"/>
            <a:r>
              <a:rPr lang="pt-BR" sz="5200" b="1" i="0" dirty="0">
                <a:effectLst/>
              </a:rPr>
              <a:t>FOGE A NOITE, CHEGA A LUZ.</a:t>
            </a:r>
          </a:p>
          <a:p>
            <a:pPr algn="l"/>
            <a:endParaRPr lang="pt-BR" sz="5200" b="1" i="0" dirty="0">
              <a:effectLst/>
            </a:endParaRPr>
          </a:p>
          <a:p>
            <a:pPr algn="l"/>
            <a:endParaRPr lang="pt-BR" sz="5200" b="1" i="0" dirty="0">
              <a:effectLst/>
            </a:endParaRPr>
          </a:p>
          <a:p>
            <a:pPr algn="l"/>
            <a:endParaRPr lang="pt-BR" sz="5200" b="1" i="0" dirty="0">
              <a:effectLst/>
            </a:endParaRPr>
          </a:p>
          <a:p>
            <a:pPr algn="l"/>
            <a:endParaRPr lang="pt-BR" sz="5200" b="1" i="0" dirty="0">
              <a:effectLst/>
            </a:endParaRPr>
          </a:p>
          <a:p>
            <a:pPr algn="l"/>
            <a:endParaRPr lang="pt-BR" sz="7200" b="1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011821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3FD48-50C5-D0CF-1A3E-8DE387164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BD90D-097B-15C7-66E8-6FFE76E97A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F29263-6C9C-509D-3D1E-D216EF496D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5930" y="1151466"/>
            <a:ext cx="10626469" cy="5263189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5200" b="1" i="0" dirty="0">
                <a:effectLst/>
              </a:rPr>
              <a:t>9. O QUE O CRISTO FEZ NA CEIA,</a:t>
            </a:r>
          </a:p>
          <a:p>
            <a:pPr algn="l"/>
            <a:r>
              <a:rPr lang="pt-BR" sz="5200" b="1" i="0" dirty="0">
                <a:effectLst/>
              </a:rPr>
              <a:t>MANDA A IGREJA QUE O RODEIA</a:t>
            </a:r>
          </a:p>
          <a:p>
            <a:pPr algn="l"/>
            <a:r>
              <a:rPr lang="pt-BR" sz="5200" b="1" i="0" dirty="0">
                <a:effectLst/>
              </a:rPr>
              <a:t>REPETI-LO ATÉ VOLTAR,</a:t>
            </a:r>
          </a:p>
          <a:p>
            <a:pPr algn="l"/>
            <a:r>
              <a:rPr lang="pt-BR" sz="5200" b="1" i="0" dirty="0">
                <a:effectLst/>
              </a:rPr>
              <a:t>REPETI-LO ATÉ VOLTAR.</a:t>
            </a:r>
          </a:p>
          <a:p>
            <a:pPr algn="l"/>
            <a:endParaRPr lang="pt-BR" sz="5200" b="1" i="0" dirty="0">
              <a:effectLst/>
            </a:endParaRPr>
          </a:p>
          <a:p>
            <a:pPr algn="l"/>
            <a:r>
              <a:rPr lang="pt-BR" sz="5200" b="1" i="0" dirty="0">
                <a:effectLst/>
              </a:rPr>
              <a:t>10. SEU PRECEITO CONHECEMOS</a:t>
            </a:r>
          </a:p>
          <a:p>
            <a:pPr algn="l"/>
            <a:r>
              <a:rPr lang="pt-BR" sz="5200" b="1" i="0" dirty="0">
                <a:effectLst/>
              </a:rPr>
              <a:t>PÃO E VINHO CONSAGREMOS</a:t>
            </a:r>
          </a:p>
          <a:p>
            <a:pPr algn="l"/>
            <a:r>
              <a:rPr lang="pt-BR" sz="5200" b="1" i="0" dirty="0">
                <a:effectLst/>
              </a:rPr>
              <a:t>PARA A NOSSA SALVAÇÃO,</a:t>
            </a:r>
          </a:p>
          <a:p>
            <a:pPr algn="l"/>
            <a:r>
              <a:rPr lang="pt-BR" sz="5200" b="1" i="0" dirty="0">
                <a:effectLst/>
              </a:rPr>
              <a:t>PARA A NOSSA SALVAÇÃO.</a:t>
            </a:r>
          </a:p>
          <a:p>
            <a:pPr algn="l"/>
            <a:endParaRPr lang="pt-BR" sz="5200" b="1" i="0" dirty="0">
              <a:effectLst/>
            </a:endParaRPr>
          </a:p>
          <a:p>
            <a:pPr algn="l"/>
            <a:endParaRPr lang="pt-BR" sz="5200" b="1" i="0" dirty="0">
              <a:effectLst/>
            </a:endParaRPr>
          </a:p>
          <a:p>
            <a:pPr algn="l"/>
            <a:endParaRPr lang="pt-BR" sz="5200" b="1" i="0" dirty="0">
              <a:effectLst/>
            </a:endParaRPr>
          </a:p>
          <a:p>
            <a:pPr algn="l"/>
            <a:endParaRPr lang="pt-BR" sz="5200" b="1" i="0" dirty="0">
              <a:effectLst/>
            </a:endParaRPr>
          </a:p>
          <a:p>
            <a:pPr algn="l"/>
            <a:endParaRPr lang="pt-BR" sz="7200" b="1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48638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6F679-254D-CC29-F15E-527A91CD9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F008603-BF9B-23B8-19F3-A5D589183E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23766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 EU SOU O PÃO VIVO DESCIDO DO CÉU; QUEM DESTE PÃO COME, SEMPRE, HÁ DE VIVER!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QUE PODEREI RETRIBUIR AO SENHOR,</a:t>
            </a:r>
          </a:p>
          <a:p>
            <a:pPr algn="l"/>
            <a:r>
              <a:rPr lang="pt-BR" sz="8800" b="1" dirty="0"/>
              <a:t>POR TUDO AQUILO QUE ELE ME DEU?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OFERECEREI O SEU SACRIFÍCIO</a:t>
            </a:r>
          </a:p>
          <a:p>
            <a:pPr algn="l"/>
            <a:r>
              <a:rPr lang="pt-BR" sz="8800" dirty="0"/>
              <a:t>E INVOCAREI O SEU SANTO NOME.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84A85-23F9-A73F-6C0B-CC8F3B132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9E67ED-C6F3-BB49-F3B4-6E9D856CE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B97CD5-8697-2897-5163-36F9489C2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QUE PODEREI OFERECER AO MEU DEUS</a:t>
            </a:r>
          </a:p>
          <a:p>
            <a:pPr algn="l"/>
            <a:r>
              <a:rPr lang="pt-BR" sz="8800" b="1" dirty="0"/>
              <a:t>PELOS IMENSOS BENEFÍCIOS QUE ME FEZ?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OFERECEREI O SEU SACRIFÍCIO</a:t>
            </a:r>
          </a:p>
          <a:p>
            <a:pPr algn="l"/>
            <a:r>
              <a:rPr lang="pt-BR" sz="8800" dirty="0"/>
              <a:t>E INVOCAREI O SEU SANTO NOME.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1503905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94AF2-B7A1-DC69-069B-933819D76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1DC43D-8861-4EC2-857E-B1671157F6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4AA6BA-17ED-85E5-9BDC-76B82FEF98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EU CUMPRIREI MINHAS PROMESSAS AO SENHOR,</a:t>
            </a:r>
          </a:p>
          <a:p>
            <a:pPr algn="l"/>
            <a:r>
              <a:rPr lang="pt-BR" sz="8800" b="1" dirty="0"/>
              <a:t>NA REUNIÃO DO POVO SANTO DE DEUS.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OFERECEREI O SEU SACRIFÍCIO</a:t>
            </a:r>
          </a:p>
          <a:p>
            <a:pPr algn="l"/>
            <a:r>
              <a:rPr lang="pt-BR" sz="8800" dirty="0"/>
              <a:t>E INVOCAREI O SEU SANTO NOME.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620732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88EC0-E910-CFB7-1C07-3CDA93693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C304AC-CAA6-8BD1-7F6F-F6394C68F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468D1C-0D10-3057-2452-3975F14CC2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VÓS ME QUEBRASTES OS GRILHÕES DA ESCRAVIDÃO,</a:t>
            </a:r>
          </a:p>
          <a:p>
            <a:pPr algn="l"/>
            <a:r>
              <a:rPr lang="pt-BR" sz="8800" b="1" dirty="0"/>
              <a:t>E É POR ISSO QUE HOJE EU CANTO VOSSO AMOR.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OFERECEREI O SEU SACRIFÍCIO</a:t>
            </a:r>
          </a:p>
          <a:p>
            <a:pPr algn="l"/>
            <a:r>
              <a:rPr lang="pt-BR" sz="8800" dirty="0"/>
              <a:t>E INVOCAREI O SEU SANTO NOME.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3985752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000" b="1" dirty="0"/>
              <a:t>SANTO, SANTO, SANTO</a:t>
            </a:r>
          </a:p>
          <a:p>
            <a:pPr algn="just"/>
            <a:r>
              <a:rPr lang="pt-BR" sz="6000" dirty="0"/>
              <a:t>SENHOR DEUS DO UNIVERSO</a:t>
            </a:r>
          </a:p>
          <a:p>
            <a:pPr algn="just"/>
            <a:r>
              <a:rPr lang="pt-BR" sz="6000" dirty="0"/>
              <a:t>O CÉU E A TERRA PROCLAMAM</a:t>
            </a:r>
          </a:p>
          <a:p>
            <a:pPr algn="just"/>
            <a:r>
              <a:rPr lang="pt-BR" sz="6000" dirty="0"/>
              <a:t>A VOSSA GLÓRIA</a:t>
            </a:r>
          </a:p>
          <a:p>
            <a:pPr algn="just"/>
            <a:r>
              <a:rPr lang="pt-BR" sz="60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BENDITO O QUE VEM</a:t>
            </a:r>
          </a:p>
          <a:p>
            <a:pPr algn="just"/>
            <a:r>
              <a:rPr lang="pt-BR" sz="7200" dirty="0"/>
              <a:t>EM NOME DO SENHOR</a:t>
            </a:r>
          </a:p>
          <a:p>
            <a:pPr algn="just"/>
            <a:r>
              <a:rPr lang="pt-BR" sz="72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000" b="1" i="0" dirty="0">
                <a:effectLst/>
                <a:latin typeface="Roboto" panose="02000000000000000000" pitchFamily="2" charset="0"/>
              </a:rPr>
              <a:t>EM MEMÓRIA, EM MEMÓRIA,  EM MEMÓRIA DE MIM. </a:t>
            </a:r>
          </a:p>
          <a:p>
            <a:pPr algn="l"/>
            <a:endParaRPr lang="pt-BR" sz="6000" b="1" i="0" dirty="0"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1. EM MEMÓRIA DE TI, JESUS CRISTO, FILHO DO DEUS VIVO. 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PALAVRA AMOROSA DO PAI 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PÃO PARA A VIDA DO MUNDO 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EVANGELHO DA ESPERANÇA SEGURA. 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DCFE8-6FF9-E8C4-CA09-2D856CBBB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6D3359-F148-A2FB-A224-8391D838E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5B50B3-3946-5A64-9E83-156692E17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000" b="1" i="0" dirty="0">
                <a:effectLst/>
                <a:latin typeface="Roboto" panose="02000000000000000000" pitchFamily="2" charset="0"/>
              </a:rPr>
              <a:t>EM MEMÓRIA, EM MEMÓRIA,  EM MEMÓRIA DE MIM. </a:t>
            </a:r>
          </a:p>
          <a:p>
            <a:pPr algn="l"/>
            <a:endParaRPr lang="pt-BR" sz="6000" b="1" i="0" dirty="0"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2. EM MEMÓRIA DE TI, JESUS CRISTO, FILHO DO DEUS VIVO. 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DA TUA ADMIRÁVEL ENCARNAÇÃO, 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DE TUA PAIXÃO REDENTORA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E GLORIOSA RESSURREIÇÃO. 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5104527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D3E6F-E8F0-348C-C995-0E2B11F1B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53164-AEED-65B1-14E9-38AEA92622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65F4EB-568D-0628-ED01-6C3BBC8487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000" b="1" i="0" dirty="0">
                <a:effectLst/>
                <a:latin typeface="Roboto" panose="02000000000000000000" pitchFamily="2" charset="0"/>
              </a:rPr>
              <a:t>EM MEMÓRIA, EM MEMÓRIA,  EM MEMÓRIA DE MIM. </a:t>
            </a:r>
          </a:p>
          <a:p>
            <a:pPr algn="l"/>
            <a:endParaRPr lang="pt-BR" sz="6000" b="1" i="0" dirty="0"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3. EM MEMÓRIA DE TI, JESUS CRISTO, FILHO DO DEUS VIVO. 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PASTOR DAS OVELHAS, 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SENHOR DA IGREJA, 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MEU SENHOR E MEU DEUS.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4505567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DOS ANJOS O TESOURO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DOS HOMENS O DULÇOR.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9625B-661D-568E-7839-87BD4D590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97D2F-6F48-F497-7404-FA0947669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EECB86-1DFD-D6ED-F5E0-F23B438A5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NA VIDA ALENTO E FORÇA,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NA MORTE O DEFENSOR.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784736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52B0D-C831-293C-E891-25210FFA3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75E567-80FB-86BC-5E67-D95636C42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C21367-2EC6-9D32-4E39-22F3DCFEC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NA TERRA FIEL AMIGO,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 CÉU, FELIZ PENHOR.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570821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BD12C-5AB8-14BD-3AB1-A7B182A79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5D8FC-23BF-31B8-E463-4E9B5D7781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F9D7F2-5DA1-34DC-1B13-608B3548F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MEU DEUS, EXCELSO E GRANDE,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DOS SÉCULOS, O SENHOR.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585325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9BA02-669A-524C-4601-D028BE6FD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5F9BD71-2335-E696-27B9-6118A3A3EA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5779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DEUS DE AMOR, NÓS TE ADORAMOS NESTE SACRAMENTO</a:t>
            </a:r>
          </a:p>
          <a:p>
            <a:pPr algn="l"/>
            <a:r>
              <a:rPr lang="pt-BR" sz="6000" dirty="0"/>
              <a:t>CORPO E SANGUE QUE FIZESTE NOSSO ALIMENTO</a:t>
            </a:r>
          </a:p>
          <a:p>
            <a:pPr algn="l"/>
            <a:r>
              <a:rPr lang="pt-BR" sz="6000" dirty="0"/>
              <a:t>ÉS O DEUS ESCONDIDO, VIVO E VENCEDOR</a:t>
            </a:r>
          </a:p>
          <a:p>
            <a:pPr algn="l"/>
            <a:r>
              <a:rPr lang="pt-BR" sz="6000" dirty="0"/>
              <a:t>A TEUS PÉS DEPOSITAMOS TODO NOSSO AMOR.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6599034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MEUS PECADOS REDIMISTE SOB A TUA CRUZ</a:t>
            </a:r>
          </a:p>
          <a:p>
            <a:pPr algn="l"/>
            <a:r>
              <a:rPr lang="pt-BR" sz="6000" dirty="0"/>
              <a:t>COM TEU CORPO E COM TEU SANGUE, Ó SENHOR JESUS!</a:t>
            </a:r>
          </a:p>
          <a:p>
            <a:pPr algn="l"/>
            <a:r>
              <a:rPr lang="pt-BR" sz="6000" dirty="0"/>
              <a:t>SOBRE OS NOSSOS ALTARES, VÍTIMA SEM PAR</a:t>
            </a:r>
          </a:p>
          <a:p>
            <a:pPr algn="l"/>
            <a:r>
              <a:rPr lang="pt-BR" sz="6000" dirty="0"/>
              <a:t>TEU DIVINO SACRIFÍCIO QUERES RENOVAR!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6739626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NO CALVÁRIO SE ESCONDIA TUA DIVINDADE</a:t>
            </a:r>
          </a:p>
          <a:p>
            <a:pPr algn="l"/>
            <a:r>
              <a:rPr lang="pt-BR" sz="6000" dirty="0"/>
              <a:t>MAS AQUI TAMBÉM SE ESCONDE TUA HUMANIDADE</a:t>
            </a:r>
          </a:p>
          <a:p>
            <a:pPr algn="l"/>
            <a:r>
              <a:rPr lang="pt-BR" sz="6000" dirty="0"/>
              <a:t>CREIO EM AMBAS E PEÇO, COMO O BOM LADRÃO</a:t>
            </a:r>
          </a:p>
          <a:p>
            <a:pPr algn="l"/>
            <a:r>
              <a:rPr lang="pt-BR" sz="6000" dirty="0"/>
              <a:t>NO TEU REINO, ETERNAMENTE, TUA SALVAÇÃO!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7564113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CREIO EM TI RESSUSCITADO, MAIS QUE SÃO TOMÉ</a:t>
            </a:r>
          </a:p>
          <a:p>
            <a:pPr algn="l"/>
            <a:r>
              <a:rPr lang="pt-BR" sz="6000" dirty="0"/>
              <a:t>MAS AUMENTA NA MINH'ALMA O PODER DA FÉ</a:t>
            </a:r>
          </a:p>
          <a:p>
            <a:pPr algn="l"/>
            <a:r>
              <a:rPr lang="pt-BR" sz="6000" dirty="0"/>
              <a:t>GUARDA A MINHA ESPERANÇA, CRESCE O MEU AMOR</a:t>
            </a:r>
          </a:p>
          <a:p>
            <a:pPr algn="l"/>
            <a:r>
              <a:rPr lang="pt-BR" sz="6000" dirty="0"/>
              <a:t>CREIO EM TI RESSUSCITADO, MEU DEUS E SENHOR!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24030974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CD346-A028-2971-05A7-F23EA8079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344FC02-B2F4-98DD-365C-E813B62549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8514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290945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Ó HÓSTIA SANTA</a:t>
            </a:r>
          </a:p>
          <a:p>
            <a:pPr algn="l"/>
            <a:r>
              <a:rPr lang="pt-BR" sz="6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TU ÉS O TESTAMENTO</a:t>
            </a:r>
          </a:p>
          <a:p>
            <a:pPr algn="l"/>
            <a:r>
              <a:rPr lang="pt-BR" sz="6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DA TÃO GRANDE DIVINA MISERICÓRDIA</a:t>
            </a:r>
          </a:p>
          <a:p>
            <a:pPr algn="l"/>
            <a:r>
              <a:rPr lang="pt-BR" sz="6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TU ÉS O CORPO E O SANGUE DO SENHOR</a:t>
            </a:r>
          </a:p>
          <a:p>
            <a:pPr algn="l"/>
            <a:r>
              <a:rPr lang="pt-BR" sz="6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SINAL DE AMOR POR NÓS PECADORES</a:t>
            </a:r>
          </a:p>
        </p:txBody>
      </p:sp>
    </p:spTree>
    <p:extLst>
      <p:ext uri="{BB962C8B-B14F-4D97-AF65-F5344CB8AC3E}">
        <p14:creationId xmlns:p14="http://schemas.microsoft.com/office/powerpoint/2010/main" val="5184250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422" y="448989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422" y="1298223"/>
            <a:ext cx="11571111" cy="5765544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Ó HÓSTIA SANTA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TU ÉS A NASCENTE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DA ÁGUA VIVA PRA NÓS PECADORES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EM TI, O FOGO PURÍSSIMO DO AMOR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A TUA DIVINA MISERICÓRDIA</a:t>
            </a:r>
          </a:p>
        </p:txBody>
      </p:sp>
    </p:spTree>
    <p:extLst>
      <p:ext uri="{BB962C8B-B14F-4D97-AF65-F5344CB8AC3E}">
        <p14:creationId xmlns:p14="http://schemas.microsoft.com/office/powerpoint/2010/main" val="27628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290945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311902"/>
            <a:ext cx="11386320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Ó HÓSTIA SANTA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EM TI O REMÉDIO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DÁ ALÍVIO À NOSSA FRAQUEZA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UNIÃO SAGRADA ENTRE DEUS E CADA HOMEM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CONFIA NO TEU AMOR</a:t>
            </a:r>
          </a:p>
        </p:txBody>
      </p:sp>
    </p:spTree>
    <p:extLst>
      <p:ext uri="{BB962C8B-B14F-4D97-AF65-F5344CB8AC3E}">
        <p14:creationId xmlns:p14="http://schemas.microsoft.com/office/powerpoint/2010/main" val="28351487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290945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40" y="1900472"/>
            <a:ext cx="11386320" cy="4772122"/>
          </a:xfrm>
        </p:spPr>
        <p:txBody>
          <a:bodyPr>
            <a:normAutofit/>
          </a:bodyPr>
          <a:lstStyle/>
          <a:p>
            <a:r>
              <a:rPr lang="pt-BR" sz="6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CONFIO EM TI, Ó HÓSTIA SANTA</a:t>
            </a:r>
          </a:p>
          <a:p>
            <a:r>
              <a:rPr lang="pt-BR" sz="6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CONFIO EM TI, HÓSTIA SANTA</a:t>
            </a:r>
          </a:p>
        </p:txBody>
      </p:sp>
    </p:spTree>
    <p:extLst>
      <p:ext uri="{BB962C8B-B14F-4D97-AF65-F5344CB8AC3E}">
        <p14:creationId xmlns:p14="http://schemas.microsoft.com/office/powerpoint/2010/main" val="38199084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43FB0-CC15-6D40-37F0-E571C5026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E5C3FD2-E604-A6A6-24DB-10D6A2E05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57932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B9D91-388D-27BD-A1DF-3AFD61AF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0F39EA-753B-6F4E-DBCC-75C63D577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290945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D3F45A-0DB0-DB03-85DD-769ED2B01C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311902"/>
            <a:ext cx="11386320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TÃO SUBLIME SACRAMENTO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ADOREMOS NESTE ALTAR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POIS O ANTIGO TESTAMENTO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DEU AO NOVO SEU LUGAR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VENHA A FÉ POR SUPLEMENTO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OS SENTIDOS COMPLETAR</a:t>
            </a:r>
          </a:p>
          <a:p>
            <a:pPr algn="l"/>
            <a:endParaRPr lang="pt-BR" sz="1060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0799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94BDD-9027-177A-A668-0724B9706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A15675-556A-AAC8-5846-62FB7AF3B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290945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ECE773-039E-727A-D6CF-034F989213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311902"/>
            <a:ext cx="11386320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pitchFamily="2" charset="0"/>
              </a:rPr>
              <a:t>AO ETERNO PAI CANTEMOS</a:t>
            </a:r>
          </a:p>
          <a:p>
            <a:pPr algn="l"/>
            <a:r>
              <a:rPr lang="pt-BR" sz="10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pitchFamily="2" charset="0"/>
              </a:rPr>
              <a:t>E A JESUS, O SALVADOR</a:t>
            </a:r>
          </a:p>
          <a:p>
            <a:pPr algn="l"/>
            <a:r>
              <a:rPr lang="pt-BR" sz="10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pitchFamily="2" charset="0"/>
              </a:rPr>
              <a:t>AO ESPÍRITO EXALTEMOS</a:t>
            </a:r>
          </a:p>
          <a:p>
            <a:pPr algn="l"/>
            <a:r>
              <a:rPr lang="pt-BR" sz="10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pitchFamily="2" charset="0"/>
              </a:rPr>
              <a:t>NA TRINDADE ETERNO AMOR</a:t>
            </a:r>
          </a:p>
          <a:p>
            <a:pPr algn="l"/>
            <a:r>
              <a:rPr lang="pt-BR" sz="10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pitchFamily="2" charset="0"/>
              </a:rPr>
              <a:t>AO DEUS UNO E TRINO DEMOS</a:t>
            </a:r>
          </a:p>
          <a:p>
            <a:pPr algn="l"/>
            <a:r>
              <a:rPr lang="pt-BR" sz="10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pitchFamily="2" charset="0"/>
              </a:rPr>
              <a:t>A ALEGRIA DO LOUVOR</a:t>
            </a:r>
          </a:p>
          <a:p>
            <a:pPr algn="l"/>
            <a:r>
              <a:rPr lang="pt-BR" sz="10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pitchFamily="2" charset="0"/>
              </a:rPr>
              <a:t>AMÉM, AMÉM!</a:t>
            </a:r>
          </a:p>
          <a:p>
            <a:pPr algn="l"/>
            <a:endParaRPr lang="pt-BR" sz="1060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0265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8CEC6-7830-8148-6170-4AB7EAB65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7F6C75E-B93F-A802-BC5D-CC22B3C0D7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1496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686788"/>
            <a:ext cx="11194472" cy="657299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2600" dirty="0"/>
              <a:t>GLÓRIA A JESUS NA HÓSTIA SANTA,</a:t>
            </a:r>
          </a:p>
          <a:p>
            <a:pPr algn="l"/>
            <a:r>
              <a:rPr lang="pt-BR" sz="12600" dirty="0"/>
              <a:t>QUE SE CONSAGRA SOBRE O ALTAR;</a:t>
            </a:r>
          </a:p>
          <a:p>
            <a:pPr algn="l"/>
            <a:r>
              <a:rPr lang="pt-BR" sz="12600" dirty="0"/>
              <a:t>E AOS NOSSOS OLHOS SE LEVANTA</a:t>
            </a:r>
          </a:p>
          <a:p>
            <a:pPr algn="l"/>
            <a:r>
              <a:rPr lang="pt-BR" sz="12600" dirty="0"/>
              <a:t>PARA O BRASIL ABENÇOAR.</a:t>
            </a:r>
          </a:p>
          <a:p>
            <a:pPr algn="l"/>
            <a:endParaRPr lang="pt-BR" sz="12600" b="1" dirty="0"/>
          </a:p>
          <a:p>
            <a:pPr algn="l"/>
            <a:r>
              <a:rPr lang="pt-BR" sz="12600" b="1" dirty="0"/>
              <a:t>QUE O SANTO SACRAMENTO,</a:t>
            </a:r>
          </a:p>
          <a:p>
            <a:pPr algn="l"/>
            <a:r>
              <a:rPr lang="pt-BR" sz="12600" b="1" dirty="0"/>
              <a:t>QUE É O PRÓPRIO CRISTO JESUS,</a:t>
            </a:r>
          </a:p>
          <a:p>
            <a:pPr algn="l"/>
            <a:r>
              <a:rPr lang="pt-BR" sz="12600" b="1" dirty="0"/>
              <a:t>SEJA ADORADO E SEJA AMADO,</a:t>
            </a:r>
          </a:p>
          <a:p>
            <a:pPr algn="l"/>
            <a:r>
              <a:rPr lang="pt-BR" sz="12600" b="1" dirty="0"/>
              <a:t>NESTA TERRA DE SANTA CRUZ. (2x)</a:t>
            </a:r>
          </a:p>
          <a:p>
            <a:pPr algn="l"/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82242-1D3D-14F1-0B48-260113491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70CF9-71BE-F943-6755-18479C23F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6E11F4-7466-1C9C-3614-81E501E07F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686788"/>
            <a:ext cx="11194472" cy="657299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2600" dirty="0"/>
              <a:t>GLÓRIA A JESUS, DEUS ESCONDIDO,</a:t>
            </a:r>
          </a:p>
          <a:p>
            <a:pPr algn="l"/>
            <a:r>
              <a:rPr lang="pt-BR" sz="12600" dirty="0"/>
              <a:t>QUE VINDO A NÓS NA COMUNHÃO,</a:t>
            </a:r>
          </a:p>
          <a:p>
            <a:pPr algn="l"/>
            <a:r>
              <a:rPr lang="pt-BR" sz="12600" dirty="0"/>
              <a:t>PURIFICADO, ENRIQUECIDO,</a:t>
            </a:r>
          </a:p>
          <a:p>
            <a:pPr algn="l"/>
            <a:r>
              <a:rPr lang="pt-BR" sz="12600" dirty="0"/>
              <a:t>DEIXA-NOS SEMPRE O CORAÇÃO.</a:t>
            </a:r>
          </a:p>
          <a:p>
            <a:pPr algn="l"/>
            <a:endParaRPr lang="pt-BR" sz="12600" b="1" dirty="0"/>
          </a:p>
          <a:p>
            <a:pPr algn="l"/>
            <a:r>
              <a:rPr lang="pt-BR" sz="12600" b="1" dirty="0"/>
              <a:t>QUE O SANTO SACRAMENTO,</a:t>
            </a:r>
          </a:p>
          <a:p>
            <a:pPr algn="l"/>
            <a:r>
              <a:rPr lang="pt-BR" sz="12600" b="1" dirty="0"/>
              <a:t>QUE É O PRÓPRIO CRISTO JESUS,</a:t>
            </a:r>
          </a:p>
          <a:p>
            <a:pPr algn="l"/>
            <a:r>
              <a:rPr lang="pt-BR" sz="12600" b="1" dirty="0"/>
              <a:t>SEJA ADORADO E SEJA AMADO,</a:t>
            </a:r>
          </a:p>
          <a:p>
            <a:pPr algn="l"/>
            <a:r>
              <a:rPr lang="pt-BR" sz="12600" b="1" dirty="0"/>
              <a:t>NESTA TERRA DE SANTA CRUZ. (2x)</a:t>
            </a:r>
          </a:p>
          <a:p>
            <a:pPr algn="l"/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29377088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8328</TotalTime>
  <Words>1739</Words>
  <Application>Microsoft Office PowerPoint</Application>
  <PresentationFormat>Widescreen</PresentationFormat>
  <Paragraphs>309</Paragraphs>
  <Slides>60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60</vt:i4>
      </vt:variant>
    </vt:vector>
  </HeadingPairs>
  <TitlesOfParts>
    <vt:vector size="67" baseType="lpstr">
      <vt:lpstr>-apple-system</vt:lpstr>
      <vt:lpstr>Arial</vt:lpstr>
      <vt:lpstr>Baskerville Old Face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KYRIE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SEQUÊNCIA</vt:lpstr>
      <vt:lpstr>SEQUÊNCIA</vt:lpstr>
      <vt:lpstr>SEQUÊNCIA</vt:lpstr>
      <vt:lpstr>SEQUÊNCIA</vt:lpstr>
      <vt:lpstr>SEQUÊNCIA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PÓS-COMUNHÃO</vt:lpstr>
      <vt:lpstr>PÓS-COMUNHÃO</vt:lpstr>
      <vt:lpstr>Apresentação do PowerPoint</vt:lpstr>
      <vt:lpstr>PÓS COMUNHÃO</vt:lpstr>
      <vt:lpstr>PÓS COMUNHÃO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49</cp:revision>
  <dcterms:created xsi:type="dcterms:W3CDTF">2023-05-06T17:01:55Z</dcterms:created>
  <dcterms:modified xsi:type="dcterms:W3CDTF">2025-06-19T02:26:09Z</dcterms:modified>
</cp:coreProperties>
</file>