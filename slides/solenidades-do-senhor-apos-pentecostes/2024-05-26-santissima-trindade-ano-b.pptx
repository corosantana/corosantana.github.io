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305" r:id="rId3"/>
    <p:sldId id="329" r:id="rId4"/>
    <p:sldId id="261" r:id="rId5"/>
    <p:sldId id="332" r:id="rId6"/>
    <p:sldId id="333" r:id="rId7"/>
    <p:sldId id="334" r:id="rId8"/>
    <p:sldId id="335" r:id="rId9"/>
    <p:sldId id="336" r:id="rId10"/>
    <p:sldId id="337" r:id="rId11"/>
    <p:sldId id="338" r:id="rId12"/>
    <p:sldId id="339" r:id="rId13"/>
    <p:sldId id="340" r:id="rId14"/>
    <p:sldId id="330" r:id="rId15"/>
    <p:sldId id="259" r:id="rId16"/>
    <p:sldId id="279" r:id="rId17"/>
    <p:sldId id="260" r:id="rId18"/>
    <p:sldId id="331" r:id="rId19"/>
    <p:sldId id="262" r:id="rId20"/>
    <p:sldId id="263" r:id="rId21"/>
    <p:sldId id="283" r:id="rId22"/>
    <p:sldId id="264" r:id="rId23"/>
    <p:sldId id="265" r:id="rId24"/>
    <p:sldId id="290" r:id="rId25"/>
    <p:sldId id="267" r:id="rId26"/>
    <p:sldId id="323" r:id="rId27"/>
    <p:sldId id="269" r:id="rId28"/>
    <p:sldId id="308" r:id="rId29"/>
    <p:sldId id="309" r:id="rId30"/>
    <p:sldId id="271" r:id="rId31"/>
    <p:sldId id="272" r:id="rId32"/>
    <p:sldId id="273" r:id="rId33"/>
    <p:sldId id="286" r:id="rId34"/>
    <p:sldId id="275" r:id="rId35"/>
    <p:sldId id="310" r:id="rId36"/>
    <p:sldId id="311" r:id="rId37"/>
    <p:sldId id="341" r:id="rId38"/>
    <p:sldId id="342" r:id="rId39"/>
    <p:sldId id="343" r:id="rId40"/>
    <p:sldId id="302" r:id="rId41"/>
    <p:sldId id="324" r:id="rId42"/>
    <p:sldId id="325" r:id="rId43"/>
    <p:sldId id="327" r:id="rId44"/>
    <p:sldId id="328" r:id="rId45"/>
    <p:sldId id="277" r:id="rId46"/>
    <p:sldId id="278" r:id="rId47"/>
    <p:sldId id="326" r:id="rId48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7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75746C-981B-DB7C-F3D3-C84CB7E468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83BAFC4-CFE8-DA0B-A3DF-F4001B8344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609E6F8-2DBC-09CB-DBA6-5CB7B9BAF0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26/05/2024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88B365A-3B26-66CD-9D24-4367E82B80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99A8C3B-630C-B6E0-FC51-7BDEEDF1E0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479369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CBBCDE-EE93-E1B9-DFC4-CD4BA0688A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C705EC5-7DEC-2E08-C99B-47CF3FB5C0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29EA133-5667-C6A0-816F-7211D8A90E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26/05/2024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0676FB5-6941-D7F6-8C22-9135C70849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CA7668A-5F33-AF5F-C51A-5D86111A21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602168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6CF12F-08E2-2AA1-B402-630CF57C77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5FE783E-B7D7-AC22-F66F-796611319D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E16B7AD-1710-4CD3-4A22-E885745023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26/05/2024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21FC751-3305-BB51-AA15-54E12F11B2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22F7B73-8093-D5E2-CAC4-03F572BDC2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585818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47092F-B59C-7924-4A19-515844306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FE3394C-133A-224A-BCDB-000937916A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6AAA661-EC79-7613-F4AC-F331C012D4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EE4AEED-E9F1-69E2-2AE8-EC1957BD2B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26/05/2024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2123F4B-01A6-51C8-AEB4-E1AC48AA88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056211B-1D00-34BF-17F6-4C30BA6E9D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991533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722ED3-E34E-45C4-596D-799F506982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0A23E38-B855-5F20-08F2-F0716B37EE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60AA198-9C71-DBD5-2DA8-9E6C54D985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782B1456-FF7A-2419-EDE6-2F2B28322A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F86C57A7-513F-2472-12D1-E14D9BF15C7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34E3205C-CDB4-96EE-62E8-150AE7415D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26/05/2024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7A3A62C0-3C60-1E47-29C2-C79E123802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69D97A16-135B-09CD-79D8-EA458784E9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311596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980BC6-A8F2-6382-99AC-152FC6E104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DED4F30A-6FB1-2C45-39A5-99E50B6D1A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26/05/2024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B592C8CB-16E2-22E6-6464-F9BBD633E1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648FE6A5-BBF0-2BAF-D866-1F551FC8D3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36664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F8B764A4-531E-D809-F5D0-127A1A4CCD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26/05/2024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5764C7A1-A52E-B63C-6B3F-9FC9F97C3A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42630A4-F3A3-D58A-06ED-BCD03CDB4B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864487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89FA7F-88F6-16F6-8ECA-ADE185E908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FDA3F1B-0694-BD83-53AF-C7950F6CBF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F9594C00-1CA6-500C-9162-0E0F6F0911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44DB114-76BE-F5EA-F170-281F0DA049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26/05/2024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D7238A8-285F-1735-D9B5-569DAF45AA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4A8BF5C-0A98-FCAF-F426-137B145687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203770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56AED0-8488-BA7C-C2E4-07712F8F6B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3BA242C3-D20F-43FD-4853-84A71AB1A3C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9CBDDE27-1CD4-780A-7D80-511F881747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8A38D9E-A624-D4D9-F7B3-DBBDC80BC7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26/05/2024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9407EF3-D9E0-9C43-4FA6-F1118DCF91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FF0DC0D-1C83-103D-7428-FE661E872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650759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A418C1-E1BC-6623-1236-54C03F8E1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2658C9B5-3C5D-4BA9-BBEE-E642ED0990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8877FB8-9D1B-58A9-EB55-3D125391D2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26/05/2024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7E3B181-0E48-0916-F698-355E6EEC63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BCED669-A055-D7E8-129B-54BBD2EC55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051698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1A45A97-5108-1EED-26EF-9FE9B26203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71D946A7-B4D7-7EE9-1234-EDD47F41F7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7482BBF-AF49-0D20-C141-FE4AEA692C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26/05/2024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4BD554E-AD86-83BF-9B3C-C7EF0387C3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9ADC73E-D7C1-E472-838F-4CC456C20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579663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D0C5B5E5-77A5-D0B0-C8CF-4B2148E86E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A8CFF8A-B079-FBDE-96A4-D95E9CB3A8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BBC425F-B706-AF6E-05C3-9DD8B3847BD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ADB375-1491-4444-9FE7-F0D57218A44F}" type="datetimeFigureOut">
              <a:rPr lang="pt-BR" smtClean="0"/>
              <a:t>26/05/2024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1D9E827-BD5E-38C5-A58E-6A12B746C1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602C6BA-4483-59CD-6323-071F88AF4B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89130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36AE30DB-294B-B9E0-6381-ECFAE92886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-1"/>
            <a:ext cx="12192000" cy="6866659"/>
          </a:xfrm>
          <a:prstGeom prst="rect">
            <a:avLst/>
          </a:prstGeom>
        </p:spPr>
      </p:pic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22000"/>
            </a:schemeClr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Subtítulo 2">
            <a:extLst>
              <a:ext uri="{FF2B5EF4-FFF2-40B4-BE49-F238E27FC236}">
                <a16:creationId xmlns:a16="http://schemas.microsoft.com/office/drawing/2014/main" id="{B53E799C-D351-C4FF-99FC-98D1054A48D6}"/>
              </a:ext>
            </a:extLst>
          </p:cNvPr>
          <p:cNvSpPr txBox="1">
            <a:spLocks/>
          </p:cNvSpPr>
          <p:nvPr/>
        </p:nvSpPr>
        <p:spPr>
          <a:xfrm>
            <a:off x="460662" y="3244948"/>
            <a:ext cx="11270673" cy="5481637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pt-BR" sz="7200" b="1" dirty="0">
                <a:solidFill>
                  <a:schemeClr val="bg1"/>
                </a:solidFill>
              </a:rPr>
              <a:t> </a:t>
            </a:r>
            <a:r>
              <a:rPr lang="pt-BR" sz="7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SOLENIDADE</a:t>
            </a:r>
          </a:p>
          <a:p>
            <a:pPr marL="0" indent="0" algn="ctr">
              <a:buNone/>
            </a:pPr>
            <a:r>
              <a:rPr lang="pt-BR" sz="7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pt-BR" sz="8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SANTÍSSIMA TRINDADE</a:t>
            </a:r>
            <a:endParaRPr lang="pt-BR" sz="72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1927057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5894" y="830511"/>
            <a:ext cx="11730606" cy="5878716"/>
          </a:xfrm>
        </p:spPr>
        <p:txBody>
          <a:bodyPr>
            <a:normAutofit/>
          </a:bodyPr>
          <a:lstStyle/>
          <a:p>
            <a:pPr algn="just"/>
            <a:r>
              <a:rPr lang="pt-BR" sz="5400" b="1" dirty="0"/>
              <a:t>BENDITO SEJA DEUS PAI,</a:t>
            </a:r>
          </a:p>
          <a:p>
            <a:pPr algn="just"/>
            <a:r>
              <a:rPr lang="pt-BR" sz="5400" b="1" dirty="0"/>
              <a:t>BENDITO O FILHO UNIGÊNITO</a:t>
            </a:r>
          </a:p>
          <a:p>
            <a:pPr algn="just"/>
            <a:r>
              <a:rPr lang="pt-BR" sz="5400" b="1" dirty="0"/>
              <a:t>E BENDITO O ESPÍRITO SANTO.</a:t>
            </a:r>
          </a:p>
          <a:p>
            <a:pPr algn="just"/>
            <a:r>
              <a:rPr lang="pt-BR" sz="5400" b="1" dirty="0"/>
              <a:t>DEUS FOI MISERICORDIOSO</a:t>
            </a:r>
          </a:p>
          <a:p>
            <a:pPr algn="just"/>
            <a:r>
              <a:rPr lang="pt-BR" sz="5400" b="1" dirty="0"/>
              <a:t>PARA CONOSCO.</a:t>
            </a:r>
          </a:p>
          <a:p>
            <a:pPr algn="just"/>
            <a:endParaRPr lang="pt-BR" sz="5400" b="1" dirty="0"/>
          </a:p>
        </p:txBody>
      </p:sp>
    </p:spTree>
    <p:extLst>
      <p:ext uri="{BB962C8B-B14F-4D97-AF65-F5344CB8AC3E}">
        <p14:creationId xmlns:p14="http://schemas.microsoft.com/office/powerpoint/2010/main" val="4638937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021182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2284603"/>
            <a:ext cx="10349345" cy="3545746"/>
          </a:xfrm>
        </p:spPr>
        <p:txBody>
          <a:bodyPr>
            <a:normAutofit/>
          </a:bodyPr>
          <a:lstStyle/>
          <a:p>
            <a:pPr algn="l"/>
            <a:r>
              <a:rPr lang="pt-BR" sz="66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</a:rPr>
              <a:t>BENDITO SEJAS TU, SENHOR DE NOSSOS PAIS ÉS PRÓDIGO DE GRAÇAS, Ó SENHOR.</a:t>
            </a:r>
            <a:endParaRPr lang="pt-BR" sz="6600" dirty="0"/>
          </a:p>
          <a:p>
            <a:pPr algn="l"/>
            <a:endParaRPr lang="pt-BR" sz="6600" dirty="0"/>
          </a:p>
          <a:p>
            <a:pPr algn="l"/>
            <a:endParaRPr lang="pt-BR" sz="6600" dirty="0"/>
          </a:p>
          <a:p>
            <a:pPr algn="l"/>
            <a:endParaRPr lang="pt-BR" sz="6600" dirty="0"/>
          </a:p>
          <a:p>
            <a:pPr algn="l"/>
            <a:endParaRPr lang="pt-BR" sz="6600" dirty="0"/>
          </a:p>
        </p:txBody>
      </p:sp>
    </p:spTree>
    <p:extLst>
      <p:ext uri="{BB962C8B-B14F-4D97-AF65-F5344CB8AC3E}">
        <p14:creationId xmlns:p14="http://schemas.microsoft.com/office/powerpoint/2010/main" val="3376616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2091656"/>
            <a:ext cx="10349345" cy="3226964"/>
          </a:xfrm>
        </p:spPr>
        <p:txBody>
          <a:bodyPr>
            <a:normAutofit/>
          </a:bodyPr>
          <a:lstStyle/>
          <a:p>
            <a:pPr algn="just"/>
            <a:r>
              <a:rPr lang="pt-BR" sz="6600" b="1" i="0" dirty="0">
                <a:solidFill>
                  <a:srgbClr val="333333"/>
                </a:solidFill>
                <a:effectLst/>
                <a:highlight>
                  <a:srgbClr val="FFFFFF"/>
                </a:highlight>
              </a:rPr>
              <a:t>GLÓRIA AO SENHOR</a:t>
            </a:r>
          </a:p>
          <a:p>
            <a:pPr algn="l"/>
            <a:r>
              <a:rPr lang="pt-BR" sz="6600" b="1" i="0" dirty="0">
                <a:solidFill>
                  <a:srgbClr val="333333"/>
                </a:solidFill>
                <a:effectLst/>
                <a:highlight>
                  <a:srgbClr val="FFFFFF"/>
                </a:highlight>
              </a:rPr>
              <a:t>CRIADOR PARA SEMPRE. (BIS)</a:t>
            </a:r>
            <a:endParaRPr lang="pt-BR" sz="7300" b="1" dirty="0"/>
          </a:p>
          <a:p>
            <a:pPr algn="just"/>
            <a:endParaRPr lang="pt-BR" sz="7300" dirty="0"/>
          </a:p>
          <a:p>
            <a:pPr algn="just"/>
            <a:endParaRPr lang="pt-BR" dirty="0"/>
          </a:p>
          <a:p>
            <a:pPr algn="just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504595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965821"/>
            <a:ext cx="10349345" cy="3545746"/>
          </a:xfrm>
        </p:spPr>
        <p:txBody>
          <a:bodyPr>
            <a:noAutofit/>
          </a:bodyPr>
          <a:lstStyle/>
          <a:p>
            <a:pPr algn="l"/>
            <a:r>
              <a:rPr lang="pt-BR" sz="66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Open Sans" panose="020B0606030504020204" pitchFamily="34" charset="0"/>
              </a:rPr>
              <a:t>BENDITO SEJAS TU, Ó VERBO DE DEUS PAI, A MORTE QUE SOFRESTE NOS DEU VIDA.</a:t>
            </a:r>
            <a:endParaRPr lang="pt-BR" sz="6600" dirty="0"/>
          </a:p>
          <a:p>
            <a:pPr algn="l"/>
            <a:endParaRPr lang="pt-BR" sz="6600" dirty="0"/>
          </a:p>
          <a:p>
            <a:pPr algn="l"/>
            <a:endParaRPr lang="pt-BR" sz="6600" dirty="0"/>
          </a:p>
          <a:p>
            <a:pPr algn="l"/>
            <a:endParaRPr lang="pt-BR" sz="6600" dirty="0"/>
          </a:p>
        </p:txBody>
      </p:sp>
    </p:spTree>
    <p:extLst>
      <p:ext uri="{BB962C8B-B14F-4D97-AF65-F5344CB8AC3E}">
        <p14:creationId xmlns:p14="http://schemas.microsoft.com/office/powerpoint/2010/main" val="25211041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2091656"/>
            <a:ext cx="10349345" cy="3226964"/>
          </a:xfrm>
        </p:spPr>
        <p:txBody>
          <a:bodyPr>
            <a:normAutofit/>
          </a:bodyPr>
          <a:lstStyle/>
          <a:p>
            <a:pPr algn="just"/>
            <a:r>
              <a:rPr lang="pt-BR" sz="6600" b="1" i="0" dirty="0">
                <a:solidFill>
                  <a:srgbClr val="333333"/>
                </a:solidFill>
                <a:effectLst/>
                <a:highlight>
                  <a:srgbClr val="FFFFFF"/>
                </a:highlight>
              </a:rPr>
              <a:t>GLÓRIA AO SENHOR</a:t>
            </a:r>
          </a:p>
          <a:p>
            <a:pPr algn="l"/>
            <a:r>
              <a:rPr lang="pt-BR" sz="6600" b="1" i="0" dirty="0">
                <a:solidFill>
                  <a:srgbClr val="333333"/>
                </a:solidFill>
                <a:effectLst/>
                <a:highlight>
                  <a:srgbClr val="FFFFFF"/>
                </a:highlight>
              </a:rPr>
              <a:t>CRIADOR PARA SEMPRE. (BIS)</a:t>
            </a:r>
            <a:endParaRPr lang="pt-BR" sz="7300" b="1" dirty="0"/>
          </a:p>
          <a:p>
            <a:pPr algn="just"/>
            <a:endParaRPr lang="pt-BR" sz="7300" dirty="0"/>
          </a:p>
          <a:p>
            <a:pPr algn="just"/>
            <a:endParaRPr lang="pt-BR" dirty="0"/>
          </a:p>
          <a:p>
            <a:pPr algn="just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483162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2284603"/>
            <a:ext cx="10349345" cy="3545746"/>
          </a:xfrm>
        </p:spPr>
        <p:txBody>
          <a:bodyPr>
            <a:normAutofit/>
          </a:bodyPr>
          <a:lstStyle/>
          <a:p>
            <a:pPr algn="l"/>
            <a:r>
              <a:rPr lang="pt-BR" sz="66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</a:rPr>
              <a:t>BENDITO SEJAS TU, ESPÍRITO DE DEUS, OPERA NA IGREJA A SALVAÇÃO.</a:t>
            </a:r>
            <a:endParaRPr lang="pt-BR" sz="6600" dirty="0"/>
          </a:p>
          <a:p>
            <a:pPr algn="l"/>
            <a:endParaRPr lang="pt-BR" dirty="0"/>
          </a:p>
          <a:p>
            <a:pPr algn="l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7259919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2091656"/>
            <a:ext cx="10349345" cy="3226964"/>
          </a:xfrm>
        </p:spPr>
        <p:txBody>
          <a:bodyPr>
            <a:normAutofit/>
          </a:bodyPr>
          <a:lstStyle/>
          <a:p>
            <a:pPr algn="just"/>
            <a:r>
              <a:rPr lang="pt-BR" sz="6600" b="1" i="0" dirty="0">
                <a:solidFill>
                  <a:srgbClr val="333333"/>
                </a:solidFill>
                <a:effectLst/>
                <a:highlight>
                  <a:srgbClr val="FFFFFF"/>
                </a:highlight>
              </a:rPr>
              <a:t>GLÓRIA AO SENHOR</a:t>
            </a:r>
          </a:p>
          <a:p>
            <a:pPr algn="l"/>
            <a:r>
              <a:rPr lang="pt-BR" sz="6600" b="1" i="0" dirty="0">
                <a:solidFill>
                  <a:srgbClr val="333333"/>
                </a:solidFill>
                <a:effectLst/>
                <a:highlight>
                  <a:srgbClr val="FFFFFF"/>
                </a:highlight>
              </a:rPr>
              <a:t>CRIADOR PARA SEMPRE. (BIS)</a:t>
            </a:r>
            <a:endParaRPr lang="pt-BR" sz="7300" b="1" dirty="0"/>
          </a:p>
          <a:p>
            <a:pPr algn="just"/>
            <a:endParaRPr lang="pt-BR" sz="7300" dirty="0"/>
          </a:p>
          <a:p>
            <a:pPr algn="just"/>
            <a:endParaRPr lang="pt-BR" dirty="0"/>
          </a:p>
          <a:p>
            <a:pPr algn="just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9114266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2284603"/>
            <a:ext cx="10349345" cy="3545746"/>
          </a:xfrm>
        </p:spPr>
        <p:txBody>
          <a:bodyPr>
            <a:normAutofit/>
          </a:bodyPr>
          <a:lstStyle/>
          <a:p>
            <a:pPr algn="l"/>
            <a:r>
              <a:rPr lang="pt-BR" sz="66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</a:rPr>
              <a:t>BENDITO SEJAS TU, SENHOR DE NOSSOS PAIS ÉS PRÓDIGO DE GRAÇAS, Ó SENHOR.</a:t>
            </a:r>
            <a:endParaRPr lang="pt-BR" sz="6600" dirty="0"/>
          </a:p>
          <a:p>
            <a:pPr algn="l"/>
            <a:endParaRPr lang="pt-BR" sz="6600" dirty="0"/>
          </a:p>
          <a:p>
            <a:pPr algn="l"/>
            <a:endParaRPr lang="pt-BR" sz="6600" dirty="0"/>
          </a:p>
          <a:p>
            <a:pPr algn="l"/>
            <a:endParaRPr lang="pt-BR" sz="6600" dirty="0"/>
          </a:p>
          <a:p>
            <a:pPr algn="l"/>
            <a:endParaRPr lang="pt-BR" sz="6600" dirty="0"/>
          </a:p>
        </p:txBody>
      </p:sp>
    </p:spTree>
    <p:extLst>
      <p:ext uri="{BB962C8B-B14F-4D97-AF65-F5344CB8AC3E}">
        <p14:creationId xmlns:p14="http://schemas.microsoft.com/office/powerpoint/2010/main" val="14046915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2091656"/>
            <a:ext cx="10349345" cy="3226964"/>
          </a:xfrm>
        </p:spPr>
        <p:txBody>
          <a:bodyPr>
            <a:normAutofit/>
          </a:bodyPr>
          <a:lstStyle/>
          <a:p>
            <a:pPr algn="just"/>
            <a:r>
              <a:rPr lang="pt-BR" sz="6600" b="1" i="0" dirty="0">
                <a:solidFill>
                  <a:srgbClr val="333333"/>
                </a:solidFill>
                <a:effectLst/>
                <a:highlight>
                  <a:srgbClr val="FFFFFF"/>
                </a:highlight>
              </a:rPr>
              <a:t>GLÓRIA AO SENHOR</a:t>
            </a:r>
          </a:p>
          <a:p>
            <a:pPr algn="l"/>
            <a:r>
              <a:rPr lang="pt-BR" sz="6600" b="1" i="0" dirty="0">
                <a:solidFill>
                  <a:srgbClr val="333333"/>
                </a:solidFill>
                <a:effectLst/>
                <a:highlight>
                  <a:srgbClr val="FFFFFF"/>
                </a:highlight>
              </a:rPr>
              <a:t>CRIADOR PARA SEMPRE. (BIS)</a:t>
            </a:r>
            <a:endParaRPr lang="pt-BR" sz="7300" b="1" dirty="0"/>
          </a:p>
          <a:p>
            <a:pPr algn="just"/>
            <a:endParaRPr lang="pt-BR" sz="7300" dirty="0"/>
          </a:p>
          <a:p>
            <a:pPr algn="just"/>
            <a:endParaRPr lang="pt-BR" dirty="0"/>
          </a:p>
          <a:p>
            <a:pPr algn="just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6529549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965821"/>
            <a:ext cx="10349345" cy="3545746"/>
          </a:xfrm>
        </p:spPr>
        <p:txBody>
          <a:bodyPr>
            <a:noAutofit/>
          </a:bodyPr>
          <a:lstStyle/>
          <a:p>
            <a:pPr algn="l"/>
            <a:r>
              <a:rPr lang="pt-BR" sz="66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Open Sans" panose="020B0606030504020204" pitchFamily="34" charset="0"/>
              </a:rPr>
              <a:t>BENDITO SEJAS TU, Ó VERBO DE DEUS PAI, A MORTE QUE SOFRESTE NOS DEU VIDA.</a:t>
            </a:r>
            <a:endParaRPr lang="pt-BR" sz="6600" dirty="0"/>
          </a:p>
          <a:p>
            <a:pPr algn="l"/>
            <a:endParaRPr lang="pt-BR" sz="6600" dirty="0"/>
          </a:p>
          <a:p>
            <a:pPr algn="l"/>
            <a:endParaRPr lang="pt-BR" sz="6600" dirty="0"/>
          </a:p>
          <a:p>
            <a:pPr algn="l"/>
            <a:endParaRPr lang="pt-BR" sz="6600" dirty="0"/>
          </a:p>
        </p:txBody>
      </p:sp>
    </p:spTree>
    <p:extLst>
      <p:ext uri="{BB962C8B-B14F-4D97-AF65-F5344CB8AC3E}">
        <p14:creationId xmlns:p14="http://schemas.microsoft.com/office/powerpoint/2010/main" val="25408999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2091656"/>
            <a:ext cx="10349345" cy="3226964"/>
          </a:xfrm>
        </p:spPr>
        <p:txBody>
          <a:bodyPr>
            <a:normAutofit/>
          </a:bodyPr>
          <a:lstStyle/>
          <a:p>
            <a:pPr algn="just"/>
            <a:r>
              <a:rPr lang="pt-BR" sz="6600" b="1" i="0" dirty="0">
                <a:solidFill>
                  <a:srgbClr val="333333"/>
                </a:solidFill>
                <a:effectLst/>
                <a:highlight>
                  <a:srgbClr val="FFFFFF"/>
                </a:highlight>
              </a:rPr>
              <a:t>GLÓRIA AO SENHOR</a:t>
            </a:r>
          </a:p>
          <a:p>
            <a:pPr algn="l"/>
            <a:r>
              <a:rPr lang="pt-BR" sz="6600" b="1" i="0" dirty="0">
                <a:solidFill>
                  <a:srgbClr val="333333"/>
                </a:solidFill>
                <a:effectLst/>
                <a:highlight>
                  <a:srgbClr val="FFFFFF"/>
                </a:highlight>
              </a:rPr>
              <a:t>CRIADOR PARA SEMPRE. (BIS)</a:t>
            </a:r>
            <a:endParaRPr lang="pt-BR" sz="7300" b="1" dirty="0"/>
          </a:p>
          <a:p>
            <a:pPr algn="just"/>
            <a:endParaRPr lang="pt-BR" sz="7300" dirty="0"/>
          </a:p>
          <a:p>
            <a:pPr algn="just"/>
            <a:endParaRPr lang="pt-BR" dirty="0"/>
          </a:p>
          <a:p>
            <a:pPr algn="just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0595987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3203030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ATO PENITENCIAL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219201"/>
            <a:ext cx="10680123" cy="5195454"/>
          </a:xfrm>
        </p:spPr>
        <p:txBody>
          <a:bodyPr>
            <a:normAutofit fontScale="55000" lnSpcReduction="20000"/>
          </a:bodyPr>
          <a:lstStyle/>
          <a:p>
            <a:pPr algn="just"/>
            <a:r>
              <a:rPr lang="pt-BR" sz="9000" dirty="0"/>
              <a:t>CONFESSO A DEUS TODO-PODEROSO</a:t>
            </a:r>
          </a:p>
          <a:p>
            <a:pPr algn="just"/>
            <a:r>
              <a:rPr lang="pt-BR" sz="9000" dirty="0"/>
              <a:t>E A VÓS, IRMÃOS E IRMÃS,</a:t>
            </a:r>
          </a:p>
          <a:p>
            <a:pPr algn="just"/>
            <a:r>
              <a:rPr lang="pt-BR" sz="9000" dirty="0"/>
              <a:t>QUE PEQUEI MUITAS VEZES POR PENSAMENTOS,</a:t>
            </a:r>
          </a:p>
          <a:p>
            <a:pPr algn="just"/>
            <a:r>
              <a:rPr lang="pt-BR" sz="9000" dirty="0"/>
              <a:t>PALAVRAS, ATOS E OMISSÕES,</a:t>
            </a:r>
          </a:p>
          <a:p>
            <a:pPr algn="just"/>
            <a:r>
              <a:rPr lang="pt-BR" sz="9000" dirty="0"/>
              <a:t>POR MINHA CULPA, MINHA CULPA,</a:t>
            </a:r>
          </a:p>
          <a:p>
            <a:pPr algn="just"/>
            <a:r>
              <a:rPr lang="pt-BR" sz="9000" dirty="0"/>
              <a:t>MINHA TÃO GRANDE CULPA.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49048015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ATO PENITENCIAL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219201"/>
            <a:ext cx="10349345" cy="5195454"/>
          </a:xfrm>
        </p:spPr>
        <p:txBody>
          <a:bodyPr>
            <a:normAutofit/>
          </a:bodyPr>
          <a:lstStyle/>
          <a:p>
            <a:pPr algn="just"/>
            <a:r>
              <a:rPr lang="pt-BR" sz="5400" dirty="0"/>
              <a:t>E PEÇO À VIRGEM MARIA,</a:t>
            </a:r>
          </a:p>
          <a:p>
            <a:pPr algn="just"/>
            <a:r>
              <a:rPr lang="pt-BR" sz="5400" dirty="0"/>
              <a:t>AOS ANJOS E SANTOS</a:t>
            </a:r>
          </a:p>
          <a:p>
            <a:pPr algn="just"/>
            <a:r>
              <a:rPr lang="pt-BR" sz="5400" dirty="0"/>
              <a:t>E A VÓS, IRMÃOS E IRMÃS,</a:t>
            </a:r>
          </a:p>
          <a:p>
            <a:pPr algn="just"/>
            <a:r>
              <a:rPr lang="pt-BR" sz="5400" dirty="0"/>
              <a:t>QUE ROGUEIS POR MIM A DEUS,</a:t>
            </a:r>
          </a:p>
          <a:p>
            <a:pPr algn="just"/>
            <a:r>
              <a:rPr lang="pt-BR" sz="5400" dirty="0"/>
              <a:t>NOSSO SENHOR.</a:t>
            </a:r>
          </a:p>
        </p:txBody>
      </p:sp>
    </p:spTree>
    <p:extLst>
      <p:ext uri="{BB962C8B-B14F-4D97-AF65-F5344CB8AC3E}">
        <p14:creationId xmlns:p14="http://schemas.microsoft.com/office/powerpoint/2010/main" val="408279416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2345289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219201"/>
            <a:ext cx="10349345" cy="5195454"/>
          </a:xfrm>
        </p:spPr>
        <p:txBody>
          <a:bodyPr>
            <a:normAutofit fontScale="70000" lnSpcReduction="20000"/>
          </a:bodyPr>
          <a:lstStyle/>
          <a:p>
            <a:pPr algn="just"/>
            <a:r>
              <a:rPr lang="pt-BR" sz="7700" b="1" dirty="0"/>
              <a:t>GLÓRIA A DEUS NAS ALTURAS (BIS) </a:t>
            </a:r>
          </a:p>
          <a:p>
            <a:pPr algn="just"/>
            <a:endParaRPr lang="pt-BR" sz="7700" b="1" dirty="0"/>
          </a:p>
          <a:p>
            <a:pPr algn="just"/>
            <a:r>
              <a:rPr lang="pt-BR" sz="7700" b="1" dirty="0"/>
              <a:t>E PAZ NA TERRA AOS HOMENS POR ELE AMADOS</a:t>
            </a:r>
          </a:p>
          <a:p>
            <a:pPr algn="just"/>
            <a:endParaRPr lang="pt-BR" sz="9000" dirty="0"/>
          </a:p>
          <a:p>
            <a:pPr algn="just"/>
            <a:r>
              <a:rPr lang="pt-BR" sz="7700" dirty="0"/>
              <a:t>SENHOR DEUS, REI DOS CÉUS, DEUS PAI TODO PODEROSO</a:t>
            </a:r>
          </a:p>
          <a:p>
            <a:pPr algn="just"/>
            <a:endParaRPr lang="pt-BR" sz="9000" dirty="0"/>
          </a:p>
          <a:p>
            <a:pPr algn="just"/>
            <a:endParaRPr lang="pt-BR" sz="7300" dirty="0"/>
          </a:p>
          <a:p>
            <a:pPr algn="just"/>
            <a:endParaRPr lang="pt-BR" sz="7300" dirty="0"/>
          </a:p>
          <a:p>
            <a:pPr algn="just"/>
            <a:endParaRPr lang="pt-BR" dirty="0"/>
          </a:p>
          <a:p>
            <a:pPr algn="just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48849768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7982" y="585787"/>
            <a:ext cx="11236036" cy="6137564"/>
          </a:xfrm>
        </p:spPr>
        <p:txBody>
          <a:bodyPr>
            <a:normAutofit/>
          </a:bodyPr>
          <a:lstStyle/>
          <a:p>
            <a:pPr algn="just"/>
            <a:r>
              <a:rPr lang="pt-BR" sz="6000" dirty="0"/>
              <a:t>NÓS VOS LOUVAMOS, NÓS VOS BENDIZEMOS</a:t>
            </a:r>
          </a:p>
          <a:p>
            <a:pPr algn="just"/>
            <a:r>
              <a:rPr lang="pt-BR" sz="6000" dirty="0"/>
              <a:t>NÓS VOS ADORAMOS, NÓS VOS GLORIFICAMOS</a:t>
            </a:r>
          </a:p>
          <a:p>
            <a:pPr algn="just"/>
            <a:r>
              <a:rPr lang="pt-BR" sz="6000" dirty="0"/>
              <a:t>NÓS VOS DAMOS GRAÇAS, POR VOSSA IMENSA GLÓRIA. </a:t>
            </a:r>
            <a:endParaRPr lang="pt-BR" sz="5400" dirty="0"/>
          </a:p>
        </p:txBody>
      </p:sp>
    </p:spTree>
    <p:extLst>
      <p:ext uri="{BB962C8B-B14F-4D97-AF65-F5344CB8AC3E}">
        <p14:creationId xmlns:p14="http://schemas.microsoft.com/office/powerpoint/2010/main" val="386819021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7982" y="443346"/>
            <a:ext cx="11236036" cy="6137564"/>
          </a:xfrm>
        </p:spPr>
        <p:txBody>
          <a:bodyPr>
            <a:normAutofit lnSpcReduction="10000"/>
          </a:bodyPr>
          <a:lstStyle/>
          <a:p>
            <a:pPr algn="just"/>
            <a:r>
              <a:rPr lang="pt-BR" sz="6000" dirty="0"/>
              <a:t>SENHOR JESUS CRISTO, FILHO UNIGÊNITO</a:t>
            </a:r>
          </a:p>
          <a:p>
            <a:pPr algn="just"/>
            <a:r>
              <a:rPr lang="pt-BR" sz="6000" dirty="0"/>
              <a:t>SENHOR DEUS, CORDEIRO DE DEUS, FILHO DE DEUS PAI</a:t>
            </a:r>
          </a:p>
          <a:p>
            <a:pPr algn="l"/>
            <a:r>
              <a:rPr lang="pt-BR" sz="6000" dirty="0"/>
              <a:t>VÓS QUE TIRAIS O PECADO DO MUNDO,</a:t>
            </a:r>
          </a:p>
          <a:p>
            <a:pPr algn="l"/>
            <a:r>
              <a:rPr lang="pt-BR" sz="6000" dirty="0"/>
              <a:t>TENDE PIEDADE DE NÓS</a:t>
            </a:r>
          </a:p>
          <a:p>
            <a:pPr algn="l"/>
            <a:endParaRPr lang="pt-BR" sz="6000" dirty="0"/>
          </a:p>
        </p:txBody>
      </p:sp>
    </p:spTree>
    <p:extLst>
      <p:ext uri="{BB962C8B-B14F-4D97-AF65-F5344CB8AC3E}">
        <p14:creationId xmlns:p14="http://schemas.microsoft.com/office/powerpoint/2010/main" val="179986321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7982" y="263236"/>
            <a:ext cx="11617036" cy="6594764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pt-BR" sz="4800" dirty="0"/>
              <a:t>VÓS QUE TIRAIS O PECADO DO MUNDO, </a:t>
            </a:r>
          </a:p>
          <a:p>
            <a:pPr algn="l"/>
            <a:r>
              <a:rPr lang="pt-BR" sz="4800" dirty="0"/>
              <a:t>ACOLHEI A NOSSA SÚPLICA</a:t>
            </a:r>
          </a:p>
          <a:p>
            <a:pPr algn="l"/>
            <a:endParaRPr lang="pt-BR" sz="4800" dirty="0"/>
          </a:p>
          <a:p>
            <a:pPr algn="l"/>
            <a:r>
              <a:rPr lang="pt-BR" sz="4800" dirty="0"/>
              <a:t>VÓS QUE ESTAIS À DIREITA DO PAI, </a:t>
            </a:r>
          </a:p>
          <a:p>
            <a:pPr algn="l"/>
            <a:r>
              <a:rPr lang="pt-BR" sz="4800" dirty="0"/>
              <a:t>TENDE PIEDADE DE NÓS</a:t>
            </a:r>
            <a:endParaRPr lang="pt-BR" sz="1600" dirty="0"/>
          </a:p>
          <a:p>
            <a:pPr algn="l"/>
            <a:endParaRPr lang="pt-BR" sz="4800" dirty="0"/>
          </a:p>
          <a:p>
            <a:pPr algn="l"/>
            <a:r>
              <a:rPr lang="pt-BR" sz="4800" dirty="0"/>
              <a:t>SÓ VÓS SOIS SANTO, SÓ VÓS O SENHOR, SÓ VÓS O ALTÍSSIMO, JESUS CRISTO, COM O ESPÍRITO SANTO NA GLÓRIA DE DEUS PAI. </a:t>
            </a:r>
            <a:endParaRPr lang="pt-BR" sz="4800" b="1" dirty="0"/>
          </a:p>
          <a:p>
            <a:pPr algn="l"/>
            <a:r>
              <a:rPr lang="pt-BR" sz="4800" b="1" dirty="0"/>
              <a:t>AMÉM!</a:t>
            </a:r>
          </a:p>
        </p:txBody>
      </p:sp>
    </p:spTree>
    <p:extLst>
      <p:ext uri="{BB962C8B-B14F-4D97-AF65-F5344CB8AC3E}">
        <p14:creationId xmlns:p14="http://schemas.microsoft.com/office/powerpoint/2010/main" val="210972947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2205986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4038600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SALMO RESPONSORIAL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56904" y="2466108"/>
            <a:ext cx="9078191" cy="2050474"/>
          </a:xfrm>
        </p:spPr>
        <p:txBody>
          <a:bodyPr>
            <a:normAutofit fontScale="92500" lnSpcReduction="20000"/>
          </a:bodyPr>
          <a:lstStyle/>
          <a:p>
            <a:r>
              <a:rPr lang="pt-BR" sz="6000" b="1" dirty="0"/>
              <a:t>FELIZ O POVO QUE O SENHOR ESCOLHEU POR SUA HERANÇA</a:t>
            </a:r>
            <a:endParaRPr lang="pt-BR" sz="1600" dirty="0"/>
          </a:p>
        </p:txBody>
      </p:sp>
    </p:spTree>
    <p:extLst>
      <p:ext uri="{BB962C8B-B14F-4D97-AF65-F5344CB8AC3E}">
        <p14:creationId xmlns:p14="http://schemas.microsoft.com/office/powerpoint/2010/main" val="338803486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7131093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512617"/>
            <a:ext cx="4038600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ACLAMAÇÃO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399308"/>
            <a:ext cx="10349345" cy="5209309"/>
          </a:xfrm>
        </p:spPr>
        <p:txBody>
          <a:bodyPr>
            <a:normAutofit/>
          </a:bodyPr>
          <a:lstStyle/>
          <a:p>
            <a:r>
              <a:rPr lang="pt-BR" sz="4400" b="1" dirty="0"/>
              <a:t>ALELUIA, ALELUIA, ALELUIA, ALELUIA</a:t>
            </a:r>
          </a:p>
          <a:p>
            <a:endParaRPr lang="pt-BR" sz="4400" b="1" dirty="0"/>
          </a:p>
          <a:p>
            <a:r>
              <a:rPr lang="pt-BR" sz="4400" dirty="0"/>
              <a:t>GLÓRIA AO PAI E AO FILHO E AO ESPIRITO DIVINO, AO DEUS QUE É, QUE ERA E QUE VEM, PELOS SÉCULOS . AMÉM!</a:t>
            </a:r>
          </a:p>
          <a:p>
            <a:endParaRPr lang="pt-BR" sz="4400" b="1" dirty="0"/>
          </a:p>
          <a:p>
            <a:r>
              <a:rPr lang="pt-BR" sz="4400" b="1" dirty="0"/>
              <a:t>ALELUIA, ALELUIA, ALELUIA, ALELUIA</a:t>
            </a:r>
            <a:endParaRPr lang="pt-BR" sz="1100" dirty="0"/>
          </a:p>
        </p:txBody>
      </p:sp>
    </p:spTree>
    <p:extLst>
      <p:ext uri="{BB962C8B-B14F-4D97-AF65-F5344CB8AC3E}">
        <p14:creationId xmlns:p14="http://schemas.microsoft.com/office/powerpoint/2010/main" val="267181744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8081505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29490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CANTOS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122218"/>
            <a:ext cx="10965873" cy="5638799"/>
          </a:xfrm>
        </p:spPr>
        <p:txBody>
          <a:bodyPr>
            <a:normAutofit fontScale="55000" lnSpcReduction="20000"/>
          </a:bodyPr>
          <a:lstStyle/>
          <a:p>
            <a:pPr algn="l"/>
            <a:r>
              <a:rPr lang="pt-BR" sz="7300" b="1" dirty="0"/>
              <a:t>BENDIGAMOS AO PAI E AO FILHO, BENDIGAMOS AO ESPÍRITO SANTO,</a:t>
            </a:r>
          </a:p>
          <a:p>
            <a:pPr algn="l"/>
            <a:r>
              <a:rPr lang="pt-BR" sz="7300" b="1" dirty="0"/>
              <a:t>POIS FOI GRANDE PARA NÓS SEU AMOR E COMPAIXÃO.</a:t>
            </a:r>
          </a:p>
          <a:p>
            <a:pPr algn="l"/>
            <a:endParaRPr lang="pt-BR" sz="7300" dirty="0"/>
          </a:p>
          <a:p>
            <a:pPr algn="l"/>
            <a:r>
              <a:rPr lang="pt-BR" sz="7300" dirty="0"/>
              <a:t>BENDITO SOIS, SENHOR, NO FIRMAMENTO DOS CÉUS!</a:t>
            </a:r>
          </a:p>
          <a:p>
            <a:pPr algn="l"/>
            <a:r>
              <a:rPr lang="pt-BR" sz="7300" dirty="0"/>
              <a:t>SOIS DIGNO DE LOUVOR E DE GLÓRIA ETERNAMENTE! </a:t>
            </a:r>
          </a:p>
          <a:p>
            <a:pPr algn="l"/>
            <a:r>
              <a:rPr lang="pt-BR" sz="7300" dirty="0"/>
              <a:t>OBRAS DO SENHOR, BENDIZEI O SENHOR,</a:t>
            </a:r>
          </a:p>
          <a:p>
            <a:pPr algn="l"/>
            <a:r>
              <a:rPr lang="pt-BR" sz="7300" dirty="0"/>
              <a:t>LOUVAI-O E EXALTAI-O PELOS SÉCULOS SEM FIM! </a:t>
            </a:r>
            <a:endParaRPr lang="pt-BR" sz="8000" dirty="0"/>
          </a:p>
          <a:p>
            <a:pPr algn="l"/>
            <a:endParaRPr lang="pt-BR" sz="7300" dirty="0"/>
          </a:p>
          <a:p>
            <a:pPr algn="l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78627791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29490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CANTOS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122218"/>
            <a:ext cx="10965873" cy="5638799"/>
          </a:xfrm>
        </p:spPr>
        <p:txBody>
          <a:bodyPr>
            <a:normAutofit fontScale="55000" lnSpcReduction="20000"/>
          </a:bodyPr>
          <a:lstStyle/>
          <a:p>
            <a:pPr algn="l"/>
            <a:r>
              <a:rPr lang="pt-BR" sz="8700" b="1" dirty="0"/>
              <a:t>BENDIGAMOS AO PAI E AO FILHO, BENDIGAMOS AO ESPÍRITO SANTO,</a:t>
            </a:r>
          </a:p>
          <a:p>
            <a:pPr algn="l"/>
            <a:r>
              <a:rPr lang="pt-BR" sz="8700" b="1" dirty="0"/>
              <a:t>POIS FOI GRANDE PARA NÓS SEU AMOR E COMPAIXÃO.</a:t>
            </a:r>
          </a:p>
          <a:p>
            <a:pPr algn="l"/>
            <a:endParaRPr lang="pt-BR" sz="7300" dirty="0"/>
          </a:p>
          <a:p>
            <a:pPr algn="l"/>
            <a:r>
              <a:rPr lang="pt-BR" sz="7300" dirty="0"/>
              <a:t> CÉUS DO SENHOR, BENDIZEI O SENHOR!</a:t>
            </a:r>
          </a:p>
          <a:p>
            <a:pPr algn="l"/>
            <a:r>
              <a:rPr lang="pt-BR" sz="7300" dirty="0"/>
              <a:t> ANJOS DO SENHOR, BENDIZEI O SENHOR! R.</a:t>
            </a:r>
          </a:p>
          <a:p>
            <a:pPr algn="l"/>
            <a:r>
              <a:rPr lang="pt-BR" sz="7300" dirty="0"/>
              <a:t>SACERDOTES DO SENHOR, BENDIZEI O SENHOR!*</a:t>
            </a:r>
          </a:p>
          <a:p>
            <a:pPr algn="l"/>
            <a:r>
              <a:rPr lang="pt-BR" sz="7300" dirty="0"/>
              <a:t>SERVOS DO SENHOR, BENDIZEI O SENHOR! R.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46832295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29490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CANTOS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122218"/>
            <a:ext cx="10965873" cy="5638799"/>
          </a:xfrm>
        </p:spPr>
        <p:txBody>
          <a:bodyPr>
            <a:normAutofit fontScale="55000" lnSpcReduction="20000"/>
          </a:bodyPr>
          <a:lstStyle/>
          <a:p>
            <a:pPr algn="l"/>
            <a:r>
              <a:rPr lang="pt-BR" sz="7300" b="1" dirty="0"/>
              <a:t>BENDIGAMOS AO PAI E AO FILHO, BENDIGAMOS AO ESPÍRITO SANTO,</a:t>
            </a:r>
          </a:p>
          <a:p>
            <a:pPr algn="l"/>
            <a:r>
              <a:rPr lang="pt-BR" sz="7300" b="1" dirty="0"/>
              <a:t>POIS FOI GRANDE PARA NÓS SEU AMOR E COMPAIXÃO.</a:t>
            </a:r>
          </a:p>
          <a:p>
            <a:pPr algn="l"/>
            <a:endParaRPr lang="pt-BR" sz="7300" dirty="0"/>
          </a:p>
          <a:p>
            <a:pPr algn="l"/>
            <a:r>
              <a:rPr lang="pt-BR" sz="7300" dirty="0"/>
              <a:t>ALMAS DOS JUSTOS, BENDIZEI O SENHOR!*</a:t>
            </a:r>
          </a:p>
          <a:p>
            <a:pPr algn="l"/>
            <a:r>
              <a:rPr lang="pt-BR" sz="7300" dirty="0"/>
              <a:t> SANTOS E HUMILDES, BENDIZEI O SENHOR! R.</a:t>
            </a:r>
          </a:p>
          <a:p>
            <a:pPr algn="l"/>
            <a:r>
              <a:rPr lang="pt-BR" sz="7300" dirty="0"/>
              <a:t>AO PAI E AO FILHO E AO ESPÍRITO SANTO *</a:t>
            </a:r>
          </a:p>
          <a:p>
            <a:pPr algn="l"/>
            <a:r>
              <a:rPr lang="pt-BR" sz="7300" dirty="0"/>
              <a:t>LOUVEMOS E EXALTEMOS PELOS SÉCULOS SEM FIM! 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62816490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2815659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29490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SANTO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219201"/>
            <a:ext cx="10349345" cy="5195454"/>
          </a:xfrm>
        </p:spPr>
        <p:txBody>
          <a:bodyPr>
            <a:normAutofit fontScale="77500" lnSpcReduction="20000"/>
          </a:bodyPr>
          <a:lstStyle/>
          <a:p>
            <a:pPr algn="just"/>
            <a:r>
              <a:rPr lang="pt-BR" sz="7300" dirty="0"/>
              <a:t>SANTO, SANTO, SANTO!</a:t>
            </a:r>
          </a:p>
          <a:p>
            <a:pPr algn="just"/>
            <a:r>
              <a:rPr lang="pt-BR" sz="7300" dirty="0"/>
              <a:t>SENHOR DEUS DO UNIVERSO.</a:t>
            </a:r>
          </a:p>
          <a:p>
            <a:pPr algn="just"/>
            <a:r>
              <a:rPr lang="pt-BR" sz="7300" dirty="0"/>
              <a:t>O CÉU E TERRA PROCLAMAM</a:t>
            </a:r>
          </a:p>
          <a:p>
            <a:pPr algn="just"/>
            <a:r>
              <a:rPr lang="pt-BR" sz="7300" dirty="0"/>
              <a:t>PROCLAMAM A VOSSA GLÓRIA!</a:t>
            </a:r>
          </a:p>
          <a:p>
            <a:pPr algn="just"/>
            <a:endParaRPr lang="pt-BR" sz="7300" b="1" dirty="0"/>
          </a:p>
          <a:p>
            <a:pPr algn="just"/>
            <a:r>
              <a:rPr lang="pt-BR" sz="7300" b="1" dirty="0"/>
              <a:t>HOSANA, HOSANA, HOSANA, HOSANA NAS ALTURAS! </a:t>
            </a:r>
          </a:p>
        </p:txBody>
      </p:sp>
    </p:spTree>
    <p:extLst>
      <p:ext uri="{BB962C8B-B14F-4D97-AF65-F5344CB8AC3E}">
        <p14:creationId xmlns:p14="http://schemas.microsoft.com/office/powerpoint/2010/main" val="126170311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831273"/>
            <a:ext cx="10349345" cy="5195454"/>
          </a:xfrm>
        </p:spPr>
        <p:txBody>
          <a:bodyPr>
            <a:normAutofit fontScale="77500" lnSpcReduction="20000"/>
          </a:bodyPr>
          <a:lstStyle/>
          <a:p>
            <a:pPr algn="just"/>
            <a:r>
              <a:rPr lang="pt-BR" sz="7300" dirty="0"/>
              <a:t>BENDITO O QUE VEM,</a:t>
            </a:r>
          </a:p>
          <a:p>
            <a:pPr algn="just"/>
            <a:r>
              <a:rPr lang="pt-BR" sz="7300" dirty="0"/>
              <a:t>EM NOME DO SENHOR,</a:t>
            </a:r>
          </a:p>
          <a:p>
            <a:pPr algn="just"/>
            <a:r>
              <a:rPr lang="pt-BR" sz="7300" dirty="0"/>
              <a:t>BENDITO O QUE VEM,</a:t>
            </a:r>
          </a:p>
          <a:p>
            <a:pPr algn="just"/>
            <a:r>
              <a:rPr lang="pt-BR" sz="7300" dirty="0"/>
              <a:t>EM NOME DO SENHOR!</a:t>
            </a:r>
          </a:p>
          <a:p>
            <a:pPr algn="just"/>
            <a:endParaRPr lang="pt-BR" sz="7300" b="1" dirty="0"/>
          </a:p>
          <a:p>
            <a:pPr algn="just"/>
            <a:r>
              <a:rPr lang="pt-BR" sz="7300" b="1" dirty="0"/>
              <a:t>HOSANA, HOSANA, HOSANA, HOSANA NAS ALTURAS! </a:t>
            </a:r>
          </a:p>
        </p:txBody>
      </p:sp>
    </p:spTree>
    <p:extLst>
      <p:ext uri="{BB962C8B-B14F-4D97-AF65-F5344CB8AC3E}">
        <p14:creationId xmlns:p14="http://schemas.microsoft.com/office/powerpoint/2010/main" val="134436655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671835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191491"/>
            <a:ext cx="10851573" cy="5223164"/>
          </a:xfrm>
        </p:spPr>
        <p:txBody>
          <a:bodyPr>
            <a:normAutofit fontScale="32500" lnSpcReduction="20000"/>
          </a:bodyPr>
          <a:lstStyle/>
          <a:p>
            <a:pPr algn="just"/>
            <a:r>
              <a:rPr lang="pt-BR" sz="14800" b="1" dirty="0"/>
              <a:t>DEUS ENVIOU AOS VOSSOS CORAÇÕES</a:t>
            </a:r>
          </a:p>
          <a:p>
            <a:pPr algn="just"/>
            <a:r>
              <a:rPr lang="pt-BR" sz="14800" b="1" dirty="0"/>
              <a:t>O ESPÍRITO DE SEU FILHO, QUE CLAMA:</a:t>
            </a:r>
          </a:p>
          <a:p>
            <a:pPr algn="just"/>
            <a:r>
              <a:rPr lang="pt-BR" sz="14800" b="1" dirty="0"/>
              <a:t>ABÁ PAI.</a:t>
            </a:r>
          </a:p>
          <a:p>
            <a:pPr algn="just"/>
            <a:endParaRPr lang="pt-BR" sz="14800" dirty="0"/>
          </a:p>
          <a:p>
            <a:pPr algn="just"/>
            <a:r>
              <a:rPr lang="pt-BR" sz="14800" dirty="0"/>
              <a:t>1. JÁ NÃO ÉS ESCRAVO, MAS FILHO.</a:t>
            </a:r>
          </a:p>
          <a:p>
            <a:pPr algn="just"/>
            <a:r>
              <a:rPr lang="pt-BR" sz="14800" dirty="0"/>
              <a:t>E, SE ÉS FILHO, ENTÃO TAMBÉM HERDEIRO POR DEUS.</a:t>
            </a:r>
            <a:endParaRPr lang="pt-BR" sz="14400" b="1" dirty="0"/>
          </a:p>
          <a:p>
            <a:pPr algn="just"/>
            <a:endParaRPr lang="pt-BR" dirty="0"/>
          </a:p>
          <a:p>
            <a:pPr algn="just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96341270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191491"/>
            <a:ext cx="10851573" cy="5223164"/>
          </a:xfrm>
        </p:spPr>
        <p:txBody>
          <a:bodyPr>
            <a:normAutofit fontScale="32500" lnSpcReduction="20000"/>
          </a:bodyPr>
          <a:lstStyle/>
          <a:p>
            <a:pPr algn="just"/>
            <a:r>
              <a:rPr lang="pt-BR" sz="14800" b="1" dirty="0"/>
              <a:t>DEUS ENVIOU AOS VOSSOS CORAÇÕES</a:t>
            </a:r>
          </a:p>
          <a:p>
            <a:pPr algn="just"/>
            <a:r>
              <a:rPr lang="pt-BR" sz="14800" b="1" dirty="0"/>
              <a:t>O ESPÍRITO DE SEU FILHO, QUE CLAMA:</a:t>
            </a:r>
          </a:p>
          <a:p>
            <a:pPr algn="just"/>
            <a:r>
              <a:rPr lang="pt-BR" sz="14800" b="1" dirty="0"/>
              <a:t>ABÁ PAI.</a:t>
            </a:r>
          </a:p>
          <a:p>
            <a:pPr algn="just"/>
            <a:endParaRPr lang="pt-BR" sz="14800" dirty="0"/>
          </a:p>
          <a:p>
            <a:pPr algn="just"/>
            <a:r>
              <a:rPr lang="pt-BR" sz="14800" dirty="0"/>
              <a:t>2. DEUS ENVIOU SEU FILHO, NASCIDO DE UMA MULHER</a:t>
            </a:r>
          </a:p>
          <a:p>
            <a:pPr algn="just"/>
            <a:r>
              <a:rPr lang="pt-BR" sz="14800" dirty="0"/>
              <a:t>A FIM DE REMIR OS QUE ESTAVAM SOB A LEI.</a:t>
            </a:r>
            <a:endParaRPr lang="pt-BR" dirty="0"/>
          </a:p>
          <a:p>
            <a:pPr algn="just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46438558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191491"/>
            <a:ext cx="10851573" cy="5223164"/>
          </a:xfrm>
        </p:spPr>
        <p:txBody>
          <a:bodyPr>
            <a:normAutofit fontScale="32500" lnSpcReduction="20000"/>
          </a:bodyPr>
          <a:lstStyle/>
          <a:p>
            <a:pPr algn="just"/>
            <a:r>
              <a:rPr lang="pt-BR" sz="14800" b="1" dirty="0"/>
              <a:t>DEUS ENVIOU AOS VOSSOS CORAÇÕES</a:t>
            </a:r>
          </a:p>
          <a:p>
            <a:pPr algn="just"/>
            <a:r>
              <a:rPr lang="pt-BR" sz="14800" b="1" dirty="0"/>
              <a:t>O ESPÍRITO DE SEU FILHO, QUE CLAMA:</a:t>
            </a:r>
          </a:p>
          <a:p>
            <a:pPr algn="just"/>
            <a:r>
              <a:rPr lang="pt-BR" sz="14800" b="1" dirty="0"/>
              <a:t>ABÁ PAI.</a:t>
            </a:r>
          </a:p>
          <a:p>
            <a:pPr algn="just"/>
            <a:endParaRPr lang="pt-BR" sz="14800" dirty="0"/>
          </a:p>
          <a:p>
            <a:pPr algn="just"/>
            <a:r>
              <a:rPr lang="pt-BR" sz="14800" dirty="0"/>
              <a:t>3. PARA QUE RECEBÊSSEMOS A SUA ADOÇÃO,</a:t>
            </a:r>
          </a:p>
          <a:p>
            <a:pPr algn="just"/>
            <a:r>
              <a:rPr lang="pt-BR" sz="14800" dirty="0"/>
              <a:t>E NOS TORNÁSSEMOS HERDEIROS DOS CÉUS.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25902030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191491"/>
            <a:ext cx="10851573" cy="5223164"/>
          </a:xfrm>
        </p:spPr>
        <p:txBody>
          <a:bodyPr>
            <a:normAutofit fontScale="32500" lnSpcReduction="20000"/>
          </a:bodyPr>
          <a:lstStyle/>
          <a:p>
            <a:pPr algn="just"/>
            <a:r>
              <a:rPr lang="pt-BR" sz="14800" b="1" dirty="0"/>
              <a:t>DEUS ENVIOU AOS VOSSOS CORAÇÕES</a:t>
            </a:r>
          </a:p>
          <a:p>
            <a:pPr algn="just"/>
            <a:r>
              <a:rPr lang="pt-BR" sz="14800" b="1" dirty="0"/>
              <a:t>O ESPÍRITO DE SEU FILHO, QUE CLAMA:</a:t>
            </a:r>
          </a:p>
          <a:p>
            <a:pPr algn="just"/>
            <a:r>
              <a:rPr lang="pt-BR" sz="14800" b="1" dirty="0"/>
              <a:t>ABÁ PAI.</a:t>
            </a:r>
          </a:p>
          <a:p>
            <a:pPr algn="just"/>
            <a:endParaRPr lang="pt-BR" sz="14800" dirty="0"/>
          </a:p>
          <a:p>
            <a:pPr algn="just"/>
            <a:r>
              <a:rPr lang="pt-BR" sz="14800" dirty="0"/>
              <a:t>1. JÁ NÃO ÉS ESCRAVO, MAS FILHO.</a:t>
            </a:r>
          </a:p>
          <a:p>
            <a:pPr algn="just"/>
            <a:r>
              <a:rPr lang="pt-BR" sz="14800" dirty="0"/>
              <a:t>E, SE ÉS FILHO, ENTÃO TAMBÉM HERDEIRO POR DEUS.</a:t>
            </a:r>
            <a:endParaRPr lang="pt-BR" sz="14400" b="1" dirty="0"/>
          </a:p>
          <a:p>
            <a:pPr algn="just"/>
            <a:endParaRPr lang="pt-BR" dirty="0"/>
          </a:p>
          <a:p>
            <a:pPr algn="just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49205207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191491"/>
            <a:ext cx="10851573" cy="5223164"/>
          </a:xfrm>
        </p:spPr>
        <p:txBody>
          <a:bodyPr>
            <a:normAutofit fontScale="32500" lnSpcReduction="20000"/>
          </a:bodyPr>
          <a:lstStyle/>
          <a:p>
            <a:pPr algn="just"/>
            <a:r>
              <a:rPr lang="pt-BR" sz="14800" b="1" dirty="0"/>
              <a:t>DEUS ENVIOU AOS VOSSOS CORAÇÕES</a:t>
            </a:r>
          </a:p>
          <a:p>
            <a:pPr algn="just"/>
            <a:r>
              <a:rPr lang="pt-BR" sz="14800" b="1" dirty="0"/>
              <a:t>O ESPÍRITO DE SEU FILHO, QUE CLAMA:</a:t>
            </a:r>
          </a:p>
          <a:p>
            <a:pPr algn="just"/>
            <a:r>
              <a:rPr lang="pt-BR" sz="14800" b="1" dirty="0"/>
              <a:t>ABÁ PAI.</a:t>
            </a:r>
          </a:p>
          <a:p>
            <a:pPr algn="just"/>
            <a:endParaRPr lang="pt-BR" sz="14800" dirty="0"/>
          </a:p>
          <a:p>
            <a:pPr algn="just"/>
            <a:r>
              <a:rPr lang="pt-BR" sz="14800" dirty="0"/>
              <a:t>2. DEUS ENVIOU SEU FILHO, NASCIDO DE UMA MULHER</a:t>
            </a:r>
          </a:p>
          <a:p>
            <a:pPr algn="just"/>
            <a:r>
              <a:rPr lang="pt-BR" sz="14800" dirty="0"/>
              <a:t>A FIM DE REMIR OS QUE ESTAVAM SOB A LEI.</a:t>
            </a:r>
            <a:endParaRPr lang="pt-BR" dirty="0"/>
          </a:p>
          <a:p>
            <a:pPr algn="just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86078810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191491"/>
            <a:ext cx="10851573" cy="5223164"/>
          </a:xfrm>
        </p:spPr>
        <p:txBody>
          <a:bodyPr>
            <a:normAutofit fontScale="32500" lnSpcReduction="20000"/>
          </a:bodyPr>
          <a:lstStyle/>
          <a:p>
            <a:pPr algn="just"/>
            <a:r>
              <a:rPr lang="pt-BR" sz="14800" b="1" dirty="0"/>
              <a:t>DEUS ENVIOU AOS VOSSOS CORAÇÕES</a:t>
            </a:r>
          </a:p>
          <a:p>
            <a:pPr algn="just"/>
            <a:r>
              <a:rPr lang="pt-BR" sz="14800" b="1" dirty="0"/>
              <a:t>O ESPÍRITO DE SEU FILHO, QUE CLAMA:</a:t>
            </a:r>
          </a:p>
          <a:p>
            <a:pPr algn="just"/>
            <a:r>
              <a:rPr lang="pt-BR" sz="14800" b="1" dirty="0"/>
              <a:t>ABÁ PAI.</a:t>
            </a:r>
          </a:p>
          <a:p>
            <a:pPr algn="just"/>
            <a:endParaRPr lang="pt-BR" sz="14800" dirty="0"/>
          </a:p>
          <a:p>
            <a:pPr algn="just"/>
            <a:r>
              <a:rPr lang="pt-BR" sz="14800" dirty="0"/>
              <a:t>3. PARA QUE RECEBÊSSEMOS A SUA ADOÇÃO,</a:t>
            </a:r>
          </a:p>
          <a:p>
            <a:pPr algn="just"/>
            <a:r>
              <a:rPr lang="pt-BR" sz="14800" dirty="0"/>
              <a:t>E NOS TORNÁSSEMOS HERDEIROS DOS CÉUS.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62767194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2964679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29490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PÓS-COMUNHÃO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025236"/>
            <a:ext cx="10979728" cy="5638800"/>
          </a:xfrm>
        </p:spPr>
        <p:txBody>
          <a:bodyPr>
            <a:normAutofit/>
          </a:bodyPr>
          <a:lstStyle/>
          <a:p>
            <a:pPr algn="l"/>
            <a:r>
              <a:rPr lang="pt-BR" sz="6000" dirty="0"/>
              <a:t>GLÓRIA A JESUS NA HÓSTIA SANTA</a:t>
            </a:r>
          </a:p>
          <a:p>
            <a:pPr algn="l"/>
            <a:r>
              <a:rPr lang="pt-BR" sz="6000" dirty="0"/>
              <a:t>QUE SE CONSAGRA SOBRE O ALTAR</a:t>
            </a:r>
          </a:p>
          <a:p>
            <a:pPr algn="l"/>
            <a:r>
              <a:rPr lang="pt-BR" sz="6000" dirty="0"/>
              <a:t>E AOS NOSSOS OLHOS SE LEVANTA</a:t>
            </a:r>
          </a:p>
          <a:p>
            <a:pPr algn="l"/>
            <a:r>
              <a:rPr lang="pt-BR" sz="6000" dirty="0"/>
              <a:t>PARA O BRASIL ABENÇOAR</a:t>
            </a:r>
            <a:endParaRPr lang="pt-BR" sz="6000" b="1" dirty="0"/>
          </a:p>
        </p:txBody>
      </p:sp>
    </p:spTree>
    <p:extLst>
      <p:ext uri="{BB962C8B-B14F-4D97-AF65-F5344CB8AC3E}">
        <p14:creationId xmlns:p14="http://schemas.microsoft.com/office/powerpoint/2010/main" val="162435148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29490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PÓS-COMUNHÃO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025236"/>
            <a:ext cx="10979728" cy="5638800"/>
          </a:xfrm>
        </p:spPr>
        <p:txBody>
          <a:bodyPr>
            <a:normAutofit lnSpcReduction="10000"/>
          </a:bodyPr>
          <a:lstStyle/>
          <a:p>
            <a:pPr algn="l"/>
            <a:r>
              <a:rPr lang="pt-BR" sz="6000" b="1" dirty="0"/>
              <a:t>QUE O SANTO SACRAMENTO</a:t>
            </a:r>
          </a:p>
          <a:p>
            <a:pPr algn="l"/>
            <a:r>
              <a:rPr lang="pt-BR" sz="6000" b="1" dirty="0"/>
              <a:t>QUE É O PRÓPRIO CRISTO JESUS</a:t>
            </a:r>
          </a:p>
          <a:p>
            <a:pPr algn="l"/>
            <a:r>
              <a:rPr lang="pt-BR" sz="6000" b="1" dirty="0"/>
              <a:t>SEJA ADORADO E SEJA AMADO</a:t>
            </a:r>
          </a:p>
          <a:p>
            <a:pPr algn="l"/>
            <a:r>
              <a:rPr lang="pt-BR" sz="6000" b="1" dirty="0"/>
              <a:t>NESTA TERRA DE SANTA CRUZ</a:t>
            </a:r>
          </a:p>
          <a:p>
            <a:pPr algn="l"/>
            <a:r>
              <a:rPr lang="pt-BR" sz="6000" b="1" dirty="0"/>
              <a:t>SEJA ADORADO E SEJA AMADO</a:t>
            </a:r>
          </a:p>
          <a:p>
            <a:pPr algn="l"/>
            <a:r>
              <a:rPr lang="pt-BR" sz="6000" b="1" dirty="0"/>
              <a:t>NESTA TERRA DE SANTA CRUZ</a:t>
            </a:r>
          </a:p>
        </p:txBody>
      </p:sp>
    </p:spTree>
    <p:extLst>
      <p:ext uri="{BB962C8B-B14F-4D97-AF65-F5344CB8AC3E}">
        <p14:creationId xmlns:p14="http://schemas.microsoft.com/office/powerpoint/2010/main" val="322729615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29490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PÓS-COMUNHÃO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025236"/>
            <a:ext cx="10979728" cy="5638800"/>
          </a:xfrm>
        </p:spPr>
        <p:txBody>
          <a:bodyPr>
            <a:normAutofit/>
          </a:bodyPr>
          <a:lstStyle/>
          <a:p>
            <a:pPr algn="l"/>
            <a:r>
              <a:rPr lang="pt-BR" sz="6000" dirty="0"/>
              <a:t>GLÓRIA A JESUS, DEUS ESCONDIDO</a:t>
            </a:r>
          </a:p>
          <a:p>
            <a:pPr algn="l"/>
            <a:r>
              <a:rPr lang="pt-BR" sz="6000" dirty="0"/>
              <a:t>QUE, VINDO A NÓS NA COMUNHÃO</a:t>
            </a:r>
          </a:p>
          <a:p>
            <a:pPr algn="l"/>
            <a:r>
              <a:rPr lang="pt-BR" sz="6000" dirty="0"/>
              <a:t>PURIFICADO, ENRIQUECIDO</a:t>
            </a:r>
          </a:p>
          <a:p>
            <a:pPr algn="l"/>
            <a:r>
              <a:rPr lang="pt-BR" sz="6000" dirty="0"/>
              <a:t>DEIXA-NOS SEMPRE O CORAÇÃO</a:t>
            </a:r>
            <a:endParaRPr lang="pt-BR" sz="6000" b="1" dirty="0"/>
          </a:p>
        </p:txBody>
      </p:sp>
    </p:spTree>
    <p:extLst>
      <p:ext uri="{BB962C8B-B14F-4D97-AF65-F5344CB8AC3E}">
        <p14:creationId xmlns:p14="http://schemas.microsoft.com/office/powerpoint/2010/main" val="129241142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29490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PÓS-COMUNHÃO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025236"/>
            <a:ext cx="10979728" cy="5638800"/>
          </a:xfrm>
        </p:spPr>
        <p:txBody>
          <a:bodyPr>
            <a:normAutofit lnSpcReduction="10000"/>
          </a:bodyPr>
          <a:lstStyle/>
          <a:p>
            <a:pPr algn="l"/>
            <a:r>
              <a:rPr lang="pt-BR" sz="6000" b="1" dirty="0"/>
              <a:t>QUE O SANTO SACRAMENTO</a:t>
            </a:r>
          </a:p>
          <a:p>
            <a:pPr algn="l"/>
            <a:r>
              <a:rPr lang="pt-BR" sz="6000" b="1" dirty="0"/>
              <a:t>QUE É O PRÓPRIO CRISTO JESUS</a:t>
            </a:r>
          </a:p>
          <a:p>
            <a:pPr algn="l"/>
            <a:r>
              <a:rPr lang="pt-BR" sz="6000" b="1" dirty="0"/>
              <a:t>SEJA ADORADO E SEJA AMADO</a:t>
            </a:r>
          </a:p>
          <a:p>
            <a:pPr algn="l"/>
            <a:r>
              <a:rPr lang="pt-BR" sz="6000" b="1" dirty="0"/>
              <a:t>NESTA TERRA DE SANTA CRUZ</a:t>
            </a:r>
          </a:p>
          <a:p>
            <a:pPr algn="l"/>
            <a:r>
              <a:rPr lang="pt-BR" sz="6000" b="1" dirty="0"/>
              <a:t>SEJA ADORADO E SEJA AMADO</a:t>
            </a:r>
          </a:p>
          <a:p>
            <a:pPr algn="l"/>
            <a:r>
              <a:rPr lang="pt-BR" sz="6000" b="1" dirty="0"/>
              <a:t>NESTA TERRA DE SANTA CRUZ</a:t>
            </a:r>
          </a:p>
        </p:txBody>
      </p:sp>
    </p:spTree>
    <p:extLst>
      <p:ext uri="{BB962C8B-B14F-4D97-AF65-F5344CB8AC3E}">
        <p14:creationId xmlns:p14="http://schemas.microsoft.com/office/powerpoint/2010/main" val="349126904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8940453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29490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FINAL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025236"/>
            <a:ext cx="10979728" cy="5638800"/>
          </a:xfrm>
        </p:spPr>
        <p:txBody>
          <a:bodyPr>
            <a:normAutofit fontScale="85000" lnSpcReduction="20000"/>
          </a:bodyPr>
          <a:lstStyle/>
          <a:p>
            <a:pPr algn="l"/>
            <a:r>
              <a:rPr lang="pt-BR" sz="5100" dirty="0"/>
              <a:t>1. PELAS ESTRADAS DA VIDA,</a:t>
            </a:r>
          </a:p>
          <a:p>
            <a:pPr algn="l"/>
            <a:r>
              <a:rPr lang="pt-BR" sz="5100" dirty="0"/>
              <a:t>NUNCA SOZINHO ESTÁS.</a:t>
            </a:r>
          </a:p>
          <a:p>
            <a:pPr algn="l"/>
            <a:r>
              <a:rPr lang="pt-BR" sz="5100" dirty="0"/>
              <a:t>CONTIGO PELO CAMINHO,</a:t>
            </a:r>
          </a:p>
          <a:p>
            <a:pPr algn="l"/>
            <a:r>
              <a:rPr lang="pt-BR" sz="5100" dirty="0"/>
              <a:t>SANTA MARIA VAI.</a:t>
            </a:r>
          </a:p>
          <a:p>
            <a:pPr algn="l"/>
            <a:endParaRPr lang="pt-BR" sz="5100" dirty="0"/>
          </a:p>
          <a:p>
            <a:pPr algn="l"/>
            <a:r>
              <a:rPr lang="pt-BR" sz="5100" b="1" dirty="0"/>
              <a:t>Ó VEM CONOSCO, VEM CAMINHAR,</a:t>
            </a:r>
          </a:p>
          <a:p>
            <a:pPr algn="l"/>
            <a:r>
              <a:rPr lang="pt-BR" sz="5100" b="1" dirty="0"/>
              <a:t>SANTA MARIA VEM.</a:t>
            </a:r>
          </a:p>
          <a:p>
            <a:pPr algn="l"/>
            <a:r>
              <a:rPr lang="pt-BR" sz="5100" b="1" dirty="0"/>
              <a:t>Ó VEM CONOSCO, VEM CAMINHAR,</a:t>
            </a:r>
          </a:p>
          <a:p>
            <a:pPr algn="l"/>
            <a:r>
              <a:rPr lang="pt-BR" sz="5100" b="1" dirty="0"/>
              <a:t>SANTA MARIA VEM.</a:t>
            </a:r>
          </a:p>
        </p:txBody>
      </p:sp>
    </p:spTree>
    <p:extLst>
      <p:ext uri="{BB962C8B-B14F-4D97-AF65-F5344CB8AC3E}">
        <p14:creationId xmlns:p14="http://schemas.microsoft.com/office/powerpoint/2010/main" val="245199394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29490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FINAL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025236"/>
            <a:ext cx="10979728" cy="5638800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pt-BR" sz="5100" dirty="0"/>
              <a:t>2. MESMO QUE DIGAM OS HOMENS,</a:t>
            </a:r>
          </a:p>
          <a:p>
            <a:pPr algn="l"/>
            <a:r>
              <a:rPr lang="pt-BR" sz="5100" dirty="0"/>
              <a:t>TU NADA PODES MUDAR</a:t>
            </a:r>
          </a:p>
          <a:p>
            <a:pPr algn="l"/>
            <a:r>
              <a:rPr lang="pt-BR" sz="5100" dirty="0"/>
              <a:t>LUTA POR UM MUNDO NOVO</a:t>
            </a:r>
          </a:p>
          <a:p>
            <a:pPr algn="l"/>
            <a:r>
              <a:rPr lang="pt-BR" sz="5100" dirty="0"/>
              <a:t>DE UNIDADE E PAZ.</a:t>
            </a:r>
          </a:p>
          <a:p>
            <a:pPr algn="l"/>
            <a:r>
              <a:rPr lang="pt-BR" sz="5100" b="1" dirty="0"/>
              <a:t>Ó VEM CONOSCO, VEM CAMINHAR,</a:t>
            </a:r>
          </a:p>
          <a:p>
            <a:pPr algn="l"/>
            <a:r>
              <a:rPr lang="pt-BR" sz="5100" b="1" dirty="0"/>
              <a:t>SANTA MARIA VEM.</a:t>
            </a:r>
          </a:p>
          <a:p>
            <a:pPr algn="l"/>
            <a:r>
              <a:rPr lang="pt-BR" sz="5100" b="1" dirty="0"/>
              <a:t>Ó VEM CONOSCO, VEM CAMINHAR,</a:t>
            </a:r>
          </a:p>
          <a:p>
            <a:pPr algn="l"/>
            <a:r>
              <a:rPr lang="pt-BR" sz="5100" b="1" dirty="0"/>
              <a:t>SANTA MARIA VEM.</a:t>
            </a:r>
          </a:p>
        </p:txBody>
      </p:sp>
    </p:spTree>
    <p:extLst>
      <p:ext uri="{BB962C8B-B14F-4D97-AF65-F5344CB8AC3E}">
        <p14:creationId xmlns:p14="http://schemas.microsoft.com/office/powerpoint/2010/main" val="118944637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615</TotalTime>
  <Words>1097</Words>
  <Application>Microsoft Office PowerPoint</Application>
  <PresentationFormat>Widescreen</PresentationFormat>
  <Paragraphs>210</Paragraphs>
  <Slides>47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47</vt:i4>
      </vt:variant>
    </vt:vector>
  </HeadingPairs>
  <TitlesOfParts>
    <vt:vector size="52" baseType="lpstr">
      <vt:lpstr>Arial</vt:lpstr>
      <vt:lpstr>Calibri</vt:lpstr>
      <vt:lpstr>Calibri Light</vt:lpstr>
      <vt:lpstr>Open Sans</vt:lpstr>
      <vt:lpstr>Tema do Office</vt:lpstr>
      <vt:lpstr>Apresentação do PowerPoint</vt:lpstr>
      <vt:lpstr>Apresentação do PowerPoint</vt:lpstr>
      <vt:lpstr>Apresentação do PowerPoint</vt:lpstr>
      <vt:lpstr>ENTRADA</vt:lpstr>
      <vt:lpstr>ENTRADA</vt:lpstr>
      <vt:lpstr>ENTRADA</vt:lpstr>
      <vt:lpstr>ENTRADA</vt:lpstr>
      <vt:lpstr>ENTRADA</vt:lpstr>
      <vt:lpstr>ENTRADA</vt:lpstr>
      <vt:lpstr>ENTRADA</vt:lpstr>
      <vt:lpstr>ENTRADA</vt:lpstr>
      <vt:lpstr>ENTRADA</vt:lpstr>
      <vt:lpstr>ENTRADA</vt:lpstr>
      <vt:lpstr>Apresentação do PowerPoint</vt:lpstr>
      <vt:lpstr>ATO PENITENCIAL</vt:lpstr>
      <vt:lpstr>ATO PENITENCIAL</vt:lpstr>
      <vt:lpstr>Apresentação do PowerPoint</vt:lpstr>
      <vt:lpstr>HINO DE LOUVOR</vt:lpstr>
      <vt:lpstr>Apresentação do PowerPoint</vt:lpstr>
      <vt:lpstr>Apresentação do PowerPoint</vt:lpstr>
      <vt:lpstr>Apresentação do PowerPoint</vt:lpstr>
      <vt:lpstr>Apresentação do PowerPoint</vt:lpstr>
      <vt:lpstr>SALMO RESPONSORIAL</vt:lpstr>
      <vt:lpstr>Apresentação do PowerPoint</vt:lpstr>
      <vt:lpstr>ACLAMAÇÃO</vt:lpstr>
      <vt:lpstr>Apresentação do PowerPoint</vt:lpstr>
      <vt:lpstr>CANTOS DAS OFERENDAS</vt:lpstr>
      <vt:lpstr>CANTOS DAS OFERENDAS</vt:lpstr>
      <vt:lpstr>CANTOS DAS OFERENDAS</vt:lpstr>
      <vt:lpstr>Apresentação do PowerPoint</vt:lpstr>
      <vt:lpstr>SANTO</vt:lpstr>
      <vt:lpstr>Apresentação do PowerPoint</vt:lpstr>
      <vt:lpstr>Apresentação do PowerPoint</vt:lpstr>
      <vt:lpstr>COMUNHÃO</vt:lpstr>
      <vt:lpstr>COMUNHÃO</vt:lpstr>
      <vt:lpstr>COMUNHÃO</vt:lpstr>
      <vt:lpstr>COMUNHÃO</vt:lpstr>
      <vt:lpstr>COMUNHÃO</vt:lpstr>
      <vt:lpstr>COMUNHÃO</vt:lpstr>
      <vt:lpstr>Apresentação do PowerPoint</vt:lpstr>
      <vt:lpstr>PÓS-COMUNHÃO</vt:lpstr>
      <vt:lpstr>PÓS-COMUNHÃO</vt:lpstr>
      <vt:lpstr>PÓS-COMUNHÃO</vt:lpstr>
      <vt:lpstr>PÓS-COMUNHÃO</vt:lpstr>
      <vt:lpstr>Apresentação do PowerPoint</vt:lpstr>
      <vt:lpstr>FINAL</vt:lpstr>
      <vt:lpstr>FINAL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ENTRADA</dc:title>
  <dc:creator>anaclaracosta116@gmail.com</dc:creator>
  <cp:lastModifiedBy>Thiago</cp:lastModifiedBy>
  <cp:revision>8</cp:revision>
  <dcterms:created xsi:type="dcterms:W3CDTF">2023-05-06T17:01:55Z</dcterms:created>
  <dcterms:modified xsi:type="dcterms:W3CDTF">2024-05-26T20:10:22Z</dcterms:modified>
</cp:coreProperties>
</file>