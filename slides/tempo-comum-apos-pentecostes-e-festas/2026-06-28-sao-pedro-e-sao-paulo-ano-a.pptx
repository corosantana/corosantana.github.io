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55" r:id="rId4"/>
    <p:sldId id="366" r:id="rId5"/>
    <p:sldId id="367" r:id="rId6"/>
    <p:sldId id="368" r:id="rId7"/>
    <p:sldId id="369" r:id="rId8"/>
    <p:sldId id="258" r:id="rId9"/>
    <p:sldId id="259" r:id="rId10"/>
    <p:sldId id="370" r:id="rId11"/>
    <p:sldId id="260" r:id="rId12"/>
    <p:sldId id="396" r:id="rId13"/>
    <p:sldId id="397" r:id="rId14"/>
    <p:sldId id="398" r:id="rId15"/>
    <p:sldId id="399" r:id="rId16"/>
    <p:sldId id="400" r:id="rId17"/>
    <p:sldId id="264" r:id="rId18"/>
    <p:sldId id="265" r:id="rId19"/>
    <p:sldId id="266" r:id="rId20"/>
    <p:sldId id="267" r:id="rId21"/>
    <p:sldId id="271" r:id="rId22"/>
    <p:sldId id="269" r:id="rId23"/>
    <p:sldId id="356" r:id="rId24"/>
    <p:sldId id="372" r:id="rId25"/>
    <p:sldId id="357" r:id="rId26"/>
    <p:sldId id="385" r:id="rId27"/>
    <p:sldId id="384" r:id="rId28"/>
    <p:sldId id="386" r:id="rId29"/>
    <p:sldId id="292" r:id="rId30"/>
    <p:sldId id="275" r:id="rId31"/>
    <p:sldId id="363" r:id="rId32"/>
    <p:sldId id="361" r:id="rId33"/>
    <p:sldId id="362" r:id="rId34"/>
    <p:sldId id="358" r:id="rId35"/>
    <p:sldId id="373" r:id="rId36"/>
    <p:sldId id="387" r:id="rId37"/>
    <p:sldId id="390" r:id="rId38"/>
    <p:sldId id="388" r:id="rId39"/>
    <p:sldId id="389" r:id="rId40"/>
    <p:sldId id="277" r:id="rId41"/>
    <p:sldId id="391" r:id="rId42"/>
    <p:sldId id="401" r:id="rId43"/>
    <p:sldId id="402" r:id="rId44"/>
    <p:sldId id="378" r:id="rId45"/>
    <p:sldId id="374" r:id="rId46"/>
    <p:sldId id="394" r:id="rId47"/>
    <p:sldId id="395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77B957AF-4352-4B13-BA84-B0352E504CD6}"/>
    <pc:docChg chg="undo redo custSel addSld delSld modSld sldOrd">
      <pc:chgData name="anaclaracosta116@gmail.com" userId="a793634777582c92" providerId="LiveId" clId="{77B957AF-4352-4B13-BA84-B0352E504CD6}" dt="2024-06-29T20:13:22.741" v="645" actId="20577"/>
      <pc:docMkLst>
        <pc:docMk/>
      </pc:docMkLst>
      <pc:sldChg chg="modSp mod">
        <pc:chgData name="anaclaracosta116@gmail.com" userId="a793634777582c92" providerId="LiveId" clId="{77B957AF-4352-4B13-BA84-B0352E504CD6}" dt="2024-06-29T19:51:17.637" v="557" actId="20577"/>
        <pc:sldMkLst>
          <pc:docMk/>
          <pc:sldMk cId="2671817442" sldId="267"/>
        </pc:sldMkLst>
        <pc:spChg chg="mod">
          <ac:chgData name="anaclaracosta116@gmail.com" userId="a793634777582c92" providerId="LiveId" clId="{77B957AF-4352-4B13-BA84-B0352E504CD6}" dt="2024-06-29T19:51:17.637" v="557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19:03:59.270" v="133" actId="20577"/>
        <pc:sldMkLst>
          <pc:docMk/>
          <pc:sldMk cId="1963412704" sldId="275"/>
        </pc:sldMkLst>
        <pc:spChg chg="mod">
          <ac:chgData name="anaclaracosta116@gmail.com" userId="a793634777582c92" providerId="LiveId" clId="{77B957AF-4352-4B13-BA84-B0352E504CD6}" dt="2024-06-29T19:03:59.270" v="133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77B957AF-4352-4B13-BA84-B0352E504CD6}" dt="2024-06-29T20:07:44.915" v="629" actId="47"/>
        <pc:sldMkLst>
          <pc:docMk/>
          <pc:sldMk cId="4141278968" sldId="337"/>
        </pc:sldMkLst>
      </pc:sldChg>
      <pc:sldChg chg="modSp mod">
        <pc:chgData name="anaclaracosta116@gmail.com" userId="a793634777582c92" providerId="LiveId" clId="{77B957AF-4352-4B13-BA84-B0352E504CD6}" dt="2024-06-29T19:43:45.401" v="539" actId="20577"/>
        <pc:sldMkLst>
          <pc:docMk/>
          <pc:sldMk cId="4169432743" sldId="355"/>
        </pc:sldMkLst>
        <pc:spChg chg="mod">
          <ac:chgData name="anaclaracosta116@gmail.com" userId="a793634777582c92" providerId="LiveId" clId="{77B957AF-4352-4B13-BA84-B0352E504CD6}" dt="2024-06-29T19:43:45.401" v="539" actId="20577"/>
          <ac:spMkLst>
            <pc:docMk/>
            <pc:sldMk cId="4169432743" sldId="35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19:58:49.329" v="560" actId="20577"/>
        <pc:sldMkLst>
          <pc:docMk/>
          <pc:sldMk cId="3348609962" sldId="358"/>
        </pc:sldMkLst>
        <pc:spChg chg="mod">
          <ac:chgData name="anaclaracosta116@gmail.com" userId="a793634777582c92" providerId="LiveId" clId="{77B957AF-4352-4B13-BA84-B0352E504CD6}" dt="2024-06-29T19:58:49.329" v="560" actId="20577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19:58:12.899" v="559" actId="20577"/>
        <pc:sldMkLst>
          <pc:docMk/>
          <pc:sldMk cId="2304799739" sldId="362"/>
        </pc:sldMkLst>
        <pc:spChg chg="mod">
          <ac:chgData name="anaclaracosta116@gmail.com" userId="a793634777582c92" providerId="LiveId" clId="{77B957AF-4352-4B13-BA84-B0352E504CD6}" dt="2024-06-29T19:58:12.899" v="559" actId="20577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19:04:16.135" v="138" actId="20577"/>
        <pc:sldMkLst>
          <pc:docMk/>
          <pc:sldMk cId="496775209" sldId="363"/>
        </pc:sldMkLst>
        <pc:spChg chg="mod">
          <ac:chgData name="anaclaracosta116@gmail.com" userId="a793634777582c92" providerId="LiveId" clId="{77B957AF-4352-4B13-BA84-B0352E504CD6}" dt="2024-06-29T19:04:16.135" v="138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20:07:51.816" v="635" actId="20577"/>
        <pc:sldMkLst>
          <pc:docMk/>
          <pc:sldMk cId="1457828054" sldId="374"/>
        </pc:sldMkLst>
        <pc:spChg chg="mod">
          <ac:chgData name="anaclaracosta116@gmail.com" userId="a793634777582c92" providerId="LiveId" clId="{77B957AF-4352-4B13-BA84-B0352E504CD6}" dt="2024-06-29T20:07:51.816" v="635" actId="20577"/>
          <ac:spMkLst>
            <pc:docMk/>
            <pc:sldMk cId="1457828054" sldId="374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77B957AF-4352-4B13-BA84-B0352E504CD6}" dt="2024-06-29T19:33:05.855" v="536" actId="115"/>
        <pc:sldMkLst>
          <pc:docMk/>
          <pc:sldMk cId="725659120" sldId="375"/>
        </pc:sldMkLst>
        <pc:spChg chg="add mod">
          <ac:chgData name="anaclaracosta116@gmail.com" userId="a793634777582c92" providerId="LiveId" clId="{77B957AF-4352-4B13-BA84-B0352E504CD6}" dt="2024-06-29T19:33:05.855" v="536" actId="115"/>
          <ac:spMkLst>
            <pc:docMk/>
            <pc:sldMk cId="725659120" sldId="375"/>
            <ac:spMk id="3" creationId="{D73F4343-038A-29D2-53C0-C05FF781ADED}"/>
          </ac:spMkLst>
        </pc:spChg>
        <pc:picChg chg="del">
          <ac:chgData name="anaclaracosta116@gmail.com" userId="a793634777582c92" providerId="LiveId" clId="{77B957AF-4352-4B13-BA84-B0352E504CD6}" dt="2024-06-29T19:31:14.938" v="469" actId="478"/>
          <ac:picMkLst>
            <pc:docMk/>
            <pc:sldMk cId="725659120" sldId="375"/>
            <ac:picMk id="2" creationId="{402DAEC8-8512-2724-CF99-98EA786AC21D}"/>
          </ac:picMkLst>
        </pc:picChg>
        <pc:picChg chg="add">
          <ac:chgData name="anaclaracosta116@gmail.com" userId="a793634777582c92" providerId="LiveId" clId="{77B957AF-4352-4B13-BA84-B0352E504CD6}" dt="2024-06-29T19:31:16.239" v="470"/>
          <ac:picMkLst>
            <pc:docMk/>
            <pc:sldMk cId="725659120" sldId="375"/>
            <ac:picMk id="1026" creationId="{F97D9711-9F16-41F3-5FCE-1683B2E695A4}"/>
          </ac:picMkLst>
        </pc:picChg>
      </pc:sldChg>
      <pc:sldChg chg="add">
        <pc:chgData name="anaclaracosta116@gmail.com" userId="a793634777582c92" providerId="LiveId" clId="{77B957AF-4352-4B13-BA84-B0352E504CD6}" dt="2024-06-29T18:54:07.199" v="0" actId="2890"/>
        <pc:sldMkLst>
          <pc:docMk/>
          <pc:sldMk cId="2123352001" sldId="378"/>
        </pc:sldMkLst>
      </pc:sldChg>
      <pc:sldChg chg="modSp add del mod ord">
        <pc:chgData name="anaclaracosta116@gmail.com" userId="a793634777582c92" providerId="LiveId" clId="{77B957AF-4352-4B13-BA84-B0352E504CD6}" dt="2024-06-29T20:04:23.940" v="592" actId="47"/>
        <pc:sldMkLst>
          <pc:docMk/>
          <pc:sldMk cId="1895560424" sldId="379"/>
        </pc:sldMkLst>
        <pc:spChg chg="mod">
          <ac:chgData name="anaclaracosta116@gmail.com" userId="a793634777582c92" providerId="LiveId" clId="{77B957AF-4352-4B13-BA84-B0352E504CD6}" dt="2024-06-29T18:55:11.481" v="10" actId="14100"/>
          <ac:spMkLst>
            <pc:docMk/>
            <pc:sldMk cId="1895560424" sldId="379"/>
            <ac:spMk id="2" creationId="{F0E406B4-85AC-B67B-F9E2-21AAF8067483}"/>
          </ac:spMkLst>
        </pc:spChg>
        <pc:spChg chg="mod">
          <ac:chgData name="anaclaracosta116@gmail.com" userId="a793634777582c92" providerId="LiveId" clId="{77B957AF-4352-4B13-BA84-B0352E504CD6}" dt="2024-06-29T20:03:47.842" v="579" actId="120"/>
          <ac:spMkLst>
            <pc:docMk/>
            <pc:sldMk cId="1895560424" sldId="379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77B957AF-4352-4B13-BA84-B0352E504CD6}" dt="2024-06-29T20:03:53.050" v="580" actId="47"/>
        <pc:sldMkLst>
          <pc:docMk/>
          <pc:sldMk cId="688001718" sldId="380"/>
        </pc:sldMkLst>
        <pc:spChg chg="mod">
          <ac:chgData name="anaclaracosta116@gmail.com" userId="a793634777582c92" providerId="LiveId" clId="{77B957AF-4352-4B13-BA84-B0352E504CD6}" dt="2024-06-29T19:00:20.581" v="20" actId="27636"/>
          <ac:spMkLst>
            <pc:docMk/>
            <pc:sldMk cId="688001718" sldId="380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77B957AF-4352-4B13-BA84-B0352E504CD6}" dt="2024-06-29T20:03:58.374" v="581" actId="47"/>
        <pc:sldMkLst>
          <pc:docMk/>
          <pc:sldMk cId="802590140" sldId="381"/>
        </pc:sldMkLst>
        <pc:spChg chg="mod">
          <ac:chgData name="anaclaracosta116@gmail.com" userId="a793634777582c92" providerId="LiveId" clId="{77B957AF-4352-4B13-BA84-B0352E504CD6}" dt="2024-06-29T19:00:59.955" v="25" actId="27636"/>
          <ac:spMkLst>
            <pc:docMk/>
            <pc:sldMk cId="802590140" sldId="381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77B957AF-4352-4B13-BA84-B0352E504CD6}" dt="2024-06-29T20:03:58.374" v="581" actId="47"/>
        <pc:sldMkLst>
          <pc:docMk/>
          <pc:sldMk cId="1662928093" sldId="382"/>
        </pc:sldMkLst>
        <pc:spChg chg="mod">
          <ac:chgData name="anaclaracosta116@gmail.com" userId="a793634777582c92" providerId="LiveId" clId="{77B957AF-4352-4B13-BA84-B0352E504CD6}" dt="2024-06-29T19:01:30.712" v="28"/>
          <ac:spMkLst>
            <pc:docMk/>
            <pc:sldMk cId="1662928093" sldId="382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77B957AF-4352-4B13-BA84-B0352E504CD6}" dt="2024-06-29T20:03:58.374" v="581" actId="47"/>
        <pc:sldMkLst>
          <pc:docMk/>
          <pc:sldMk cId="3058525947" sldId="383"/>
        </pc:sldMkLst>
        <pc:spChg chg="mod">
          <ac:chgData name="anaclaracosta116@gmail.com" userId="a793634777582c92" providerId="LiveId" clId="{77B957AF-4352-4B13-BA84-B0352E504CD6}" dt="2024-06-29T19:02:01.411" v="33" actId="27636"/>
          <ac:spMkLst>
            <pc:docMk/>
            <pc:sldMk cId="3058525947" sldId="38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19:22:03.971" v="153" actId="20577"/>
        <pc:sldMkLst>
          <pc:docMk/>
          <pc:sldMk cId="2336148166" sldId="384"/>
        </pc:sldMkLst>
        <pc:spChg chg="mod">
          <ac:chgData name="anaclaracosta116@gmail.com" userId="a793634777582c92" providerId="LiveId" clId="{77B957AF-4352-4B13-BA84-B0352E504CD6}" dt="2024-06-29T19:22:03.971" v="153" actId="20577"/>
          <ac:spMkLst>
            <pc:docMk/>
            <pc:sldMk cId="2336148166" sldId="384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77B957AF-4352-4B13-BA84-B0352E504CD6}" dt="2024-06-29T19:22:09.223" v="154"/>
        <pc:sldMkLst>
          <pc:docMk/>
          <pc:sldMk cId="1936652390" sldId="385"/>
        </pc:sldMkLst>
      </pc:sldChg>
      <pc:sldChg chg="add">
        <pc:chgData name="anaclaracosta116@gmail.com" userId="a793634777582c92" providerId="LiveId" clId="{77B957AF-4352-4B13-BA84-B0352E504CD6}" dt="2024-06-29T19:22:11.687" v="155"/>
        <pc:sldMkLst>
          <pc:docMk/>
          <pc:sldMk cId="3288568796" sldId="386"/>
        </pc:sldMkLst>
      </pc:sldChg>
      <pc:sldChg chg="modSp add mod">
        <pc:chgData name="anaclaracosta116@gmail.com" userId="a793634777582c92" providerId="LiveId" clId="{77B957AF-4352-4B13-BA84-B0352E504CD6}" dt="2024-06-29T19:23:51.030" v="229" actId="20577"/>
        <pc:sldMkLst>
          <pc:docMk/>
          <pc:sldMk cId="2122872683" sldId="387"/>
        </pc:sldMkLst>
        <pc:spChg chg="mod">
          <ac:chgData name="anaclaracosta116@gmail.com" userId="a793634777582c92" providerId="LiveId" clId="{77B957AF-4352-4B13-BA84-B0352E504CD6}" dt="2024-06-29T19:23:51.030" v="229" actId="20577"/>
          <ac:spMkLst>
            <pc:docMk/>
            <pc:sldMk cId="2122872683" sldId="38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19:24:27.956" v="317" actId="20577"/>
        <pc:sldMkLst>
          <pc:docMk/>
          <pc:sldMk cId="1250242687" sldId="388"/>
        </pc:sldMkLst>
        <pc:spChg chg="mod">
          <ac:chgData name="anaclaracosta116@gmail.com" userId="a793634777582c92" providerId="LiveId" clId="{77B957AF-4352-4B13-BA84-B0352E504CD6}" dt="2024-06-29T19:24:27.956" v="317" actId="20577"/>
          <ac:spMkLst>
            <pc:docMk/>
            <pc:sldMk cId="1250242687" sldId="38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19:24:58.265" v="393" actId="20577"/>
        <pc:sldMkLst>
          <pc:docMk/>
          <pc:sldMk cId="1237405732" sldId="389"/>
        </pc:sldMkLst>
        <pc:spChg chg="mod">
          <ac:chgData name="anaclaracosta116@gmail.com" userId="a793634777582c92" providerId="LiveId" clId="{77B957AF-4352-4B13-BA84-B0352E504CD6}" dt="2024-06-29T19:24:58.265" v="393" actId="20577"/>
          <ac:spMkLst>
            <pc:docMk/>
            <pc:sldMk cId="1237405732" sldId="38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19:25:33.452" v="468" actId="20577"/>
        <pc:sldMkLst>
          <pc:docMk/>
          <pc:sldMk cId="112080231" sldId="390"/>
        </pc:sldMkLst>
        <pc:spChg chg="mod">
          <ac:chgData name="anaclaracosta116@gmail.com" userId="a793634777582c92" providerId="LiveId" clId="{77B957AF-4352-4B13-BA84-B0352E504CD6}" dt="2024-06-29T19:25:33.452" v="468" actId="20577"/>
          <ac:spMkLst>
            <pc:docMk/>
            <pc:sldMk cId="112080231" sldId="39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20:05:05.765" v="609" actId="20577"/>
        <pc:sldMkLst>
          <pc:docMk/>
          <pc:sldMk cId="3049958388" sldId="391"/>
        </pc:sldMkLst>
        <pc:spChg chg="mod">
          <ac:chgData name="anaclaracosta116@gmail.com" userId="a793634777582c92" providerId="LiveId" clId="{77B957AF-4352-4B13-BA84-B0352E504CD6}" dt="2024-06-29T20:05:05.765" v="609" actId="20577"/>
          <ac:spMkLst>
            <pc:docMk/>
            <pc:sldMk cId="3049958388" sldId="391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77B957AF-4352-4B13-BA84-B0352E504CD6}" dt="2024-06-29T20:04:28.674" v="594" actId="47"/>
        <pc:sldMkLst>
          <pc:docMk/>
          <pc:sldMk cId="1758641540" sldId="392"/>
        </pc:sldMkLst>
      </pc:sldChg>
      <pc:sldChg chg="modSp add mod">
        <pc:chgData name="anaclaracosta116@gmail.com" userId="a793634777582c92" providerId="LiveId" clId="{77B957AF-4352-4B13-BA84-B0352E504CD6}" dt="2024-06-29T20:04:56.867" v="603"/>
        <pc:sldMkLst>
          <pc:docMk/>
          <pc:sldMk cId="3682879309" sldId="392"/>
        </pc:sldMkLst>
        <pc:spChg chg="mod">
          <ac:chgData name="anaclaracosta116@gmail.com" userId="a793634777582c92" providerId="LiveId" clId="{77B957AF-4352-4B13-BA84-B0352E504CD6}" dt="2024-06-29T20:04:56.867" v="603"/>
          <ac:spMkLst>
            <pc:docMk/>
            <pc:sldMk cId="3682879309" sldId="39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20:05:37.048" v="617"/>
        <pc:sldMkLst>
          <pc:docMk/>
          <pc:sldMk cId="3084189737" sldId="393"/>
        </pc:sldMkLst>
        <pc:spChg chg="mod">
          <ac:chgData name="anaclaracosta116@gmail.com" userId="a793634777582c92" providerId="LiveId" clId="{77B957AF-4352-4B13-BA84-B0352E504CD6}" dt="2024-06-29T20:05:37.048" v="617"/>
          <ac:spMkLst>
            <pc:docMk/>
            <pc:sldMk cId="3084189737" sldId="39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20:07:57.332" v="637" actId="20577"/>
        <pc:sldMkLst>
          <pc:docMk/>
          <pc:sldMk cId="86460138" sldId="394"/>
        </pc:sldMkLst>
        <pc:spChg chg="mod">
          <ac:chgData name="anaclaracosta116@gmail.com" userId="a793634777582c92" providerId="LiveId" clId="{77B957AF-4352-4B13-BA84-B0352E504CD6}" dt="2024-06-29T20:07:57.332" v="637" actId="20577"/>
          <ac:spMkLst>
            <pc:docMk/>
            <pc:sldMk cId="86460138" sldId="39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20:13:22.741" v="645" actId="20577"/>
        <pc:sldMkLst>
          <pc:docMk/>
          <pc:sldMk cId="1489402646" sldId="395"/>
        </pc:sldMkLst>
        <pc:spChg chg="mod">
          <ac:chgData name="anaclaracosta116@gmail.com" userId="a793634777582c92" providerId="LiveId" clId="{77B957AF-4352-4B13-BA84-B0352E504CD6}" dt="2024-06-29T20:13:22.741" v="645" actId="20577"/>
          <ac:spMkLst>
            <pc:docMk/>
            <pc:sldMk cId="1489402646" sldId="395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milia | Solenidade dos Apóstolos São Pedro e São Paulo - A fé sobre a  qual é edificada a Igreja">
            <a:extLst>
              <a:ext uri="{FF2B5EF4-FFF2-40B4-BE49-F238E27FC236}">
                <a16:creationId xmlns:a16="http://schemas.microsoft.com/office/drawing/2014/main" id="{F97D9711-9F16-41F3-5FCE-1683B2E69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73F4343-038A-29D2-53C0-C05FF781ADED}"/>
              </a:ext>
            </a:extLst>
          </p:cNvPr>
          <p:cNvSpPr txBox="1"/>
          <p:nvPr/>
        </p:nvSpPr>
        <p:spPr>
          <a:xfrm>
            <a:off x="138888" y="3535548"/>
            <a:ext cx="1191422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SOLENIDADE DE </a:t>
            </a:r>
          </a:p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SÃO PEDRO E SÃO PAULO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OS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SENHOR, VÓS ME SONDAIS E CONHECEIS</a:t>
            </a:r>
          </a:p>
          <a:p>
            <a:pPr algn="l"/>
            <a:r>
              <a:rPr lang="pt-BR" sz="21600" dirty="0"/>
              <a:t>SABEIS QUANDO ME SENTO OU ME LEVANTO</a:t>
            </a:r>
          </a:p>
        </p:txBody>
      </p:sp>
    </p:spTree>
    <p:extLst>
      <p:ext uri="{BB962C8B-B14F-4D97-AF65-F5344CB8AC3E}">
        <p14:creationId xmlns:p14="http://schemas.microsoft.com/office/powerpoint/2010/main" val="416943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4534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PERCEBEIS QUANDO ME DEITO E QUANDO ANDO, OS MEUS CAMINHOS VOS SÃO TODOS CONHECIDOS</a:t>
            </a:r>
          </a:p>
        </p:txBody>
      </p:sp>
    </p:spTree>
    <p:extLst>
      <p:ext uri="{BB962C8B-B14F-4D97-AF65-F5344CB8AC3E}">
        <p14:creationId xmlns:p14="http://schemas.microsoft.com/office/powerpoint/2010/main" val="129575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89690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ESTA VERDADE É POR DEMAIS MARAVILHOSA</a:t>
            </a:r>
          </a:p>
          <a:p>
            <a:pPr algn="l"/>
            <a:r>
              <a:rPr lang="pt-BR" sz="21600" dirty="0"/>
              <a:t>É TÃO SUBLIME QUE NÃO POSSO COMPREENDÊ-LO</a:t>
            </a:r>
          </a:p>
        </p:txBody>
      </p:sp>
    </p:spTree>
    <p:extLst>
      <p:ext uri="{BB962C8B-B14F-4D97-AF65-F5344CB8AC3E}">
        <p14:creationId xmlns:p14="http://schemas.microsoft.com/office/powerpoint/2010/main" val="93285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CULPA, MINHA TÃO GRANDE CUPA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517" y="1801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8" y="1052945"/>
            <a:ext cx="10976265" cy="58050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E PEÇO A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 A DEUS, NOSSO SENHOR</a:t>
            </a:r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3730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3095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3218314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747294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857895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DE TODOS OS TEMORES ME LIVROU O SENHOR DEUS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TU ÉS PEDRO E SOBRE ESTA PEDRA EU IREI CONSTRUIR A MINHA IGREJA, E AS PORTAS DO INFERNO NÃO IRÃO DERROTÁ-LA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</a:p>
          <a:p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NEM A ESPADA, OU PERIGO,</a:t>
            </a:r>
          </a:p>
          <a:p>
            <a:pPr algn="l"/>
            <a:r>
              <a:rPr lang="pt-BR" sz="6600" dirty="0"/>
              <a:t>NEM OS ERROS DO MEU IRMÃO</a:t>
            </a:r>
          </a:p>
          <a:p>
            <a:pPr algn="l"/>
            <a:r>
              <a:rPr lang="pt-BR" sz="6600" dirty="0"/>
              <a:t>NENHUMA DAS CRIATURAS</a:t>
            </a:r>
          </a:p>
          <a:p>
            <a:pPr algn="l"/>
            <a:r>
              <a:rPr lang="pt-BR" sz="6600" dirty="0"/>
              <a:t>NEM A CONDENAÇÃO</a:t>
            </a:r>
          </a:p>
        </p:txBody>
      </p:sp>
    </p:spTree>
    <p:extLst>
      <p:ext uri="{BB962C8B-B14F-4D97-AF65-F5344CB8AC3E}">
        <p14:creationId xmlns:p14="http://schemas.microsoft.com/office/powerpoint/2010/main" val="3892079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90669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NEM A VIDA, NEM A MORTE,</a:t>
            </a:r>
          </a:p>
          <a:p>
            <a:pPr algn="l"/>
            <a:r>
              <a:rPr lang="pt-BR" sz="6600" dirty="0"/>
              <a:t>A TRISTEZA OU A AFLIÇÃO,</a:t>
            </a:r>
          </a:p>
          <a:p>
            <a:pPr algn="l"/>
            <a:r>
              <a:rPr lang="pt-BR" sz="6600" dirty="0"/>
              <a:t>NEM O PASSADO, NEM O PRESENTE,</a:t>
            </a:r>
          </a:p>
          <a:p>
            <a:pPr algn="l"/>
            <a:r>
              <a:rPr lang="pt-BR" sz="6600" dirty="0"/>
              <a:t>O FUTURO, NEM OPRESSÃO</a:t>
            </a:r>
          </a:p>
        </p:txBody>
      </p:sp>
    </p:spTree>
    <p:extLst>
      <p:ext uri="{BB962C8B-B14F-4D97-AF65-F5344CB8AC3E}">
        <p14:creationId xmlns:p14="http://schemas.microsoft.com/office/powerpoint/2010/main" val="3737255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36652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NEM AS ALTURAS, NEM OS ABISMOS,</a:t>
            </a:r>
          </a:p>
          <a:p>
            <a:pPr algn="l"/>
            <a:r>
              <a:rPr lang="pt-BR" sz="6600" dirty="0"/>
              <a:t>NEM TÃO POUCO A PERSEGUIÇÃO,</a:t>
            </a:r>
          </a:p>
          <a:p>
            <a:pPr algn="l"/>
            <a:r>
              <a:rPr lang="pt-BR" sz="6600" dirty="0"/>
              <a:t>NEM A ANGÚSTIA, DOR OU A FOME, NEM A TRIBULAÇÃO.</a:t>
            </a:r>
          </a:p>
        </p:txBody>
      </p:sp>
    </p:spTree>
    <p:extLst>
      <p:ext uri="{BB962C8B-B14F-4D97-AF65-F5344CB8AC3E}">
        <p14:creationId xmlns:p14="http://schemas.microsoft.com/office/powerpoint/2010/main" val="2336148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88568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SANTO, SANTO, SANTO</a:t>
            </a:r>
          </a:p>
          <a:p>
            <a:pPr algn="just"/>
            <a:r>
              <a:rPr lang="pt-BR" sz="5400" dirty="0"/>
              <a:t>SENHOR DEUS DO UNIVERSO (2X)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HOSANA, HOSANA, 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5400" dirty="0"/>
              <a:t>BENDITO O QUE VEM EM NOME DO SENHOR</a:t>
            </a:r>
          </a:p>
          <a:p>
            <a:pPr algn="just"/>
            <a:r>
              <a:rPr lang="pt-BR" sz="5400" dirty="0"/>
              <a:t>BENDITO O QUE VEM 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HOSANA, HOSANA, 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600" b="1" dirty="0"/>
              <a:t>TU ÉS PEDRO E SOBRE ESTA PEDRA CONSTRUIREI A MINHA IGREJA.</a:t>
            </a:r>
          </a:p>
          <a:p>
            <a:pPr algn="just"/>
            <a:r>
              <a:rPr lang="pt-BR" sz="6600" dirty="0"/>
              <a:t>Ó PASTOR DE ISRAEL PRESTAI OUVIDOS</a:t>
            </a:r>
          </a:p>
          <a:p>
            <a:pPr algn="just"/>
            <a:r>
              <a:rPr lang="pt-BR" sz="6600" dirty="0"/>
              <a:t>VÓS, QUE A JOSÉ APACENTAIS QUAL UM REBANHO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VÓS QUE SOBRE OS QUERUBINS VOS ASSENTAIS</a:t>
            </a:r>
          </a:p>
          <a:p>
            <a:pPr algn="just"/>
            <a:r>
              <a:rPr lang="pt-BR" sz="5400" dirty="0"/>
              <a:t>APARECEI CHEIO DE GLÓRIA E EXPLENDOR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CONVERTEI-NOS, Ó SENHOR, DEUS DO UNIVERSO</a:t>
            </a:r>
          </a:p>
          <a:p>
            <a:pPr algn="just"/>
            <a:r>
              <a:rPr lang="pt-BR" sz="5400" dirty="0"/>
              <a:t>E SOBRE NÓS ILUMINAI A VOSSA FACE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ARRANCASTE DO EGITO ESTA VIDEIRA, </a:t>
            </a:r>
          </a:p>
          <a:p>
            <a:pPr algn="just"/>
            <a:r>
              <a:rPr lang="pt-BR" sz="5400" dirty="0"/>
              <a:t>E EXPULSASTES AS NAÇÕES PARA PLANTÁ-LA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22872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DIANTE DELA PREPARASTES O TERRENO,</a:t>
            </a:r>
          </a:p>
          <a:p>
            <a:pPr algn="just"/>
            <a:r>
              <a:rPr lang="pt-BR" sz="5400" dirty="0"/>
              <a:t>LANÇOU RAÍZES E ENCHEU A TERRA INTEIRA.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2080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VOLTAI-VOS PARA NÓS, DEUS DO UNIVERSO,</a:t>
            </a:r>
          </a:p>
          <a:p>
            <a:pPr algn="just"/>
            <a:r>
              <a:rPr lang="pt-BR" sz="5400" dirty="0"/>
              <a:t>OLHAI DOS ALTOS CÉUS E OBSERVAI.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502426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VISITAI A VOSSA VINHA E PROTEGEI-A</a:t>
            </a:r>
          </a:p>
          <a:p>
            <a:pPr algn="just"/>
            <a:r>
              <a:rPr lang="pt-BR" sz="5400" dirty="0"/>
              <a:t>FOI A VOSSA MÃO DIREITA QUE A PLANTOU.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37405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9042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TU, TE ABEIRASTE DA PRAIA</a:t>
            </a:r>
            <a:br>
              <a:rPr lang="pt-BR" sz="8800" dirty="0"/>
            </a:br>
            <a:r>
              <a:rPr lang="pt-BR" sz="4400" dirty="0"/>
              <a:t>NÃO BUSCASTE NEM SÁBIOS NEM RICOS,</a:t>
            </a:r>
            <a:br>
              <a:rPr lang="pt-BR" sz="8800" dirty="0"/>
            </a:br>
            <a:r>
              <a:rPr lang="pt-BR" sz="4400" dirty="0"/>
              <a:t>SOMENTE QUERES QUE EU TE SIGA!</a:t>
            </a:r>
          </a:p>
          <a:p>
            <a:pPr algn="l"/>
            <a:br>
              <a:rPr lang="pt-BR" sz="8800" dirty="0"/>
            </a:br>
            <a:r>
              <a:rPr lang="pt-BR" sz="4400" b="1" dirty="0"/>
              <a:t>SENHOR, TU ME OLHASTE NOS OLHOS,</a:t>
            </a:r>
            <a:br>
              <a:rPr lang="pt-BR" sz="4400" b="1" dirty="0"/>
            </a:br>
            <a:r>
              <a:rPr lang="pt-BR" sz="4400" b="1" dirty="0"/>
              <a:t>A SORRIR, PRONUNCIASTES MEU NOME,</a:t>
            </a:r>
            <a:br>
              <a:rPr lang="pt-BR" sz="4400" b="1" dirty="0"/>
            </a:br>
            <a:r>
              <a:rPr lang="pt-BR" sz="4400" b="1" dirty="0"/>
              <a:t>LÁ NA PRAIA, EU LARGUEI O MEU BARCO,</a:t>
            </a:r>
            <a:br>
              <a:rPr lang="pt-BR" sz="4400" b="1" dirty="0"/>
            </a:br>
            <a:r>
              <a:rPr lang="pt-BR" sz="4400" b="1" dirty="0"/>
              <a:t>JUNTO A TI BUSCAREI OUTRO MAR.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30499583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CA90B-1340-5405-572C-F124481F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C0896-712C-288D-9649-4BB4AAA30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9042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5F8F5D-093A-4B32-51E7-D0318BCEA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TU SABES BEM QUE EM MEU BARCO</a:t>
            </a:r>
            <a:br>
              <a:rPr lang="pt-BR" sz="7200" dirty="0"/>
            </a:br>
            <a:r>
              <a:rPr lang="pt-BR" sz="4400" dirty="0"/>
              <a:t>EU NÃO TENHO NEM OURO NEM ESPADAS</a:t>
            </a:r>
            <a:br>
              <a:rPr lang="pt-BR" sz="7200" dirty="0"/>
            </a:br>
            <a:r>
              <a:rPr lang="pt-BR" sz="4400" dirty="0"/>
              <a:t>SOMENTE REDES E O MEU TRABALHO</a:t>
            </a:r>
          </a:p>
          <a:p>
            <a:pPr algn="l"/>
            <a:br>
              <a:rPr lang="pt-BR" sz="8800" dirty="0"/>
            </a:br>
            <a:r>
              <a:rPr lang="pt-BR" sz="4400" b="1" dirty="0"/>
              <a:t>SENHOR, TU ME OLHASTE NOS OLHOS,</a:t>
            </a:r>
            <a:br>
              <a:rPr lang="pt-BR" sz="4400" b="1" dirty="0"/>
            </a:br>
            <a:r>
              <a:rPr lang="pt-BR" sz="4400" b="1" dirty="0"/>
              <a:t>A SORRIR, PRONUNCIASTES MEU NOME,</a:t>
            </a:r>
            <a:br>
              <a:rPr lang="pt-BR" sz="4400" b="1" dirty="0"/>
            </a:br>
            <a:r>
              <a:rPr lang="pt-BR" sz="4400" b="1" dirty="0"/>
              <a:t>LÁ NA PRAIA, EU LARGUEI O MEU BARCO,</a:t>
            </a:r>
            <a:br>
              <a:rPr lang="pt-BR" sz="4400" b="1" dirty="0"/>
            </a:br>
            <a:r>
              <a:rPr lang="pt-BR" sz="4400" b="1" dirty="0"/>
              <a:t>JUNTO A TI BUSCAREI OUTRO MAR.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1001873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CAF6-0816-5512-38CA-03B2ACD3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28BED-F856-76CC-D12C-8682ED1A6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9042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54B3CF-4109-835C-A870-CDBC4734F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TU, MINHAS MÃOS SOLICITAS,</a:t>
            </a:r>
          </a:p>
          <a:p>
            <a:pPr algn="l"/>
            <a:r>
              <a:rPr lang="pt-BR" sz="4400" dirty="0"/>
              <a:t>MEU CANSAÇO QUE A OUTROS DESCANSE,</a:t>
            </a:r>
          </a:p>
          <a:p>
            <a:pPr algn="l"/>
            <a:r>
              <a:rPr lang="pt-BR" sz="4400" dirty="0"/>
              <a:t>AMOR QUE ALMEJA SEGUIR AMANDO.</a:t>
            </a:r>
          </a:p>
          <a:p>
            <a:pPr algn="l"/>
            <a:br>
              <a:rPr lang="pt-BR" sz="8800" dirty="0"/>
            </a:br>
            <a:r>
              <a:rPr lang="pt-BR" sz="4400" b="1" dirty="0"/>
              <a:t>SENHOR, TU ME OLHASTE NOS OLHOS,</a:t>
            </a:r>
            <a:br>
              <a:rPr lang="pt-BR" sz="4400" b="1" dirty="0"/>
            </a:br>
            <a:r>
              <a:rPr lang="pt-BR" sz="4400" b="1" dirty="0"/>
              <a:t>A SORRIR, PRONUNCIASTES MEU NOME,</a:t>
            </a:r>
            <a:br>
              <a:rPr lang="pt-BR" sz="4400" b="1" dirty="0"/>
            </a:br>
            <a:r>
              <a:rPr lang="pt-BR" sz="4400" b="1" dirty="0"/>
              <a:t>LÁ NA PRAIA, EU LARGUEI O MEU BARCO,</a:t>
            </a:r>
            <a:br>
              <a:rPr lang="pt-BR" sz="4400" b="1" dirty="0"/>
            </a:br>
            <a:r>
              <a:rPr lang="pt-BR" sz="4400" b="1" dirty="0"/>
              <a:t>JUNTO A TI BUSCAREI OUTRO MAR.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18569901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3520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TODA A IGREJA UNIDA CELEBRA</a:t>
            </a:r>
          </a:p>
          <a:p>
            <a:pPr algn="l"/>
            <a:r>
              <a:rPr lang="pt-BR" sz="21600" b="1" dirty="0"/>
              <a:t>A MEMÓRIA PASCAL DO CORDEIRO</a:t>
            </a:r>
          </a:p>
          <a:p>
            <a:pPr algn="l"/>
            <a:r>
              <a:rPr lang="pt-BR" sz="21600" b="1" dirty="0"/>
              <a:t>IRMANADA COM PEDRO E COM PAULO, QUE SEGUIRAM A CRISTO POR PRIMEIRO!</a:t>
            </a:r>
          </a:p>
          <a:p>
            <a:pPr algn="l"/>
            <a:r>
              <a:rPr lang="pt-BR" sz="21600" dirty="0"/>
              <a:t>1. BENDIZEI, LOUVAI POR PEDRO, PELA FÉ QUE PROFESSOU</a:t>
            </a:r>
          </a:p>
          <a:p>
            <a:pPr algn="l"/>
            <a:r>
              <a:rPr lang="pt-BR" sz="21600" dirty="0"/>
              <a:t>ESSA FÉ É A ROCHA FIRME DA IGREJA DO SENHOR.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TODA A IGREJA UNIDA CELEBRA</a:t>
            </a:r>
          </a:p>
          <a:p>
            <a:pPr algn="l"/>
            <a:r>
              <a:rPr lang="pt-BR" sz="21600" b="1" dirty="0"/>
              <a:t>A MEMÓRIA PASCAL DO CORDEIRO</a:t>
            </a:r>
          </a:p>
          <a:p>
            <a:pPr algn="l"/>
            <a:r>
              <a:rPr lang="pt-BR" sz="21600" b="1" dirty="0"/>
              <a:t>IRMANADA COM PEDRO E COM PAULO, QUE SEGUIRAM A CRISTO POR PRIMEIRO!</a:t>
            </a:r>
          </a:p>
          <a:p>
            <a:pPr algn="l"/>
            <a:r>
              <a:rPr lang="pt-BR" sz="21600" dirty="0"/>
              <a:t>2. BENDIZEI, LOUVAI POR PAULO, PELO EMPENHO NA MISSÃO</a:t>
            </a:r>
          </a:p>
          <a:p>
            <a:pPr algn="l"/>
            <a:r>
              <a:rPr lang="pt-BR" sz="21600" dirty="0"/>
              <a:t>O SEU ZELO DO EVANGELHO LEVA AO MUNDO A SALVAÇÃO.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86460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TODA A IGREJA UNIDA CELEBRA</a:t>
            </a:r>
          </a:p>
          <a:p>
            <a:pPr algn="l"/>
            <a:r>
              <a:rPr lang="pt-BR" sz="21600" b="1" dirty="0"/>
              <a:t>A MEMÓRIA PASCAL DO CORDEIRO</a:t>
            </a:r>
          </a:p>
          <a:p>
            <a:pPr algn="l"/>
            <a:r>
              <a:rPr lang="pt-BR" sz="21600" b="1" dirty="0"/>
              <a:t>IRMANADA COM PEDRO E COM PAULO, QUE SEGUIRAM A CRISTO POR PRIMEIRO!</a:t>
            </a:r>
          </a:p>
          <a:p>
            <a:pPr algn="l"/>
            <a:r>
              <a:rPr lang="pt-BR" sz="21600" dirty="0"/>
              <a:t>3. ALEGRAI-VOS, NESTE DIA, QUE O MARTÍRIO ILUMINOU.</a:t>
            </a:r>
          </a:p>
          <a:p>
            <a:pPr algn="l"/>
            <a:r>
              <a:rPr lang="pt-BR" sz="21600" dirty="0"/>
              <a:t>O TRIUNFO DESTES SANTOS NOS CONFIRME NO AMOR.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894026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8226</TotalTime>
  <Words>1241</Words>
  <Application>Microsoft Office PowerPoint</Application>
  <PresentationFormat>Widescreen</PresentationFormat>
  <Paragraphs>193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18</cp:revision>
  <dcterms:created xsi:type="dcterms:W3CDTF">2023-05-06T17:01:55Z</dcterms:created>
  <dcterms:modified xsi:type="dcterms:W3CDTF">2026-08-08T19:43:15Z</dcterms:modified>
</cp:coreProperties>
</file>