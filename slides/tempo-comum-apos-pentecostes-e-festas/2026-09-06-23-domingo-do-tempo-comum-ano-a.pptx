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75" r:id="rId2"/>
    <p:sldId id="258" r:id="rId3"/>
    <p:sldId id="629" r:id="rId4"/>
    <p:sldId id="631" r:id="rId5"/>
    <p:sldId id="433" r:id="rId6"/>
    <p:sldId id="451" r:id="rId7"/>
    <p:sldId id="632" r:id="rId8"/>
    <p:sldId id="633" r:id="rId9"/>
    <p:sldId id="634" r:id="rId10"/>
    <p:sldId id="635" r:id="rId11"/>
    <p:sldId id="636" r:id="rId12"/>
    <p:sldId id="628" r:id="rId13"/>
    <p:sldId id="397" r:id="rId14"/>
    <p:sldId id="626" r:id="rId15"/>
    <p:sldId id="627" r:id="rId16"/>
    <p:sldId id="260" r:id="rId17"/>
    <p:sldId id="425" r:id="rId18"/>
    <p:sldId id="426" r:id="rId19"/>
    <p:sldId id="427" r:id="rId20"/>
    <p:sldId id="428" r:id="rId21"/>
    <p:sldId id="429" r:id="rId22"/>
    <p:sldId id="637" r:id="rId23"/>
    <p:sldId id="264" r:id="rId24"/>
    <p:sldId id="265" r:id="rId25"/>
    <p:sldId id="266" r:id="rId26"/>
    <p:sldId id="267" r:id="rId27"/>
    <p:sldId id="638" r:id="rId28"/>
    <p:sldId id="639" r:id="rId29"/>
    <p:sldId id="271" r:id="rId30"/>
    <p:sldId id="640" r:id="rId31"/>
    <p:sldId id="376" r:id="rId32"/>
    <p:sldId id="641" r:id="rId33"/>
    <p:sldId id="391" r:id="rId34"/>
    <p:sldId id="642" r:id="rId35"/>
    <p:sldId id="643" r:id="rId36"/>
    <p:sldId id="644" r:id="rId37"/>
    <p:sldId id="645" r:id="rId38"/>
    <p:sldId id="555" r:id="rId39"/>
    <p:sldId id="292" r:id="rId40"/>
    <p:sldId id="275" r:id="rId41"/>
    <p:sldId id="361" r:id="rId42"/>
    <p:sldId id="362" r:id="rId43"/>
    <p:sldId id="415" r:id="rId44"/>
    <p:sldId id="416" r:id="rId45"/>
    <p:sldId id="417" r:id="rId46"/>
    <p:sldId id="418" r:id="rId47"/>
    <p:sldId id="430" r:id="rId48"/>
    <p:sldId id="607" r:id="rId49"/>
    <p:sldId id="646" r:id="rId50"/>
    <p:sldId id="647" r:id="rId51"/>
    <p:sldId id="404" r:id="rId52"/>
    <p:sldId id="337" r:id="rId53"/>
    <p:sldId id="648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86770" autoAdjust="0"/>
  </p:normalViewPr>
  <p:slideViewPr>
    <p:cSldViewPr snapToGrid="0">
      <p:cViewPr varScale="1">
        <p:scale>
          <a:sx n="99" d="100"/>
          <a:sy n="99" d="100"/>
        </p:scale>
        <p:origin x="103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2966-1C36-411D-BB06-4985B4C480AE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9A57A-6D37-4D3B-90D7-13A5BB913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12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9A57A-6D37-4D3B-90D7-13A5BB913463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46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9997-6321-D83E-29EE-F60984B6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11C7D7-709C-12C3-A167-0A4998E18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649CF9-A6DC-6890-6E17-6ED5D64B6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6CF5F9-DE35-3ED1-3F1A-AB7CA1AA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9A57A-6D37-4D3B-90D7-13A5BB913463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17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ECC9-C365-6236-668A-54E60FF7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0D34F-08A7-CC92-53B7-F72FE6090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EAB7C-8BB1-7592-3F65-FA8E5CC28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SHEMÁ ISRAEL, ADONAI ELOHENU, ADONAI EHAD!</a:t>
            </a:r>
          </a:p>
          <a:p>
            <a:pPr algn="l"/>
            <a:r>
              <a:rPr lang="pt-BR" sz="6000" dirty="0"/>
              <a:t>SHEMÁ ISRAEL, ADONAI ELOHENU, ADONAI EHAD!</a:t>
            </a:r>
          </a:p>
          <a:p>
            <a:pPr algn="l"/>
            <a:r>
              <a:rPr lang="pt-BR" sz="6000" dirty="0"/>
              <a:t>ESCUTA, ISRAEL, O SENHOR É NOSSO DEUS! UM É O SENHOR!</a:t>
            </a:r>
          </a:p>
          <a:p>
            <a:pPr algn="l"/>
            <a:r>
              <a:rPr lang="pt-BR" sz="6000" dirty="0"/>
              <a:t>ESCUTA, ISRAEL, O SENHOR É NOSSO DEUS! UM É O SENHOR!</a:t>
            </a:r>
          </a:p>
        </p:txBody>
      </p:sp>
    </p:spTree>
    <p:extLst>
      <p:ext uri="{BB962C8B-B14F-4D97-AF65-F5344CB8AC3E}">
        <p14:creationId xmlns:p14="http://schemas.microsoft.com/office/powerpoint/2010/main" val="202404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C05F-2D79-4ACD-6C11-78AAEB5E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241E7F0-B4BD-9BC3-A109-E9BC7E0913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31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03" y="2099766"/>
            <a:ext cx="11516592" cy="330000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VÓS SOIS JUSTO, SENHOR, AO JULGARDES (BIS)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 É JUSTA A VOSSA SENTENÇA. (BIS)</a:t>
            </a:r>
            <a:endParaRPr lang="pt-BR" sz="6600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B8C7D50-EC65-6C6F-76D3-DE1407DFA08A}"/>
              </a:ext>
            </a:extLst>
          </p:cNvPr>
          <p:cNvSpPr txBox="1">
            <a:spLocks/>
          </p:cNvSpPr>
          <p:nvPr/>
        </p:nvSpPr>
        <p:spPr>
          <a:xfrm>
            <a:off x="10308658" y="496431"/>
            <a:ext cx="1405288" cy="586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rgbClr val="000000"/>
                </a:solidFill>
              </a:rPr>
              <a:t>Salmo 118</a:t>
            </a:r>
          </a:p>
        </p:txBody>
      </p:sp>
    </p:spTree>
    <p:extLst>
      <p:ext uri="{BB962C8B-B14F-4D97-AF65-F5344CB8AC3E}">
        <p14:creationId xmlns:p14="http://schemas.microsoft.com/office/powerpoint/2010/main" val="41593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CONFORME O VOSSO AMOR, SENHOR, TRATAI-ME, *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TAMBÉM VOSSOS DESÍGNIOS ENSINAI-ME!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VOSSA PALAVRA FOI PROVADA E COMPROVADA, *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POR ISSO O VOSSO SERVO TANTO A AMA.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137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82C9-AA5B-0945-66C1-BBA735A7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86260-30EA-E76C-5C05-7557BCEBE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D16894-7550-5F5F-18A5-6B62B1474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03" y="2099766"/>
            <a:ext cx="11516592" cy="330000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VÓS SOIS JUSTO, SENHOR, AO JULGARDES (BIS)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 É JUSTA A VOSSA SENTENÇA. (BIS)</a:t>
            </a:r>
            <a:endParaRPr lang="pt-BR" sz="6600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C59D3D-3A88-2885-3E97-16D3A9CE13A1}"/>
              </a:ext>
            </a:extLst>
          </p:cNvPr>
          <p:cNvSpPr txBox="1">
            <a:spLocks/>
          </p:cNvSpPr>
          <p:nvPr/>
        </p:nvSpPr>
        <p:spPr>
          <a:xfrm>
            <a:off x="10308658" y="496431"/>
            <a:ext cx="1405288" cy="586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rgbClr val="000000"/>
                </a:solidFill>
              </a:rPr>
              <a:t>Salmo 118</a:t>
            </a:r>
          </a:p>
        </p:txBody>
      </p:sp>
    </p:spTree>
    <p:extLst>
      <p:ext uri="{BB962C8B-B14F-4D97-AF65-F5344CB8AC3E}">
        <p14:creationId xmlns:p14="http://schemas.microsoft.com/office/powerpoint/2010/main" val="240234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8AB3-605E-F439-2C6C-FB1C08FD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B56F6-D025-CBC2-7FE1-6402E420B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3529A0-DDB1-EB0D-B857-23946AA7B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MARAVILHOSOS SÃO OS VOSSOS TESTEMUNHOS, *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EIS POR QUE MEU CORAÇÃO OS OBSERVA!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VOSSA PALAVRA, AO REVELAR-SE, ME ILUMINA, *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ELA DÁ SABEDORIA AOS PEQUENINOS.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42099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B47C-2C38-7F79-7BE7-C232F87B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ED44C-8516-2D2F-AA74-2D8B40658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E73A56-3D99-D76F-A4BF-E3AE4C413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03" y="2099766"/>
            <a:ext cx="11516592" cy="330000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VÓS SOIS JUSTO, SENHOR, AO JULGARDES (BIS)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 É JUSTA A VOSSA SENTENÇA. (BIS)</a:t>
            </a:r>
            <a:endParaRPr lang="pt-BR" sz="6600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F721E17-9BBA-0C88-7697-91D369935A2B}"/>
              </a:ext>
            </a:extLst>
          </p:cNvPr>
          <p:cNvSpPr txBox="1">
            <a:spLocks/>
          </p:cNvSpPr>
          <p:nvPr/>
        </p:nvSpPr>
        <p:spPr>
          <a:xfrm>
            <a:off x="10308658" y="496431"/>
            <a:ext cx="1405288" cy="586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rgbClr val="000000"/>
                </a:solidFill>
              </a:rPr>
              <a:t>Salmo 118</a:t>
            </a:r>
          </a:p>
        </p:txBody>
      </p:sp>
    </p:spTree>
    <p:extLst>
      <p:ext uri="{BB962C8B-B14F-4D97-AF65-F5344CB8AC3E}">
        <p14:creationId xmlns:p14="http://schemas.microsoft.com/office/powerpoint/2010/main" val="265291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47F4-AB23-DBF2-70D2-A2013573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840FD-3988-1D06-2256-DE6899022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E7942F-9FA6-9A58-56DB-FE4AD4470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VOSSA JUSTIÇA É JUSTIÇA ETERNAMENTE *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VOSSA LEI É A VERDADE INABALÁVEL.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JUSTIÇA ETERNA É A VOSSA ALIANÇA; *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AJUDAI-ME A COMPREENDÊ-LA E VIVEREI!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1730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A201-D451-0752-CF79-C00D702C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A5089-1704-574E-F8E0-72028B0CE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F9665-1CAA-643B-F50E-30CE9E2F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03" y="2099766"/>
            <a:ext cx="11516592" cy="330000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VÓS SOIS JUSTO, SENHOR, AO JULGARDES (BIS)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 É JUSTA A VOSSA SENTENÇA. (BIS)</a:t>
            </a:r>
            <a:endParaRPr lang="pt-BR" sz="6600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73BD7CC-5601-9888-08CF-27F8C1238CE8}"/>
              </a:ext>
            </a:extLst>
          </p:cNvPr>
          <p:cNvSpPr txBox="1">
            <a:spLocks/>
          </p:cNvSpPr>
          <p:nvPr/>
        </p:nvSpPr>
        <p:spPr>
          <a:xfrm>
            <a:off x="10308658" y="496431"/>
            <a:ext cx="1405288" cy="586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rgbClr val="000000"/>
                </a:solidFill>
              </a:rPr>
              <a:t>Salmo 118</a:t>
            </a:r>
          </a:p>
        </p:txBody>
      </p:sp>
    </p:spTree>
    <p:extLst>
      <p:ext uri="{BB962C8B-B14F-4D97-AF65-F5344CB8AC3E}">
        <p14:creationId xmlns:p14="http://schemas.microsoft.com/office/powerpoint/2010/main" val="293203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673F-DB78-7FCE-6D56-71E43B96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82A998-B960-8CE4-1614-0097677416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035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SENHOR, QUE SOIS O CAMINHO QUE LEVA AO PAI, TENDE PIEDADE DE NÓS.</a:t>
            </a:r>
          </a:p>
          <a:p>
            <a:pPr algn="l"/>
            <a:br>
              <a:rPr lang="pt-BR" sz="6000" dirty="0"/>
            </a:br>
            <a:r>
              <a:rPr lang="pt-BR" sz="6000" b="1" dirty="0"/>
              <a:t>SENHOR,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68AC-6EF3-99E6-757D-5D3C26E7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BB532-50F4-2EF1-7C0E-55C92114F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DC3599-566D-12A7-185D-2CF8CA8D9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CRISTO, QUE SOIS A VERDADE QUE ILUMINA OS POVOS, TENDE PIEDADE DE NÓS.</a:t>
            </a:r>
          </a:p>
          <a:p>
            <a:pPr algn="l"/>
            <a:br>
              <a:rPr lang="pt-BR" sz="6000" dirty="0"/>
            </a:br>
            <a:r>
              <a:rPr lang="pt-BR" sz="6000" b="1" dirty="0"/>
              <a:t>CRISTO,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84487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9070-4463-A3C2-4C65-9B87732A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5072D-18ED-B569-CA57-41B4D7AF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B36B97-68DA-CD01-026A-CE917328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SENHOR, QUE SOIS A VIDA QUE RENOVA O MUNDO, TENDE PIEDADE DE NÓS.</a:t>
            </a:r>
          </a:p>
          <a:p>
            <a:pPr algn="l"/>
            <a:br>
              <a:rPr lang="pt-BR" sz="6000" b="1" dirty="0"/>
            </a:br>
            <a:r>
              <a:rPr lang="pt-BR" sz="6000" b="1" dirty="0"/>
              <a:t>SENHOR, TENDE PIEDADE DE NÓS </a:t>
            </a:r>
          </a:p>
        </p:txBody>
      </p:sp>
    </p:spTree>
    <p:extLst>
      <p:ext uri="{BB962C8B-B14F-4D97-AF65-F5344CB8AC3E}">
        <p14:creationId xmlns:p14="http://schemas.microsoft.com/office/powerpoint/2010/main" val="4196073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500" b="1" dirty="0"/>
              <a:t>GLÓRIA! GLÓRIA! GLÓRIA A DEUS! GLÓRIA A DEUS NAS ALTURAS! (BIS)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800" dirty="0"/>
              <a:t>E PAZ NA TERRA AOS HOMENS POR ELE AMADOS. </a:t>
            </a:r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B9CC-C360-BD40-0ECE-40DC9B02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2F493-4B1F-285A-6AB1-0D3577EF5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2E064F-D701-9F74-CCA9-4E292B28A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GLÓRIA! GLÓRIA! GLÓRIA A DEUS! GLÓRIA A DEUS NAS ALTURAS! AMÉM! AMÉM!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323150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NÃO FECHEIS O CORAÇÃO, OUVI, HOJE, A VOZ DE DEUS!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SENHOR RECONCILIOU O MUNDO EM CRISTO, CONFIANDO-NOS SUA PALAVRA; A PALAVRA DA RECONCILIAÇÃO, A PALAVRA QUE HOJE, AQUI, NOS SALVA.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A032-FFD2-1368-6E46-EAA78965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B06486-6853-BCC9-4522-24B6818337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488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CBBB-FA23-1EDF-4239-E45CEA0B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EA00253-F62D-C837-BA82-F104F1730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2940153"/>
            <a:ext cx="10744200" cy="977693"/>
          </a:xfrm>
        </p:spPr>
        <p:txBody>
          <a:bodyPr>
            <a:normAutofit/>
          </a:bodyPr>
          <a:lstStyle/>
          <a:p>
            <a:r>
              <a:rPr lang="pt-BR" sz="6000" b="1" dirty="0"/>
              <a:t>SENHOR, ATENDEI-NOS</a:t>
            </a:r>
            <a:endParaRPr lang="pt-BR" sz="6000" dirty="0"/>
          </a:p>
          <a:p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37406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5691AD7-B1F7-3368-55B7-2B1F7F10BDE0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9256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19DC7B4-11C4-F4E2-AAFD-B76CD9AA782F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F098A189-0593-1CC2-8197-4A37753ECE5C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32505CC-7C41-B213-3AA6-A47F3E68B3DF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42D50B6-E995-1C3F-F63B-C5821DEC658B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68D6142-B6F5-90EB-6EBC-02E0F723C899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2A8EB454-4585-3C58-D9B7-145B149C1085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3B98F1CD-3E7A-7DB7-8345-E5224E5D2D2D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646A-50FF-27C3-9CA1-265C5B96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A390A-6E36-BA4B-A42F-120CBC00C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48D382-FFD1-DC61-1704-C91C84CF2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5060672-BB8C-C724-A9FA-04DB933068C0}"/>
              </a:ext>
            </a:extLst>
          </p:cNvPr>
          <p:cNvSpPr txBox="1">
            <a:spLocks/>
          </p:cNvSpPr>
          <p:nvPr/>
        </p:nvSpPr>
        <p:spPr>
          <a:xfrm>
            <a:off x="9236279" y="415253"/>
            <a:ext cx="2416029" cy="388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112 (113)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803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HOSANA! HOSANA NAS ALTURAS!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(BIS)</a:t>
            </a:r>
          </a:p>
          <a:p>
            <a:pPr algn="just"/>
            <a:r>
              <a:rPr lang="pt-BR" sz="6600" b="1" dirty="0"/>
              <a:t>HOSANA! HOSANA NAS ALTURAS!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Autofit/>
          </a:bodyPr>
          <a:lstStyle/>
          <a:p>
            <a:pPr algn="l"/>
            <a:r>
              <a:rPr lang="pt-BR" sz="4400" b="1" dirty="0"/>
              <a:t>TU ÉS MINHA VIDA OUTRO DEUS NÃO HÁ</a:t>
            </a:r>
          </a:p>
          <a:p>
            <a:pPr algn="l"/>
            <a:r>
              <a:rPr lang="pt-BR" sz="4400" b="1" dirty="0"/>
              <a:t>TU ÉS MINHA ESTRADA A MINHA VERDADE</a:t>
            </a:r>
          </a:p>
          <a:p>
            <a:pPr algn="l"/>
            <a:r>
              <a:rPr lang="pt-BR" sz="4400" b="1" dirty="0"/>
              <a:t>EM TUA PALAVRA EU CAMINHAREI</a:t>
            </a:r>
          </a:p>
          <a:p>
            <a:pPr algn="l"/>
            <a:r>
              <a:rPr lang="pt-BR" sz="4400" b="1" dirty="0"/>
              <a:t>ENQUANTO EU VIVER E ATÉ QUANDO TU QUISERES</a:t>
            </a:r>
          </a:p>
          <a:p>
            <a:pPr algn="l"/>
            <a:r>
              <a:rPr lang="pt-BR" sz="4400" b="1" dirty="0"/>
              <a:t>JÁ NÃO SENTIREI TEMOR POIS ESTÁS AQUI</a:t>
            </a:r>
          </a:p>
          <a:p>
            <a:pPr algn="l"/>
            <a:r>
              <a:rPr lang="pt-BR" sz="4400" b="1" dirty="0"/>
              <a:t>TU ESTÁS NO MEIO DE NÓS.</a:t>
            </a:r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2A0D-27AC-D328-B3F7-EE4402CB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488DA-DD3A-5F04-6FD3-F2E2B43B7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59596-BE99-8124-BF88-3471429D4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Autofit/>
          </a:bodyPr>
          <a:lstStyle/>
          <a:p>
            <a:pPr algn="l"/>
            <a:r>
              <a:rPr lang="pt-BR" sz="4400" b="1" dirty="0"/>
              <a:t>CREIO EM TI SENHOR, VINDO DE MARIA</a:t>
            </a:r>
          </a:p>
          <a:p>
            <a:pPr algn="l"/>
            <a:r>
              <a:rPr lang="pt-BR" sz="4400" b="1" dirty="0"/>
              <a:t>FILHO ETERNO E SANTO, HOMEM COMO NÓS</a:t>
            </a:r>
          </a:p>
          <a:p>
            <a:pPr algn="l"/>
            <a:r>
              <a:rPr lang="pt-BR" sz="4400" b="1" dirty="0"/>
              <a:t>TU MORRESTE POR AMOR, VIVO ESTÁS EM NÓS</a:t>
            </a:r>
          </a:p>
          <a:p>
            <a:pPr algn="l"/>
            <a:r>
              <a:rPr lang="pt-BR" sz="4400" b="1" dirty="0"/>
              <a:t>UNIDADE TRINA COM O ESPÍRITO E O PAI</a:t>
            </a:r>
          </a:p>
          <a:p>
            <a:pPr algn="l"/>
            <a:r>
              <a:rPr lang="pt-BR" sz="4400" b="1" dirty="0"/>
              <a:t>E UM DIA EU BEM SEI TU RETORNARÁS</a:t>
            </a:r>
          </a:p>
          <a:p>
            <a:pPr algn="l"/>
            <a:r>
              <a:rPr lang="pt-BR" sz="4400" b="1" dirty="0"/>
              <a:t>E ABRIRÁS O REINO DO CÉU.</a:t>
            </a:r>
          </a:p>
        </p:txBody>
      </p:sp>
    </p:spTree>
    <p:extLst>
      <p:ext uri="{BB962C8B-B14F-4D97-AF65-F5344CB8AC3E}">
        <p14:creationId xmlns:p14="http://schemas.microsoft.com/office/powerpoint/2010/main" val="3382718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72AA-6D30-488F-3E29-ACCC2D84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085D9-A5C2-F1D9-B80A-2C28F8FD4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84C05-19AC-B76A-1D82-B60E4EE77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Autofit/>
          </a:bodyPr>
          <a:lstStyle/>
          <a:p>
            <a:pPr algn="l"/>
            <a:r>
              <a:rPr lang="pt-BR" sz="4400" b="1" dirty="0"/>
              <a:t>TU ÉS MINHA FORÇA OUTRO DEUS NÃO HÁ</a:t>
            </a:r>
          </a:p>
          <a:p>
            <a:pPr algn="l"/>
            <a:r>
              <a:rPr lang="pt-BR" sz="4400" b="1" dirty="0"/>
              <a:t>TU ÉS MINHA PAZ, MINHA LIBERDADE</a:t>
            </a:r>
          </a:p>
          <a:p>
            <a:pPr algn="l"/>
            <a:r>
              <a:rPr lang="pt-BR" sz="4400" b="1" dirty="0"/>
              <a:t>NADA NESTA VIDA NOS SEPARARÁ</a:t>
            </a:r>
          </a:p>
          <a:p>
            <a:pPr algn="l"/>
            <a:r>
              <a:rPr lang="pt-BR" sz="4400" b="1" dirty="0"/>
              <a:t>EM TUAS MÃOS SEGURAS MINHA VIDA GUARDARÁS</a:t>
            </a:r>
          </a:p>
          <a:p>
            <a:pPr algn="l"/>
            <a:r>
              <a:rPr lang="pt-BR" sz="4400" b="1" dirty="0"/>
              <a:t>EU NÃO TEMEREI O MAL TU ME LIVRARÁS</a:t>
            </a:r>
          </a:p>
          <a:p>
            <a:pPr algn="l"/>
            <a:r>
              <a:rPr lang="pt-BR" sz="4400" b="1" dirty="0"/>
              <a:t>E NO TEU PERDÃO VIVEREI.</a:t>
            </a:r>
          </a:p>
        </p:txBody>
      </p:sp>
    </p:spTree>
    <p:extLst>
      <p:ext uri="{BB962C8B-B14F-4D97-AF65-F5344CB8AC3E}">
        <p14:creationId xmlns:p14="http://schemas.microsoft.com/office/powerpoint/2010/main" val="116894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TU ÉS A GLÓRIA DE JERUSALÉM, AVE, MARIA!</a:t>
            </a:r>
          </a:p>
          <a:p>
            <a:pPr algn="l"/>
            <a:r>
              <a:rPr lang="pt-BR" sz="5400" dirty="0"/>
              <a:t>ÉS A ALEGRIA DE ISRAEL, AVE, MARIA!</a:t>
            </a:r>
          </a:p>
          <a:p>
            <a:pPr algn="l"/>
            <a:r>
              <a:rPr lang="pt-BR" sz="5400" dirty="0"/>
              <a:t>TU ÉS A HONRA DO NOSSO POVO, AVE, MARIA!</a:t>
            </a:r>
          </a:p>
          <a:p>
            <a:pPr algn="l"/>
            <a:r>
              <a:rPr lang="pt-BR" sz="5400" dirty="0"/>
              <a:t>ÉS ADVOGADA DOS PECADORES, AVE, MARIA!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D6E9-046A-1A23-953C-03D5D25B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9889A-E74D-9BA8-FA4D-1DF268790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348570-63AD-976A-6802-0EA2894C2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561771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TU ÉS BENDITA DO NOSSO DEUS, AVE, MARIA!</a:t>
            </a:r>
          </a:p>
          <a:p>
            <a:pPr algn="l"/>
            <a:r>
              <a:rPr lang="pt-BR" sz="5400" dirty="0"/>
              <a:t>ENTRE AS MULHERES DE TODA A TERRA, AVE, MARIA!</a:t>
            </a:r>
          </a:p>
          <a:p>
            <a:pPr algn="l"/>
            <a:r>
              <a:rPr lang="pt-BR" sz="5400" dirty="0"/>
              <a:t>3. TU NÃO POUPASTE POR NÓS TUA VIDA, AVE, MARIA!</a:t>
            </a:r>
          </a:p>
          <a:p>
            <a:pPr algn="l"/>
            <a:r>
              <a:rPr lang="pt-BR" sz="5400" dirty="0"/>
              <a:t>PARA SALVAR O POVO DE DEUS, AVE, MARIA!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305693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17192</TotalTime>
  <Words>1245</Words>
  <Application>Microsoft Office PowerPoint</Application>
  <PresentationFormat>Widescreen</PresentationFormat>
  <Paragraphs>191</Paragraphs>
  <Slides>53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ENTRADA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55</cp:revision>
  <dcterms:created xsi:type="dcterms:W3CDTF">2023-05-06T17:01:55Z</dcterms:created>
  <dcterms:modified xsi:type="dcterms:W3CDTF">2026-09-06T20:01:47Z</dcterms:modified>
</cp:coreProperties>
</file>