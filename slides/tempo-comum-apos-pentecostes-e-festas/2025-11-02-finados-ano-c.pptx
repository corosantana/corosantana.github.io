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16" r:id="rId4"/>
    <p:sldId id="517" r:id="rId5"/>
    <p:sldId id="258" r:id="rId6"/>
    <p:sldId id="410" r:id="rId7"/>
    <p:sldId id="527" r:id="rId8"/>
    <p:sldId id="528" r:id="rId9"/>
    <p:sldId id="260" r:id="rId10"/>
    <p:sldId id="265" r:id="rId11"/>
    <p:sldId id="266" r:id="rId12"/>
    <p:sldId id="432" r:id="rId13"/>
    <p:sldId id="271" r:id="rId14"/>
    <p:sldId id="413" r:id="rId15"/>
    <p:sldId id="409" r:id="rId16"/>
    <p:sldId id="482" r:id="rId17"/>
    <p:sldId id="529" r:id="rId18"/>
    <p:sldId id="530" r:id="rId19"/>
    <p:sldId id="484" r:id="rId20"/>
    <p:sldId id="483" r:id="rId21"/>
    <p:sldId id="411" r:id="rId22"/>
    <p:sldId id="292" r:id="rId23"/>
    <p:sldId id="506" r:id="rId24"/>
    <p:sldId id="361" r:id="rId25"/>
    <p:sldId id="507" r:id="rId26"/>
    <p:sldId id="522" r:id="rId27"/>
    <p:sldId id="523" r:id="rId28"/>
    <p:sldId id="524" r:id="rId29"/>
    <p:sldId id="404" r:id="rId30"/>
    <p:sldId id="531" r:id="rId31"/>
    <p:sldId id="537" r:id="rId32"/>
    <p:sldId id="538" r:id="rId33"/>
    <p:sldId id="514" r:id="rId34"/>
    <p:sldId id="511" r:id="rId35"/>
    <p:sldId id="539" r:id="rId36"/>
    <p:sldId id="540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eira" initials="O" lastIdx="1" clrIdx="0">
    <p:extLst>
      <p:ext uri="{19B8F6BF-5375-455C-9EA6-DF929625EA0E}">
        <p15:presenceInfo xmlns:p15="http://schemas.microsoft.com/office/powerpoint/2012/main" userId="Olivei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CA260A5-1CB0-E9EF-BAD8-660C604CB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33"/>
            <a:ext cx="12192000" cy="686003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1998" cy="6857999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132531" y="2028616"/>
            <a:ext cx="992693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MISSA DOS FIÉIS DEFUNTOS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SENHOR, QUEM ENTRARÁ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NO SANTUÁRIO PRA TE LOUVAR? (2X)</a:t>
            </a:r>
          </a:p>
          <a:p>
            <a:pPr algn="l"/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QUEM TEM AS MÃOS LIMPAS, E O CORAÇÃO PURO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QUEM NÃO É VAIDOSO, E SABE AMAR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QUEM TEM AS MÃOS LIMPAS, E O CORAÇÃO PURO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QUEM NÃO É VAIDOSO, E SABE AMAR (BIS)</a:t>
            </a: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2E74-2AE5-F4D4-6166-4DE76A1B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D827D-CC79-EA71-B167-67E241114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E1B497-B198-5E3B-18B2-0A6E7D1CC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700" b="1" i="0" dirty="0">
                <a:solidFill>
                  <a:srgbClr val="000000"/>
                </a:solidFill>
                <a:effectLst/>
                <a:latin typeface="-apple-system"/>
              </a:rPr>
              <a:t>SENHOR, EU QUERO ENTRAR</a:t>
            </a:r>
          </a:p>
          <a:p>
            <a:pPr algn="l"/>
            <a:r>
              <a:rPr lang="pt-BR" sz="7700" b="1" i="0" dirty="0">
                <a:solidFill>
                  <a:srgbClr val="000000"/>
                </a:solidFill>
                <a:effectLst/>
                <a:latin typeface="-apple-system"/>
              </a:rPr>
              <a:t>NO SANTUÁRIO PRA TE LOUVAR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Ó DÁ-ME MÃOS LIMPAS, E UM CORAÇÃO PURO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ARRANCA A VAIDADE, ENSINA-ME A AMAR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Ó DÁ-ME MÃOS LIMPAS, E UM CORAÇÃO PURO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ARRANCA A VAIDADE, ENSINA-ME A AMAR (BIS)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78793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A1F9F-DF25-AC42-0597-8120F0CE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1C636-7D85-EAB6-7D26-ABD6CE614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63144F-1D6C-FF92-72E6-9916EC23E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200" b="1" i="0" dirty="0">
                <a:solidFill>
                  <a:srgbClr val="000000"/>
                </a:solidFill>
                <a:effectLst/>
                <a:latin typeface="-apple-system"/>
              </a:rPr>
              <a:t>SENHOR, JÁ POSSO ENTRAR</a:t>
            </a:r>
          </a:p>
          <a:p>
            <a:pPr algn="l"/>
            <a:r>
              <a:rPr lang="pt-BR" sz="6200" b="1" i="0" dirty="0">
                <a:solidFill>
                  <a:srgbClr val="000000"/>
                </a:solidFill>
                <a:effectLst/>
                <a:latin typeface="-apple-system"/>
              </a:rPr>
              <a:t>NO SANTUÁRIO PRA TE LOUVAR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TEU SANGUE ME LAVA, TEU FOGO ME QUEIMA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O ESPÍRITO SANTO INUNDA MEU SER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TEU SANGUE ME LAVA, TEU FOGO ME QUEIMA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O ESPÍRITO SANTO INUNDA MEU SER (BIS)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66061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VIESTES SALVAR OS CORAÇÕES ARREPENDIDOS,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765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DA98-0873-CF74-8837-2C9F9DA3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50A9-2093-0588-AA1A-ACF855DF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B56808-4970-9451-8C19-74E453D2E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CRISTO, QUE VIESTES CHAMAR OS PECADORES,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CHRISTE ELEISON (2X)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9810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E726-0F1A-52B9-5D68-98A43FB6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99A-E3E3-59F2-A9A8-A7D131C21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7ACE30-2CFF-8FAB-AF06-A74BB7D24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INTERCEDEIS P NÓS JUNTO DO PAI, TENDE PIEDADE DE NÓS.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075381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20389" cy="2332612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O SENHOR É O PASTOR QUE ME CONDUZ, NÃO ME FALTA COISA ALGUMA.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45917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20000"/>
          </a:bodyPr>
          <a:lstStyle/>
          <a:p>
            <a:r>
              <a:rPr lang="pt-BR" sz="6000" b="1" dirty="0"/>
              <a:t>ALELUIA, ALELUIA, ALELUIA </a:t>
            </a:r>
            <a:r>
              <a:rPr lang="pt-BR" sz="6500" b="1" dirty="0"/>
              <a:t> </a:t>
            </a:r>
          </a:p>
          <a:p>
            <a:endParaRPr lang="pt-BR" sz="6500" b="1" dirty="0"/>
          </a:p>
          <a:p>
            <a:r>
              <a:rPr lang="pt-BR" sz="6500" dirty="0"/>
              <a:t> É ESTA A VONTADE DE QUEM ME ENVIOU: QUE EU NÃO PERCA NENHUM DOS QUE ELE ME DEU, MAS QUE EU OS RESSUSCITE NO ÚLTIMO DIA.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876837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3498925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1.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É AQUELE QUE CAMINHA SEM PECADO</a:t>
            </a:r>
          </a:p>
          <a:p>
            <a:pPr algn="l"/>
            <a:r>
              <a:rPr lang="pt-BR" sz="8800" dirty="0"/>
              <a:t>E PRATICA A JUSTIÇA FIELMENTE;</a:t>
            </a:r>
          </a:p>
        </p:txBody>
      </p:sp>
    </p:spTree>
    <p:extLst>
      <p:ext uri="{BB962C8B-B14F-4D97-AF65-F5344CB8AC3E}">
        <p14:creationId xmlns:p14="http://schemas.microsoft.com/office/powerpoint/2010/main" val="3673732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89967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2.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PENSA A VERDADE DO SEU ÍNTIMO</a:t>
            </a:r>
          </a:p>
          <a:p>
            <a:pPr algn="l"/>
            <a:r>
              <a:rPr lang="pt-BR" sz="8800" dirty="0"/>
              <a:t>E NÃO SOLTA EM CALÚNIAS SUA LÍNGUA</a:t>
            </a:r>
          </a:p>
        </p:txBody>
      </p:sp>
    </p:spTree>
    <p:extLst>
      <p:ext uri="{BB962C8B-B14F-4D97-AF65-F5344CB8AC3E}">
        <p14:creationId xmlns:p14="http://schemas.microsoft.com/office/powerpoint/2010/main" val="452640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BDD04-77B9-E41B-D611-8BF1A8E2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1C6BF-C877-0B59-9804-9C9CAE47B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38240E-632B-8C36-B277-4D8E1785D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98141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0366-0FFD-AC20-FB39-66C8F838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91D07-FFBF-1270-5157-AD587E3B3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850890-8722-3587-6E6B-CC4959BF9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3.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EM NADA PREJUDICA O SEU IRMÃO,</a:t>
            </a:r>
          </a:p>
          <a:p>
            <a:pPr algn="l"/>
            <a:r>
              <a:rPr lang="pt-BR" sz="8800" dirty="0"/>
              <a:t>NEM COBRE DE INSULTOS SEU VIZINHO;</a:t>
            </a:r>
          </a:p>
        </p:txBody>
      </p:sp>
    </p:spTree>
    <p:extLst>
      <p:ext uri="{BB962C8B-B14F-4D97-AF65-F5344CB8AC3E}">
        <p14:creationId xmlns:p14="http://schemas.microsoft.com/office/powerpoint/2010/main" val="1091334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 VIDA DOS JUSTOS ESTÁ NAS MÃOS DE DEUS,</a:t>
            </a:r>
          </a:p>
          <a:p>
            <a:pPr algn="l"/>
            <a:r>
              <a:rPr lang="pt-BR" sz="8800" b="1" dirty="0"/>
              <a:t>NENHUM TORMENTO OS ATINGIRÁ.</a:t>
            </a:r>
          </a:p>
          <a:p>
            <a:pPr algn="l"/>
            <a:r>
              <a:rPr lang="pt-BR" sz="8800" b="1" dirty="0"/>
              <a:t>AOS OLHOS DOS INSENSATOS PARECERAM MORRER;</a:t>
            </a:r>
          </a:p>
          <a:p>
            <a:pPr algn="l"/>
            <a:r>
              <a:rPr lang="pt-BR" sz="8800" b="1" dirty="0"/>
              <a:t>MAS ELES ESTÃO EM PAZ!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95532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4. SENHOR, QUEM MORARÁ EM VOSSA CASA</a:t>
            </a:r>
          </a:p>
          <a:p>
            <a:pPr algn="l"/>
            <a:r>
              <a:rPr lang="pt-BR" sz="8800" dirty="0"/>
              <a:t>E EM VOSSO MONTE SANTO HABITARÁ?</a:t>
            </a:r>
          </a:p>
          <a:p>
            <a:pPr algn="l"/>
            <a:r>
              <a:rPr lang="pt-BR" sz="8800" dirty="0"/>
              <a:t>QUE NÃO DÁ VALOR ALGUM AO HOMEM ÍMPIO,</a:t>
            </a:r>
          </a:p>
          <a:p>
            <a:pPr algn="l"/>
            <a:r>
              <a:rPr lang="pt-BR" sz="8800" dirty="0"/>
              <a:t>MAS HONRA OS QUE RESPEITAM O SENHOR.</a:t>
            </a:r>
          </a:p>
        </p:txBody>
      </p:sp>
    </p:spTree>
    <p:extLst>
      <p:ext uri="{BB962C8B-B14F-4D97-AF65-F5344CB8AC3E}">
        <p14:creationId xmlns:p14="http://schemas.microsoft.com/office/powerpoint/2010/main" val="3870998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2728-CA8D-8BF0-E8FF-0ED37C53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286E-5239-8A4E-7141-F1DA10AD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2AFA9-0119-B90B-BDF8-5453E83E0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91384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1. PELOS PRADOS E CAMPINAS VERDEJANTES EU VOU</a:t>
            </a:r>
          </a:p>
          <a:p>
            <a:pPr algn="l"/>
            <a:r>
              <a:rPr lang="pt-BR" sz="6600" dirty="0"/>
              <a:t>É O SENHOR QUE ME LEVA A DESCANSAR</a:t>
            </a:r>
          </a:p>
          <a:p>
            <a:pPr algn="l"/>
            <a:r>
              <a:rPr lang="pt-BR" sz="6600" dirty="0"/>
              <a:t>JUNTO ÀS FONTES DE ÁGUAS PURAS REPOUSANTES EU VOU</a:t>
            </a:r>
          </a:p>
          <a:p>
            <a:pPr algn="l"/>
            <a:r>
              <a:rPr lang="pt-BR" sz="6600" dirty="0"/>
              <a:t>MINHAS FORÇAS O SENHOR VAI ANIMAR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3931642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1133D-1AAF-7679-D510-5DCA4AD78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2EA2E-719C-5E33-3DA7-95A40B335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6A308E-CA63-FAD7-195E-7070B63D4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2. NOS CAMINHOS MAIS SEGUROS JUNTO D'ELE EU VOU</a:t>
            </a:r>
          </a:p>
          <a:p>
            <a:pPr algn="l"/>
            <a:r>
              <a:rPr lang="pt-BR" sz="6600" dirty="0"/>
              <a:t>E PRA SEMPRE O SEU NOME EU HONRAREI</a:t>
            </a:r>
          </a:p>
          <a:p>
            <a:pPr algn="l"/>
            <a:r>
              <a:rPr lang="pt-BR" sz="6600" dirty="0"/>
              <a:t>SE EU ENCONTRO MIL ABISMOS NOS CAMINHOS EU VOU</a:t>
            </a:r>
          </a:p>
          <a:p>
            <a:pPr algn="l"/>
            <a:r>
              <a:rPr lang="pt-BR" sz="6600" dirty="0"/>
              <a:t>SEGURANÇA SEMPRE TENHO EM SUAS MÃOS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496732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52B07-ECD7-B868-4C83-5B8E3C33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F7A98-C046-FA70-E8E7-08DC555DD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0E595F-076D-CD89-DA9C-6C76A52CB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3. AO BANQUETE EM SUA CASA MUITO ALEGRE EU VOU</a:t>
            </a:r>
          </a:p>
          <a:p>
            <a:pPr algn="l"/>
            <a:r>
              <a:rPr lang="pt-BR" sz="6600" dirty="0"/>
              <a:t>UM LUGAR EM SUA MESA ME PREPAROU</a:t>
            </a:r>
          </a:p>
          <a:p>
            <a:pPr algn="l"/>
            <a:r>
              <a:rPr lang="pt-BR" sz="6600" dirty="0"/>
              <a:t>ELE UNGE MINHA FRONTE E ME FAZ SER FELIZ</a:t>
            </a:r>
          </a:p>
          <a:p>
            <a:pPr algn="l"/>
            <a:r>
              <a:rPr lang="pt-BR" sz="6600" dirty="0"/>
              <a:t>E TRANSBORDA A MINHA TAÇA EM SEU AMOR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104850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FFDD-3B9E-F4FA-957B-530FE843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8AD46-0F4B-4000-7496-40FEEE0B3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BFB2C6-C890-9003-CBF4-ED6AA4DB5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4. BEM A FRENTE DO INIMIGO CONFIANTE EU VOU</a:t>
            </a:r>
          </a:p>
          <a:p>
            <a:pPr algn="l"/>
            <a:r>
              <a:rPr lang="pt-BR" sz="6600" dirty="0"/>
              <a:t>TENHO SEMPRE O SENHOR JUNTO DE MIM</a:t>
            </a:r>
          </a:p>
          <a:p>
            <a:pPr algn="l"/>
            <a:r>
              <a:rPr lang="pt-BR" sz="6600" dirty="0"/>
              <a:t>SEU CAJADO ME PROTEGE EU JAMAIS TEMEREI</a:t>
            </a:r>
          </a:p>
          <a:p>
            <a:pPr algn="l"/>
            <a:r>
              <a:rPr lang="pt-BR" sz="6600" dirty="0"/>
              <a:t>SEMPRE JUNTO DO SENHOR EU ESTAREI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TU ÉS, SENHOR, O MEU PASTOR</a:t>
            </a:r>
          </a:p>
          <a:p>
            <a:pPr algn="l"/>
            <a:r>
              <a:rPr lang="pt-BR" sz="6600" b="1" dirty="0"/>
              <a:t>POR ISSO NADA EM MINHA VIDA FALTARÁ!</a:t>
            </a:r>
          </a:p>
        </p:txBody>
      </p:sp>
    </p:spTree>
    <p:extLst>
      <p:ext uri="{BB962C8B-B14F-4D97-AF65-F5344CB8AC3E}">
        <p14:creationId xmlns:p14="http://schemas.microsoft.com/office/powerpoint/2010/main" val="731875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E30-295F-DD39-B821-131CB996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EC1DF6-56CF-6C7C-BCCB-C87CAD0D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DO SEU AMOR? A TRIBULAÇÃO, TALVEZ A ESPADA? NEM A MORTE E NEM A VIDA NOS SEPARARÁ DO AMOR DE CRISTO, NOSSO SENHOR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656272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3653B-A037-E8B1-6569-8AAADC07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B7AF8F1-66AE-AD2E-B7B1-C70EBC4E6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DA SUA PAZ? A PERSEGUIÇÃO, TALVEZ A DOR? NENHUM PODER NOS SEPARARÁ DAQUELE QUE VENCEU A MORTE POR NÓS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285251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F649-2CB6-C770-94BF-1B518450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D7AF8A-AEB1-4961-3350-525ED8805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QUEM NOS SEPARARÁ DA SUA ALEGRIA? QUEM PODERÁ TIRAR-NOS DO SEU PERDÃO? NINGUÉM NO MUNDO NOS AFASTARÁ DA VIDA EM CRISTO, NOSSO SENHOR.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8863331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0BC-FDDE-78BD-EDE4-44197611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7AFB16-5C75-CED6-69E8-28537BC470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263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E30-295F-DD39-B821-131CB996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59C05-9BFE-0C01-14B1-63BA12E91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EC1DF6-56CF-6C7C-BCCB-C87CAD0D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1. COM MINHA MÃE ESTAREI</a:t>
            </a:r>
          </a:p>
          <a:p>
            <a:pPr algn="l"/>
            <a:r>
              <a:rPr lang="pt-BR" sz="6600" dirty="0"/>
              <a:t>NA SANTA GLÓRIA UM DIA</a:t>
            </a:r>
          </a:p>
          <a:p>
            <a:pPr algn="l"/>
            <a:r>
              <a:rPr lang="pt-BR" sz="6600" dirty="0"/>
              <a:t>AO LADO DE MARIA</a:t>
            </a:r>
          </a:p>
          <a:p>
            <a:pPr algn="l"/>
            <a:r>
              <a:rPr lang="pt-BR" sz="6600" dirty="0"/>
              <a:t>NO CÉU TRIUNFAREI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NO CÉU, NO CÉU</a:t>
            </a:r>
          </a:p>
          <a:p>
            <a:pPr algn="l"/>
            <a:r>
              <a:rPr lang="pt-BR" sz="6600" b="1" dirty="0"/>
              <a:t>COM MINHA MÃE ESTAREI</a:t>
            </a:r>
          </a:p>
          <a:p>
            <a:pPr algn="l"/>
            <a:r>
              <a:rPr lang="pt-BR" sz="6600" b="1" dirty="0"/>
              <a:t>NO CÉU, NO CÉU</a:t>
            </a:r>
          </a:p>
          <a:p>
            <a:pPr algn="l"/>
            <a:r>
              <a:rPr lang="pt-BR" sz="6600" b="1" dirty="0"/>
              <a:t>COM MINHA MÃE ESTAREI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7274731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AF5A-69E3-47C9-A9F9-B020E367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73710-7F95-5381-8ADF-2F7544C8D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39791F-6D55-A2F0-BCC9-9252F9BDC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2. COM MINHA MÃE ESTAREI</a:t>
            </a:r>
          </a:p>
          <a:p>
            <a:pPr algn="l"/>
            <a:r>
              <a:rPr lang="pt-BR" sz="6600" dirty="0"/>
              <a:t>AOS ANJOS SE AJUNTANDO</a:t>
            </a:r>
          </a:p>
          <a:p>
            <a:pPr algn="l"/>
            <a:r>
              <a:rPr lang="pt-BR" sz="6600" dirty="0"/>
              <a:t>DO ONIPOTENTE AO MANDO</a:t>
            </a:r>
          </a:p>
          <a:p>
            <a:pPr algn="l"/>
            <a:r>
              <a:rPr lang="pt-BR" sz="6600" dirty="0"/>
              <a:t>HOSANAS LHE DAREI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NO CÉU, NO CÉU</a:t>
            </a:r>
          </a:p>
          <a:p>
            <a:pPr algn="l"/>
            <a:r>
              <a:rPr lang="pt-BR" sz="6600" b="1" dirty="0"/>
              <a:t>COM MINHA MÃE ESTAREI</a:t>
            </a:r>
          </a:p>
          <a:p>
            <a:pPr algn="l"/>
            <a:r>
              <a:rPr lang="pt-BR" sz="6600" b="1" dirty="0"/>
              <a:t>NO CÉU, NO CÉU</a:t>
            </a:r>
          </a:p>
          <a:p>
            <a:pPr algn="l"/>
            <a:r>
              <a:rPr lang="pt-BR" sz="6600" b="1" dirty="0"/>
              <a:t>COM MINHA MÃE ESTAREI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4010493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288B-090D-D90D-FA88-CC0EBF43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39940-FC65-16CD-49C7-CE65D17B5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0BEF82-E31A-EB5F-774E-EFCDEED36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3. COM MINHA MÃE ESTAREI</a:t>
            </a:r>
          </a:p>
          <a:p>
            <a:pPr algn="l"/>
            <a:r>
              <a:rPr lang="pt-BR" sz="6600" dirty="0"/>
              <a:t>E ENTÃO COROA DIGNA</a:t>
            </a:r>
          </a:p>
          <a:p>
            <a:pPr algn="l"/>
            <a:r>
              <a:rPr lang="pt-BR" sz="6600" dirty="0"/>
              <a:t>DE MÃO TÃO BENIGNA</a:t>
            </a:r>
          </a:p>
          <a:p>
            <a:pPr algn="l"/>
            <a:r>
              <a:rPr lang="pt-BR" sz="6600" dirty="0"/>
              <a:t>FELIZ RECEBEREI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NO CÉU, NO CÉU</a:t>
            </a:r>
          </a:p>
          <a:p>
            <a:pPr algn="l"/>
            <a:r>
              <a:rPr lang="pt-BR" sz="6600" b="1" dirty="0"/>
              <a:t>COM MINHA MÃE ESTAREI</a:t>
            </a:r>
          </a:p>
          <a:p>
            <a:pPr algn="l"/>
            <a:r>
              <a:rPr lang="pt-BR" sz="6600" b="1" dirty="0"/>
              <a:t>NO CÉU, NO CÉU</a:t>
            </a:r>
          </a:p>
          <a:p>
            <a:pPr algn="l"/>
            <a:r>
              <a:rPr lang="pt-BR" sz="6600" b="1" dirty="0"/>
              <a:t>COM MINHA MÃE ESTAREI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12545169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8325</TotalTime>
  <Words>969</Words>
  <Application>Microsoft Office PowerPoint</Application>
  <PresentationFormat>Widescreen</PresentationFormat>
  <Paragraphs>156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-apple-system</vt:lpstr>
      <vt:lpstr>Arial</vt:lpstr>
      <vt:lpstr>Calibri</vt:lpstr>
      <vt:lpstr>Calibri Light</vt:lpstr>
      <vt:lpstr>Roboto</vt:lpstr>
      <vt:lpstr>Times New Roman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52</cp:revision>
  <dcterms:created xsi:type="dcterms:W3CDTF">2023-05-06T17:01:55Z</dcterms:created>
  <dcterms:modified xsi:type="dcterms:W3CDTF">2025-11-02T20:57:50Z</dcterms:modified>
</cp:coreProperties>
</file>