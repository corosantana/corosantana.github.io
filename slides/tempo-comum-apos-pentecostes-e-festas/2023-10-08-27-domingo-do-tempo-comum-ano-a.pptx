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10" r:id="rId5"/>
    <p:sldId id="411" r:id="rId6"/>
    <p:sldId id="258" r:id="rId7"/>
    <p:sldId id="397" r:id="rId8"/>
    <p:sldId id="260" r:id="rId9"/>
    <p:sldId id="261" r:id="rId10"/>
    <p:sldId id="338" r:id="rId11"/>
    <p:sldId id="339" r:id="rId12"/>
    <p:sldId id="340" r:id="rId13"/>
    <p:sldId id="377" r:id="rId14"/>
    <p:sldId id="264" r:id="rId15"/>
    <p:sldId id="265" r:id="rId16"/>
    <p:sldId id="266" r:id="rId17"/>
    <p:sldId id="267" r:id="rId18"/>
    <p:sldId id="271" r:id="rId19"/>
    <p:sldId id="417" r:id="rId20"/>
    <p:sldId id="419" r:id="rId21"/>
    <p:sldId id="418" r:id="rId22"/>
    <p:sldId id="269" r:id="rId23"/>
    <p:sldId id="412" r:id="rId24"/>
    <p:sldId id="413" r:id="rId25"/>
    <p:sldId id="292" r:id="rId26"/>
    <p:sldId id="275" r:id="rId27"/>
    <p:sldId id="363" r:id="rId28"/>
    <p:sldId id="361" r:id="rId29"/>
    <p:sldId id="362" r:id="rId30"/>
    <p:sldId id="414" r:id="rId31"/>
    <p:sldId id="415" r:id="rId32"/>
    <p:sldId id="416" r:id="rId33"/>
    <p:sldId id="404" r:id="rId34"/>
    <p:sldId id="337" r:id="rId35"/>
    <p:sldId id="374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07/10/2023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27657AE-AC85-5D4D-8281-FC4F1D9D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SENHOR, TUDO ESTÁ EM VOSSA MÃO E A VÓS NINGUÉM PODE RESISTIR. VÓS FIZESTES, SENHOR, TODAS AS COISAS SOIS O DEUS CRIADOR DO UNIVERSO.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FELIZ O HOMEM SEM PECADO EM SEU CAMINHO, QUE NA LEI DO SENHOR DEUS VAI PROGREDINDO! FELIZ O HOMEM QUE OBSERVA SEUS PRECEITOS, E DE TODO O CORAÇÃO PROCURA A DEUS! </a:t>
            </a:r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SENHOR, TUDO ESTÁ EM VOSSA MÃO E A VÓS NINGUÉM PODE RESISTIR. VÓS FIZESTES, SENHOR, TODAS AS COISAS SOIS O DEUS CRIADOR DO UNIVERSO.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60190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OXALÁ SEJA BEM FIRME A MINHA VIDA /EM CUMPRIR VOSSA VONTADE E VOSSA LEI! ENTÃO NÃO FICAREI ENVERGONHADO AO REPASSAR TODOS OS VOSSOS MANDAMENTOS.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378059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4800" dirty="0"/>
              <a:t>CELEBRANTE: TENDE COMPAIXÃO DE NÓS, SENHOR.</a:t>
            </a:r>
          </a:p>
          <a:p>
            <a:pPr algn="just"/>
            <a:endParaRPr lang="pt-BR" sz="4800" dirty="0"/>
          </a:p>
          <a:p>
            <a:pPr algn="just"/>
            <a:r>
              <a:rPr lang="pt-BR" sz="5800" b="1" dirty="0"/>
              <a:t>TODOS: PORQUE SOMOS PECADORES.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dirty="0"/>
              <a:t>CELEBRANTE: MANIFESTAI, SENHOR, A VOSSA MISERICÓRDIA.</a:t>
            </a:r>
          </a:p>
          <a:p>
            <a:pPr algn="just"/>
            <a:endParaRPr lang="pt-BR" sz="4800" dirty="0"/>
          </a:p>
          <a:p>
            <a:pPr algn="just"/>
            <a:r>
              <a:rPr lang="pt-BR" sz="5600" b="1" dirty="0"/>
              <a:t>TODOS: E DAI-NOS A VOSSA SALVAÇÃO. </a:t>
            </a:r>
            <a:endParaRPr lang="pt-BR" sz="47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8500" b="1" dirty="0"/>
              <a:t>GLÓRIA A DEUS NAS ALTURAS E PAZ NA TERRA AOS HOMENS POR ELE AMADOS, POR ELE AMADOS!</a:t>
            </a:r>
            <a:r>
              <a:rPr lang="pt-BR" sz="85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sz="9600" dirty="0"/>
          </a:p>
          <a:p>
            <a:pPr algn="l"/>
            <a:r>
              <a:rPr lang="pt-BR" sz="9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 E PAZ NA TERRA AOS HOMENS POR ELE AMADOS, POR ELE AMADOS! 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SÓ VÓS O ALTÍSSIMO, JESUS CRISTO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 A DEUS NAS ALTURAS E PAZ NA TERRA AOS HOMENS POR ELE AMADOS, POR ELE AMADOS!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A VINHA DO SENHOR É A CASA DE ISRAEL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EU VOS ESCOLHI, FOI DO MEIO DO MUNDO, A FIM DE QUE DEUS UM FRUTO QUE DURE. EU VOS ESCOLHI, FOI DO MEIO DO MUNDO. AMÉM! ALELUIA, ALELUIA!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Mês Missionário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5400" dirty="0"/>
              <a:t>DEUS PAI, FILHO, ESPÍRITO SANTO, CONSAGRADOS E ENVIADOS PELO BATISMO, FAZEI-NOS VIVER NOSSA VOCAÇÃO DE DISCÍPULOS MISSIONÁRIOS, COMO GRAÇA E MISSÃO. INSPIRADOS E GUIADOS PELO ESPÍRITO SANTO, 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133333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Oração do Mês Missionário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5400" dirty="0"/>
              <a:t>COM OS CORAÇÕES ARDENTES AO ESCUTAR A VOSSA PALAVRA, E COM OS PÉS A CAMINHO PARA ANUNCIAR A BOA NOVA DE JESUS CRISTO, QUEREMOS IR DA IGREJA LOCAL AOS CONFINS DO MUNDO. MARIA, MÃE MISSIONÁRIA, ROGAI POR NÓS!  AMÉM!</a:t>
            </a:r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32235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QUEM ME PROTEGE E ME AMPARA É MEU DEUS; É O SENHOR QUEM SUSTENTA MINHA VIDA!</a:t>
            </a:r>
            <a:br>
              <a:rPr lang="pt-BR" sz="7200" dirty="0"/>
            </a:br>
            <a:br>
              <a:rPr lang="pt-BR" sz="7200" dirty="0"/>
            </a:br>
            <a:r>
              <a:rPr lang="pt-BR" sz="7200" b="0" i="0" dirty="0">
                <a:solidFill>
                  <a:srgbClr val="000000"/>
                </a:solidFill>
                <a:effectLst/>
                <a:latin typeface="-apple-system"/>
              </a:rPr>
              <a:t>POR VOSSO NOME, SALVAI-ME, SENHOR; E DAI-ME A VOSSA JUSTIÇA!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QUEM ME PROTEGE E ME AMPARA É MEU DEUS; É O SENHOR QUEM SUSTENTA MINHA VIDA!</a:t>
            </a:r>
            <a:br>
              <a:rPr lang="pt-BR" sz="7200" dirty="0"/>
            </a:br>
            <a:br>
              <a:rPr lang="pt-BR" sz="7200" dirty="0"/>
            </a:br>
            <a:r>
              <a:rPr lang="pt-BR" sz="6200" b="0" i="0" dirty="0">
                <a:solidFill>
                  <a:srgbClr val="000000"/>
                </a:solidFill>
                <a:effectLst/>
                <a:latin typeface="-apple-system"/>
              </a:rPr>
              <a:t>MEU DEUS, ATENDEI MINHA PRECE </a:t>
            </a:r>
            <a:br>
              <a:rPr lang="pt-BR" sz="6200" dirty="0"/>
            </a:br>
            <a:r>
              <a:rPr lang="pt-BR" sz="6200" b="0" i="0" dirty="0">
                <a:solidFill>
                  <a:srgbClr val="000000"/>
                </a:solidFill>
                <a:effectLst/>
                <a:latin typeface="-apple-system"/>
              </a:rPr>
              <a:t>E ESCUTAI AS PALAVRAS QUE EU DIGO!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QUEM ME PROTEGE E ME AMPARA É MEU DEUS; É O SENHOR QUEM SUSTENTA MINHA VIDA!</a:t>
            </a:r>
            <a:br>
              <a:rPr lang="pt-BR" sz="7200" dirty="0"/>
            </a:br>
            <a:br>
              <a:rPr lang="pt-BR" sz="7200" dirty="0"/>
            </a:br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QUERO OFERTAR-VOS O MEU SACRIFÍCIO </a:t>
            </a:r>
            <a:br>
              <a:rPr lang="pt-BR" sz="6000" dirty="0"/>
            </a:br>
            <a:r>
              <a:rPr lang="pt-BR" sz="6000" b="0" i="0" dirty="0">
                <a:solidFill>
                  <a:srgbClr val="000000"/>
                </a:solidFill>
                <a:effectLst/>
                <a:latin typeface="-apple-system"/>
              </a:rPr>
              <a:t>DE CORAÇÃO E COM MUITA ALEGRIA;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47100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ADORAI O SENHOR NO ESPLENDOR DA SANTIDADE.</a:t>
            </a:r>
            <a:br>
              <a:rPr lang="pt-BR" sz="6600" dirty="0"/>
            </a:br>
            <a:br>
              <a:rPr lang="pt-BR" sz="6600" dirty="0"/>
            </a:br>
            <a:r>
              <a:rPr lang="pt-BR" sz="6600" b="0" i="0" dirty="0">
                <a:solidFill>
                  <a:srgbClr val="000000"/>
                </a:solidFill>
                <a:effectLst/>
                <a:latin typeface="-apple-system"/>
              </a:rPr>
              <a:t>CANTAI AO SENHOR DEUS UM CANTO NOVO, </a:t>
            </a:r>
            <a:br>
              <a:rPr lang="pt-BR" sz="6600" dirty="0"/>
            </a:br>
            <a:r>
              <a:rPr lang="pt-BR" sz="6600" b="0" i="0" dirty="0">
                <a:solidFill>
                  <a:srgbClr val="000000"/>
                </a:solidFill>
                <a:effectLst/>
                <a:latin typeface="-apple-system"/>
              </a:rPr>
              <a:t>CANTAI AO SENHOR DEUS, Ó TERRA INTEIRA! 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ADORAI O SENHOR NO ESPLENDOR DA SANTIDADE.</a:t>
            </a:r>
            <a:br>
              <a:rPr lang="pt-BR" sz="6600" dirty="0"/>
            </a:br>
            <a:br>
              <a:rPr lang="pt-BR" sz="6600" dirty="0"/>
            </a:br>
            <a:r>
              <a:rPr lang="pt-BR" sz="5800" b="0" i="0" dirty="0">
                <a:solidFill>
                  <a:srgbClr val="000000"/>
                </a:solidFill>
                <a:effectLst/>
                <a:latin typeface="-apple-system"/>
              </a:rPr>
              <a:t>CANTAI E BENDIZEI SEU SANTO NOME! </a:t>
            </a:r>
            <a:br>
              <a:rPr lang="pt-BR" sz="5800" dirty="0"/>
            </a:br>
            <a:r>
              <a:rPr lang="pt-BR" sz="5800" b="0" i="0" dirty="0">
                <a:solidFill>
                  <a:srgbClr val="000000"/>
                </a:solidFill>
                <a:effectLst/>
                <a:latin typeface="-apple-system"/>
              </a:rPr>
              <a:t>DIA APÓS DIA ANUNCIAI SUA SALVAÇÃO. 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ADORAI O SENHOR NO ESPLENDOR DA SANTIDADE.</a:t>
            </a:r>
            <a:br>
              <a:rPr lang="pt-BR" sz="6600" dirty="0"/>
            </a:br>
            <a:br>
              <a:rPr lang="pt-BR" sz="66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-apple-system"/>
              </a:rPr>
              <a:t>MANIFESTAI A SUA GLÓRIA ENTRE AS NAÇÕES, 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-apple-system"/>
              </a:rPr>
              <a:t>E ENTRE OS POVOS DO UNIVERSO SEUS PRODÍGIOS! 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2415249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ADORAI O SENHOR NO ESPLENDOR DA SANTIDADE.</a:t>
            </a:r>
            <a:br>
              <a:rPr lang="pt-BR" sz="6600" dirty="0"/>
            </a:br>
            <a:br>
              <a:rPr lang="pt-BR" sz="66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-apple-system"/>
              </a:rPr>
              <a:t>POIS DEUS É GRANDE E MUITO DIGNO DE LOUVOR, 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-apple-system"/>
              </a:rPr>
              <a:t>É MAIS TERRÍVEL E MAIOR QUE OS OUTROS DEUSES. 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975066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</a:t>
            </a:r>
          </a:p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VAMOS ALÉM-FRONTEIRAS EM MISSÃO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NUMA RESPOSTA DE AMOR E DE GRATIDÃO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CONJUGANDO HUMILDES O VERBO AMAR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RESPLANDECENDO A GRAÇA DA VOCAÇÃO.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8305</TotalTime>
  <Words>824</Words>
  <Application>Microsoft Office PowerPoint</Application>
  <PresentationFormat>Widescreen</PresentationFormat>
  <Paragraphs>99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Oração do Mês Missionário</vt:lpstr>
      <vt:lpstr>Oração do Mês Missionário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36</cp:revision>
  <dcterms:created xsi:type="dcterms:W3CDTF">2023-05-06T17:01:55Z</dcterms:created>
  <dcterms:modified xsi:type="dcterms:W3CDTF">2023-10-07T20:17:48Z</dcterms:modified>
</cp:coreProperties>
</file>