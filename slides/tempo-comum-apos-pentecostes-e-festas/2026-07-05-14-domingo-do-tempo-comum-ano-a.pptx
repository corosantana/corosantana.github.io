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258" r:id="rId5"/>
    <p:sldId id="259" r:id="rId6"/>
    <p:sldId id="370" r:id="rId7"/>
    <p:sldId id="260" r:id="rId8"/>
    <p:sldId id="425" r:id="rId9"/>
    <p:sldId id="426" r:id="rId10"/>
    <p:sldId id="427" r:id="rId11"/>
    <p:sldId id="428" r:id="rId12"/>
    <p:sldId id="429" r:id="rId13"/>
    <p:sldId id="264" r:id="rId14"/>
    <p:sldId id="265" r:id="rId15"/>
    <p:sldId id="266" r:id="rId16"/>
    <p:sldId id="267" r:id="rId17"/>
    <p:sldId id="271" r:id="rId18"/>
    <p:sldId id="535" r:id="rId19"/>
    <p:sldId id="598" r:id="rId20"/>
    <p:sldId id="599" r:id="rId21"/>
    <p:sldId id="292" r:id="rId22"/>
    <p:sldId id="275" r:id="rId23"/>
    <p:sldId id="363" r:id="rId24"/>
    <p:sldId id="361" r:id="rId25"/>
    <p:sldId id="444" r:id="rId26"/>
    <p:sldId id="472" r:id="rId27"/>
    <p:sldId id="473" r:id="rId28"/>
    <p:sldId id="474" r:id="rId29"/>
    <p:sldId id="475" r:id="rId30"/>
    <p:sldId id="476" r:id="rId31"/>
    <p:sldId id="430" r:id="rId32"/>
    <p:sldId id="435" r:id="rId33"/>
    <p:sldId id="421" r:id="rId34"/>
    <p:sldId id="454" r:id="rId35"/>
    <p:sldId id="423" r:id="rId36"/>
    <p:sldId id="600" r:id="rId37"/>
    <p:sldId id="601" r:id="rId38"/>
    <p:sldId id="602" r:id="rId39"/>
    <p:sldId id="603" r:id="rId40"/>
    <p:sldId id="404" r:id="rId41"/>
    <p:sldId id="544" r:id="rId42"/>
    <p:sldId id="432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custSel modSld">
      <pc:chgData name="anaclaracosta116@gmail.com" userId="a793634777582c92" providerId="LiveId" clId="{F6EDA821-3DDF-45FF-A3F0-D4C1D6F24652}" dt="2026-07-05T21:43:56.565" v="5" actId="20577"/>
      <pc:docMkLst>
        <pc:docMk/>
      </pc:docMkLst>
      <pc:sldChg chg="modSp mod">
        <pc:chgData name="anaclaracosta116@gmail.com" userId="a793634777582c92" providerId="LiveId" clId="{F6EDA821-3DDF-45FF-A3F0-D4C1D6F24652}" dt="2026-07-05T21:43:56.565" v="5" actId="20577"/>
        <pc:sldMkLst>
          <pc:docMk/>
          <pc:sldMk cId="880466366" sldId="354"/>
        </pc:sldMkLst>
        <pc:spChg chg="mod">
          <ac:chgData name="anaclaracosta116@gmail.com" userId="a793634777582c92" providerId="LiveId" clId="{F6EDA821-3DDF-45FF-A3F0-D4C1D6F24652}" dt="2026-07-05T21:43:56.565" v="5" actId="20577"/>
          <ac:spMkLst>
            <pc:docMk/>
            <pc:sldMk cId="880466366" sldId="354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RECORDAMOS, SENHOR DEUS, VOSSA BONDADE EM MEIO AO VOSSO TEMPLO.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GRANDE É O SENHOR E MUITO DIGNO DE LOUVORES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CIDADE ONDE ELE MORA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6" y="1108364"/>
            <a:ext cx="11516593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5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fr-FR" sz="9600" b="1" dirty="0"/>
              <a:t>GLORIA IN EXCELSIS DEO ET IN TERRA PAX HOMINIBUS BONAE VOLUNTATIS, BONAE VOLUNTATIS</a:t>
            </a:r>
            <a:endParaRPr lang="pt-BR" sz="9600" b="1" dirty="0"/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8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BENDIREI, ETERNAMENTE, VOSSO NOM, Ó SENHOR!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EU TE LOUVO, Ó PAI SANTO, DEUS DO CÉU, SENHOR DA TERRA, OS MISTÉRIOS DO TEU REINO AOS PEQUENOS, PAI, REVELAS!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A MESA SANTA QUE PREPARAMOS,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MÃOS QUE SE ELEVAM A TI, Ó SENHOR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PÃO E O VINHO, FRUTOS DA TERRA,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DURO TRABALHO, CARINHO E AMOR.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13170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FLORES, ESPINHOS, DOR E ALEGRIA,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PAIS, MÃES E FILHOS DIANTE DO ALTAR.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OFERTA EM NOVA FESTA,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NOSSA DOR, VEM SENHOR TRANSFORMAR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601456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VIDA NOVA, NOVA FAMÍLIA,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CELEBRAMOS AQUI TEM LUGAR.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BONDADE VEM COM FARTURA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É SÓ SABER REUNIR, PARTILHAR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Ô, Ô, RECEBE SENHOR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Ô, Ô RECEBE SENHOR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/>
          </a:bodyPr>
          <a:lstStyle/>
          <a:p>
            <a:pPr algn="l"/>
            <a:r>
              <a:rPr lang="pt-BR" sz="8500" b="1" i="0" dirty="0">
                <a:effectLst/>
                <a:latin typeface="Open Sans" panose="020B0606030504020204" pitchFamily="34" charset="0"/>
              </a:rPr>
              <a:t>PROVAI E VEDE QUÃO SUAVE É O SENHOR</a:t>
            </a: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BENDIREI O SENHOR EM TODO O TEMPO.</a:t>
            </a: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SEU LOUVOR ESTARÁ SEMPRE EM MINHA BOCA</a:t>
            </a:r>
            <a:endParaRPr lang="pt-BR" sz="95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F59B-EBBB-E9ED-A130-AAE1A038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3AF5D-57B0-01B0-881D-6D8A8A44C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1E5F61-EEE0-2692-1B8C-56B93A89C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/>
          </a:bodyPr>
          <a:lstStyle/>
          <a:p>
            <a:pPr algn="l"/>
            <a:r>
              <a:rPr lang="pt-BR" sz="8500" b="1" i="0" dirty="0">
                <a:effectLst/>
                <a:latin typeface="Open Sans" panose="020B0606030504020204" pitchFamily="34" charset="0"/>
              </a:rPr>
              <a:t>PROVAI E VEDE QUÃO SUAVE É O SENHOR</a:t>
            </a:r>
          </a:p>
          <a:p>
            <a:pPr algn="l"/>
            <a:endParaRPr lang="pt-BR" sz="5200" dirty="0">
              <a:latin typeface="Open Sans" panose="020B0606030504020204" pitchFamily="34" charset="0"/>
            </a:endParaRP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MINHA ALMA SE GLORIA NO SENHOR,</a:t>
            </a: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QUE OUÇAM OS HUMILDES E SE ALEGREM</a:t>
            </a:r>
            <a:endParaRPr lang="pt-BR" sz="95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24766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737D5-DE6D-AE25-FFB2-403A1A1C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2D272-DB59-2E8E-CB34-372CBACB0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986C99-1621-EB1C-C0DB-0907A46EF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500" b="1" i="0" dirty="0">
                <a:effectLst/>
                <a:latin typeface="Open Sans" panose="020B0606030504020204" pitchFamily="34" charset="0"/>
              </a:rPr>
              <a:t>PROVAI E VEDE QUÃO SUAVE É O SENHOR</a:t>
            </a:r>
          </a:p>
          <a:p>
            <a:pPr algn="l"/>
            <a:endParaRPr lang="pt-BR" sz="5200" dirty="0">
              <a:latin typeface="Open Sans" panose="020B0606030504020204" pitchFamily="34" charset="0"/>
            </a:endParaRP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COMIGO ENGRANDECEI AO SENHOR DEUS</a:t>
            </a: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EXALTEMOS TODOS JUNTOS O SEU NOME</a:t>
            </a:r>
            <a:endParaRPr lang="pt-BR" sz="95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77913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C953-4106-BD0B-92F5-78CAEEDA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2CBEC-1F3A-3788-FD0A-1E78E706D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BC94E1-4149-F8DC-7793-FB74490FE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/>
          </a:bodyPr>
          <a:lstStyle/>
          <a:p>
            <a:pPr algn="l"/>
            <a:r>
              <a:rPr lang="pt-BR" sz="8500" b="1" i="0" dirty="0">
                <a:effectLst/>
                <a:latin typeface="Open Sans" panose="020B0606030504020204" pitchFamily="34" charset="0"/>
              </a:rPr>
              <a:t>PROVAI E VEDE QUÃO SUAVE É O SENHOR</a:t>
            </a:r>
          </a:p>
          <a:p>
            <a:pPr algn="l"/>
            <a:endParaRPr lang="pt-BR" sz="5200" dirty="0">
              <a:latin typeface="Open Sans" panose="020B0606030504020204" pitchFamily="34" charset="0"/>
            </a:endParaRP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TODAS AS VEZES QUE O BUSQUEI ELE ME OUVIU, E DE TODOS O TEMORES ME LIVROU</a:t>
            </a:r>
            <a:endParaRPr lang="pt-BR" sz="95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15573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B9C1-6084-12F2-A8E9-AA602366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A91AF-4726-4D41-992C-B2FF7DEDF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FC96BD-4695-F4F4-7D0E-F570D644A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500" b="1" i="0" dirty="0">
                <a:effectLst/>
                <a:latin typeface="Open Sans" panose="020B0606030504020204" pitchFamily="34" charset="0"/>
              </a:rPr>
              <a:t>PROVAI E VEDE QUÃO SUAVE É O SENHOR</a:t>
            </a:r>
          </a:p>
          <a:p>
            <a:pPr algn="l"/>
            <a:endParaRPr lang="pt-BR" sz="5200" dirty="0">
              <a:latin typeface="Open Sans" panose="020B0606030504020204" pitchFamily="34" charset="0"/>
            </a:endParaRP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CONTEMPLAI A SUA FACE E ALEGRAI-VOS</a:t>
            </a: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E VOSSO ROSTO NÃO SE CUBRA DE VERGONHA</a:t>
            </a:r>
            <a:endParaRPr lang="pt-BR" sz="95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35765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1154-35A4-829E-09E3-F35F007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72244-4116-D72B-FCAB-C983FFDFF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E8C62E-88B4-448B-479D-DE2CA7E45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500" b="1" i="0" dirty="0">
                <a:effectLst/>
                <a:latin typeface="Open Sans" panose="020B0606030504020204" pitchFamily="34" charset="0"/>
              </a:rPr>
              <a:t>PROVAI E VEDE QUÃO SUAVE É O SENHOR</a:t>
            </a:r>
          </a:p>
          <a:p>
            <a:pPr algn="l"/>
            <a:endParaRPr lang="pt-BR" sz="5200" dirty="0">
              <a:latin typeface="Open Sans" panose="020B0606030504020204" pitchFamily="34" charset="0"/>
            </a:endParaRP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ESTE INFELIZ GRITOU A DEUS E FOI OUVIDO</a:t>
            </a:r>
          </a:p>
          <a:p>
            <a:pPr algn="l"/>
            <a:r>
              <a:rPr lang="pt-BR" sz="5200" dirty="0">
                <a:latin typeface="Open Sans" panose="020B0606030504020204" pitchFamily="34" charset="0"/>
              </a:rPr>
              <a:t>E O SENHOR O LIBERTOU DE TODA ANGÚSTIA</a:t>
            </a:r>
            <a:endParaRPr lang="pt-BR" sz="95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7093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890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854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3268359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74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O POVO DE DEUS NO DESERTO ANDAVA</a:t>
            </a:r>
          </a:p>
          <a:p>
            <a:pPr algn="l"/>
            <a:r>
              <a:rPr lang="pt-BR" sz="6600" dirty="0"/>
              <a:t>MAS À SUA FRENTE ALGUÉM CAMINHAVA</a:t>
            </a:r>
          </a:p>
          <a:p>
            <a:pPr algn="l"/>
            <a:r>
              <a:rPr lang="pt-BR" sz="6600" dirty="0"/>
              <a:t>O POVO DE DEUS ERA RICO DE NADA</a:t>
            </a:r>
          </a:p>
          <a:p>
            <a:pPr algn="l"/>
            <a:r>
              <a:rPr lang="pt-BR" sz="6600" dirty="0"/>
              <a:t>SÓ TINHA A ESPERANÇA E O PÓ DA ESTRADA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496581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B5-164C-5E27-6372-06E04EB9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A12B-4BC2-44B5-E723-79806739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CA27F-4EA7-0D6D-D986-0B22A40F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O POVO DE DEUS TAMBÉM VACILAVA</a:t>
            </a:r>
          </a:p>
          <a:p>
            <a:pPr algn="l"/>
            <a:r>
              <a:rPr lang="pt-BR" sz="6600" dirty="0"/>
              <a:t>ÀS VEZES CUSTAVA A CRER NO AMOR</a:t>
            </a:r>
          </a:p>
          <a:p>
            <a:pPr algn="l"/>
            <a:r>
              <a:rPr lang="pt-BR" sz="6600" dirty="0"/>
              <a:t>O POVO DE DEUS, CHORANDO, REZAVA</a:t>
            </a:r>
          </a:p>
          <a:p>
            <a:pPr algn="l"/>
            <a:r>
              <a:rPr lang="pt-BR" sz="6600" dirty="0"/>
              <a:t>PEDIA PERDÃO E RECOMEÇAVA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42565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8634</TotalTime>
  <Words>927</Words>
  <Application>Microsoft Office PowerPoint</Application>
  <PresentationFormat>Widescreen</PresentationFormat>
  <Paragraphs>173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-apple-system</vt:lpstr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47</cp:revision>
  <dcterms:created xsi:type="dcterms:W3CDTF">2023-05-06T17:01:55Z</dcterms:created>
  <dcterms:modified xsi:type="dcterms:W3CDTF">2026-07-05T21:44:03Z</dcterms:modified>
</cp:coreProperties>
</file>