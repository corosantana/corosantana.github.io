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439" r:id="rId3"/>
    <p:sldId id="440" r:id="rId4"/>
    <p:sldId id="407" r:id="rId5"/>
    <p:sldId id="408" r:id="rId6"/>
    <p:sldId id="258" r:id="rId7"/>
    <p:sldId id="410" r:id="rId8"/>
    <p:sldId id="411" r:id="rId9"/>
    <p:sldId id="412" r:id="rId10"/>
    <p:sldId id="260" r:id="rId11"/>
    <p:sldId id="261" r:id="rId12"/>
    <p:sldId id="338" r:id="rId13"/>
    <p:sldId id="339" r:id="rId14"/>
    <p:sldId id="340" r:id="rId15"/>
    <p:sldId id="377" r:id="rId16"/>
    <p:sldId id="264" r:id="rId17"/>
    <p:sldId id="265" r:id="rId18"/>
    <p:sldId id="266" r:id="rId19"/>
    <p:sldId id="267" r:id="rId20"/>
    <p:sldId id="271" r:id="rId21"/>
    <p:sldId id="425" r:id="rId22"/>
    <p:sldId id="441" r:id="rId23"/>
    <p:sldId id="442" r:id="rId24"/>
    <p:sldId id="443" r:id="rId25"/>
    <p:sldId id="445" r:id="rId26"/>
    <p:sldId id="444" r:id="rId27"/>
    <p:sldId id="292" r:id="rId28"/>
    <p:sldId id="275" r:id="rId29"/>
    <p:sldId id="363" r:id="rId30"/>
    <p:sldId id="361" r:id="rId31"/>
    <p:sldId id="362" r:id="rId32"/>
    <p:sldId id="399" r:id="rId33"/>
    <p:sldId id="418" r:id="rId34"/>
    <p:sldId id="401" r:id="rId35"/>
    <p:sldId id="419" r:id="rId36"/>
    <p:sldId id="402" r:id="rId37"/>
    <p:sldId id="404" r:id="rId38"/>
    <p:sldId id="511" r:id="rId39"/>
    <p:sldId id="521" r:id="rId40"/>
    <p:sldId id="524" r:id="rId41"/>
    <p:sldId id="429" r:id="rId42"/>
    <p:sldId id="522" r:id="rId43"/>
    <p:sldId id="523" r:id="rId4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882" autoAdjust="0"/>
    <p:restoredTop sz="94660"/>
  </p:normalViewPr>
  <p:slideViewPr>
    <p:cSldViewPr snapToGrid="0">
      <p:cViewPr varScale="1">
        <p:scale>
          <a:sx n="85" d="100"/>
          <a:sy n="85" d="100"/>
        </p:scale>
        <p:origin x="114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02/08/2025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02/08/2025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02/08/2025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02/08/2025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02/08/2025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4F6499B5-857D-F3A5-A09D-F8B0EECB2D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46508"/>
            <a:ext cx="12191998" cy="6857999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0" y="0"/>
            <a:ext cx="12191999" cy="6811491"/>
          </a:xfrm>
          <a:prstGeom prst="rect">
            <a:avLst/>
          </a:prstGeom>
          <a:solidFill>
            <a:schemeClr val="tx1">
              <a:alpha val="56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BC42A13-94D8-1373-BB98-025A5C022561}"/>
              </a:ext>
            </a:extLst>
          </p:cNvPr>
          <p:cNvSpPr txBox="1"/>
          <p:nvPr/>
        </p:nvSpPr>
        <p:spPr>
          <a:xfrm>
            <a:off x="1516966" y="3682218"/>
            <a:ext cx="9158067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800" b="1" dirty="0">
                <a:solidFill>
                  <a:schemeClr val="bg1"/>
                </a:solidFill>
              </a:rPr>
              <a:t>18º DOMINGO DO TEMPO COMUM</a:t>
            </a:r>
          </a:p>
        </p:txBody>
      </p:sp>
      <p:pic>
        <p:nvPicPr>
          <p:cNvPr id="1026" name="Picture 2" descr="Peregrinos da Esperança: Jubileu 2025, um chamado à ...">
            <a:extLst>
              <a:ext uri="{FF2B5EF4-FFF2-40B4-BE49-F238E27FC236}">
                <a16:creationId xmlns:a16="http://schemas.microsoft.com/office/drawing/2014/main" id="{5D4668D8-CDEF-7F3D-C60E-F78A64127C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COM AO IGREJA SUBIREMOS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O ALTAR DO SENHOR.</a:t>
            </a:r>
          </a:p>
          <a:p>
            <a:pPr algn="l"/>
            <a:endParaRPr lang="pt-BR" sz="60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TODA A IGREJA AQUI ESTÁ, PARA O ENCONTRO COM DEUS.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ELE MESMO O MARCOU, PARA NÓS, FILHOS SEUS.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535415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COM AO IGREJA SUBIREMOS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O ALTAR DO SENHOR.</a:t>
            </a:r>
          </a:p>
          <a:p>
            <a:pPr algn="l"/>
            <a:endParaRPr lang="pt-BR" sz="60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ENTRE NÓS E O PAI SANTO, ESTÁ JESUS, NOSSO IRMÃO: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MEDIADOR, SACERDOTE, NOSSO PONTO DE UNIÃO.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520662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110192" cy="574963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COM AO IGREJA SUBIREMOS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O ALTAR DO SENHOR.</a:t>
            </a:r>
          </a:p>
          <a:p>
            <a:pPr algn="l"/>
            <a:endParaRPr lang="pt-BR" sz="60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REZAREMOS COM CRISTO, O PERFEITO LOUVOR,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E SEREMOS PRO PAI, UMA IMAGEM DE AMOR.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32482744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COM AO IGREJA SUBIREMOS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O ALTAR DO SENHOR.</a:t>
            </a:r>
          </a:p>
          <a:p>
            <a:pPr algn="l"/>
            <a:endParaRPr lang="pt-BR" sz="60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CÉUS E TERRA ESTARÃO, NA OBLAÇÃO DE JESUS.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QUER UNIR NUM REBANHO OS REMIDOS DA CRUZ.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5314460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/>
          </a:bodyPr>
          <a:lstStyle/>
          <a:p>
            <a:r>
              <a:rPr lang="pt-BR" sz="6600" dirty="0"/>
              <a:t>SENHOR, QUE SOIS O CAMINHO QUE LEVA AO PAI, TENDE PIEDADE DE NÓS</a:t>
            </a:r>
          </a:p>
          <a:p>
            <a:r>
              <a:rPr lang="pt-BR" sz="6600" b="1" dirty="0"/>
              <a:t>KYRIE ELEISON, KYRIE ELEISON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376516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/>
          </a:bodyPr>
          <a:lstStyle/>
          <a:p>
            <a:r>
              <a:rPr lang="pt-BR" sz="6600" dirty="0"/>
              <a:t>CRISTO, QUE SOIS A VERDADE QUE ILUMINA OS POVOS, TENDE PIEDADE DE NÓS</a:t>
            </a:r>
          </a:p>
          <a:p>
            <a:r>
              <a:rPr lang="pt-BR" sz="6600" b="1" dirty="0"/>
              <a:t>CHRISTE ELEISON, CHRISTE ELEISON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8257480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/>
          </a:bodyPr>
          <a:lstStyle/>
          <a:p>
            <a:r>
              <a:rPr lang="pt-BR" sz="6600" dirty="0"/>
              <a:t>SENHOR, QUE SOIS A VIDA QUE RENOVA O MUNDO, TENDE PIEDADE DE NÓS</a:t>
            </a:r>
          </a:p>
          <a:p>
            <a:r>
              <a:rPr lang="pt-BR" sz="6600" b="1" dirty="0"/>
              <a:t>KYRIE ELEISON, KYRIE ELEISON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28889660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84528" cy="5570040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9400" b="1" dirty="0"/>
              <a:t>GLÓRIA A DEUS NAS ALTURAS (2X)</a:t>
            </a:r>
          </a:p>
          <a:p>
            <a:pPr algn="just"/>
            <a:r>
              <a:rPr lang="pt-BR" sz="9400" b="1" dirty="0"/>
              <a:t>E PAZ NA TERRA AOS HOMENS POR ELE AMADOS!</a:t>
            </a:r>
            <a:r>
              <a:rPr lang="pt-BR" sz="9400" dirty="0"/>
              <a:t> </a:t>
            </a:r>
          </a:p>
          <a:p>
            <a:pPr algn="just"/>
            <a:endParaRPr lang="pt-BR" sz="6000" dirty="0"/>
          </a:p>
          <a:p>
            <a:pPr algn="just"/>
            <a:r>
              <a:rPr lang="pt-BR" sz="9600" dirty="0"/>
              <a:t>SENHOR DEUS, REI DOS CÉUS, DEUS PAI TODO PODEROSO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584661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11000" dirty="0"/>
              <a:t>NÓS VOS LOUVAMOS, NÓS VOS BENDIZEMOS</a:t>
            </a:r>
          </a:p>
          <a:p>
            <a:pPr algn="just"/>
            <a:r>
              <a:rPr lang="pt-BR" sz="11000" dirty="0"/>
              <a:t>NÓS VOS ADORAMOS, NÓS VOS GLORIFICAMOS</a:t>
            </a:r>
          </a:p>
          <a:p>
            <a:pPr algn="just"/>
            <a:r>
              <a:rPr lang="pt-BR" sz="11000" dirty="0"/>
              <a:t>NÓS VOS DAMOS GRAÇAS, POR VOSSA IMENSA GLÓRIA. </a:t>
            </a:r>
          </a:p>
        </p:txBody>
      </p:sp>
    </p:spTree>
    <p:extLst>
      <p:ext uri="{BB962C8B-B14F-4D97-AF65-F5344CB8AC3E}">
        <p14:creationId xmlns:p14="http://schemas.microsoft.com/office/powerpoint/2010/main" val="17336671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886691"/>
            <a:ext cx="10986656" cy="6216732"/>
          </a:xfrm>
        </p:spPr>
        <p:txBody>
          <a:bodyPr>
            <a:normAutofit/>
          </a:bodyPr>
          <a:lstStyle/>
          <a:p>
            <a:pPr algn="l"/>
            <a:r>
              <a:rPr lang="pt-BR" sz="5400" dirty="0"/>
              <a:t>SENHOR JESUS CRISTO, FILHO UNIGÊNITO</a:t>
            </a:r>
          </a:p>
          <a:p>
            <a:pPr algn="l"/>
            <a:r>
              <a:rPr lang="pt-BR" sz="5400" dirty="0"/>
              <a:t>SENHOR DEUS, CORDEIRO DE DEUS, FILHO DE DEUS PAI</a:t>
            </a:r>
          </a:p>
          <a:p>
            <a:pPr algn="l"/>
            <a:r>
              <a:rPr lang="pt-BR" sz="5400" dirty="0"/>
              <a:t>VÓS QUE TIRAIS O PECADO DO MUNDO,</a:t>
            </a:r>
          </a:p>
          <a:p>
            <a:pPr algn="l"/>
            <a:r>
              <a:rPr lang="pt-BR" sz="5400" dirty="0"/>
              <a:t>TENDE PIEDADE DE NÓS</a:t>
            </a:r>
          </a:p>
          <a:p>
            <a:pPr algn="l"/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27038948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55000" lnSpcReduction="20000"/>
          </a:bodyPr>
          <a:lstStyle/>
          <a:p>
            <a:pPr algn="just"/>
            <a:r>
              <a:rPr lang="pt-BR" sz="12300" dirty="0"/>
              <a:t>VÓS QUE TIRAIS O PECADO DO MUNDO, </a:t>
            </a:r>
          </a:p>
          <a:p>
            <a:pPr algn="just"/>
            <a:r>
              <a:rPr lang="pt-BR" sz="12300" dirty="0"/>
              <a:t>ACOLHEI A NOSSA SÚPLICA</a:t>
            </a:r>
          </a:p>
          <a:p>
            <a:pPr algn="just"/>
            <a:r>
              <a:rPr lang="pt-BR" sz="12300" dirty="0"/>
              <a:t>VÓS QUE ESTAIS À DIREITA DO PAI, </a:t>
            </a:r>
          </a:p>
          <a:p>
            <a:pPr algn="just"/>
            <a:r>
              <a:rPr lang="pt-BR" sz="12300" dirty="0"/>
              <a:t>TENDE PIEDADE DE NÓS (2X)</a:t>
            </a:r>
          </a:p>
        </p:txBody>
      </p:sp>
    </p:spTree>
    <p:extLst>
      <p:ext uri="{BB962C8B-B14F-4D97-AF65-F5344CB8AC3E}">
        <p14:creationId xmlns:p14="http://schemas.microsoft.com/office/powerpoint/2010/main" val="6419554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pt-BR" sz="9600" dirty="0"/>
              <a:t>SÓ VÓS SOIS SANTO, SÓ VÓS O SENHOR, SÓ VÓS O ALTÍSSIMO, JESUS CRISTO, COM O ESPÍRITO SANTO NA GLÓRIA DE DEUS PAI. AMÉM!</a:t>
            </a:r>
          </a:p>
        </p:txBody>
      </p:sp>
    </p:spTree>
    <p:extLst>
      <p:ext uri="{BB962C8B-B14F-4D97-AF65-F5344CB8AC3E}">
        <p14:creationId xmlns:p14="http://schemas.microsoft.com/office/powerpoint/2010/main" val="37335241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529320"/>
            <a:ext cx="10151919" cy="1799360"/>
          </a:xfrm>
        </p:spPr>
        <p:txBody>
          <a:bodyPr>
            <a:normAutofit/>
          </a:bodyPr>
          <a:lstStyle/>
          <a:p>
            <a:r>
              <a:rPr lang="pt-BR" sz="5400" b="1" i="0" dirty="0">
                <a:effectLst/>
              </a:rPr>
              <a:t>VÓS FOSTES Ó SENHOR, UM REFÚGIO PARA NÓS.</a:t>
            </a:r>
            <a:endParaRPr lang="pt-BR" sz="1800" b="1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/>
          </a:bodyPr>
          <a:lstStyle/>
          <a:p>
            <a:r>
              <a:rPr lang="pt-BR" sz="4800" b="1" dirty="0"/>
              <a:t>ALELUIA, ALELUIA, ALELUIA, ALELUIA</a:t>
            </a:r>
          </a:p>
          <a:p>
            <a:endParaRPr lang="pt-BR" sz="4800" b="1" dirty="0"/>
          </a:p>
          <a:p>
            <a:r>
              <a:rPr lang="pt-BR" sz="4800" dirty="0"/>
              <a:t> FELIZES OS HUMILDES DE ESPÍRITO, PORQUE DELES É O REINO DOS CÉUS.</a:t>
            </a:r>
          </a:p>
          <a:p>
            <a:endParaRPr lang="pt-BR" sz="4800" b="1" dirty="0"/>
          </a:p>
          <a:p>
            <a:r>
              <a:rPr lang="pt-BR" sz="4800" b="1" dirty="0"/>
              <a:t>ALELUIA, ALELUIA, ALELUIA, ALELUIA</a:t>
            </a:r>
            <a:endParaRPr lang="pt-BR" sz="4800" dirty="0"/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54181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BOM É LOUVAR O SENHOR, NOSSO DEUS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CANTAR SALMOS AO NOME DO ALTÍSSIMO,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COM ALEGRIA ACLAMAR SEU AMOR,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SUA GLÓRIA, BONDADE E PODER.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39058267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54181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1. COMO TUAS OBRAS ME ALEGRAM, SENHOR,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OS TEUS PRODÍGIOS SUSCITAM LOUVOR.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TUA PRESENÇA EU CONTEMPLO NO CÉU,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OLHO A TERRA TAMBÉM NELA ESTÁS.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19248907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54181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BOM É LOUVAR O SENHOR, NOSSO DEUS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CANTAR SALMOS AO NOME DO ALTÍSSIMO,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COM ALEGRIA ACLAMAR SEU AMOR,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SUA GLÓRIA, BONDADE E PODER.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15725236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54181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2. TU ENGRANDECES O HOMEM MORTAL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DA NATUREZA ELE É REI E SENHOR.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DE HONRA O COROASTE, DE GLÓRIA E PODER,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POUCO MENOS QUE AOS ANJOS DO CÉU.</a:t>
            </a:r>
          </a:p>
        </p:txBody>
      </p:sp>
    </p:spTree>
    <p:extLst>
      <p:ext uri="{BB962C8B-B14F-4D97-AF65-F5344CB8AC3E}">
        <p14:creationId xmlns:p14="http://schemas.microsoft.com/office/powerpoint/2010/main" val="29596048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D1071-0786-C968-033B-988B4EE9C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A8D677-D7FF-3A0B-FE94-9E2734A04A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54181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8A7DBD1-C109-1A6D-6291-53B85391BC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BOM É LOUVAR O SENHOR, NOSSO DEUS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CANTAR SALMOS AO NOME DO ALTÍSSIMO,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COM ALEGRIA ACLAMAR SEU AMOR,</a:t>
            </a:r>
          </a:p>
          <a:p>
            <a:pPr algn="l"/>
            <a:r>
              <a:rPr lang="pt-BR" sz="6600" b="1" i="0" dirty="0">
                <a:solidFill>
                  <a:srgbClr val="000000"/>
                </a:solidFill>
                <a:effectLst/>
                <a:latin typeface="-apple-system"/>
              </a:rPr>
              <a:t>SUA GLÓRIA, BONDADE E PODER.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5723453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93316-5874-D453-3512-F08209439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445DF0-3C68-558F-8663-6841CADF52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723" y="541819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A40A70C-50BA-33A4-9CC0-F3632C4FD6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3723" y="1012874"/>
            <a:ext cx="11155041" cy="5651162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3. NARRAM OS CÉUS O QUE FEZ TUA MÃO,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TODO UNIVERSO TEU NOME BENDIZ.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A CRIAÇÃO É UM CANTO DE AMOR,</a:t>
            </a:r>
          </a:p>
          <a:p>
            <a:pPr algn="l"/>
            <a:r>
              <a:rPr lang="pt-BR" sz="6600" i="0" dirty="0">
                <a:solidFill>
                  <a:srgbClr val="000000"/>
                </a:solidFill>
                <a:effectLst/>
                <a:latin typeface="-apple-system"/>
              </a:rPr>
              <a:t>E ESSE CANTO É TAMBEM MEU LOUVOR.</a:t>
            </a:r>
          </a:p>
        </p:txBody>
      </p:sp>
    </p:spTree>
    <p:extLst>
      <p:ext uri="{BB962C8B-B14F-4D97-AF65-F5344CB8AC3E}">
        <p14:creationId xmlns:p14="http://schemas.microsoft.com/office/powerpoint/2010/main" val="39765227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6000" b="1" dirty="0"/>
              <a:t>SANTO, SANTO, SANTO</a:t>
            </a:r>
          </a:p>
          <a:p>
            <a:pPr algn="just"/>
            <a:r>
              <a:rPr lang="pt-BR" sz="6000" dirty="0"/>
              <a:t>SENHOR DEUS DO UNIVERSO</a:t>
            </a:r>
          </a:p>
          <a:p>
            <a:pPr algn="just"/>
            <a:r>
              <a:rPr lang="pt-BR" sz="6000" dirty="0"/>
              <a:t>O CÉU E A TERRA PROCLAMAM A VOSSA GLÓRIA</a:t>
            </a:r>
          </a:p>
          <a:p>
            <a:pPr algn="just"/>
            <a:r>
              <a:rPr lang="pt-BR" sz="6000" b="1" dirty="0"/>
              <a:t>HOSANA NAS ALTURAS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350386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7200" dirty="0"/>
              <a:t>BENDITO O QUE VEM</a:t>
            </a:r>
          </a:p>
          <a:p>
            <a:pPr algn="just"/>
            <a:r>
              <a:rPr lang="pt-BR" sz="7200" dirty="0"/>
              <a:t>EM NOME DO SENHOR</a:t>
            </a:r>
          </a:p>
          <a:p>
            <a:pPr algn="just"/>
            <a:r>
              <a:rPr lang="pt-BR" sz="7200" b="1" dirty="0"/>
              <a:t>HOSANA NAS ALTURAS (2X)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967752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6000" b="1" i="0" dirty="0">
                <a:effectLst/>
                <a:latin typeface="Roboto" panose="02000000000000000000" pitchFamily="2" charset="0"/>
              </a:rPr>
              <a:t>GRANDE EU PROCLAMO, ÉS MEU DEUS, SEMPRE IREI TE LOUVAR</a:t>
            </a:r>
          </a:p>
          <a:p>
            <a:pPr algn="l"/>
            <a:r>
              <a:rPr lang="pt-BR" sz="6000" b="1" dirty="0">
                <a:latin typeface="Roboto" panose="02000000000000000000" pitchFamily="2" charset="0"/>
              </a:rPr>
              <a:t>TEU NOME EU VOU BENDIZER, TODO DIA EU VOU CANTAR!</a:t>
            </a:r>
            <a:endParaRPr lang="pt-BR" sz="23000" b="1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3047997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6000" b="0" i="0" dirty="0">
                <a:effectLst/>
                <a:latin typeface="Roboto" panose="02000000000000000000" pitchFamily="2" charset="0"/>
              </a:rPr>
              <a:t>O SENHOR É GRANDE E LOUVÁVEL, SEM MEDIDA É SUA GRANDEZA</a:t>
            </a:r>
          </a:p>
          <a:p>
            <a:pPr algn="l"/>
            <a:r>
              <a:rPr lang="pt-BR" sz="6000" dirty="0">
                <a:latin typeface="Roboto" panose="02000000000000000000" pitchFamily="2" charset="0"/>
              </a:rPr>
              <a:t>GERAÇÕES DE UMA PARA OUTRA ANUNCIEM AS TUAS PROEZAS</a:t>
            </a:r>
            <a:endParaRPr lang="pt-BR" sz="230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52060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10661-5E42-451B-DF79-FC25EC710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0A966F-79CE-92D3-80E4-ADC4C593EF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B45C117-0CBB-E8B8-C0A1-7AD3983D31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6000" b="1" i="0" dirty="0">
                <a:effectLst/>
                <a:latin typeface="Roboto" panose="02000000000000000000" pitchFamily="2" charset="0"/>
              </a:rPr>
              <a:t>GRANDE EU PROCLAMO, ÉS MEU DEUS, SEMPRE IREI TE LOUVAR</a:t>
            </a:r>
          </a:p>
          <a:p>
            <a:pPr algn="l"/>
            <a:r>
              <a:rPr lang="pt-BR" sz="6000" b="1" dirty="0">
                <a:latin typeface="Roboto" panose="02000000000000000000" pitchFamily="2" charset="0"/>
              </a:rPr>
              <a:t>TEU NOME EU VOU BENDIZER, TODO DIA EU VOU CANTAR!</a:t>
            </a:r>
            <a:endParaRPr lang="pt-BR" sz="23000" b="1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51549707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600" b="0" i="0" dirty="0">
                <a:effectLst/>
                <a:latin typeface="Roboto" panose="02000000000000000000" pitchFamily="2" charset="0"/>
              </a:rPr>
              <a:t>TUA FAMA É GLÓRIA E ESPLENDOR MARAVILHAS DE TI VOU CANTAR</a:t>
            </a:r>
          </a:p>
          <a:p>
            <a:pPr algn="l"/>
            <a:r>
              <a:rPr lang="pt-BR" sz="6600" dirty="0">
                <a:latin typeface="Roboto" panose="02000000000000000000" pitchFamily="2" charset="0"/>
              </a:rPr>
              <a:t>TEU PODER É TERRÍVEL, DIRÃO, TUA GRANDEZA EU VOU CELEBRAR.</a:t>
            </a:r>
            <a:endParaRPr lang="pt-BR" sz="27600" dirty="0"/>
          </a:p>
        </p:txBody>
      </p:sp>
    </p:spTree>
    <p:extLst>
      <p:ext uri="{BB962C8B-B14F-4D97-AF65-F5344CB8AC3E}">
        <p14:creationId xmlns:p14="http://schemas.microsoft.com/office/powerpoint/2010/main" val="6374152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15DF1-FD09-19D0-4058-0FE0CDCA5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6AFFA3-B4C3-F769-28BB-14BDCD502C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180F898-3F69-E3FB-5AE9-438D983CAF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6000" b="1" i="0" dirty="0">
                <a:effectLst/>
                <a:latin typeface="Roboto" panose="02000000000000000000" pitchFamily="2" charset="0"/>
              </a:rPr>
              <a:t>GRANDE EU PROCLAMO, ÉS MEU DEUS, SEMPRE IREI TE LOUVAR</a:t>
            </a:r>
          </a:p>
          <a:p>
            <a:pPr algn="l"/>
            <a:r>
              <a:rPr lang="pt-BR" sz="6000" b="1" dirty="0">
                <a:latin typeface="Roboto" panose="02000000000000000000" pitchFamily="2" charset="0"/>
              </a:rPr>
              <a:t>TEU NOME EU VOU BENDIZER, TODO DIA EU VOU CANTAR!</a:t>
            </a:r>
            <a:endParaRPr lang="pt-BR" sz="23000" b="1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45309868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600" b="0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VÃO LEMBRAR TUA IMENSA BONDADE, TUA JUSTIÇA IRÃO PROCLAMAR</a:t>
            </a:r>
          </a:p>
          <a:p>
            <a:pPr algn="l"/>
            <a:r>
              <a:rPr lang="pt-BR" sz="6600" dirty="0">
                <a:solidFill>
                  <a:srgbClr val="131313"/>
                </a:solidFill>
                <a:latin typeface="Roboto" panose="02000000000000000000" pitchFamily="2" charset="0"/>
              </a:rPr>
              <a:t>O SENHOR, ELE É SÓ COMPAIXÃO, LENTO A IRAR-SE, SÓ SABE AMAR.</a:t>
            </a:r>
            <a:endParaRPr lang="pt-BR" sz="6600" b="0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  <a:p>
            <a:pPr algn="l"/>
            <a:endParaRPr lang="pt-BR" sz="27600" dirty="0"/>
          </a:p>
        </p:txBody>
      </p:sp>
    </p:spTree>
    <p:extLst>
      <p:ext uri="{BB962C8B-B14F-4D97-AF65-F5344CB8AC3E}">
        <p14:creationId xmlns:p14="http://schemas.microsoft.com/office/powerpoint/2010/main" val="248284870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401532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6AE30-295F-DD39-B821-131CB9967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D2EC1DF6-56CF-6C7C-BCCB-C87CAD0D69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8"/>
            <a:ext cx="11893122" cy="6338125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6600" b="1" dirty="0"/>
              <a:t>CHAMA VIVA DA MINHA ESPERANÇA,</a:t>
            </a:r>
          </a:p>
          <a:p>
            <a:pPr algn="l"/>
            <a:r>
              <a:rPr lang="pt-BR" sz="6600" b="1" dirty="0"/>
              <a:t>ESTE CANTO SUBA PARA TI!</a:t>
            </a:r>
          </a:p>
          <a:p>
            <a:pPr algn="l"/>
            <a:r>
              <a:rPr lang="pt-BR" sz="6600" b="1" dirty="0"/>
              <a:t>SEIO ETERNO DE INFINITA VIDA,</a:t>
            </a:r>
          </a:p>
          <a:p>
            <a:pPr algn="l"/>
            <a:r>
              <a:rPr lang="pt-BR" sz="6600" b="1" dirty="0"/>
              <a:t>NO CAMINHO EU CONFIO EM TI! (BIS)</a:t>
            </a:r>
          </a:p>
          <a:p>
            <a:pPr algn="l"/>
            <a:endParaRPr lang="pt-BR" sz="6600" b="1" dirty="0"/>
          </a:p>
          <a:p>
            <a:pPr algn="l"/>
            <a:r>
              <a:rPr lang="pt-BR" sz="6600" dirty="0"/>
              <a:t>1. TODA A LÍNGUA, POVO E NAÇÃO</a:t>
            </a:r>
          </a:p>
          <a:p>
            <a:pPr algn="l"/>
            <a:r>
              <a:rPr lang="pt-BR" sz="6600" dirty="0"/>
              <a:t>TUA LUZ ENCONTRA NA PALAVRA.</a:t>
            </a:r>
          </a:p>
          <a:p>
            <a:pPr algn="l"/>
            <a:r>
              <a:rPr lang="pt-BR" sz="6600" dirty="0"/>
              <a:t>OS TEUS FILHOS, FRÁGEIS E DISPERSOS</a:t>
            </a:r>
          </a:p>
          <a:p>
            <a:pPr algn="l"/>
            <a:r>
              <a:rPr lang="pt-BR" sz="6600" dirty="0"/>
              <a:t>SE REÚNEM NO TEU FILHO AMADO.</a:t>
            </a:r>
            <a:endParaRPr lang="pt-BR" sz="4400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BF57CD2A-1F1A-49D7-1503-46D06636FCF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747318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1AE01B-FC18-5087-CC28-1A52550DB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15C531F7-CE3A-3EE8-00F4-DB1B4423D6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8"/>
            <a:ext cx="11893122" cy="6338125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6600" b="1" dirty="0"/>
              <a:t>CHAMA VIVA DA MINHA ESPERANÇA,</a:t>
            </a:r>
          </a:p>
          <a:p>
            <a:pPr algn="l"/>
            <a:r>
              <a:rPr lang="pt-BR" sz="6600" b="1" dirty="0"/>
              <a:t>ESTE CANTO SUBA PARA TI!</a:t>
            </a:r>
          </a:p>
          <a:p>
            <a:pPr algn="l"/>
            <a:r>
              <a:rPr lang="pt-BR" sz="6600" b="1" dirty="0"/>
              <a:t>SEIO ETERNO DE INFINITA VIDA,</a:t>
            </a:r>
          </a:p>
          <a:p>
            <a:pPr algn="l"/>
            <a:r>
              <a:rPr lang="pt-BR" sz="6600" b="1" dirty="0"/>
              <a:t>NO CAMINHO EU CONFIO EM TI! (BIS)</a:t>
            </a:r>
          </a:p>
          <a:p>
            <a:pPr algn="l"/>
            <a:endParaRPr lang="pt-BR" sz="6600" b="1" dirty="0"/>
          </a:p>
          <a:p>
            <a:pPr algn="l"/>
            <a:r>
              <a:rPr lang="pt-BR" sz="6600" dirty="0"/>
              <a:t>2. DEUS NOS OLHA, TERNO E PACIENTE:</a:t>
            </a:r>
          </a:p>
          <a:p>
            <a:pPr algn="l"/>
            <a:r>
              <a:rPr lang="pt-BR" sz="6600" dirty="0"/>
              <a:t>NASCE A AURORA DE UM FUTURO NOVO.</a:t>
            </a:r>
          </a:p>
          <a:p>
            <a:pPr algn="l"/>
            <a:r>
              <a:rPr lang="pt-BR" sz="6600" dirty="0"/>
              <a:t>NOVOS CÉUS, TERRA FEITA NOVA:</a:t>
            </a:r>
          </a:p>
          <a:p>
            <a:pPr algn="l"/>
            <a:r>
              <a:rPr lang="pt-BR" sz="6600" dirty="0"/>
              <a:t>PASSA OS MUROS, ‘SPIRITO DE VIDA.</a:t>
            </a:r>
            <a:endParaRPr lang="pt-BR" sz="4400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D1D4F63A-C73D-B219-829C-211B671D60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368250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A3635-E376-3A57-3C22-E74AB98CB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532D9E25-6A6E-7AF4-A9EA-FFCC8F97D7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8"/>
            <a:ext cx="11893122" cy="6338125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6600" b="1" dirty="0"/>
              <a:t>CHAMA VIVA DA MINHA ESPERANÇA,</a:t>
            </a:r>
          </a:p>
          <a:p>
            <a:pPr algn="l"/>
            <a:r>
              <a:rPr lang="pt-BR" sz="6600" b="1" dirty="0"/>
              <a:t>ESTE CANTO SUBA PARA TI!</a:t>
            </a:r>
          </a:p>
          <a:p>
            <a:pPr algn="l"/>
            <a:r>
              <a:rPr lang="pt-BR" sz="6600" b="1" dirty="0"/>
              <a:t>SEIO ETERNO DE INFINITA VIDA,</a:t>
            </a:r>
          </a:p>
          <a:p>
            <a:pPr algn="l"/>
            <a:r>
              <a:rPr lang="pt-BR" sz="6600" b="1" dirty="0"/>
              <a:t>NO CAMINHO EU CONFIO EM TI! (BIS)</a:t>
            </a:r>
          </a:p>
          <a:p>
            <a:pPr algn="l"/>
            <a:endParaRPr lang="pt-BR" sz="6600" b="1" dirty="0"/>
          </a:p>
          <a:p>
            <a:pPr algn="l"/>
            <a:r>
              <a:rPr lang="pt-BR" sz="6600" dirty="0"/>
              <a:t>3. ERGUE OS OLHOS, MOVE-TE COM O VENTO,</a:t>
            </a:r>
          </a:p>
          <a:p>
            <a:pPr algn="l"/>
            <a:r>
              <a:rPr lang="pt-BR" sz="6600" dirty="0"/>
              <a:t>NÃO TE ATRASES: CHEGA DEUS, NO TEMPO.</a:t>
            </a:r>
          </a:p>
          <a:p>
            <a:pPr algn="l"/>
            <a:r>
              <a:rPr lang="pt-BR" sz="6600" dirty="0"/>
              <a:t>JESUS CRISTO POR TI SE FEZ HOMEM:</a:t>
            </a:r>
          </a:p>
          <a:p>
            <a:pPr algn="l"/>
            <a:r>
              <a:rPr lang="pt-BR" sz="6600" dirty="0"/>
              <a:t>AOS MILHARES SEGUEM O CAMINHO.</a:t>
            </a:r>
            <a:endParaRPr lang="pt-BR" sz="4400" dirty="0"/>
          </a:p>
        </p:txBody>
      </p:sp>
    </p:spTree>
    <p:extLst>
      <p:ext uri="{BB962C8B-B14F-4D97-AF65-F5344CB8AC3E}">
        <p14:creationId xmlns:p14="http://schemas.microsoft.com/office/powerpoint/2010/main" val="356590287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9BA02-669A-524C-4601-D028BE6FD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5F9BD71-2335-E696-27B9-6118A3A3EAC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57791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61723-1D27-38BF-FC72-FA2857CF3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78DEE4-5B09-B798-DAA6-2D8CCED9E7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FF599BF-15DD-9E64-6CED-93C0F79A9C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8"/>
            <a:ext cx="11893122" cy="6338125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6600" b="1" dirty="0"/>
              <a:t>CHAMA VIVA DA MINHA ESPERANÇA,</a:t>
            </a:r>
          </a:p>
          <a:p>
            <a:pPr algn="l"/>
            <a:r>
              <a:rPr lang="pt-BR" sz="6600" b="1" dirty="0"/>
              <a:t>ESTE CANTO SUBA PARA TI!</a:t>
            </a:r>
          </a:p>
          <a:p>
            <a:pPr algn="l"/>
            <a:r>
              <a:rPr lang="pt-BR" sz="6600" b="1" dirty="0"/>
              <a:t>SEIO ETERNO DE INFINITA VIDA,</a:t>
            </a:r>
          </a:p>
          <a:p>
            <a:pPr algn="l"/>
            <a:r>
              <a:rPr lang="pt-BR" sz="6600" b="1" dirty="0"/>
              <a:t>NO CAMINHO EU CONFIO EM TI! (BIS)</a:t>
            </a:r>
          </a:p>
          <a:p>
            <a:pPr algn="l"/>
            <a:endParaRPr lang="pt-BR" sz="6600" b="1" dirty="0"/>
          </a:p>
          <a:p>
            <a:pPr algn="l"/>
            <a:r>
              <a:rPr lang="pt-BR" sz="6600" dirty="0"/>
              <a:t>1. TODA A LÍNGUA, POVO E NAÇÃO</a:t>
            </a:r>
          </a:p>
          <a:p>
            <a:pPr algn="l"/>
            <a:r>
              <a:rPr lang="pt-BR" sz="6600" dirty="0"/>
              <a:t>TUA LUZ ENCONTRA NA PALAVRA.</a:t>
            </a:r>
          </a:p>
          <a:p>
            <a:pPr algn="l"/>
            <a:r>
              <a:rPr lang="pt-BR" sz="6600" dirty="0"/>
              <a:t>OS TEUS FILHOS, FRÁGEIS E DISPERSOS</a:t>
            </a:r>
          </a:p>
          <a:p>
            <a:pPr algn="l"/>
            <a:r>
              <a:rPr lang="pt-BR" sz="6600" dirty="0"/>
              <a:t>SE REÚNEM NO TEU FILHO AMADO.</a:t>
            </a:r>
            <a:endParaRPr lang="pt-BR" sz="4400" dirty="0"/>
          </a:p>
        </p:txBody>
      </p:sp>
    </p:spTree>
    <p:extLst>
      <p:ext uri="{BB962C8B-B14F-4D97-AF65-F5344CB8AC3E}">
        <p14:creationId xmlns:p14="http://schemas.microsoft.com/office/powerpoint/2010/main" val="342543324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9FFB7-692B-83EA-495E-A19E75EA3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1BA917-63C5-B502-8F82-5705A14EF5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6A3649F-89EB-809F-46D6-52A4B9BD14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8"/>
            <a:ext cx="11893122" cy="6338125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6600" b="1" dirty="0"/>
              <a:t>CHAMA VIVA DA MINHA ESPERANÇA,</a:t>
            </a:r>
          </a:p>
          <a:p>
            <a:pPr algn="l"/>
            <a:r>
              <a:rPr lang="pt-BR" sz="6600" b="1" dirty="0"/>
              <a:t>ESTE CANTO SUBA PARA TI!</a:t>
            </a:r>
          </a:p>
          <a:p>
            <a:pPr algn="l"/>
            <a:r>
              <a:rPr lang="pt-BR" sz="6600" b="1" dirty="0"/>
              <a:t>SEIO ETERNO DE INFINITA VIDA,</a:t>
            </a:r>
          </a:p>
          <a:p>
            <a:pPr algn="l"/>
            <a:r>
              <a:rPr lang="pt-BR" sz="6600" b="1" dirty="0"/>
              <a:t>NO CAMINHO EU CONFIO EM TI! (BIS)</a:t>
            </a:r>
          </a:p>
          <a:p>
            <a:pPr algn="l"/>
            <a:endParaRPr lang="pt-BR" sz="6600" b="1" dirty="0"/>
          </a:p>
          <a:p>
            <a:pPr algn="l"/>
            <a:r>
              <a:rPr lang="pt-BR" sz="6600" dirty="0"/>
              <a:t>2. DEUS NOS OLHA, TERNO E PACIENTE:</a:t>
            </a:r>
          </a:p>
          <a:p>
            <a:pPr algn="l"/>
            <a:r>
              <a:rPr lang="pt-BR" sz="6600" dirty="0"/>
              <a:t>NASCE A AURORA DE UM FUTURO NOVO.</a:t>
            </a:r>
          </a:p>
          <a:p>
            <a:pPr algn="l"/>
            <a:r>
              <a:rPr lang="pt-BR" sz="6600" dirty="0"/>
              <a:t>NOVOS CÉUS, TERRA FEITA NOVA:</a:t>
            </a:r>
          </a:p>
          <a:p>
            <a:pPr algn="l"/>
            <a:r>
              <a:rPr lang="pt-BR" sz="6600" dirty="0"/>
              <a:t>PASSA OS MUROS, ‘SPIRITO DE VIDA.</a:t>
            </a:r>
            <a:endParaRPr lang="pt-BR" sz="4400" dirty="0"/>
          </a:p>
        </p:txBody>
      </p:sp>
    </p:spTree>
    <p:extLst>
      <p:ext uri="{BB962C8B-B14F-4D97-AF65-F5344CB8AC3E}">
        <p14:creationId xmlns:p14="http://schemas.microsoft.com/office/powerpoint/2010/main" val="114141564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8312</TotalTime>
  <Words>1076</Words>
  <Application>Microsoft Office PowerPoint</Application>
  <PresentationFormat>Widescreen</PresentationFormat>
  <Paragraphs>171</Paragraphs>
  <Slides>43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43</vt:i4>
      </vt:variant>
    </vt:vector>
  </HeadingPairs>
  <TitlesOfParts>
    <vt:vector size="49" baseType="lpstr">
      <vt:lpstr>-apple-system</vt:lpstr>
      <vt:lpstr>Arial</vt:lpstr>
      <vt:lpstr>Calibri</vt:lpstr>
      <vt:lpstr>Calibri Light</vt:lpstr>
      <vt:lpstr>Roboto</vt:lpstr>
      <vt:lpstr>Tema do Office</vt:lpstr>
      <vt:lpstr>Apresentação do PowerPoint</vt:lpstr>
      <vt:lpstr>ENTRADA</vt:lpstr>
      <vt:lpstr>ENTRADA</vt:lpstr>
      <vt:lpstr>ENTRADA</vt:lpstr>
      <vt:lpstr>ENTRADA</vt:lpstr>
      <vt:lpstr>Apresentação do PowerPoint</vt:lpstr>
      <vt:lpstr>ATO PENITENCIAL</vt:lpstr>
      <vt:lpstr>ATO PENITENCIAL</vt:lpstr>
      <vt:lpstr>ATO PENITENCIAL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CANTO DAS OFERENDAS</vt:lpstr>
      <vt:lpstr>CANTO DAS OFERENDAS</vt:lpstr>
      <vt:lpstr>CANTO DAS OFERENDAS</vt:lpstr>
      <vt:lpstr>CANTO DAS OFERENDAS</vt:lpstr>
      <vt:lpstr>CANTO DAS OFERENDAS</vt:lpstr>
      <vt:lpstr>CANTO DAS OFERENDAS</vt:lpstr>
      <vt:lpstr>Apresentação do PowerPoint</vt:lpstr>
      <vt:lpstr>SANTO</vt:lpstr>
      <vt:lpstr>SANTO</vt:lpstr>
      <vt:lpstr>Apresentação do PowerPoint</vt:lpstr>
      <vt:lpstr>COMUNHÃO</vt:lpstr>
      <vt:lpstr>COMUNHÃO</vt:lpstr>
      <vt:lpstr>COMUNHÃO</vt:lpstr>
      <vt:lpstr>COMUNHÃO</vt:lpstr>
      <vt:lpstr>COMUNHÃO</vt:lpstr>
      <vt:lpstr>COMUNHÃO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Oliveira</cp:lastModifiedBy>
  <cp:revision>46</cp:revision>
  <dcterms:created xsi:type="dcterms:W3CDTF">2023-05-06T17:01:55Z</dcterms:created>
  <dcterms:modified xsi:type="dcterms:W3CDTF">2025-08-02T18:25:17Z</dcterms:modified>
</cp:coreProperties>
</file>