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84" r:id="rId4"/>
    <p:sldId id="385" r:id="rId5"/>
    <p:sldId id="258" r:id="rId6"/>
    <p:sldId id="259" r:id="rId7"/>
    <p:sldId id="260" r:id="rId8"/>
    <p:sldId id="261" r:id="rId9"/>
    <p:sldId id="338" r:id="rId10"/>
    <p:sldId id="339" r:id="rId11"/>
    <p:sldId id="340" r:id="rId12"/>
    <p:sldId id="377" r:id="rId13"/>
    <p:sldId id="264" r:id="rId14"/>
    <p:sldId id="265" r:id="rId15"/>
    <p:sldId id="266" r:id="rId16"/>
    <p:sldId id="267" r:id="rId17"/>
    <p:sldId id="271" r:id="rId18"/>
    <p:sldId id="269" r:id="rId19"/>
    <p:sldId id="386" r:id="rId20"/>
    <p:sldId id="387" r:id="rId21"/>
    <p:sldId id="292" r:id="rId22"/>
    <p:sldId id="275" r:id="rId23"/>
    <p:sldId id="363" r:id="rId24"/>
    <p:sldId id="361" r:id="rId25"/>
    <p:sldId id="362" r:id="rId26"/>
    <p:sldId id="388" r:id="rId27"/>
    <p:sldId id="389" r:id="rId28"/>
    <p:sldId id="390" r:id="rId29"/>
    <p:sldId id="277" r:id="rId30"/>
    <p:sldId id="394" r:id="rId31"/>
    <p:sldId id="392" r:id="rId32"/>
    <p:sldId id="393" r:id="rId33"/>
    <p:sldId id="395" r:id="rId34"/>
    <p:sldId id="391" r:id="rId35"/>
    <p:sldId id="337" r:id="rId36"/>
    <p:sldId id="374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1C280C0C-0AA8-436F-85F6-1EC902F4E174}"/>
    <pc:docChg chg="undo redo custSel addSld delSld modSld sldOrd">
      <pc:chgData name="anaclaracosta116@gmail.com" userId="a793634777582c92" providerId="LiveId" clId="{1C280C0C-0AA8-436F-85F6-1EC902F4E174}" dt="2024-08-03T19:46:34.370" v="462"/>
      <pc:docMkLst>
        <pc:docMk/>
      </pc:docMkLst>
      <pc:sldChg chg="modSp mod">
        <pc:chgData name="anaclaracosta116@gmail.com" userId="a793634777582c92" providerId="LiveId" clId="{1C280C0C-0AA8-436F-85F6-1EC902F4E174}" dt="2024-08-03T19:29:57.771" v="19" actId="27636"/>
        <pc:sldMkLst>
          <pc:docMk/>
          <pc:sldMk cId="2490480151" sldId="259"/>
        </pc:sldMkLst>
        <pc:spChg chg="mod">
          <ac:chgData name="anaclaracosta116@gmail.com" userId="a793634777582c92" providerId="LiveId" clId="{1C280C0C-0AA8-436F-85F6-1EC902F4E174}" dt="2024-08-03T19:29:57.771" v="19" actId="27636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280C0C-0AA8-436F-85F6-1EC902F4E174}" dt="2024-08-03T19:30:16.064" v="23" actId="20577"/>
        <pc:sldMkLst>
          <pc:docMk/>
          <pc:sldMk cId="337661645" sldId="261"/>
        </pc:sldMkLst>
        <pc:spChg chg="mod">
          <ac:chgData name="anaclaracosta116@gmail.com" userId="a793634777582c92" providerId="LiveId" clId="{1C280C0C-0AA8-436F-85F6-1EC902F4E174}" dt="2024-08-03T19:30:16.064" v="23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280C0C-0AA8-436F-85F6-1EC902F4E174}" dt="2024-08-03T19:31:19.317" v="62" actId="20577"/>
        <pc:sldMkLst>
          <pc:docMk/>
          <pc:sldMk cId="3388034860" sldId="265"/>
        </pc:sldMkLst>
        <pc:spChg chg="mod">
          <ac:chgData name="anaclaracosta116@gmail.com" userId="a793634777582c92" providerId="LiveId" clId="{1C280C0C-0AA8-436F-85F6-1EC902F4E174}" dt="2024-08-03T19:31:19.317" v="62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280C0C-0AA8-436F-85F6-1EC902F4E174}" dt="2024-08-03T19:34:09.445" v="222" actId="20577"/>
        <pc:sldMkLst>
          <pc:docMk/>
          <pc:sldMk cId="2671817442" sldId="267"/>
        </pc:sldMkLst>
        <pc:spChg chg="mod">
          <ac:chgData name="anaclaracosta116@gmail.com" userId="a793634777582c92" providerId="LiveId" clId="{1C280C0C-0AA8-436F-85F6-1EC902F4E174}" dt="2024-08-03T19:34:09.445" v="222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280C0C-0AA8-436F-85F6-1EC902F4E174}" dt="2024-08-03T19:35:15.090" v="226" actId="113"/>
        <pc:sldMkLst>
          <pc:docMk/>
          <pc:sldMk cId="2786277918" sldId="269"/>
        </pc:sldMkLst>
        <pc:spChg chg="mod">
          <ac:chgData name="anaclaracosta116@gmail.com" userId="a793634777582c92" providerId="LiveId" clId="{1C280C0C-0AA8-436F-85F6-1EC902F4E174}" dt="2024-08-03T19:35:15.090" v="226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280C0C-0AA8-436F-85F6-1EC902F4E174}" dt="2024-08-03T19:40:13.759" v="260" actId="27636"/>
        <pc:sldMkLst>
          <pc:docMk/>
          <pc:sldMk cId="4141278968" sldId="337"/>
        </pc:sldMkLst>
        <pc:spChg chg="mod">
          <ac:chgData name="anaclaracosta116@gmail.com" userId="a793634777582c92" providerId="LiveId" clId="{1C280C0C-0AA8-436F-85F6-1EC902F4E174}" dt="2024-08-03T19:40:13.759" v="260" actId="27636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280C0C-0AA8-436F-85F6-1EC902F4E174}" dt="2024-08-03T19:30:29.578" v="27" actId="403"/>
        <pc:sldMkLst>
          <pc:docMk/>
          <pc:sldMk cId="2703894855" sldId="339"/>
        </pc:sldMkLst>
        <pc:spChg chg="mod">
          <ac:chgData name="anaclaracosta116@gmail.com" userId="a793634777582c92" providerId="LiveId" clId="{1C280C0C-0AA8-436F-85F6-1EC902F4E174}" dt="2024-08-03T19:30:29.578" v="27" actId="403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280C0C-0AA8-436F-85F6-1EC902F4E174}" dt="2024-08-03T19:28:12.192" v="10" actId="20577"/>
        <pc:sldMkLst>
          <pc:docMk/>
          <pc:sldMk cId="880466366" sldId="354"/>
        </pc:sldMkLst>
        <pc:spChg chg="mod">
          <ac:chgData name="anaclaracosta116@gmail.com" userId="a793634777582c92" providerId="LiveId" clId="{1C280C0C-0AA8-436F-85F6-1EC902F4E174}" dt="2024-08-03T19:28:12.192" v="10" actId="20577"/>
          <ac:spMkLst>
            <pc:docMk/>
            <pc:sldMk cId="880466366" sldId="35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1C280C0C-0AA8-436F-85F6-1EC902F4E174}" dt="2024-08-03T19:37:35.942" v="241" actId="2696"/>
        <pc:sldMkLst>
          <pc:docMk/>
          <pc:sldMk cId="3348609962" sldId="358"/>
        </pc:sldMkLst>
      </pc:sldChg>
      <pc:sldChg chg="modSp mod">
        <pc:chgData name="anaclaracosta116@gmail.com" userId="a793634777582c92" providerId="LiveId" clId="{1C280C0C-0AA8-436F-85F6-1EC902F4E174}" dt="2024-08-03T19:37:33.198" v="240" actId="27636"/>
        <pc:sldMkLst>
          <pc:docMk/>
          <pc:sldMk cId="2304799739" sldId="362"/>
        </pc:sldMkLst>
        <pc:spChg chg="mod">
          <ac:chgData name="anaclaracosta116@gmail.com" userId="a793634777582c92" providerId="LiveId" clId="{1C280C0C-0AA8-436F-85F6-1EC902F4E174}" dt="2024-08-03T19:37:33.198" v="240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1C280C0C-0AA8-436F-85F6-1EC902F4E174}" dt="2024-08-03T19:30:03.425" v="20" actId="2696"/>
        <pc:sldMkLst>
          <pc:docMk/>
          <pc:sldMk cId="4223893755" sldId="371"/>
        </pc:sldMkLst>
      </pc:sldChg>
      <pc:sldChg chg="del">
        <pc:chgData name="anaclaracosta116@gmail.com" userId="a793634777582c92" providerId="LiveId" clId="{1C280C0C-0AA8-436F-85F6-1EC902F4E174}" dt="2024-08-03T19:37:55.639" v="242" actId="2696"/>
        <pc:sldMkLst>
          <pc:docMk/>
          <pc:sldMk cId="3327129825" sldId="373"/>
        </pc:sldMkLst>
      </pc:sldChg>
      <pc:sldChg chg="modSp mod">
        <pc:chgData name="anaclaracosta116@gmail.com" userId="a793634777582c92" providerId="LiveId" clId="{1C280C0C-0AA8-436F-85F6-1EC902F4E174}" dt="2024-08-03T19:40:40.554" v="265" actId="403"/>
        <pc:sldMkLst>
          <pc:docMk/>
          <pc:sldMk cId="1457828054" sldId="374"/>
        </pc:sldMkLst>
        <pc:spChg chg="mod">
          <ac:chgData name="anaclaracosta116@gmail.com" userId="a793634777582c92" providerId="LiveId" clId="{1C280C0C-0AA8-436F-85F6-1EC902F4E174}" dt="2024-08-03T19:40:40.554" v="265" actId="403"/>
          <ac:spMkLst>
            <pc:docMk/>
            <pc:sldMk cId="1457828054" sldId="37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1C280C0C-0AA8-436F-85F6-1EC902F4E174}" dt="2024-08-03T19:35:18.230" v="227" actId="2696"/>
        <pc:sldMkLst>
          <pc:docMk/>
          <pc:sldMk cId="1775942911" sldId="376"/>
        </pc:sldMkLst>
      </pc:sldChg>
      <pc:sldChg chg="del">
        <pc:chgData name="anaclaracosta116@gmail.com" userId="a793634777582c92" providerId="LiveId" clId="{1C280C0C-0AA8-436F-85F6-1EC902F4E174}" dt="2024-08-03T19:37:58.617" v="243" actId="2696"/>
        <pc:sldMkLst>
          <pc:docMk/>
          <pc:sldMk cId="2077739007" sldId="378"/>
        </pc:sldMkLst>
      </pc:sldChg>
      <pc:sldChg chg="del">
        <pc:chgData name="anaclaracosta116@gmail.com" userId="a793634777582c92" providerId="LiveId" clId="{1C280C0C-0AA8-436F-85F6-1EC902F4E174}" dt="2024-08-03T19:30:08.502" v="21" actId="2696"/>
        <pc:sldMkLst>
          <pc:docMk/>
          <pc:sldMk cId="2221276915" sldId="383"/>
        </pc:sldMkLst>
      </pc:sldChg>
      <pc:sldChg chg="modSp mod">
        <pc:chgData name="anaclaracosta116@gmail.com" userId="a793634777582c92" providerId="LiveId" clId="{1C280C0C-0AA8-436F-85F6-1EC902F4E174}" dt="2024-08-03T19:28:16.783" v="11" actId="20577"/>
        <pc:sldMkLst>
          <pc:docMk/>
          <pc:sldMk cId="2860165344" sldId="384"/>
        </pc:sldMkLst>
        <pc:spChg chg="mod">
          <ac:chgData name="anaclaracosta116@gmail.com" userId="a793634777582c92" providerId="LiveId" clId="{1C280C0C-0AA8-436F-85F6-1EC902F4E174}" dt="2024-08-03T19:28:16.783" v="11" actId="20577"/>
          <ac:spMkLst>
            <pc:docMk/>
            <pc:sldMk cId="2860165344" sldId="38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C280C0C-0AA8-436F-85F6-1EC902F4E174}" dt="2024-08-03T19:28:19.630" v="12" actId="20577"/>
        <pc:sldMkLst>
          <pc:docMk/>
          <pc:sldMk cId="400973199" sldId="385"/>
        </pc:sldMkLst>
        <pc:spChg chg="mod">
          <ac:chgData name="anaclaracosta116@gmail.com" userId="a793634777582c92" providerId="LiveId" clId="{1C280C0C-0AA8-436F-85F6-1EC902F4E174}" dt="2024-08-03T19:28:19.630" v="12" actId="20577"/>
          <ac:spMkLst>
            <pc:docMk/>
            <pc:sldMk cId="400973199" sldId="38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C280C0C-0AA8-436F-85F6-1EC902F4E174}" dt="2024-08-03T19:35:49.168" v="233" actId="27636"/>
        <pc:sldMkLst>
          <pc:docMk/>
          <pc:sldMk cId="901406358" sldId="386"/>
        </pc:sldMkLst>
        <pc:spChg chg="mod">
          <ac:chgData name="anaclaracosta116@gmail.com" userId="a793634777582c92" providerId="LiveId" clId="{1C280C0C-0AA8-436F-85F6-1EC902F4E174}" dt="2024-08-03T19:35:49.168" v="233" actId="27636"/>
          <ac:spMkLst>
            <pc:docMk/>
            <pc:sldMk cId="901406358" sldId="38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C280C0C-0AA8-436F-85F6-1EC902F4E174}" dt="2024-08-03T19:36:08.679" v="237" actId="27636"/>
        <pc:sldMkLst>
          <pc:docMk/>
          <pc:sldMk cId="2251102353" sldId="387"/>
        </pc:sldMkLst>
        <pc:spChg chg="mod">
          <ac:chgData name="anaclaracosta116@gmail.com" userId="a793634777582c92" providerId="LiveId" clId="{1C280C0C-0AA8-436F-85F6-1EC902F4E174}" dt="2024-08-03T19:36:08.679" v="237" actId="27636"/>
          <ac:spMkLst>
            <pc:docMk/>
            <pc:sldMk cId="2251102353" sldId="38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C280C0C-0AA8-436F-85F6-1EC902F4E174}" dt="2024-08-03T19:38:26.837" v="251"/>
        <pc:sldMkLst>
          <pc:docMk/>
          <pc:sldMk cId="1015139190" sldId="388"/>
        </pc:sldMkLst>
        <pc:spChg chg="mod">
          <ac:chgData name="anaclaracosta116@gmail.com" userId="a793634777582c92" providerId="LiveId" clId="{1C280C0C-0AA8-436F-85F6-1EC902F4E174}" dt="2024-08-03T19:38:26.837" v="251"/>
          <ac:spMkLst>
            <pc:docMk/>
            <pc:sldMk cId="1015139190" sldId="38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C280C0C-0AA8-436F-85F6-1EC902F4E174}" dt="2024-08-03T19:38:46.458" v="252"/>
        <pc:sldMkLst>
          <pc:docMk/>
          <pc:sldMk cId="3540050330" sldId="389"/>
        </pc:sldMkLst>
        <pc:spChg chg="mod">
          <ac:chgData name="anaclaracosta116@gmail.com" userId="a793634777582c92" providerId="LiveId" clId="{1C280C0C-0AA8-436F-85F6-1EC902F4E174}" dt="2024-08-03T19:38:46.458" v="252"/>
          <ac:spMkLst>
            <pc:docMk/>
            <pc:sldMk cId="3540050330" sldId="38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C280C0C-0AA8-436F-85F6-1EC902F4E174}" dt="2024-08-03T19:39:23.294" v="254"/>
        <pc:sldMkLst>
          <pc:docMk/>
          <pc:sldMk cId="167885743" sldId="390"/>
        </pc:sldMkLst>
        <pc:spChg chg="mod">
          <ac:chgData name="anaclaracosta116@gmail.com" userId="a793634777582c92" providerId="LiveId" clId="{1C280C0C-0AA8-436F-85F6-1EC902F4E174}" dt="2024-08-03T19:39:23.294" v="254"/>
          <ac:spMkLst>
            <pc:docMk/>
            <pc:sldMk cId="167885743" sldId="390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1C280C0C-0AA8-436F-85F6-1EC902F4E174}" dt="2024-08-03T19:40:43.195" v="266" actId="2890"/>
        <pc:sldMkLst>
          <pc:docMk/>
          <pc:sldMk cId="1646787920" sldId="391"/>
        </pc:sldMkLst>
      </pc:sldChg>
      <pc:sldChg chg="modSp add mod ord">
        <pc:chgData name="anaclaracosta116@gmail.com" userId="a793634777582c92" providerId="LiveId" clId="{1C280C0C-0AA8-436F-85F6-1EC902F4E174}" dt="2024-08-03T19:46:23.331" v="458" actId="1076"/>
        <pc:sldMkLst>
          <pc:docMk/>
          <pc:sldMk cId="3331284607" sldId="392"/>
        </pc:sldMkLst>
        <pc:spChg chg="mod">
          <ac:chgData name="anaclaracosta116@gmail.com" userId="a793634777582c92" providerId="LiveId" clId="{1C280C0C-0AA8-436F-85F6-1EC902F4E174}" dt="2024-08-03T19:41:04.008" v="280" actId="14100"/>
          <ac:spMkLst>
            <pc:docMk/>
            <pc:sldMk cId="3331284607" sldId="392"/>
            <ac:spMk id="2" creationId="{F0E406B4-85AC-B67B-F9E2-21AAF8067483}"/>
          </ac:spMkLst>
        </pc:spChg>
        <pc:spChg chg="mod">
          <ac:chgData name="anaclaracosta116@gmail.com" userId="a793634777582c92" providerId="LiveId" clId="{1C280C0C-0AA8-436F-85F6-1EC902F4E174}" dt="2024-08-03T19:46:23.331" v="458" actId="1076"/>
          <ac:spMkLst>
            <pc:docMk/>
            <pc:sldMk cId="3331284607" sldId="39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C280C0C-0AA8-436F-85F6-1EC902F4E174}" dt="2024-08-03T19:46:29.687" v="459" actId="113"/>
        <pc:sldMkLst>
          <pc:docMk/>
          <pc:sldMk cId="1728238719" sldId="393"/>
        </pc:sldMkLst>
        <pc:spChg chg="mod">
          <ac:chgData name="anaclaracosta116@gmail.com" userId="a793634777582c92" providerId="LiveId" clId="{1C280C0C-0AA8-436F-85F6-1EC902F4E174}" dt="2024-08-03T19:46:29.687" v="459" actId="113"/>
          <ac:spMkLst>
            <pc:docMk/>
            <pc:sldMk cId="1728238719" sldId="393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1C280C0C-0AA8-436F-85F6-1EC902F4E174}" dt="2024-08-03T19:46:14.159" v="454"/>
        <pc:sldMkLst>
          <pc:docMk/>
          <pc:sldMk cId="1996419190" sldId="394"/>
        </pc:sldMkLst>
        <pc:spChg chg="mod">
          <ac:chgData name="anaclaracosta116@gmail.com" userId="a793634777582c92" providerId="LiveId" clId="{1C280C0C-0AA8-436F-85F6-1EC902F4E174}" dt="2024-08-03T19:46:11.609" v="452" actId="113"/>
          <ac:spMkLst>
            <pc:docMk/>
            <pc:sldMk cId="1996419190" sldId="394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C280C0C-0AA8-436F-85F6-1EC902F4E174}" dt="2024-08-03T19:46:34.370" v="462"/>
        <pc:sldMkLst>
          <pc:docMk/>
          <pc:sldMk cId="1861549693" sldId="39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COM A IGREJA SUBIREMOS</a:t>
            </a:r>
          </a:p>
          <a:p>
            <a:pPr algn="l"/>
            <a:r>
              <a:rPr lang="pt-BR" sz="7200" b="1" dirty="0"/>
              <a:t>AO ALTAR DO SENHOR.</a:t>
            </a:r>
          </a:p>
          <a:p>
            <a:pPr algn="l"/>
            <a:endParaRPr lang="pt-BR" sz="7200" b="1" dirty="0"/>
          </a:p>
          <a:p>
            <a:pPr algn="l"/>
            <a:r>
              <a:rPr lang="pt-BR" sz="7200" dirty="0"/>
              <a:t>TODA A IGREJA AQUI ESTÁ, PARA O ENCONTRO COM DEUS.</a:t>
            </a:r>
          </a:p>
          <a:p>
            <a:pPr algn="l"/>
            <a:r>
              <a:rPr lang="pt-BR" sz="7200" dirty="0"/>
              <a:t>ELE MESMO O MARCOU, PARA NÓS, FILHOS SEUS.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COM A IGREJA SUBIREMOS</a:t>
            </a:r>
          </a:p>
          <a:p>
            <a:pPr algn="l"/>
            <a:r>
              <a:rPr lang="pt-BR" sz="7200" b="1" dirty="0"/>
              <a:t>AO ALTAR DO SENHOR.</a:t>
            </a:r>
          </a:p>
          <a:p>
            <a:pPr algn="l"/>
            <a:endParaRPr lang="pt-BR" sz="7200" b="1" dirty="0"/>
          </a:p>
          <a:p>
            <a:pPr algn="l"/>
            <a:r>
              <a:rPr lang="pt-BR" sz="7200" dirty="0"/>
              <a:t>ENTRE NÓS E O PAI SANTO, ESTÁ JESUS, NOSSO IRMÃO:</a:t>
            </a:r>
          </a:p>
          <a:p>
            <a:pPr algn="l"/>
            <a:r>
              <a:rPr lang="pt-BR" sz="7200" dirty="0"/>
              <a:t>MEDIADOR, SACERDOTE, NOSSO PONTO DE UNIÃO.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6016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COM A IGREJA SUBIREMOS</a:t>
            </a:r>
          </a:p>
          <a:p>
            <a:pPr algn="l"/>
            <a:r>
              <a:rPr lang="pt-BR" sz="7200" b="1" dirty="0"/>
              <a:t>AO ALTAR DO SENHOR.</a:t>
            </a:r>
          </a:p>
          <a:p>
            <a:pPr algn="l"/>
            <a:endParaRPr lang="pt-BR" sz="7200" b="1" dirty="0"/>
          </a:p>
          <a:p>
            <a:pPr algn="l"/>
            <a:r>
              <a:rPr lang="pt-BR" sz="7200" dirty="0"/>
              <a:t>REZAREMOS COM CRISTO, O PERFEITO LOUVOR,</a:t>
            </a:r>
          </a:p>
          <a:p>
            <a:pPr algn="l"/>
            <a:r>
              <a:rPr lang="pt-BR" sz="7200" dirty="0"/>
              <a:t>E SEREMOS PRO PAI, UMA IMAGEM DE AMOR.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0973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000" dirty="0"/>
              <a:t>TENDE COMPAIXÃO DE NÓS, SENHOR!</a:t>
            </a:r>
          </a:p>
          <a:p>
            <a:pPr algn="just"/>
            <a:r>
              <a:rPr lang="pt-BR" sz="6000" dirty="0"/>
              <a:t>PORQUE SOMOS PECADORES.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MANIFESTAI, SENHOR, À VOSSA MISERICÓRDIA!</a:t>
            </a:r>
          </a:p>
          <a:p>
            <a:pPr algn="just"/>
            <a:r>
              <a:rPr lang="pt-BR" sz="6000" dirty="0"/>
              <a:t>E DAI-NOS A VOSSA SALVAÇÃO.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GLÓRIA A DEUS NAS ALTURAS(3X)</a:t>
            </a:r>
          </a:p>
          <a:p>
            <a:pPr algn="just"/>
            <a:r>
              <a:rPr lang="pt-BR" sz="6000" dirty="0"/>
              <a:t>E PAZ NA TERRA AOS HOMENS POR ELE AMADOS</a:t>
            </a:r>
            <a:endParaRPr lang="pt-BR" sz="8000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SENHOR JESUS CRISTO, FILHO UNIGÊNITO</a:t>
            </a:r>
          </a:p>
          <a:p>
            <a:pPr algn="l"/>
            <a:r>
              <a:rPr lang="pt-BR" sz="7200" dirty="0"/>
              <a:t>SENHOR DEUS, CORDEIRO DE DEUS, FILHO DE DEUS PAI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400" dirty="0"/>
              <a:t>VÓS QUE TIRAIS O PECADO DO MUNDO,</a:t>
            </a:r>
          </a:p>
          <a:p>
            <a:pPr algn="l"/>
            <a:r>
              <a:rPr lang="pt-BR" sz="11400" dirty="0"/>
              <a:t>TENDE PIEDADE DE NÓS</a:t>
            </a:r>
            <a:endParaRPr lang="pt-BR" sz="139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</a:t>
            </a:r>
          </a:p>
          <a:p>
            <a:pPr algn="just"/>
            <a:r>
              <a:rPr lang="pt-BR" sz="9600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O SENHOR DEU A COMER O PÃO DO CÉU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O HOMEM NÃO VIVE SOMENTE DO PÃO, MAS VIVE DE TODA PALAVRA SAI DA BOCA DE DEUS E NÃO SÓ DO PÃO, AMÉM, ALELUIA, ALELUIA.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A VÓS, SENHOR,</a:t>
            </a:r>
          </a:p>
          <a:p>
            <a:pPr algn="l"/>
            <a:r>
              <a:rPr lang="pt-BR" sz="6600" b="1" dirty="0"/>
              <a:t>APRESENTAMOS ESTES DONS:</a:t>
            </a:r>
          </a:p>
          <a:p>
            <a:pPr algn="l"/>
            <a:r>
              <a:rPr lang="pt-BR" sz="6600" b="1" dirty="0"/>
              <a:t>O PÃO E O VINHO, ALELUIA!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1. QUE PODEREI RETRIBUIR AO SENHOR DEUS</a:t>
            </a:r>
          </a:p>
          <a:p>
            <a:pPr algn="l"/>
            <a:r>
              <a:rPr lang="pt-BR" sz="6600" dirty="0"/>
              <a:t>POR TUDO AQUILO QUE ELE FEZ EM MEU FAVOR?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A VÓS, SENHOR,</a:t>
            </a:r>
          </a:p>
          <a:p>
            <a:pPr algn="l"/>
            <a:r>
              <a:rPr lang="pt-BR" sz="6600" b="1" dirty="0"/>
              <a:t>APRESENTAMOS ESTES DONS:</a:t>
            </a:r>
          </a:p>
          <a:p>
            <a:pPr algn="l"/>
            <a:r>
              <a:rPr lang="pt-BR" sz="6600" b="1" dirty="0"/>
              <a:t>O PÃO E O VINHO, ALELUIA!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2. ELEVO O CÁLICE DA MINHA SALVAÇÃO,</a:t>
            </a:r>
          </a:p>
          <a:p>
            <a:pPr algn="l"/>
            <a:r>
              <a:rPr lang="pt-BR" sz="6600" dirty="0"/>
              <a:t>INVOCANDO O NOME SANTO DO SENHOR.</a:t>
            </a:r>
          </a:p>
        </p:txBody>
      </p:sp>
    </p:spTree>
    <p:extLst>
      <p:ext uri="{BB962C8B-B14F-4D97-AF65-F5344CB8AC3E}">
        <p14:creationId xmlns:p14="http://schemas.microsoft.com/office/powerpoint/2010/main" val="901406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A VÓS, SENHOR,</a:t>
            </a:r>
          </a:p>
          <a:p>
            <a:pPr algn="l"/>
            <a:r>
              <a:rPr lang="pt-BR" sz="6600" b="1" dirty="0"/>
              <a:t>APRESENTAMOS ESTES DONS:</a:t>
            </a:r>
          </a:p>
          <a:p>
            <a:pPr algn="l"/>
            <a:r>
              <a:rPr lang="pt-BR" sz="6600" b="1" dirty="0"/>
              <a:t>O PÃO E O VINHO, ALELUIA!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3. VOU CUMPRIR MINHAS PROMESSAS AO SENHOR</a:t>
            </a:r>
          </a:p>
          <a:p>
            <a:pPr algn="l"/>
            <a:r>
              <a:rPr lang="pt-BR" sz="6600" dirty="0"/>
              <a:t>NA PRESENÇA DE SEU POVO REUNIDO.</a:t>
            </a:r>
          </a:p>
        </p:txBody>
      </p:sp>
    </p:spTree>
    <p:extLst>
      <p:ext uri="{BB962C8B-B14F-4D97-AF65-F5344CB8AC3E}">
        <p14:creationId xmlns:p14="http://schemas.microsoft.com/office/powerpoint/2010/main" val="2251102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PROCLAMAM A VOSSA GLÓRIA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600" b="1" dirty="0"/>
              <a:t>EU SOU O PÃO QUE VEM DO CÉU</a:t>
            </a:r>
          </a:p>
          <a:p>
            <a:pPr algn="just"/>
            <a:r>
              <a:rPr lang="pt-BR" sz="6600" b="1" dirty="0"/>
              <a:t>QUEM CRER EM MIM, IRÁ VIVER.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dirty="0"/>
              <a:t>1. NÓS RECONHECEMOS O SENHOR, PARTINDO O PÃO</a:t>
            </a:r>
          </a:p>
          <a:p>
            <a:pPr algn="just"/>
            <a:r>
              <a:rPr lang="pt-BR" sz="6600" dirty="0"/>
              <a:t>MISTÉRIO DE AMOR, A NOSSA REFEIÇÃO.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600" b="1" dirty="0"/>
              <a:t>EU SOU O PÃO QUE VEM DO CÉU</a:t>
            </a:r>
          </a:p>
          <a:p>
            <a:pPr algn="just"/>
            <a:r>
              <a:rPr lang="pt-BR" sz="6600" b="1" dirty="0"/>
              <a:t>QUEM CRER EM MIM, IRÁ VIVER.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dirty="0"/>
              <a:t>2. O SENHOR JESUS NO SACRAMENTO NOS DEIXOU</a:t>
            </a:r>
          </a:p>
          <a:p>
            <a:pPr algn="just"/>
            <a:r>
              <a:rPr lang="pt-BR" sz="6600" dirty="0"/>
              <a:t>MEMORIAL DA CRUZ: MORTE E RESSURREIÇÃO.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15139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600" b="1" dirty="0"/>
              <a:t>EU SOU O PÃO QUE VEM DO CÉU</a:t>
            </a:r>
          </a:p>
          <a:p>
            <a:pPr algn="just"/>
            <a:r>
              <a:rPr lang="pt-BR" sz="6600" b="1" dirty="0"/>
              <a:t>QUEM CRER EM MIM, IRÁ VIVER.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dirty="0"/>
              <a:t>3. TÃO GRANDE MISTÉRIO ADORAMOS, NESTE ALTAR</a:t>
            </a:r>
          </a:p>
          <a:p>
            <a:pPr algn="just"/>
            <a:r>
              <a:rPr lang="pt-BR" sz="6600" dirty="0"/>
              <a:t>QUE NOSSA FÉ SUSTENTE O NOSSO CAMINHAR.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540050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600" b="1" dirty="0"/>
              <a:t>EU SOU O PÃO QUE VEM DO CÉU</a:t>
            </a:r>
          </a:p>
          <a:p>
            <a:pPr algn="just"/>
            <a:r>
              <a:rPr lang="pt-BR" sz="6600" b="1" dirty="0"/>
              <a:t>QUEM CRER EM MIM, IRÁ VIVER.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dirty="0"/>
              <a:t>4. AO POVO DE DEUS, LÁ NO DESERTO, SEM PÃO, SEM LAR</a:t>
            </a:r>
          </a:p>
          <a:p>
            <a:pPr algn="just"/>
            <a:r>
              <a:rPr lang="pt-BR" sz="6600" dirty="0"/>
              <a:t>DEUS FEZ CAIR DO CÉU COMIDA SALUTAR.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7885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EU TE ADORO, HÓSTIA DIVINA</a:t>
            </a:r>
          </a:p>
          <a:p>
            <a:pPr algn="just"/>
            <a:r>
              <a:rPr lang="pt-BR" sz="6600" dirty="0"/>
              <a:t>EU TE ADORO, HÓSTIA DE AMOR</a:t>
            </a:r>
          </a:p>
          <a:p>
            <a:pPr algn="just"/>
            <a:r>
              <a:rPr lang="pt-BR" sz="6600" dirty="0"/>
              <a:t>ÉS DOS ANJOS O TESOURO</a:t>
            </a:r>
          </a:p>
          <a:p>
            <a:pPr algn="just"/>
            <a:r>
              <a:rPr lang="pt-BR" sz="6600" dirty="0"/>
              <a:t>ÉS DOS HOMENS O DULÇOR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96419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2026011"/>
            <a:ext cx="10851573" cy="280597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EU TE ADORO, HÓSTIA DIVINA</a:t>
            </a:r>
          </a:p>
          <a:p>
            <a:pPr algn="just"/>
            <a:r>
              <a:rPr lang="pt-BR" sz="6600" b="1" dirty="0"/>
              <a:t>EU TE ADORO, HÓSTIA DE AMOR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312846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EU TE ADORO, HÓSTIA DIVINA</a:t>
            </a:r>
          </a:p>
          <a:p>
            <a:pPr algn="just"/>
            <a:r>
              <a:rPr lang="pt-BR" sz="6600" dirty="0"/>
              <a:t>EU TE ADORO, HÓSTIA DE AMOR</a:t>
            </a:r>
          </a:p>
          <a:p>
            <a:pPr algn="just"/>
            <a:r>
              <a:rPr lang="pt-BR" sz="6600" dirty="0"/>
              <a:t>ÉS NA VIDA ALENTO E FORÇA</a:t>
            </a:r>
          </a:p>
          <a:p>
            <a:pPr algn="just"/>
            <a:r>
              <a:rPr lang="pt-BR" sz="6600" dirty="0"/>
              <a:t>ÉS NA MORTE DEFENSOR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28238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2026011"/>
            <a:ext cx="10851573" cy="280597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EU TE ADORO, HÓSTIA DIVINA</a:t>
            </a:r>
          </a:p>
          <a:p>
            <a:pPr algn="just"/>
            <a:r>
              <a:rPr lang="pt-BR" sz="6600" b="1" dirty="0"/>
              <a:t>EU TE ADORO, HÓSTIA DE AMOR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61549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787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MARIA, MÃE DOS CAMINHANTES</a:t>
            </a:r>
          </a:p>
          <a:p>
            <a:pPr algn="l"/>
            <a:r>
              <a:rPr lang="pt-BR" sz="7200" dirty="0"/>
              <a:t>ENSINA-NOS A CAMINHAR</a:t>
            </a:r>
          </a:p>
          <a:p>
            <a:pPr algn="l"/>
            <a:r>
              <a:rPr lang="pt-BR" sz="7200" dirty="0"/>
              <a:t>NÓS SOMOS TODOS VIAJANTES</a:t>
            </a:r>
          </a:p>
          <a:p>
            <a:pPr algn="l"/>
            <a:r>
              <a:rPr lang="pt-BR" sz="7200" dirty="0"/>
              <a:t>MAS É DIFÍCIL SEMPRE ANDAR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893185"/>
            <a:ext cx="11173692" cy="5729289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FIZESTE LONGA CAMINHADA</a:t>
            </a:r>
          </a:p>
          <a:p>
            <a:pPr algn="l"/>
            <a:r>
              <a:rPr lang="pt-BR" sz="6600" dirty="0"/>
              <a:t>PARA SERVIR A ISABEL</a:t>
            </a:r>
          </a:p>
          <a:p>
            <a:pPr algn="l"/>
            <a:r>
              <a:rPr lang="pt-BR" sz="6600" dirty="0"/>
              <a:t>SABENDO-TE DE DEUS</a:t>
            </a:r>
          </a:p>
          <a:p>
            <a:pPr algn="l"/>
            <a:r>
              <a:rPr lang="pt-BR" sz="6600" dirty="0"/>
              <a:t>MORADA APÓS TEU SIM A GABRIEL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8184</TotalTime>
  <Words>735</Words>
  <Application>Microsoft Office PowerPoint</Application>
  <PresentationFormat>Widescreen</PresentationFormat>
  <Paragraphs>142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 - COMUNHÃO</vt:lpstr>
      <vt:lpstr>PÓS - COMUNHÃO</vt:lpstr>
      <vt:lpstr>PÓS - COMUNHÃO</vt:lpstr>
      <vt:lpstr>PÓS -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25</cp:revision>
  <dcterms:created xsi:type="dcterms:W3CDTF">2023-05-06T17:01:55Z</dcterms:created>
  <dcterms:modified xsi:type="dcterms:W3CDTF">2024-08-03T19:46:35Z</dcterms:modified>
</cp:coreProperties>
</file>