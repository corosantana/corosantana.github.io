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32" r:id="rId4"/>
    <p:sldId id="446" r:id="rId5"/>
    <p:sldId id="258" r:id="rId6"/>
    <p:sldId id="481" r:id="rId7"/>
    <p:sldId id="404" r:id="rId8"/>
    <p:sldId id="260" r:id="rId9"/>
    <p:sldId id="261" r:id="rId10"/>
    <p:sldId id="338" r:id="rId11"/>
    <p:sldId id="339" r:id="rId12"/>
    <p:sldId id="340" r:id="rId13"/>
    <p:sldId id="377" r:id="rId14"/>
    <p:sldId id="447" r:id="rId15"/>
    <p:sldId id="264" r:id="rId16"/>
    <p:sldId id="265" r:id="rId17"/>
    <p:sldId id="266" r:id="rId18"/>
    <p:sldId id="267" r:id="rId19"/>
    <p:sldId id="271" r:id="rId20"/>
    <p:sldId id="451" r:id="rId21"/>
    <p:sldId id="469" r:id="rId22"/>
    <p:sldId id="480" r:id="rId23"/>
    <p:sldId id="470" r:id="rId24"/>
    <p:sldId id="361" r:id="rId25"/>
    <p:sldId id="445" r:id="rId26"/>
    <p:sldId id="443" r:id="rId27"/>
    <p:sldId id="362" r:id="rId28"/>
    <p:sldId id="358" r:id="rId29"/>
    <p:sldId id="373" r:id="rId30"/>
    <p:sldId id="277" r:id="rId31"/>
    <p:sldId id="394" r:id="rId32"/>
    <p:sldId id="392" r:id="rId33"/>
    <p:sldId id="393" r:id="rId34"/>
    <p:sldId id="395" r:id="rId35"/>
    <p:sldId id="427" r:id="rId36"/>
    <p:sldId id="384" r:id="rId37"/>
    <p:sldId id="482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09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26/10/2024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D314367-10DE-F0BA-DFBB-C544045C09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98" b="10598"/>
          <a:stretch/>
        </p:blipFill>
        <p:spPr>
          <a:xfrm>
            <a:off x="0" y="-1"/>
            <a:ext cx="12192000" cy="6888553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alpha val="61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403ABE3-D2A9-4E95-C93C-168023A9A24E}"/>
              </a:ext>
            </a:extLst>
          </p:cNvPr>
          <p:cNvSpPr txBox="1">
            <a:spLocks/>
          </p:cNvSpPr>
          <p:nvPr/>
        </p:nvSpPr>
        <p:spPr>
          <a:xfrm>
            <a:off x="504476" y="2386306"/>
            <a:ext cx="11183044" cy="2133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0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30º DOMINGO DO TEMPO COMUM</a:t>
            </a:r>
            <a:endParaRPr lang="pt-BR" sz="9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b="1" dirty="0"/>
              <a:t>EIS-ME AQUI SENHOR!</a:t>
            </a:r>
          </a:p>
          <a:p>
            <a:pPr algn="l"/>
            <a:r>
              <a:rPr lang="pt-BR" sz="13500" b="1" dirty="0"/>
              <a:t>EIS-ME AQUI SENHOR!</a:t>
            </a:r>
          </a:p>
          <a:p>
            <a:pPr algn="l"/>
            <a:r>
              <a:rPr lang="pt-BR" sz="13500" b="1" dirty="0"/>
              <a:t>PRA FAZER TUA VONTADE</a:t>
            </a:r>
          </a:p>
          <a:p>
            <a:pPr algn="l"/>
            <a:r>
              <a:rPr lang="pt-BR" sz="13500" b="1" dirty="0"/>
              <a:t>PRA VIVER NO TEU AMOR</a:t>
            </a:r>
          </a:p>
          <a:p>
            <a:pPr algn="l"/>
            <a:r>
              <a:rPr lang="pt-BR" sz="13500" b="1" dirty="0"/>
              <a:t>PRA FAZER TUA VONTADE</a:t>
            </a:r>
          </a:p>
          <a:p>
            <a:pPr algn="l"/>
            <a:r>
              <a:rPr lang="pt-BR" sz="13500" b="1" dirty="0"/>
              <a:t>PRA VIVER NO TEU AMOR</a:t>
            </a:r>
          </a:p>
          <a:p>
            <a:pPr algn="l"/>
            <a:r>
              <a:rPr lang="pt-BR" sz="13500" b="1" dirty="0"/>
              <a:t>EIS-ME AQUI SENHOR!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dirty="0"/>
              <a:t>O SENHOR É O PASTOR QUE ME CONDUZ</a:t>
            </a:r>
          </a:p>
          <a:p>
            <a:pPr algn="l"/>
            <a:r>
              <a:rPr lang="pt-BR" sz="13500" dirty="0"/>
              <a:t>POR CAMINHOS NUNCA VISTOS ME ENVIOU</a:t>
            </a:r>
          </a:p>
          <a:p>
            <a:pPr algn="l"/>
            <a:r>
              <a:rPr lang="pt-BR" sz="13500" dirty="0"/>
              <a:t>SOU CHAMADO A SER FERMENTO SAL E LUZ</a:t>
            </a:r>
          </a:p>
          <a:p>
            <a:pPr algn="l"/>
            <a:r>
              <a:rPr lang="pt-BR" sz="13500" dirty="0"/>
              <a:t>E POR ISSO RESPONDI: AQUI ESTOU!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975748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b="1" dirty="0"/>
              <a:t>EIS-ME AQUI SENHOR!</a:t>
            </a:r>
          </a:p>
          <a:p>
            <a:pPr algn="l"/>
            <a:r>
              <a:rPr lang="pt-BR" sz="13500" b="1" dirty="0"/>
              <a:t>EIS-ME AQUI SENHOR!</a:t>
            </a:r>
          </a:p>
          <a:p>
            <a:pPr algn="l"/>
            <a:r>
              <a:rPr lang="pt-BR" sz="13500" b="1" dirty="0"/>
              <a:t>PRA FAZER TUA VONTADE</a:t>
            </a:r>
          </a:p>
          <a:p>
            <a:pPr algn="l"/>
            <a:r>
              <a:rPr lang="pt-BR" sz="13500" b="1" dirty="0"/>
              <a:t>PRA VIVER NO TEU AMOR</a:t>
            </a:r>
          </a:p>
          <a:p>
            <a:pPr algn="l"/>
            <a:r>
              <a:rPr lang="pt-BR" sz="13500" b="1" dirty="0"/>
              <a:t>PRA FAZER TUA VONTADE</a:t>
            </a:r>
          </a:p>
          <a:p>
            <a:pPr algn="l"/>
            <a:r>
              <a:rPr lang="pt-BR" sz="13500" b="1" dirty="0"/>
              <a:t>PRA VIVER NO TEU AMOR</a:t>
            </a:r>
          </a:p>
          <a:p>
            <a:pPr algn="l"/>
            <a:r>
              <a:rPr lang="pt-BR" sz="13500" b="1" dirty="0"/>
              <a:t>EIS-ME AQUI SENHOR!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4035707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IRMÃS,</a:t>
            </a:r>
          </a:p>
          <a:p>
            <a:pPr algn="just"/>
            <a:r>
              <a:rPr lang="pt-BR" sz="6000" dirty="0"/>
              <a:t>QUE PEQUEI MUITAS VEZES POR PENSAMENTOS,</a:t>
            </a:r>
          </a:p>
          <a:p>
            <a:pPr algn="just"/>
            <a:r>
              <a:rPr lang="pt-BR" sz="6000" dirty="0"/>
              <a:t>PALAVRAS, ATOS E OMISSÕES,</a:t>
            </a:r>
          </a:p>
          <a:p>
            <a:pPr algn="just"/>
            <a:r>
              <a:rPr lang="pt-BR" sz="6000" dirty="0"/>
              <a:t>POR MINHA CULPA, MINHA CULPA, MINHA TÃO GRANDE CULPA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799594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0988389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IRMÃS,</a:t>
            </a:r>
          </a:p>
          <a:p>
            <a:pPr algn="just"/>
            <a:r>
              <a:rPr lang="pt-BR" sz="7200" dirty="0"/>
              <a:t>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fr-FR" sz="9600" b="1" dirty="0"/>
              <a:t>GLORIA IN EXCELSIS DEO ET IN TERRA PAX HOMINIBUS BONAE VOLUNTATIS, BONAE VOLUNTATIS</a:t>
            </a:r>
            <a:endParaRPr lang="pt-BR" sz="9600" b="1" dirty="0"/>
          </a:p>
          <a:p>
            <a:pPr algn="just"/>
            <a:r>
              <a:rPr lang="pt-BR" sz="3800" b="1" dirty="0">
                <a:solidFill>
                  <a:srgbClr val="FF0000"/>
                </a:solidFill>
              </a:rPr>
              <a:t>TRADUÇÃO</a:t>
            </a:r>
          </a:p>
          <a:p>
            <a:pPr algn="just"/>
            <a:r>
              <a:rPr lang="pt-BR" sz="5800" dirty="0"/>
              <a:t>GLÓRIA A DEUS NAS ALTURAS 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  <a:endParaRPr lang="pt-BR" sz="6600" b="1" dirty="0"/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  <a:p>
            <a:pPr algn="just"/>
            <a:r>
              <a:rPr lang="pt-BR" sz="6000" dirty="0"/>
              <a:t>SÓ VÓS SOIS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r>
              <a:rPr lang="pt-BR" sz="9600" dirty="0"/>
              <a:t>COM O ESPÍRITO SANTO NA GLÓRIA DE DEUS PAI. 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9600" b="1" dirty="0"/>
              <a:t>GLORIA IN EXCELSIS DEO ET IN TERRA PAX HOMINIBUS BONAE VOLUNTATIS, BONAE VOLUNTATIS.</a:t>
            </a:r>
          </a:p>
          <a:p>
            <a:pPr algn="just"/>
            <a:r>
              <a:rPr lang="pt-BR" sz="9600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3643768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211840" cy="2957080"/>
          </a:xfrm>
        </p:spPr>
        <p:txBody>
          <a:bodyPr>
            <a:normAutofit/>
          </a:bodyPr>
          <a:lstStyle/>
          <a:p>
            <a:r>
              <a:rPr lang="pt-BR" sz="5400" b="1" dirty="0"/>
              <a:t>MARAVILHAS FEZ CONOSCO O SENHOR, EXULTEMOS DE ALEGRIA!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JESUS CRISTO, SALVADOR, DESTRUIU O MAL E A MORTE, FEZ BRILHAR, PELO EVENGELHO, A LUZ E A VIDA IMPERECÍVEIS.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100" b="1" dirty="0"/>
              <a:t>BOM É LOUVAR O SENHOR, NOSSO DEUS</a:t>
            </a:r>
          </a:p>
          <a:p>
            <a:pPr algn="l"/>
            <a:r>
              <a:rPr lang="pt-BR" sz="7100" b="1" dirty="0"/>
              <a:t>CANTAR SALMOS AO NOME DO ALTÍSSIMO,</a:t>
            </a:r>
          </a:p>
          <a:p>
            <a:pPr algn="l"/>
            <a:r>
              <a:rPr lang="pt-BR" sz="7100" b="1" dirty="0"/>
              <a:t>COM ALEGRIA ACLAMAR SEU AMOR,</a:t>
            </a:r>
          </a:p>
          <a:p>
            <a:pPr algn="l"/>
            <a:r>
              <a:rPr lang="pt-BR" sz="7100" b="1" dirty="0"/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637967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100" dirty="0"/>
              <a:t>COMO TUAS OBRAS ME ALEGRAM, SENHOR,</a:t>
            </a:r>
          </a:p>
          <a:p>
            <a:pPr algn="l"/>
            <a:r>
              <a:rPr lang="pt-BR" sz="7100" dirty="0"/>
              <a:t>OS TEUS PRODÍGIOS SUSCITAM LOUVOR.</a:t>
            </a:r>
          </a:p>
          <a:p>
            <a:pPr algn="l"/>
            <a:r>
              <a:rPr lang="pt-BR" sz="7100" dirty="0"/>
              <a:t>TUA PRESENÇA EU CONTEMPLO NO CÉU,</a:t>
            </a:r>
          </a:p>
          <a:p>
            <a:pPr algn="l"/>
            <a:r>
              <a:rPr lang="pt-BR" sz="7100" dirty="0"/>
              <a:t>OLHO A TERRA TAMBÉM NELA ESTÁS.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395893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100" b="1" dirty="0"/>
              <a:t>BOM É LOUVAR O SENHOR, NOSSO DEUS</a:t>
            </a:r>
          </a:p>
          <a:p>
            <a:pPr algn="l"/>
            <a:r>
              <a:rPr lang="pt-BR" sz="7100" b="1" dirty="0"/>
              <a:t>CANTAR SALMOS AO NOME DO ALTÍSSIMO,</a:t>
            </a:r>
          </a:p>
          <a:p>
            <a:pPr algn="l"/>
            <a:r>
              <a:rPr lang="pt-BR" sz="7100" b="1" dirty="0"/>
              <a:t>COM ALEGRIA ACLAMAR SEU AMOR,</a:t>
            </a:r>
          </a:p>
          <a:p>
            <a:pPr algn="l"/>
            <a:r>
              <a:rPr lang="pt-BR" sz="7100" b="1" dirty="0"/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4190419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100" dirty="0"/>
              <a:t>TU ENGRANDECES O HOMEM MORTAL</a:t>
            </a:r>
          </a:p>
          <a:p>
            <a:pPr algn="l"/>
            <a:r>
              <a:rPr lang="pt-BR" sz="7100" dirty="0"/>
              <a:t>DA NATUREZA ELE É REI E SENHOR.</a:t>
            </a:r>
          </a:p>
          <a:p>
            <a:pPr algn="l"/>
            <a:r>
              <a:rPr lang="pt-BR" sz="7100" dirty="0"/>
              <a:t>DE HONRA O COROASTE, DE GLÓRIA E PODER,</a:t>
            </a:r>
          </a:p>
          <a:p>
            <a:pPr algn="l"/>
            <a:r>
              <a:rPr lang="pt-BR" sz="7100" dirty="0"/>
              <a:t>POUCO MENOS QUE AOS ANJOS DO CÉU.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477985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14504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803563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SANTO, SANTO, SANTO, SENHOR DEUS DO UNIVERSO.</a:t>
            </a:r>
          </a:p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O CÉU E A TERRA PROCLAMAM</a:t>
            </a:r>
          </a:p>
          <a:p>
            <a:pPr algn="l"/>
            <a:r>
              <a:rPr lang="pt-BR" sz="19200" dirty="0">
                <a:latin typeface="Open Sans" panose="020B0606030504020204" pitchFamily="34" charset="0"/>
              </a:rPr>
              <a:t>PROCLAMAM</a:t>
            </a:r>
            <a:r>
              <a:rPr lang="pt-BR" sz="19200" i="0" dirty="0">
                <a:effectLst/>
                <a:latin typeface="Open Sans" panose="020B0606030504020204" pitchFamily="34" charset="0"/>
              </a:rPr>
              <a:t> VOSSA GLÓRIA!</a:t>
            </a:r>
            <a:br>
              <a:rPr lang="pt-BR" sz="21600" dirty="0"/>
            </a:br>
            <a:r>
              <a:rPr lang="pt-BR" sz="19200" b="1" i="0" dirty="0">
                <a:effectLst/>
                <a:latin typeface="Open Sans" panose="020B0606030504020204" pitchFamily="34" charset="0"/>
              </a:rPr>
              <a:t>HOSANA, HOSANA, HOSANA</a:t>
            </a:r>
          </a:p>
          <a:p>
            <a:pPr algn="l"/>
            <a:r>
              <a:rPr lang="pt-BR" sz="19200" b="1" dirty="0">
                <a:latin typeface="Open Sans" panose="020B0606030504020204" pitchFamily="34" charset="0"/>
              </a:rPr>
              <a:t>HOSANA</a:t>
            </a:r>
            <a:r>
              <a:rPr lang="pt-BR" sz="19200" b="1" i="0" dirty="0">
                <a:effectLst/>
                <a:latin typeface="Open Sans" panose="020B0606030504020204" pitchFamily="34" charset="0"/>
              </a:rPr>
              <a:t> NAS ALTURAS!</a:t>
            </a:r>
            <a:endParaRPr lang="pt-BR" sz="19200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19200" b="0" i="0" dirty="0">
                <a:effectLst/>
                <a:latin typeface="Open Sans" panose="020B0606030504020204" pitchFamily="34" charset="0"/>
              </a:rPr>
              <a:t>BENDITO O QUE VEM EM NOME DO SENHOR.</a:t>
            </a:r>
          </a:p>
          <a:p>
            <a:pPr algn="l"/>
            <a:r>
              <a:rPr lang="pt-BR" sz="19200" b="1" dirty="0">
                <a:latin typeface="Open Sans" panose="020B0606030504020204" pitchFamily="34" charset="0"/>
              </a:rPr>
              <a:t>HOSANA, HOSANA, HOSANA</a:t>
            </a:r>
            <a:br>
              <a:rPr lang="pt-BR" sz="19200" b="1" dirty="0"/>
            </a:br>
            <a:r>
              <a:rPr lang="pt-BR" sz="19200" b="1" i="0" dirty="0">
                <a:effectLst/>
                <a:latin typeface="Open Sans" panose="020B0606030504020204" pitchFamily="34" charset="0"/>
              </a:rPr>
              <a:t>HOSANA NAS ALTURAS! </a:t>
            </a:r>
            <a:endParaRPr lang="pt-BR" sz="19200" b="1" dirty="0"/>
          </a:p>
          <a:p>
            <a:pPr algn="just"/>
            <a:endParaRPr lang="pt-BR" sz="12800" dirty="0"/>
          </a:p>
          <a:p>
            <a:pPr algn="l"/>
            <a:br>
              <a:rPr lang="pt-BR" sz="8000" dirty="0"/>
            </a:b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600" b="1" dirty="0"/>
              <a:t>QUE EU VOS CANTE, Ó SENHOR, PELO BEM QUE ME FIZESTES</a:t>
            </a:r>
          </a:p>
          <a:p>
            <a:pPr algn="just"/>
            <a:r>
              <a:rPr lang="pt-BR" sz="6600" dirty="0"/>
              <a:t>ATÉ QUANDO, Ó SENHOR, ME ESQUECEREIS?</a:t>
            </a:r>
          </a:p>
          <a:p>
            <a:pPr algn="just"/>
            <a:r>
              <a:rPr lang="pt-BR" sz="6600" dirty="0"/>
              <a:t>ATÉ QUANDO ESCONDEREIS A VOSSA FACE?</a:t>
            </a:r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ATÉ QUANDO ESTARÁ TRISTE A MINHA ALMA?</a:t>
            </a:r>
          </a:p>
          <a:p>
            <a:pPr algn="just"/>
            <a:r>
              <a:rPr lang="pt-BR" sz="5400" dirty="0"/>
              <a:t>E O CORAÇÃO ANGUATIADO A CADA DIA?</a:t>
            </a:r>
          </a:p>
          <a:p>
            <a:pPr algn="just"/>
            <a:r>
              <a:rPr lang="pt-BR" sz="5400" b="1" dirty="0"/>
              <a:t>QUE EU VOS CANTE, Ó SENHOR, PELO BEM QUE ME FIZESTES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5400" dirty="0"/>
              <a:t>ATÉ QUANDO O INIMIGO SE ERGUERÁ?</a:t>
            </a:r>
          </a:p>
          <a:p>
            <a:pPr algn="l"/>
            <a:r>
              <a:rPr lang="pt-BR" sz="5400" dirty="0"/>
              <a:t>OLHAI, SENHOR, MEU DEUS, E RESPONDE-ME.</a:t>
            </a:r>
          </a:p>
          <a:p>
            <a:pPr algn="l"/>
            <a:r>
              <a:rPr lang="pt-BR" sz="5400" dirty="0"/>
              <a:t>NÃO DEIXEI QUE SE ME APAGUE A LUZ DOS OLHOS.</a:t>
            </a:r>
          </a:p>
          <a:p>
            <a:pPr algn="l"/>
            <a:r>
              <a:rPr lang="pt-BR" sz="5400" dirty="0"/>
              <a:t>E SE FECHEM, PELA MORTE, ADORMECIDOS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27129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95967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-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EU TE ADORO, HÓSTIA DIVINA</a:t>
            </a:r>
          </a:p>
          <a:p>
            <a:pPr algn="just"/>
            <a:r>
              <a:rPr lang="pt-BR" sz="6600" dirty="0"/>
              <a:t>EU TE ADORO, HÓSTIA DE AMOR</a:t>
            </a:r>
          </a:p>
          <a:p>
            <a:pPr algn="just"/>
            <a:r>
              <a:rPr lang="pt-BR" sz="6600" dirty="0"/>
              <a:t>ÉS DOS ANJOS O TESOURO</a:t>
            </a:r>
          </a:p>
          <a:p>
            <a:pPr algn="just"/>
            <a:r>
              <a:rPr lang="pt-BR" sz="6600" dirty="0"/>
              <a:t>ÉS DOS HOMENS O DULÇOR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964191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95967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-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2026011"/>
            <a:ext cx="10851573" cy="280597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600" b="1" dirty="0"/>
              <a:t>EU TE ADORO, HÓSTIA DIVINA</a:t>
            </a:r>
          </a:p>
          <a:p>
            <a:pPr algn="just"/>
            <a:r>
              <a:rPr lang="pt-BR" sz="6600" b="1" dirty="0"/>
              <a:t>EU TE ADORO, HÓSTIA DE AMOR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312846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95967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-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EU TE ADORO, HÓSTIA DIVINA</a:t>
            </a:r>
          </a:p>
          <a:p>
            <a:pPr algn="just"/>
            <a:r>
              <a:rPr lang="pt-BR" sz="6600" dirty="0"/>
              <a:t>EU TE ADORO, HÓSTIA DE AMOR</a:t>
            </a:r>
          </a:p>
          <a:p>
            <a:pPr algn="just"/>
            <a:r>
              <a:rPr lang="pt-BR" sz="6600" dirty="0"/>
              <a:t>ÉS NA VIDA ALENTO E FORÇA</a:t>
            </a:r>
          </a:p>
          <a:p>
            <a:pPr algn="just"/>
            <a:r>
              <a:rPr lang="pt-BR" sz="6600" dirty="0"/>
              <a:t>ÉS NA MORTE DEFENSOR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282387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95967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-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2026011"/>
            <a:ext cx="10851573" cy="280597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600" b="1" dirty="0"/>
              <a:t>EU TE ADORO, HÓSTIA DIVINA</a:t>
            </a:r>
          </a:p>
          <a:p>
            <a:pPr algn="just"/>
            <a:r>
              <a:rPr lang="pt-BR" sz="6600" b="1" dirty="0"/>
              <a:t>EU TE ADORO, HÓSTIA DE AMOR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8615496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dirty="0"/>
              <a:t>VIVO A ALEGRIA DE SER MISSIONÁRIO</a:t>
            </a:r>
          </a:p>
          <a:p>
            <a:pPr algn="l"/>
            <a:r>
              <a:rPr lang="pt-BR" sz="6000" dirty="0"/>
              <a:t>RECEBI DE JESUS ESTA LINDA MISSÃO</a:t>
            </a:r>
          </a:p>
          <a:p>
            <a:pPr algn="l"/>
            <a:r>
              <a:rPr lang="pt-BR" sz="6000" dirty="0"/>
              <a:t>MAS A AMÉRICA É GRANDE E HÁ POUCO OPERÁRIO</a:t>
            </a:r>
          </a:p>
          <a:p>
            <a:pPr algn="l"/>
            <a:r>
              <a:rPr lang="pt-BR" sz="6000" dirty="0"/>
              <a:t>VOU FAZER ROMARIA, FAZER MUTIRÃO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35605876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920895"/>
            <a:ext cx="10910456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ENTÃO, JESUS É MISSÃO, A IGREJA É MISSÃO</a:t>
            </a:r>
          </a:p>
          <a:p>
            <a:pPr algn="l"/>
            <a:r>
              <a:rPr lang="pt-BR" sz="21600" b="1" dirty="0"/>
              <a:t>ENTÃO, A VIDA É MISSÃO, O AMOR É MISSÃO</a:t>
            </a:r>
          </a:p>
          <a:p>
            <a:pPr algn="l"/>
            <a:r>
              <a:rPr lang="pt-BR" sz="21600" b="1" dirty="0"/>
              <a:t>ENTÃO, JESUS É MISSÃO, A IGREJA É MISSÃO</a:t>
            </a:r>
          </a:p>
          <a:p>
            <a:pPr algn="l"/>
            <a:r>
              <a:rPr lang="pt-BR" sz="21600" b="1" dirty="0"/>
              <a:t>ENTÃO, NÓS SOMOS MISSÃO, MISSÃO LOCAL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8441863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10026</TotalTime>
  <Words>827</Words>
  <Application>Microsoft Office PowerPoint</Application>
  <PresentationFormat>Widescreen</PresentationFormat>
  <Paragraphs>141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Apresentação do PowerPoint</vt:lpstr>
      <vt:lpstr>PÓS - COMUNHÃO</vt:lpstr>
      <vt:lpstr>PÓS - COMUNHÃO</vt:lpstr>
      <vt:lpstr>PÓS - COMUNHÃO</vt:lpstr>
      <vt:lpstr>PÓS - 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41</cp:revision>
  <dcterms:created xsi:type="dcterms:W3CDTF">2023-05-06T17:01:55Z</dcterms:created>
  <dcterms:modified xsi:type="dcterms:W3CDTF">2024-10-26T20:03:16Z</dcterms:modified>
</cp:coreProperties>
</file>