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24" r:id="rId4"/>
    <p:sldId id="258" r:id="rId5"/>
    <p:sldId id="397" r:id="rId6"/>
    <p:sldId id="260" r:id="rId7"/>
    <p:sldId id="261" r:id="rId8"/>
    <p:sldId id="338" r:id="rId9"/>
    <p:sldId id="339" r:id="rId10"/>
    <p:sldId id="340" r:id="rId11"/>
    <p:sldId id="264" r:id="rId12"/>
    <p:sldId id="265" r:id="rId13"/>
    <p:sldId id="266" r:id="rId14"/>
    <p:sldId id="267" r:id="rId15"/>
    <p:sldId id="271" r:id="rId16"/>
    <p:sldId id="269" r:id="rId17"/>
    <p:sldId id="419" r:id="rId18"/>
    <p:sldId id="425" r:id="rId19"/>
    <p:sldId id="420" r:id="rId20"/>
    <p:sldId id="292" r:id="rId21"/>
    <p:sldId id="275" r:id="rId22"/>
    <p:sldId id="363" r:id="rId23"/>
    <p:sldId id="361" r:id="rId24"/>
    <p:sldId id="362" r:id="rId25"/>
    <p:sldId id="421" r:id="rId26"/>
    <p:sldId id="426" r:id="rId27"/>
    <p:sldId id="422" r:id="rId28"/>
    <p:sldId id="427" r:id="rId29"/>
    <p:sldId id="423" r:id="rId30"/>
    <p:sldId id="404" r:id="rId31"/>
    <p:sldId id="337" r:id="rId32"/>
    <p:sldId id="374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28/10/2023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28/10/2023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986C84C-38D5-B781-F83C-768ECD7A5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870" y="-1"/>
            <a:ext cx="12225869" cy="6858001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1">
              <a:alpha val="8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5" y="2028616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30º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SENHOR SE TORNOU PARA MIM O SALVADOR</a:t>
            </a:r>
          </a:p>
          <a:p>
            <a:pPr algn="l"/>
            <a:endParaRPr lang="pt-BR" sz="66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60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VOS AMO, Ó SENHOR, SOIS MINHA FORÇA, MINHA ROCHA, MEU REFÚGIO E SALVADOR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 fontScale="92500"/>
          </a:bodyPr>
          <a:lstStyle/>
          <a:p>
            <a:pPr algn="l"/>
            <a:r>
              <a:rPr lang="pt-BR" sz="66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O SENHOR SE TORNOU PARA MIM O SALVADOR</a:t>
            </a:r>
          </a:p>
          <a:p>
            <a:pPr algn="l"/>
            <a:endParaRPr lang="pt-BR" sz="66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600" dirty="0">
                <a:solidFill>
                  <a:srgbClr val="131313"/>
                </a:solidFill>
                <a:latin typeface="Roboto" panose="02000000000000000000" pitchFamily="2" charset="0"/>
              </a:rPr>
              <a:t>MINHA FORÇA E PODEROSA SALVAÇÃO, SOIS MEU ESCUDO E PROTEÇÃO: EM VÓS ESPERO</a:t>
            </a:r>
            <a:endParaRPr lang="pt-BR" sz="8800" dirty="0"/>
          </a:p>
        </p:txBody>
      </p:sp>
    </p:spTree>
    <p:extLst>
      <p:ext uri="{BB962C8B-B14F-4D97-AF65-F5344CB8AC3E}">
        <p14:creationId xmlns:p14="http://schemas.microsoft.com/office/powerpoint/2010/main" val="733170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293" y="823133"/>
            <a:ext cx="11413413" cy="603486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CELEBRANTE: TENDE COMPAIXÃO DE NÓS, SENHOR.</a:t>
            </a:r>
          </a:p>
          <a:p>
            <a:pPr algn="just"/>
            <a:r>
              <a:rPr lang="pt-BR" sz="5400" b="1" dirty="0"/>
              <a:t>TODOS: PORQUE SOMOS PECADORES.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dirty="0"/>
              <a:t>CELEBRANTE: MANIFESTAI, SENHOR, A VOSSA MISERICÓRDIA.</a:t>
            </a:r>
          </a:p>
          <a:p>
            <a:pPr algn="just"/>
            <a:r>
              <a:rPr lang="pt-BR" sz="5400" dirty="0"/>
              <a:t>TODOS: </a:t>
            </a:r>
            <a:r>
              <a:rPr lang="pt-BR" sz="5400" b="1" dirty="0"/>
              <a:t>E DAI-NOS A VOSSA SALVAÇÃO. 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426477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900" b="1" dirty="0"/>
              <a:t>GLÓRIA A DEUS NAS ALTURAS(2X)</a:t>
            </a:r>
          </a:p>
          <a:p>
            <a:pPr algn="just"/>
            <a:r>
              <a:rPr lang="pt-BR" sz="13900" b="1" dirty="0"/>
              <a:t>E PAZ NA TERRA AOS HOMENS POR ELE AMADOS, POR ELE AMADOS! </a:t>
            </a:r>
          </a:p>
          <a:p>
            <a:pPr algn="just"/>
            <a:endParaRPr lang="pt-BR" sz="6000" dirty="0"/>
          </a:p>
          <a:p>
            <a:pPr algn="just"/>
            <a:r>
              <a:rPr lang="pt-BR" sz="12000" dirty="0"/>
              <a:t>SENHOR DEUS, REI DOS CÉUS, DEUS PAI TODO PODEROSO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5818909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r>
              <a:rPr lang="pt-BR" sz="5400" dirty="0"/>
              <a:t>VÓS QUE TIRAIS O PECADO DO MUNDO,  ACOLHEI A NOSSA SÚPLICA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dirty="0"/>
              <a:t>VÓS QUE ESTAIS À DIREITA DO PAI, TENDE PIEDADE DE NÓS</a:t>
            </a:r>
          </a:p>
          <a:p>
            <a:pPr algn="just"/>
            <a:r>
              <a:rPr lang="pt-BR" sz="12300" dirty="0"/>
              <a:t>SÓ VÓS SOIS SANTO, SÓ VÓS O SENHOR, SÓ VÓS O ALTÍSSIMO, JESUS CRISTO, COM O ESPÍRITO SANTO NA GLÓRIA DE DEUS PAI. AMÉM!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19"/>
            <a:ext cx="10374791" cy="2127087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EU VOS AMO, Ó SENHOR, SOIS MINHA FORÇA E SALVAÇÃO.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dirty="0"/>
          </a:p>
          <a:p>
            <a:r>
              <a:rPr lang="pt-BR" sz="4800" dirty="0"/>
              <a:t>SE ALGUÉM ME AMA, GUARDARÁ A MINHA PALAVRA, E MEU PAI O AMARÁ, E A ELE NÓS VIREMOS.  (JO 14,23)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BOM É LOUVAR O SENHOR, NOSSO DEUS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CANTAR SALMOS AO NOME DO ALTÍSSIMO,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COM ALEGRIA ACLAMAR SEU AMOR,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1. COMO TUAS OBRAS ME ALEGRAM, SENHOR,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OS TEUS PRODÍGIOS SUSCITAM LOUVOR.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TUA PRESENÇA EU CONTEMPLO NO CÉU,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OLHO A TERRA TAMBÉM NELA ESTÁS.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924890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BOM É LOUVAR O SENHOR, NOSSO DEUS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CANTAR SALMOS AO NOME DO ALTÍSSIMO,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COM ALEGRIA ACLAMAR SEU AMOR,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572523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2. TU ENGRANDECES O HOMEM MORTAL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DA NATUREZA ELE É REI E SENHOR.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DE HONRA O COROASTE, DE GLÓRIA E PODER,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POUCO MENOS QUE AOS ANJOS DO CÉU.</a:t>
            </a:r>
          </a:p>
        </p:txBody>
      </p:sp>
    </p:spTree>
    <p:extLst>
      <p:ext uri="{BB962C8B-B14F-4D97-AF65-F5344CB8AC3E}">
        <p14:creationId xmlns:p14="http://schemas.microsoft.com/office/powerpoint/2010/main" val="2959604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</a:t>
            </a:r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97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COM A VOSSA VITÓRIA ENTÃO EXULTAREMOS,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LEVANTANDO AS BANDEIRAS EM NOME DO SENHOR.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QUE O SENHOR TE ESCUTE NO DIA DA AFLIÇÃO,  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O DEUS DE JACÓ TE PROTEJA POR SEU NOME 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QUE DO SEU SANTUÁRIO TE ENVIE SEU AUXÍLIO  </a:t>
            </a:r>
          </a:p>
          <a:p>
            <a:pPr algn="l"/>
            <a:r>
              <a:rPr lang="pt-BR" sz="7200" i="0" dirty="0">
                <a:solidFill>
                  <a:srgbClr val="000000"/>
                </a:solidFill>
                <a:effectLst/>
                <a:latin typeface="-apple-system"/>
              </a:rPr>
              <a:t>E TE AJUDE DO ALTO, DO MONTE DE SIÃO</a:t>
            </a:r>
          </a:p>
        </p:txBody>
      </p:sp>
    </p:spTree>
    <p:extLst>
      <p:ext uri="{BB962C8B-B14F-4D97-AF65-F5344CB8AC3E}">
        <p14:creationId xmlns:p14="http://schemas.microsoft.com/office/powerpoint/2010/main" val="14283484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COM A VOSSA VITÓRIA ENTÃO EXULTAREMOS,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LEVANTANDO AS BANDEIRAS EM NOME DO SENHOR.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8269833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8331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DE TODOS OS TEUS SACRIFÍCIOS SE RECORDE, 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 OS TEUS HOLOCAUSTOS ACEITE COM AGRADO! 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ATENDA OS DESEJOS QUE TENS NO CORAÇÃO; 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PLENAMENTE ELE CUMPRA AS TUAS ESPERANÇAS! </a:t>
            </a:r>
            <a:br>
              <a:rPr lang="pt-BR" sz="6000" dirty="0"/>
            </a:b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146147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COM A VOSSA VITÓRIA ENTÃO EXULTAREMOS,</a:t>
            </a:r>
          </a:p>
          <a:p>
            <a:pPr algn="l"/>
            <a:r>
              <a:rPr lang="pt-BR" sz="7200" b="1" i="0" dirty="0">
                <a:solidFill>
                  <a:srgbClr val="000000"/>
                </a:solidFill>
                <a:effectLst/>
                <a:latin typeface="-apple-system"/>
              </a:rPr>
              <a:t>LEVANTANDO AS BANDEIRAS EM NOME DO SENHOR.</a:t>
            </a: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endParaRPr lang="pt-BR" sz="7200" b="1" i="0" dirty="0">
              <a:solidFill>
                <a:srgbClr val="000000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2976937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3. E AGORA ESTOU CERTO DE QUE DEUS DARÁ A VITÓRIA, 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O SENHOR HÁ DE DAR A VITÓRIA A SEU UNGIDO; 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HAVERÁ DE ATENDÊ-LO DO EXCELSO SANTUÁRIO, </a:t>
            </a:r>
          </a:p>
          <a:p>
            <a:pPr algn="l"/>
            <a:r>
              <a:rPr lang="pt-BR" sz="60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PELA FORÇA E PODER DE SUA MÃO VITORIOSA. 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857276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57721"/>
            <a:ext cx="11893122" cy="633812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CORAÇÕES ARDENTES, PÉS A CAMINHO</a:t>
            </a:r>
          </a:p>
          <a:p>
            <a:pPr algn="l"/>
            <a:r>
              <a:rPr lang="pt-BR" sz="6600" b="1" dirty="0"/>
              <a:t>DA IGREJA LOCAL AOS CONFINS DO MUNDO</a:t>
            </a:r>
          </a:p>
          <a:p>
            <a:pPr algn="l"/>
            <a:r>
              <a:rPr lang="pt-BR" sz="6600" b="1" dirty="0"/>
              <a:t>CORAÇÕES ARDENTES, PÉS A CAMINHO</a:t>
            </a:r>
          </a:p>
          <a:p>
            <a:pPr algn="l"/>
            <a:r>
              <a:rPr lang="pt-BR" sz="6600" b="1" dirty="0"/>
              <a:t>DA IGREJA LOCAL AOS CONFINS DO MUNDO.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VAMOS ALÉM-FRONTEIRAS EM MISSÃO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NUMA RESPOSTA DE AMOR E DE GRATIDÃO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CONJUGANDO HUMILDES O VERBO AMAR</a:t>
            </a:r>
          </a:p>
          <a:p>
            <a:pPr algn="l"/>
            <a:r>
              <a:rPr lang="pt-BR" sz="5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RESPLANDECENDO A GRAÇA DA VOCAÇÃO.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8342</TotalTime>
  <Words>682</Words>
  <Application>Microsoft Office PowerPoint</Application>
  <PresentationFormat>Widescreen</PresentationFormat>
  <Paragraphs>111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9" baseType="lpstr">
      <vt:lpstr>-apple-system</vt:lpstr>
      <vt:lpstr>Arial</vt:lpstr>
      <vt:lpstr>Calibri</vt:lpstr>
      <vt:lpstr>Calibri Light</vt:lpstr>
      <vt:lpstr>Roboto</vt:lpstr>
      <vt:lpstr>Verdana</vt:lpstr>
      <vt:lpstr>Tema do Office</vt:lpstr>
      <vt:lpstr>Apresentação do PowerPoint</vt:lpstr>
      <vt:lpstr>ENTRADA</vt:lpstr>
      <vt:lpstr>ENTRADA</vt:lpstr>
      <vt:lpstr>Apresentação do PowerPoint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44</cp:revision>
  <dcterms:created xsi:type="dcterms:W3CDTF">2023-05-06T17:01:55Z</dcterms:created>
  <dcterms:modified xsi:type="dcterms:W3CDTF">2023-10-28T18:46:09Z</dcterms:modified>
</cp:coreProperties>
</file>