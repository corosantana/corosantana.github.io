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525" r:id="rId4"/>
    <p:sldId id="526" r:id="rId5"/>
    <p:sldId id="258" r:id="rId6"/>
    <p:sldId id="410" r:id="rId7"/>
    <p:sldId id="527" r:id="rId8"/>
    <p:sldId id="528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269" r:id="rId21"/>
    <p:sldId id="376" r:id="rId22"/>
    <p:sldId id="426" r:id="rId23"/>
    <p:sldId id="391" r:id="rId24"/>
    <p:sldId id="427" r:id="rId25"/>
    <p:sldId id="415" r:id="rId26"/>
    <p:sldId id="428" r:id="rId27"/>
    <p:sldId id="417" r:id="rId28"/>
    <p:sldId id="292" r:id="rId29"/>
    <p:sldId id="275" r:id="rId30"/>
    <p:sldId id="363" r:id="rId31"/>
    <p:sldId id="361" r:id="rId32"/>
    <p:sldId id="362" r:id="rId33"/>
    <p:sldId id="529" r:id="rId34"/>
    <p:sldId id="530" r:id="rId35"/>
    <p:sldId id="531" r:id="rId36"/>
    <p:sldId id="532" r:id="rId37"/>
    <p:sldId id="533" r:id="rId38"/>
    <p:sldId id="534" r:id="rId39"/>
    <p:sldId id="535" r:id="rId40"/>
    <p:sldId id="536" r:id="rId41"/>
    <p:sldId id="404" r:id="rId42"/>
    <p:sldId id="511" r:id="rId43"/>
    <p:sldId id="537" r:id="rId44"/>
    <p:sldId id="538" r:id="rId45"/>
    <p:sldId id="429" r:id="rId46"/>
    <p:sldId id="337" r:id="rId47"/>
    <p:sldId id="482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6499B5-857D-F3A5-A09D-F8B0EECB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6508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11491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19º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1-SÓ VÓS SOIS MINHA FORÇA,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PRESERVAI-ME DE TODO O MAL!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4F2C-C1FE-9FDA-3B54-2C656F51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74761-9D08-3941-80DB-EFE27263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D5F3BE-E854-D6C2-2BAF-B454F611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2-VÓS SOIS BOM, VÓS SOIS PAI,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DAI-ME LUZ, DAI-ME PAZ, DAI-ME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98743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578C-5B91-6880-D51B-BEB6839A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99E05-B6D7-BF5E-1D41-FE518C81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CF24C-A6D3-AED6-D284-F6F4FB570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3-E EU QUERO CANTAR-VOS,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VOSSO NOME EU QUERO LOUVAR!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62306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VIESTES SALVAR OS CORAÇÕES ARREPENDIDOS,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DA98-0873-CF74-8837-2C9F9DA3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50A9-2093-0588-AA1A-ACF855DF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B56808-4970-9451-8C19-74E453D2E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CRISTO, QUE VIESTES CHAMAR OS PECADORES,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CHRISTE ELEISON (2X)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9810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E726-0F1A-52B9-5D68-98A43FB6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99A-E3E3-59F2-A9A8-A7D131C21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ACE30-2CFF-8FAB-AF06-A74BB7D24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INTERCEDEIS P NÓS JUNTO DO PAI, TENDE PIEDADE DE NÓS.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7538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 (2X)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 FELIZ O POVO QUE O SENHOR ESCOLHEU POR SUA HERANÇA!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É PRECISO VIGIAR E FICAR DE PRONTIDÃO; EM QUE DIA O SENHOR HÁ DE VIR, NÃO SABEIS NÃO!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50792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LOUVAI, LOUVAI, Ó SERVOS DO SENHOR, LOUVAI, LOUVAI O NOME DO SENHOR!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FF3F-9EF8-A4DD-3764-CE648DAB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D3253-A85A-346F-B2BE-BF8650596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31860C-7D98-D2CF-7032-5A2C96DA8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24989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BENDITO SEJA O NOME DO SENHOR,</a:t>
            </a:r>
          </a:p>
          <a:p>
            <a:pPr algn="l"/>
            <a:r>
              <a:rPr lang="pt-BR" sz="8000" dirty="0"/>
              <a:t>AGORA E POR TODA A ETERNIDADE!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B52D-04BD-F343-8F88-F3C102CC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E51BF-E57D-2935-298A-74F378B8C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64C8D6-A570-7ADA-77B4-8E64B2521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8223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DDF7-E57B-4ABD-8E64-A145FE05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9A6-E4AB-3019-DB67-34691BCCA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D9BAA-3642-9E5C-D10A-5966396B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O SENHOR ESTÁ ACIMA DAS NAÇÕES. </a:t>
            </a:r>
          </a:p>
          <a:p>
            <a:pPr algn="l"/>
            <a:r>
              <a:rPr lang="pt-BR" sz="8000" dirty="0"/>
              <a:t>SUA GLÓRIA VAI ALÉM DOS ALTOS CÉUS.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49555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16D4A-E944-712E-206F-FCD952E7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2EAB9-BA11-9983-DE60-6EEA8FAC0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624AC7-2F92-2DCA-B6B5-B82E6E851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7132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7FD3-BCCB-0F01-AC83-340CCDA3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1FBD-3BD8-0170-3107-4A5B93221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E69C76-26DB-3877-CFAA-CE631BAE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QUEM PODE COMPARAR-SE AO NOSSO DEUS,</a:t>
            </a:r>
          </a:p>
          <a:p>
            <a:pPr algn="l"/>
            <a:r>
              <a:rPr lang="pt-BR" sz="8000" dirty="0"/>
              <a:t>QUE SE INCLINA PARA OLHAR O CÉU E A TERRA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893117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PROVAI E VEDE QUÃO SUAVE É O SENHOR!</a:t>
            </a:r>
          </a:p>
          <a:p>
            <a:pPr algn="l"/>
            <a:endParaRPr lang="pt-BR" sz="6000" b="1" dirty="0"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BENDIREI O SENHOR DEUS EM TODO O TEMPO, SEU LOUVOR ESTARÁ SEMPRE EM MINHA BOCA.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DE0B-1B9F-6BB0-A2F5-55E78A7C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68BEE-DBF8-B291-26CB-B413F9152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158308-D62E-83A2-E787-637AFA84D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PROVAI E VEDE QUÃO SUAVE É O SENHOR!</a:t>
            </a:r>
          </a:p>
          <a:p>
            <a:pPr algn="l"/>
            <a:endParaRPr lang="pt-BR" sz="6000" b="1" dirty="0"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MINHA ALMA SE GLORIA NO SENHOR;  QUE OUÇAM OS HUMILDES E SE ALEGREM!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73776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4367-3107-54B1-A732-F37230C2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7AFFE-1322-0CC8-3CFF-326EA269C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B5DFB7-213E-2BF1-A00A-B711F9C9F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PROVAI E VEDE QUÃO SUAVE É O SENHOR!</a:t>
            </a:r>
          </a:p>
          <a:p>
            <a:pPr algn="l"/>
            <a:endParaRPr lang="pt-BR" sz="6000" b="1" dirty="0"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COMIGO ENGRANDECEI AO SENHOR DEUS, EXALTEMOS TODOS JUNTOS O SEU NOME!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7426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88EA-F464-1266-BBD6-5C8DF677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83423-D170-68BA-AC6F-B3590227E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02D20A-D50A-6D3B-88F5-4D851B1DA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PROVAI E VEDE QUÃO SUAVE É O SENHOR!</a:t>
            </a:r>
          </a:p>
          <a:p>
            <a:pPr algn="l"/>
            <a:endParaRPr lang="pt-BR" sz="6000" b="1" dirty="0"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TODAS AS VEZES QUE O BUSQUEI, ELE ME OUVIU, E DE TODOS OS TEMORES ME LIVROU.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4850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45F71-79BA-4274-0C5F-E5E05E77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F8E64-8A85-3882-5264-E7260B330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4DB711-428E-CE56-F9A4-47D84ACF7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PROVAI E VEDE QUÃO SUAVE É O SENHOR!</a:t>
            </a:r>
          </a:p>
          <a:p>
            <a:pPr algn="l"/>
            <a:endParaRPr lang="pt-BR" sz="6000" dirty="0"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CONTEMPLAI A SUA FACE E ALEGRAI-VOS, E VOSSO ROSTO NÃO SE CUBRA DE VERGONHA!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134001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2F50-A898-0A96-6D8C-566AD1C1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F1E242-79AF-1DA9-672F-1AC96D250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6871A-32FB-DCAC-9331-EE9D64EDC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PROVAI E VEDE QUÃO SUAVE É O SENHOR!</a:t>
            </a:r>
          </a:p>
          <a:p>
            <a:pPr algn="l"/>
            <a:endParaRPr lang="pt-BR" sz="6000" dirty="0"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ESTE INFELIZ GRITOU A DEUS, E FOI OUVIDO, E O SENHOR O LIBERTOU DE TODA ANGÚSTIA.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227763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090F8-6A72-8E11-F4CA-D1F6656E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A05AE-FB92-8A7B-944D-5FD42F04A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BDC7E1-EF32-2834-4554-FCDC983F5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PROVAI E VEDE QUÃO SUAVE É O SENHOR!</a:t>
            </a:r>
          </a:p>
          <a:p>
            <a:pPr algn="l"/>
            <a:endParaRPr lang="pt-BR" sz="6000" dirty="0"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O ANJO DO SENHOR VEM ACAMPAR AO REDOR DOS QUE O TEMEM, E-OS SALVA.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64324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539E-467C-FC98-5F7B-D651BCF86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17645-9003-E245-DD71-5501CF64F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8E8478-F45D-EA6B-15AF-D4400FAEB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PROVAI E VEDE QUÃO SUAVE É O SENHOR!</a:t>
            </a:r>
          </a:p>
          <a:p>
            <a:pPr algn="l"/>
            <a:endParaRPr lang="pt-BR" sz="6000" dirty="0"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RESPEITAI O SENHOR DEUS, SEUS SANTOS TODOS, PORQUE NADA FALTARÁ AOS QUE O TEMEM.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399444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06C21-974A-9850-D70C-9112FF9A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41957-093E-7EBB-F408-6C35EE32B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5F4FDE-A2DC-6713-DF05-8E72F8399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PROVAI E VEDE QUÃO SUAVE É O SENHOR!</a:t>
            </a:r>
          </a:p>
          <a:p>
            <a:pPr algn="l"/>
            <a:endParaRPr lang="pt-BR" sz="6000" dirty="0">
              <a:latin typeface="Roboto" panose="02000000000000000000" pitchFamily="2" charset="0"/>
            </a:endParaRP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OS RICOS EMPOBRECEM, PASSAM FOME, MAS AOS QUE BUSCAM O SENHOR NÃO FALTA NADA.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505490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DO SEU AMOR? A TRIBULAÇÃO, TALVEZ A ESPADA? NEM A MORTE E NEM A VIDA NOS SEPARARÁ DO AMOR DE CRISTO, NOSSO SENHOR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727473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653B-A037-E8B1-6569-8AAADC07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B7AF8F1-66AE-AD2E-B7B1-C70EBC4E6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DA SUA PAZ? A PERSEGUIÇÃO, TALVEZ A DOR? NENHUM PODER NOS SEPARARÁ DAQUELE QUE VENCEU A MORTE POR NÓS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285251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F649-2CB6-C770-94BF-1B518450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D7AF8A-AEB1-4961-3350-525ED880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QUEM NOS SEPARARÁ DA SUA ALEGRIA? QUEM PODERÁ TIRAR-NOS DO SEU PERDÃO? NINGUÉM NO MUNDO NOS AFASTARÁ DA VIDA EM CRISTO, NOSSO SENHOR.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8863331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1. PELAS ESTRADAS DA VIDA,</a:t>
            </a:r>
          </a:p>
          <a:p>
            <a:pPr algn="l"/>
            <a:r>
              <a:rPr lang="pt-BR" sz="6600" dirty="0"/>
              <a:t>NUNCA SOZINHO ESTÁS.</a:t>
            </a:r>
          </a:p>
          <a:p>
            <a:pPr algn="l"/>
            <a:r>
              <a:rPr lang="pt-BR" sz="6600" dirty="0"/>
              <a:t>CONTIGO PELO CAMINHO,</a:t>
            </a:r>
          </a:p>
          <a:p>
            <a:pPr algn="l"/>
            <a:r>
              <a:rPr lang="pt-BR" sz="6600" dirty="0"/>
              <a:t>SANTA MARIA VAI.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2. MESMO QUE DIGAM OS HOMENS,</a:t>
            </a:r>
          </a:p>
          <a:p>
            <a:pPr algn="l"/>
            <a:r>
              <a:rPr lang="pt-BR" sz="6600" dirty="0"/>
              <a:t>TU NADA PODES MUDAR</a:t>
            </a:r>
          </a:p>
          <a:p>
            <a:pPr algn="l"/>
            <a:r>
              <a:rPr lang="pt-BR" sz="6600" dirty="0"/>
              <a:t>LUTA POR UM MUNDO NOVO</a:t>
            </a:r>
          </a:p>
          <a:p>
            <a:pPr algn="l"/>
            <a:r>
              <a:rPr lang="pt-BR" sz="6600" dirty="0"/>
              <a:t>DE UNIDADE E PAZ.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1776818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8462</TotalTime>
  <Words>974</Words>
  <Application>Microsoft Office PowerPoint</Application>
  <PresentationFormat>Widescreen</PresentationFormat>
  <Paragraphs>153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49</cp:revision>
  <dcterms:created xsi:type="dcterms:W3CDTF">2023-05-06T17:01:55Z</dcterms:created>
  <dcterms:modified xsi:type="dcterms:W3CDTF">2025-08-09T21:44:35Z</dcterms:modified>
</cp:coreProperties>
</file>