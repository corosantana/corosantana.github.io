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375" r:id="rId2"/>
    <p:sldId id="439" r:id="rId3"/>
    <p:sldId id="525" r:id="rId4"/>
    <p:sldId id="526" r:id="rId5"/>
    <p:sldId id="258" r:id="rId6"/>
    <p:sldId id="551" r:id="rId7"/>
    <p:sldId id="411" r:id="rId8"/>
    <p:sldId id="412" r:id="rId9"/>
    <p:sldId id="260" r:id="rId10"/>
    <p:sldId id="539" r:id="rId11"/>
    <p:sldId id="540" r:id="rId12"/>
    <p:sldId id="541" r:id="rId13"/>
    <p:sldId id="542" r:id="rId14"/>
    <p:sldId id="432" r:id="rId15"/>
    <p:sldId id="264" r:id="rId16"/>
    <p:sldId id="265" r:id="rId17"/>
    <p:sldId id="266" r:id="rId18"/>
    <p:sldId id="267" r:id="rId19"/>
    <p:sldId id="271" r:id="rId20"/>
    <p:sldId id="269" r:id="rId21"/>
    <p:sldId id="376" r:id="rId22"/>
    <p:sldId id="426" r:id="rId23"/>
    <p:sldId id="391" r:id="rId24"/>
    <p:sldId id="427" r:id="rId25"/>
    <p:sldId id="415" r:id="rId26"/>
    <p:sldId id="428" r:id="rId27"/>
    <p:sldId id="417" r:id="rId28"/>
    <p:sldId id="292" r:id="rId29"/>
    <p:sldId id="275" r:id="rId30"/>
    <p:sldId id="363" r:id="rId31"/>
    <p:sldId id="361" r:id="rId32"/>
    <p:sldId id="552" r:id="rId33"/>
    <p:sldId id="553" r:id="rId34"/>
    <p:sldId id="416" r:id="rId35"/>
    <p:sldId id="554" r:id="rId36"/>
    <p:sldId id="418" r:id="rId37"/>
    <p:sldId id="404" r:id="rId38"/>
    <p:sldId id="422" r:id="rId39"/>
    <p:sldId id="424" r:id="rId40"/>
    <p:sldId id="425" r:id="rId41"/>
    <p:sldId id="429" r:id="rId42"/>
    <p:sldId id="337" r:id="rId43"/>
    <p:sldId id="482" r:id="rId44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0882" autoAdjust="0"/>
    <p:restoredTop sz="94660"/>
  </p:normalViewPr>
  <p:slideViewPr>
    <p:cSldViewPr snapToGrid="0">
      <p:cViewPr varScale="1">
        <p:scale>
          <a:sx n="69" d="100"/>
          <a:sy n="69" d="100"/>
        </p:scale>
        <p:origin x="54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theme" Target="theme/theme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tableStyles" Target="tableStyle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575746C-981B-DB7C-F3D3-C84CB7E4689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83BAFC4-CFE8-DA0B-A3DF-F4001B8344D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609E6F8-2DBC-09CB-DBA6-5CB7B9BAF0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88B365A-3B26-66CD-9D24-4367E82B80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99A8C3B-630C-B6E0-FC51-7BDEEDF1E0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479369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0CBBCDE-EE93-E1B9-DFC4-CD4BA0688A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C705EC5-7DEC-2E08-C99B-47CF3FB5C0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29EA133-5667-C6A0-816F-7211D8A90E7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0676FB5-6941-D7F6-8C22-9135C70849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CA7668A-5F33-AF5F-C51A-5D86111A21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60216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576CF12F-08E2-2AA1-B402-630CF57C7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5FE783E-B7D7-AC22-F66F-796611319DB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3E16B7AD-1710-4CD3-4A22-E8857450234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21FC751-3305-BB51-AA15-54E12F11B2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22F7B73-8093-D5E2-CAC4-03F572BDC2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2585818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47092F-B59C-7924-4A19-515844306F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AFE3394C-133A-224A-BCDB-000937916A0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D6AAA661-EC79-7613-F4AC-F331C012D4A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EE4AEED-E9F1-69E2-2AE8-EC1957BD2B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12123F4B-01A6-51C8-AEB4-E1AC48AA88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056211B-1D00-34BF-17F6-4C30BA6E9D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915331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F722ED3-E34E-45C4-596D-799F506982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0A23E38-B855-5F20-08F2-F0716B37EED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660AA198-9C71-DBD5-2DA8-9E6C54D9850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782B1456-FF7A-2419-EDE6-2F2B28322AE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F86C57A7-513F-2472-12D1-E14D9BF15C7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34E3205C-CDB4-96EE-62E8-150AE7415D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7A3A62C0-3C60-1E47-29C2-C79E123802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69D97A16-135B-09CD-79D8-EA458784E9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53115963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8980BC6-A8F2-6382-99AC-152FC6E1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DED4F30A-6FB1-2C45-39A5-99E50B6D1A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B592C8CB-16E2-22E6-6464-F9BBD633E1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648FE6A5-BBF0-2BAF-D866-1F551FC8D3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366647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F8B764A4-531E-D809-F5D0-127A1A4CCD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5764C7A1-A52E-B63C-6B3F-9FC9F97C3AC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442630A4-F3A3-D58A-06ED-BCD03CDB4B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864487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289FA7F-88F6-16F6-8ECA-ADE185E908F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BFDA3F1B-0694-BD83-53AF-C7950F6CBF0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F9594C00-1CA6-500C-9162-0E0F6F0911C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444DB114-76BE-F5EA-F170-281F0DA049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BD7238A8-285F-1735-D9B5-569DAF45AA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94A8BF5C-0A98-FCAF-F426-137B145687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92037701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AED0-8488-BA7C-C2E4-07712F8F6B8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3BA242C3-D20F-43FD-4853-84A71AB1A3C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9CBDDE27-1CD4-780A-7D80-511F881747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8A38D9E-A624-D4D9-F7B3-DBBDC80BC7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E9407EF3-D9E0-9C43-4FA6-F1118DCF91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CFF0DC0D-1C83-103D-7428-FE661E872B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650759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BA418C1-E1BC-6623-1236-54C03F8E1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2658C9B5-3C5D-4BA9-BBEE-E642ED0990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877FB8-9D1B-58A9-EB55-3D125391D2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7E3B181-0E48-0916-F698-355E6EEC632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BCED669-A055-D7E8-129B-54BBD2EC555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1051698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D1A45A97-5108-1EED-26EF-9FE9B26203B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71D946A7-B4D7-7EE9-1234-EDD47F41F7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7482BBF-AF49-0D20-C141-FE4AEA692C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4BD554E-AD86-83BF-9B3C-C7EF0387C36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9ADC73E-D7C1-E472-838F-4CC456C200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8579663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D0C5B5E5-77A5-D0B0-C8CF-4B2148E86E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A8CFF8A-B079-FBDE-96A4-D95E9CB3A8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BBC425F-B706-AF6E-05C3-9DD8B3847BDD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9ADB375-1491-4444-9FE7-F0D57218A44F}" type="datetimeFigureOut">
              <a:rPr lang="pt-BR" smtClean="0"/>
              <a:t>20/06/2026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01D9E827-BD5E-38C5-A58E-6A12B746C1E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6602C6BA-4483-59CD-6323-071F88AF4B3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C55C521-801C-4030-90B9-AB764DAA7D1D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891305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m 1">
            <a:extLst>
              <a:ext uri="{FF2B5EF4-FFF2-40B4-BE49-F238E27FC236}">
                <a16:creationId xmlns:a16="http://schemas.microsoft.com/office/drawing/2014/main" id="{4F6499B5-857D-F3A5-A09D-F8B0EECB2DE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" y="-46508"/>
            <a:ext cx="12191998" cy="6857999"/>
          </a:xfrm>
          <a:prstGeom prst="rect">
            <a:avLst/>
          </a:prstGeom>
        </p:spPr>
      </p:pic>
      <p:sp>
        <p:nvSpPr>
          <p:cNvPr id="3" name="Retângulo 2">
            <a:extLst>
              <a:ext uri="{FF2B5EF4-FFF2-40B4-BE49-F238E27FC236}">
                <a16:creationId xmlns:a16="http://schemas.microsoft.com/office/drawing/2014/main" id="{FDE5B5AD-CD71-C2BA-2DE7-294D0B6E29B5}"/>
              </a:ext>
            </a:extLst>
          </p:cNvPr>
          <p:cNvSpPr/>
          <p:nvPr/>
        </p:nvSpPr>
        <p:spPr>
          <a:xfrm>
            <a:off x="0" y="0"/>
            <a:ext cx="12191999" cy="6811491"/>
          </a:xfrm>
          <a:prstGeom prst="rect">
            <a:avLst/>
          </a:prstGeom>
          <a:solidFill>
            <a:schemeClr val="tx1">
              <a:alpha val="56000"/>
            </a:schemeClr>
          </a:solidFill>
        </p:spPr>
        <p:style>
          <a:lnRef idx="2">
            <a:schemeClr val="dk1">
              <a:shade val="15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BC42A13-94D8-1373-BB98-025A5C022561}"/>
              </a:ext>
            </a:extLst>
          </p:cNvPr>
          <p:cNvSpPr txBox="1"/>
          <p:nvPr/>
        </p:nvSpPr>
        <p:spPr>
          <a:xfrm>
            <a:off x="1516966" y="3682218"/>
            <a:ext cx="915806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7200" b="1" dirty="0">
                <a:solidFill>
                  <a:schemeClr val="bg1"/>
                </a:solidFill>
                <a:latin typeface="Bookman Old Style" panose="02050604050505020204" pitchFamily="18" charset="0"/>
              </a:rPr>
              <a:t>12º DOMINGO DO TEMPO COMUM</a:t>
            </a:r>
          </a:p>
        </p:txBody>
      </p:sp>
    </p:spTree>
    <p:extLst>
      <p:ext uri="{BB962C8B-B14F-4D97-AF65-F5344CB8AC3E}">
        <p14:creationId xmlns:p14="http://schemas.microsoft.com/office/powerpoint/2010/main" val="7256591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516592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1-SÓ VÓS SOIS MINHA FORÇA,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PRESERVAI-ME DE TODO O MAL!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5354153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C04F2C-C1FE-9FDA-3B54-2C656F516A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0A74761-9D08-3941-80DB-EFE27263039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5D5F3BE-E854-D6C2-2BAF-B454F61188E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fontScale="92500" lnSpcReduction="2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2-VÓS SOIS BOM, VÓS SOIS PAI, Ó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DAI-ME LUZ, DAI-ME PAZ, DAI-ME AMOR!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9874300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56578C-5B91-6880-D51B-BEB6839A97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C2999E05-B6D7-BF5E-1D41-FE518C8100B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5408" y="47105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ENTRADA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C4CF24C-A6D3-AED6-D284-F6F4FB57097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408" y="1108364"/>
            <a:ext cx="11053748" cy="5749636"/>
          </a:xfrm>
        </p:spPr>
        <p:txBody>
          <a:bodyPr>
            <a:normAutofit lnSpcReduction="10000"/>
          </a:bodyPr>
          <a:lstStyle/>
          <a:p>
            <a:pPr algn="l"/>
            <a:r>
              <a:rPr lang="pt-BR" sz="6000" b="1" i="0" dirty="0">
                <a:solidFill>
                  <a:srgbClr val="000000"/>
                </a:solidFill>
                <a:effectLst/>
                <a:latin typeface="-apple-system"/>
              </a:rPr>
              <a:t>DO ALTAR DE DEUS ME APROXIMAREI,  MEU DEUS E MINHA VIDA.</a:t>
            </a:r>
          </a:p>
          <a:p>
            <a:pPr algn="l"/>
            <a:endParaRPr lang="pt-BR" sz="4400" b="1" i="0" dirty="0">
              <a:solidFill>
                <a:srgbClr val="000000"/>
              </a:solidFill>
              <a:effectLst/>
              <a:latin typeface="-apple-system"/>
            </a:endParaRP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3-E EU QUERO CANTAR-VOS, MEU DEUS! </a:t>
            </a:r>
          </a:p>
          <a:p>
            <a:pPr algn="l"/>
            <a:r>
              <a:rPr lang="pt-BR" sz="6000" i="0" dirty="0">
                <a:solidFill>
                  <a:srgbClr val="000000"/>
                </a:solidFill>
                <a:effectLst/>
                <a:latin typeface="-apple-system"/>
              </a:rPr>
              <a:t>VOSSO NOME EU QUERO LOUVAR!</a:t>
            </a:r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16230698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9270575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O CAMINHO QUE LEVA AO PAI,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2743537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CRISTO, QUE SOIS A VERDADE QUE ILUMINA OS POVOS, TENDE PIEDADE DE NÓS</a:t>
            </a:r>
          </a:p>
          <a:p>
            <a:r>
              <a:rPr lang="pt-BR" sz="6600" b="1" dirty="0"/>
              <a:t>CHRISTE ELEISON, CHRISTE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8257480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7867" y="374072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ATO PENITENCIAL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7867" y="1011381"/>
            <a:ext cx="10976265" cy="5347855"/>
          </a:xfrm>
        </p:spPr>
        <p:txBody>
          <a:bodyPr>
            <a:normAutofit/>
          </a:bodyPr>
          <a:lstStyle/>
          <a:p>
            <a:r>
              <a:rPr lang="pt-BR" sz="6600" dirty="0"/>
              <a:t>SENHOR, QUE SOIS A VIDA QUE RENOVA O MUNDO, TENDE PIEDADE DE NÓS</a:t>
            </a:r>
          </a:p>
          <a:p>
            <a:r>
              <a:rPr lang="pt-BR" sz="6600" b="1" dirty="0"/>
              <a:t>KYRIE ELEISON, KYRIE ELEISON</a:t>
            </a:r>
            <a:endParaRPr lang="pt-BR" sz="6000" dirty="0"/>
          </a:p>
        </p:txBody>
      </p:sp>
    </p:spTree>
    <p:extLst>
      <p:ext uri="{BB962C8B-B14F-4D97-AF65-F5344CB8AC3E}">
        <p14:creationId xmlns:p14="http://schemas.microsoft.com/office/powerpoint/2010/main" val="288896607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345289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84528" cy="5570040"/>
          </a:xfrm>
        </p:spPr>
        <p:txBody>
          <a:bodyPr>
            <a:normAutofit fontScale="32500" lnSpcReduction="20000"/>
          </a:bodyPr>
          <a:lstStyle/>
          <a:p>
            <a:pPr algn="just"/>
            <a:r>
              <a:rPr lang="pt-BR" sz="16600" dirty="0"/>
              <a:t>GLÓRIA A DEUS NAS ALTURAS E PAZ NA TERRA AOS HOMENS POR ELE AMADOS!</a:t>
            </a:r>
          </a:p>
          <a:p>
            <a:pPr algn="just"/>
            <a:endParaRPr lang="pt-BR" sz="7200" dirty="0"/>
          </a:p>
          <a:p>
            <a:pPr algn="just"/>
            <a:r>
              <a:rPr lang="pt-BR" sz="17600" dirty="0"/>
              <a:t>SENHOR DEUS, REI DOS CÉUS, DEUS PAI TODO PODEROSO</a:t>
            </a:r>
            <a:endParaRPr lang="pt-BR" sz="12800" dirty="0"/>
          </a:p>
          <a:p>
            <a:pPr algn="just"/>
            <a:r>
              <a:rPr lang="pt-BR" sz="17600" dirty="0"/>
              <a:t>NÓS VOS LOUVAMOS, NÓS VOS BENDIZEMOS</a:t>
            </a:r>
          </a:p>
          <a:p>
            <a:pPr algn="just"/>
            <a:endParaRPr lang="pt-BR" sz="9600" dirty="0"/>
          </a:p>
          <a:p>
            <a:pPr algn="just"/>
            <a:endParaRPr lang="pt-BR" sz="9600" dirty="0"/>
          </a:p>
          <a:p>
            <a:pPr algn="just"/>
            <a:endParaRPr lang="pt-BR" dirty="0"/>
          </a:p>
        </p:txBody>
      </p:sp>
    </p:spTree>
    <p:extLst>
      <p:ext uri="{BB962C8B-B14F-4D97-AF65-F5344CB8AC3E}">
        <p14:creationId xmlns:p14="http://schemas.microsoft.com/office/powerpoint/2010/main" val="145632468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215255" cy="5846618"/>
          </a:xfrm>
        </p:spPr>
        <p:txBody>
          <a:bodyPr>
            <a:normAutofit fontScale="62500" lnSpcReduction="20000"/>
          </a:bodyPr>
          <a:lstStyle/>
          <a:p>
            <a:pPr algn="just"/>
            <a:r>
              <a:rPr lang="pt-BR" sz="11000" dirty="0"/>
              <a:t>NÓS VOS ADORAMOS, NÓS VOS GLORIFICAMOS</a:t>
            </a:r>
          </a:p>
          <a:p>
            <a:pPr algn="just"/>
            <a:r>
              <a:rPr lang="pt-BR" sz="11000" dirty="0"/>
              <a:t>NÓS VOS DAMOS GRAÇAS, POR VOSSA IMENSA GLÓRIA.</a:t>
            </a:r>
          </a:p>
          <a:p>
            <a:pPr algn="l"/>
            <a:r>
              <a:rPr lang="pt-BR" sz="10900" dirty="0"/>
              <a:t>SENHOR JESUS CRISTO, FILHO UNIGÊNITO</a:t>
            </a:r>
          </a:p>
          <a:p>
            <a:pPr algn="just"/>
            <a:endParaRPr lang="pt-BR" sz="11000" dirty="0"/>
          </a:p>
        </p:txBody>
      </p:sp>
    </p:spTree>
    <p:extLst>
      <p:ext uri="{BB962C8B-B14F-4D97-AF65-F5344CB8AC3E}">
        <p14:creationId xmlns:p14="http://schemas.microsoft.com/office/powerpoint/2010/main" val="228605547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886691"/>
            <a:ext cx="11381510" cy="5971309"/>
          </a:xfrm>
        </p:spPr>
        <p:txBody>
          <a:bodyPr>
            <a:normAutofit/>
          </a:bodyPr>
          <a:lstStyle/>
          <a:p>
            <a:pPr algn="l"/>
            <a:r>
              <a:rPr lang="pt-BR" sz="6400" dirty="0"/>
              <a:t>SENHOR DEUS, CORDEIRO DE DEUS, FILHO DE DEUS PAI</a:t>
            </a:r>
            <a:endParaRPr lang="pt-BR" sz="5400" dirty="0"/>
          </a:p>
          <a:p>
            <a:pPr algn="l"/>
            <a:r>
              <a:rPr lang="pt-BR" sz="6600" dirty="0"/>
              <a:t>VÓS QUE TIRAIS O PECADO DO MUNDO,</a:t>
            </a:r>
          </a:p>
          <a:p>
            <a:pPr algn="l"/>
            <a:r>
              <a:rPr lang="pt-BR" sz="6600" dirty="0"/>
              <a:t>TENDE PIEDADE DE NÓS</a:t>
            </a:r>
          </a:p>
        </p:txBody>
      </p:sp>
    </p:spTree>
    <p:extLst>
      <p:ext uri="{BB962C8B-B14F-4D97-AF65-F5344CB8AC3E}">
        <p14:creationId xmlns:p14="http://schemas.microsoft.com/office/powerpoint/2010/main" val="1296337868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47500" lnSpcReduction="20000"/>
          </a:bodyPr>
          <a:lstStyle/>
          <a:p>
            <a:pPr algn="just"/>
            <a:r>
              <a:rPr lang="pt-BR" sz="13500" dirty="0"/>
              <a:t>VÓS QUE TIRAIS O PECADO DO MUNDO,  ACOLHEI A NOSSA SÚPLICA</a:t>
            </a:r>
            <a:endParaRPr lang="pt-BR" sz="12300" dirty="0"/>
          </a:p>
          <a:p>
            <a:pPr algn="just"/>
            <a:r>
              <a:rPr lang="pt-BR" sz="15000" dirty="0"/>
              <a:t>VÓS QUE ESTAIS À DIREITA DO PAI, TENDE PIEDADE DE NÓS</a:t>
            </a:r>
          </a:p>
          <a:p>
            <a:pPr algn="just"/>
            <a:r>
              <a:rPr lang="pt-BR" sz="15000" dirty="0"/>
              <a:t>SÓ VÓS SOIS SANTO, SÓ VÓS O SENHOR</a:t>
            </a:r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51932233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02672" y="415636"/>
            <a:ext cx="2805546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HINO DE LOUVOR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02672" y="1011382"/>
            <a:ext cx="11357099" cy="5846618"/>
          </a:xfrm>
        </p:spPr>
        <p:txBody>
          <a:bodyPr>
            <a:normAutofit fontScale="70000" lnSpcReduction="20000"/>
          </a:bodyPr>
          <a:lstStyle/>
          <a:p>
            <a:pPr algn="just"/>
            <a:r>
              <a:rPr lang="pt-BR" sz="13500" dirty="0"/>
              <a:t>SÓ VÓS O ALTÍSSIMO, JESUS CRISTO, </a:t>
            </a:r>
          </a:p>
          <a:p>
            <a:pPr algn="just"/>
            <a:r>
              <a:rPr lang="pt-BR" sz="13500" dirty="0"/>
              <a:t>COM O ESPÍRITO SANTO NA GLÓRIA DE DEUS PAI. AMÉM!</a:t>
            </a:r>
          </a:p>
          <a:p>
            <a:pPr algn="just"/>
            <a:endParaRPr lang="pt-BR" sz="135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  <a:p>
            <a:pPr algn="just"/>
            <a:endParaRPr lang="pt-BR" sz="12300" dirty="0"/>
          </a:p>
        </p:txBody>
      </p:sp>
    </p:spTree>
    <p:extLst>
      <p:ext uri="{BB962C8B-B14F-4D97-AF65-F5344CB8AC3E}">
        <p14:creationId xmlns:p14="http://schemas.microsoft.com/office/powerpoint/2010/main" val="37180633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222059865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SALMO RESPONSORIAL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020040" y="2529320"/>
            <a:ext cx="10151919" cy="1799360"/>
          </a:xfrm>
        </p:spPr>
        <p:txBody>
          <a:bodyPr>
            <a:normAutofit fontScale="92500" lnSpcReduction="10000"/>
          </a:bodyPr>
          <a:lstStyle/>
          <a:p>
            <a:r>
              <a:rPr lang="pt-BR" sz="9600" b="1" i="0" dirty="0">
                <a:effectLst/>
              </a:rPr>
              <a:t> </a:t>
            </a:r>
            <a:r>
              <a:rPr lang="pt-BR" sz="4800" b="1" dirty="0"/>
              <a:t>ATENDEI-ME, Ó SENHOR, PELO VOSSO IMENSO AMOR!</a:t>
            </a:r>
            <a:endParaRPr lang="pt-BR" sz="4000" b="1" dirty="0"/>
          </a:p>
        </p:txBody>
      </p:sp>
    </p:spTree>
    <p:extLst>
      <p:ext uri="{BB962C8B-B14F-4D97-AF65-F5344CB8AC3E}">
        <p14:creationId xmlns:p14="http://schemas.microsoft.com/office/powerpoint/2010/main" val="33880348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26784945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71053"/>
            <a:ext cx="4038600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ACLAMAÇÃO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3900" y="1274619"/>
            <a:ext cx="10744200" cy="5389418"/>
          </a:xfrm>
        </p:spPr>
        <p:txBody>
          <a:bodyPr>
            <a:normAutofit/>
          </a:bodyPr>
          <a:lstStyle/>
          <a:p>
            <a:r>
              <a:rPr lang="pt-BR" sz="4800" b="1" dirty="0"/>
              <a:t>ALELUIA, ALELUIA, ALELUIA</a:t>
            </a:r>
          </a:p>
          <a:p>
            <a:endParaRPr lang="pt-BR" sz="4800" b="1" dirty="0"/>
          </a:p>
          <a:p>
            <a:r>
              <a:rPr lang="pt-BR" sz="4800" dirty="0"/>
              <a:t>  O ESPÍRITO SANTO, A VERDADE, DE MIM IRÁ TESTEMUNHAR, E VÓS MINHAS TESTEMUNHAS SEREIS EM TODO LUGAR.</a:t>
            </a:r>
          </a:p>
          <a:p>
            <a:endParaRPr lang="pt-BR" sz="4800" b="1" dirty="0"/>
          </a:p>
          <a:p>
            <a:r>
              <a:rPr lang="pt-BR" sz="4800" b="1" dirty="0"/>
              <a:t>ALELUIA, ALELUIA, ALELUIA</a:t>
            </a:r>
            <a:endParaRPr lang="pt-BR" sz="4800" dirty="0"/>
          </a:p>
          <a:p>
            <a:endParaRPr lang="pt-BR" sz="4800" dirty="0"/>
          </a:p>
          <a:p>
            <a:endParaRPr lang="pt-BR" sz="1200" dirty="0"/>
          </a:p>
        </p:txBody>
      </p:sp>
    </p:spTree>
    <p:extLst>
      <p:ext uri="{BB962C8B-B14F-4D97-AF65-F5344CB8AC3E}">
        <p14:creationId xmlns:p14="http://schemas.microsoft.com/office/powerpoint/2010/main" val="2671817442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72815659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786277918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507922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LOUVAI, LOUVAI, Ó SERVOS DO SENHOR, LOUVAI, LOUVAI O NOME DO SENHOR!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594291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999FF3F-9EF8-A4DD-3764-CE648DAB6F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89D3253-A85A-346F-B2BE-BF865059621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431860C-7D98-D2CF-7032-5A2C96DA892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 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52498910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BENDITO SEJA O NOME DO SENHOR,</a:t>
            </a:r>
          </a:p>
          <a:p>
            <a:pPr algn="l"/>
            <a:r>
              <a:rPr lang="pt-BR" sz="8000" dirty="0"/>
              <a:t>AGORA E POR TODA A ETERNIDADE!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668652678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54AB52D-04BD-F343-8F88-F3C102CCE7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53E51BF-E57D-2935-298A-74F378B8CEA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B464C8D6-A570-7ADA-77B4-8E64B2521F9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482234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07FDDF7-E57B-4ABD-8E64-A145FE0504D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8D89A6-E4AB-3019-DB67-34691BCCAD9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3B2D9BAA-3642-9E5C-D10A-5966396BE4A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O SENHOR ESTÁ ACIMA DAS NAÇÕES. </a:t>
            </a:r>
          </a:p>
          <a:p>
            <a:pPr algn="l"/>
            <a:r>
              <a:rPr lang="pt-BR" sz="8000" dirty="0"/>
              <a:t>SUA GLÓRIA VAI ALÉM DOS ALTOS CÉUS.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24495556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0116D4A-E944-712E-206F-FCD952E7710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482EAB9-BA11-9983-DE60-6EEA8FAC0FB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8" y="332508"/>
            <a:ext cx="4847294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55624AC7-2F92-2DCA-B6B5-B82E6E851A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8800" b="1" dirty="0"/>
              <a:t>DO NASCER DO SOL ATÉ O SEU OCASO,</a:t>
            </a:r>
          </a:p>
          <a:p>
            <a:pPr algn="l"/>
            <a:endParaRPr lang="pt-BR" sz="8800" b="1" dirty="0"/>
          </a:p>
          <a:p>
            <a:pPr algn="l"/>
            <a:r>
              <a:rPr lang="pt-BR" sz="8800" b="1" dirty="0"/>
              <a:t>LOUVADO SEJA ONOME DO SENHOR! (2X)</a:t>
            </a:r>
            <a:endParaRPr lang="pt-BR" sz="8800" dirty="0"/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777132594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5E7FD3-BCCB-0F01-AC83-340CCDA35E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7701FBD-3BD8-0170-3107-4A5B932215C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332508"/>
            <a:ext cx="437316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APRESENTAÇÃO DAS OFERENDAS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7E69C76-26DB-3877-CFAA-CE631BAEC6F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8" y="1136074"/>
            <a:ext cx="11007436" cy="5527962"/>
          </a:xfrm>
        </p:spPr>
        <p:txBody>
          <a:bodyPr>
            <a:normAutofit/>
          </a:bodyPr>
          <a:lstStyle/>
          <a:p>
            <a:pPr algn="l"/>
            <a:r>
              <a:rPr lang="pt-BR" sz="8000" dirty="0"/>
              <a:t>QUEM PODE COMPARAR-SE AO NOSSO DEUS,</a:t>
            </a:r>
          </a:p>
          <a:p>
            <a:pPr algn="l"/>
            <a:r>
              <a:rPr lang="pt-BR" sz="8000" dirty="0"/>
              <a:t>QUE SE INCLINA PARA OLHAR O CÉU E A TERRA</a:t>
            </a:r>
          </a:p>
          <a:p>
            <a:endParaRPr lang="pt-BR" sz="6600" dirty="0"/>
          </a:p>
        </p:txBody>
      </p:sp>
    </p:spTree>
    <p:extLst>
      <p:ext uri="{BB962C8B-B14F-4D97-AF65-F5344CB8AC3E}">
        <p14:creationId xmlns:p14="http://schemas.microsoft.com/office/powerpoint/2010/main" val="189311789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72461034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990168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6000" b="1" dirty="0"/>
              <a:t>SANTO, SANTO, SANTO</a:t>
            </a:r>
          </a:p>
          <a:p>
            <a:pPr algn="just"/>
            <a:r>
              <a:rPr lang="pt-BR" sz="6000" dirty="0"/>
              <a:t>SENHOR DEUS DO UNIVERSO</a:t>
            </a:r>
          </a:p>
          <a:p>
            <a:pPr algn="just"/>
            <a:r>
              <a:rPr lang="pt-BR" sz="6000" dirty="0"/>
              <a:t>O CÉU E A TERRA PROCLAMAM A VOSSA GLÓRIA</a:t>
            </a:r>
          </a:p>
          <a:p>
            <a:pPr algn="just"/>
            <a:r>
              <a:rPr lang="pt-BR" sz="6000" b="1" dirty="0"/>
              <a:t>HOSANA NAS ALTURAS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96341270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21327" y="443345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SANTO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921327" y="1350386"/>
            <a:ext cx="10851573" cy="5424487"/>
          </a:xfrm>
        </p:spPr>
        <p:txBody>
          <a:bodyPr>
            <a:normAutofit/>
          </a:bodyPr>
          <a:lstStyle/>
          <a:p>
            <a:pPr algn="just"/>
            <a:r>
              <a:rPr lang="pt-BR" sz="7200" dirty="0"/>
              <a:t>BENDITO O QUE VEM</a:t>
            </a:r>
          </a:p>
          <a:p>
            <a:pPr algn="just"/>
            <a:r>
              <a:rPr lang="pt-BR" sz="7200" dirty="0"/>
              <a:t>EM NOME DO SENHOR</a:t>
            </a:r>
          </a:p>
          <a:p>
            <a:pPr algn="just"/>
            <a:r>
              <a:rPr lang="pt-BR" sz="7200" b="1" dirty="0"/>
              <a:t>HOSANA NAS ALTURAS (2X)</a:t>
            </a:r>
          </a:p>
          <a:p>
            <a:pPr algn="just"/>
            <a:endParaRPr lang="pt-BR" sz="54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  <a:p>
            <a:pPr algn="just"/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49677520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141727376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1. NÓS RECONHECEMOS O SENHOR, PARTINDO O PÃO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MISTÉRIO DE AMOR, A NOSSA REFEIÇÃO.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528328233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2. O SENHOR JESUS NO SACRAMENTO NOS DEIXOU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MEMORIAL DA CRUZ: MORTE E RESSURREIÇÃO.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177358167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3. TÃO GRANDE MISTÉRIO ADORAMOS, NESTE ALTAR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 NOSSA FÉ SUSTENTE O NOSSO CAMINHAR.</a:t>
            </a:r>
          </a:p>
        </p:txBody>
      </p:sp>
    </p:spTree>
    <p:extLst>
      <p:ext uri="{BB962C8B-B14F-4D97-AF65-F5344CB8AC3E}">
        <p14:creationId xmlns:p14="http://schemas.microsoft.com/office/powerpoint/2010/main" val="3298096224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4. AO POVO DE DEUS, LÁ NO DESERTO, SEM PÃO, SEM LAR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DEUS FEZ CAIR DO CÉU COMIDA SALUTAR.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3982027943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49235" y="377152"/>
            <a:ext cx="211281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92500" lnSpcReduction="10000"/>
          </a:bodyPr>
          <a:lstStyle/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EU SOU O PÃO QUE VEM DO CÉU</a:t>
            </a:r>
          </a:p>
          <a:p>
            <a:pPr algn="l"/>
            <a:r>
              <a:rPr lang="pt-BR" sz="6000" b="1" i="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QUEM CRER EM MIM, IRÁ VIVER.</a:t>
            </a:r>
          </a:p>
          <a:p>
            <a:pPr algn="l"/>
            <a:endParaRPr lang="pt-BR" sz="6000" b="1" i="0" dirty="0">
              <a:solidFill>
                <a:srgbClr val="131313"/>
              </a:solidFill>
              <a:effectLst/>
              <a:latin typeface="Roboto" panose="02000000000000000000" pitchFamily="2" charset="0"/>
            </a:endParaRP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5. TODOS SE ASSENTARAM, TODOS COMERAM, ATÉ FARTAR</a:t>
            </a:r>
          </a:p>
          <a:p>
            <a:pPr algn="l"/>
            <a:r>
              <a:rPr lang="pt-BR" sz="6000" dirty="0">
                <a:solidFill>
                  <a:srgbClr val="131313"/>
                </a:solidFill>
                <a:effectLst/>
                <a:latin typeface="Roboto" panose="02000000000000000000" pitchFamily="2" charset="0"/>
              </a:rPr>
              <a:t>GLÓRIA E LOUVOR A DEUS, QUE VEM NOS SACIAR.</a:t>
            </a:r>
          </a:p>
        </p:txBody>
      </p:sp>
    </p:spTree>
    <p:extLst>
      <p:ext uri="{BB962C8B-B14F-4D97-AF65-F5344CB8AC3E}">
        <p14:creationId xmlns:p14="http://schemas.microsoft.com/office/powerpoint/2010/main" val="348775000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9E54A745-F7E1-3C86-F83C-1FFF7E55BED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0401532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491667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142568"/>
            <a:ext cx="11386320" cy="5424487"/>
          </a:xfrm>
        </p:spPr>
        <p:txBody>
          <a:bodyPr>
            <a:normAutofit fontScale="475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NO TEU AMOR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FORÇA QUE SUSTENTA 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NO TEU SORRISO QUE FAZ BRILHAR O CÉU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E NO TEU CANTO QUE ME DÁ ALEGRIA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51842504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85422" y="448989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85422" y="1298223"/>
            <a:ext cx="11571111" cy="5765544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NA TUA PAZ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VIDA QUE FAZ BELA A TERRA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NA TUA LUZ QUE CLAREIA A NOITE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ROTA SEGURA NO MEU CAMINHO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762843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0213" y="290945"/>
            <a:ext cx="2976098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PÓS-COMUNHÃO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0213" y="1311902"/>
            <a:ext cx="11386320" cy="5424487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CREIO EM TI, SENHOR, CREIO QUE TU ME AMAS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SUSTENTAS, QUE ME DÁS O PERDÃO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TU ME GUIAS PELAS ESTRADAS DO MUNDO</a:t>
            </a:r>
          </a:p>
          <a:p>
            <a:pPr algn="l"/>
            <a:r>
              <a:rPr lang="pt-BR" sz="10600" i="0" dirty="0">
                <a:solidFill>
                  <a:schemeClr val="tx1">
                    <a:lumMod val="95000"/>
                    <a:lumOff val="5000"/>
                  </a:schemeClr>
                </a:solidFill>
                <a:effectLst/>
                <a:latin typeface="Roboto" panose="02000000000000000000" pitchFamily="2" charset="0"/>
              </a:rPr>
              <a:t>QUE ME DARÁS A VIDA ETERNA</a:t>
            </a:r>
            <a:endParaRPr lang="pt-BR" sz="19200" dirty="0"/>
          </a:p>
        </p:txBody>
      </p:sp>
    </p:spTree>
    <p:extLst>
      <p:ext uri="{BB962C8B-B14F-4D97-AF65-F5344CB8AC3E}">
        <p14:creationId xmlns:p14="http://schemas.microsoft.com/office/powerpoint/2010/main" val="283514872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3E9BA02-669A-524C-4601-D028BE6FDBC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tângulo 1">
            <a:extLst>
              <a:ext uri="{FF2B5EF4-FFF2-40B4-BE49-F238E27FC236}">
                <a16:creationId xmlns:a16="http://schemas.microsoft.com/office/drawing/2014/main" id="{B5F9BD71-2335-E696-27B9-6118A3A3EAC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/>
        </p:spPr>
        <p:style>
          <a:lnRef idx="2">
            <a:schemeClr val="dk1">
              <a:shade val="50000"/>
            </a:schemeClr>
          </a:lnRef>
          <a:fillRef idx="1">
            <a:schemeClr val="dk1"/>
          </a:fillRef>
          <a:effectRef idx="0">
            <a:schemeClr val="dk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657791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1. PELAS ESTRADAS DA VIDA,</a:t>
            </a:r>
          </a:p>
          <a:p>
            <a:pPr algn="l"/>
            <a:r>
              <a:rPr lang="pt-BR" sz="6600" dirty="0"/>
              <a:t>NUNCA SOZINHO ESTÁS.</a:t>
            </a:r>
          </a:p>
          <a:p>
            <a:pPr algn="l"/>
            <a:r>
              <a:rPr lang="pt-BR" sz="6600" dirty="0"/>
              <a:t>CONTIGO PELO CAMINHO,</a:t>
            </a:r>
          </a:p>
          <a:p>
            <a:pPr algn="l"/>
            <a:r>
              <a:rPr lang="pt-BR" sz="6600" dirty="0"/>
              <a:t>SANTA MARIA VAI.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414127896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0E406B4-85AC-B67B-F9E2-21AAF806748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33400" y="215734"/>
            <a:ext cx="3553691" cy="471055"/>
          </a:xfrm>
        </p:spPr>
        <p:txBody>
          <a:bodyPr>
            <a:normAutofit fontScale="90000"/>
          </a:bodyPr>
          <a:lstStyle/>
          <a:p>
            <a:pPr algn="l"/>
            <a:r>
              <a:rPr lang="pt-BR" sz="2800" b="1" dirty="0">
                <a:solidFill>
                  <a:srgbClr val="FF0000"/>
                </a:solidFill>
              </a:rPr>
              <a:t>FINAL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C8F7E34-DB8C-1CEE-BAF4-E537563F9CD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33400" y="686789"/>
            <a:ext cx="11579578" cy="6338124"/>
          </a:xfrm>
        </p:spPr>
        <p:txBody>
          <a:bodyPr>
            <a:normAutofit fontScale="77500" lnSpcReduction="20000"/>
          </a:bodyPr>
          <a:lstStyle/>
          <a:p>
            <a:pPr algn="l"/>
            <a:r>
              <a:rPr lang="pt-BR" sz="6600" dirty="0"/>
              <a:t>2. MESMO QUE DIGAM OS HOMENS,</a:t>
            </a:r>
          </a:p>
          <a:p>
            <a:pPr algn="l"/>
            <a:r>
              <a:rPr lang="pt-BR" sz="6600" dirty="0"/>
              <a:t>TU NADA PODES MUDAR</a:t>
            </a:r>
          </a:p>
          <a:p>
            <a:pPr algn="l"/>
            <a:r>
              <a:rPr lang="pt-BR" sz="6600" dirty="0"/>
              <a:t>LUTA POR UM MUNDO NOVO</a:t>
            </a:r>
          </a:p>
          <a:p>
            <a:pPr algn="l"/>
            <a:r>
              <a:rPr lang="pt-BR" sz="6600" dirty="0"/>
              <a:t>DE UNIDADE E PAZ.</a:t>
            </a:r>
          </a:p>
          <a:p>
            <a:pPr algn="l"/>
            <a:endParaRPr lang="pt-BR" sz="6600" dirty="0"/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</a:p>
          <a:p>
            <a:pPr algn="l"/>
            <a:r>
              <a:rPr lang="pt-BR" sz="6600" b="1" dirty="0"/>
              <a:t>Ó VEM CONOSCO, VEM CAMINHAR,</a:t>
            </a:r>
          </a:p>
          <a:p>
            <a:pPr algn="l"/>
            <a:r>
              <a:rPr lang="pt-BR" sz="6600" b="1" dirty="0"/>
              <a:t>SANTA MARIA VEM.</a:t>
            </a:r>
            <a:endParaRPr lang="pt-BR" sz="4400" b="1" dirty="0"/>
          </a:p>
        </p:txBody>
      </p:sp>
    </p:spTree>
    <p:extLst>
      <p:ext uri="{BB962C8B-B14F-4D97-AF65-F5344CB8AC3E}">
        <p14:creationId xmlns:p14="http://schemas.microsoft.com/office/powerpoint/2010/main" val="1776818743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8388</TotalTime>
  <Words>926</Words>
  <Application>Microsoft Office PowerPoint</Application>
  <PresentationFormat>Widescreen</PresentationFormat>
  <Paragraphs>162</Paragraphs>
  <Slides>43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43</vt:i4>
      </vt:variant>
    </vt:vector>
  </HeadingPairs>
  <TitlesOfParts>
    <vt:vector size="50" baseType="lpstr">
      <vt:lpstr>-apple-system</vt:lpstr>
      <vt:lpstr>Arial</vt:lpstr>
      <vt:lpstr>Bookman Old Style</vt:lpstr>
      <vt:lpstr>Calibri</vt:lpstr>
      <vt:lpstr>Calibri Light</vt:lpstr>
      <vt:lpstr>Roboto</vt:lpstr>
      <vt:lpstr>Tema do Office</vt:lpstr>
      <vt:lpstr>Apresentação do PowerPoint</vt:lpstr>
      <vt:lpstr>ENTRADA</vt:lpstr>
      <vt:lpstr>ENTRADA</vt:lpstr>
      <vt:lpstr>ENTRADA</vt:lpstr>
      <vt:lpstr>Apresentação do PowerPoint</vt:lpstr>
      <vt:lpstr>ATO PENITENCIAL</vt:lpstr>
      <vt:lpstr>ATO PENITENCIAL</vt:lpstr>
      <vt:lpstr>ATO PENITENCIAL</vt:lpstr>
      <vt:lpstr>Apresentação do PowerPoint</vt:lpstr>
      <vt:lpstr>HINO DE LOUVOR</vt:lpstr>
      <vt:lpstr>HINO DE LOUVOR</vt:lpstr>
      <vt:lpstr>HINO DE LOUVOR</vt:lpstr>
      <vt:lpstr>HINO DE LOUVOR</vt:lpstr>
      <vt:lpstr>HINO DE LOUVOR</vt:lpstr>
      <vt:lpstr>Apresentação do PowerPoint</vt:lpstr>
      <vt:lpstr>SALMO RESPONSORIAL</vt:lpstr>
      <vt:lpstr>Apresentação do PowerPoint</vt:lpstr>
      <vt:lpstr>ACLAMAÇÃO</vt:lpstr>
      <vt:lpstr>Apresentação do PowerPoint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DAS OFERENDAS</vt:lpstr>
      <vt:lpstr>Apresentação do PowerPoint</vt:lpstr>
      <vt:lpstr>SANTO</vt:lpstr>
      <vt:lpstr>SANTO</vt:lpstr>
      <vt:lpstr>Apresentação do PowerPoint</vt:lpstr>
      <vt:lpstr>COMUNHÃO</vt:lpstr>
      <vt:lpstr>COMUNHÃO</vt:lpstr>
      <vt:lpstr>COMUNHÃO</vt:lpstr>
      <vt:lpstr>COMUNHÃO</vt:lpstr>
      <vt:lpstr>COMUNHÃO</vt:lpstr>
      <vt:lpstr>Apresentação do PowerPoint</vt:lpstr>
      <vt:lpstr>PÓS-COMUNHÃO</vt:lpstr>
      <vt:lpstr>PÓS-COMUNHÃO</vt:lpstr>
      <vt:lpstr>PÓS-COMUNHÃO</vt:lpstr>
      <vt:lpstr>Apresentação do PowerPoint</vt:lpstr>
      <vt:lpstr>FINAL</vt:lpstr>
      <vt:lpstr>FINAL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ENTRADA</dc:title>
  <dc:creator>anaclaracosta116@gmail.com</dc:creator>
  <cp:lastModifiedBy>anaclaracosta116@gmail.com</cp:lastModifiedBy>
  <cp:revision>57</cp:revision>
  <dcterms:created xsi:type="dcterms:W3CDTF">2023-05-06T17:01:55Z</dcterms:created>
  <dcterms:modified xsi:type="dcterms:W3CDTF">2026-06-20T19:53:52Z</dcterms:modified>
</cp:coreProperties>
</file>