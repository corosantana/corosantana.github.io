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54" r:id="rId3"/>
    <p:sldId id="355" r:id="rId4"/>
    <p:sldId id="258" r:id="rId5"/>
    <p:sldId id="259" r:id="rId6"/>
    <p:sldId id="260" r:id="rId7"/>
    <p:sldId id="261" r:id="rId8"/>
    <p:sldId id="338" r:id="rId9"/>
    <p:sldId id="339" r:id="rId10"/>
    <p:sldId id="340" r:id="rId11"/>
    <p:sldId id="360" r:id="rId12"/>
    <p:sldId id="264" r:id="rId13"/>
    <p:sldId id="265" r:id="rId14"/>
    <p:sldId id="266" r:id="rId15"/>
    <p:sldId id="267" r:id="rId16"/>
    <p:sldId id="271" r:id="rId17"/>
    <p:sldId id="269" r:id="rId18"/>
    <p:sldId id="356" r:id="rId19"/>
    <p:sldId id="357" r:id="rId20"/>
    <p:sldId id="292" r:id="rId21"/>
    <p:sldId id="275" r:id="rId22"/>
    <p:sldId id="363" r:id="rId23"/>
    <p:sldId id="361" r:id="rId24"/>
    <p:sldId id="362" r:id="rId25"/>
    <p:sldId id="358" r:id="rId26"/>
    <p:sldId id="364" r:id="rId27"/>
    <p:sldId id="365" r:id="rId28"/>
    <p:sldId id="277" r:id="rId29"/>
    <p:sldId id="337" r:id="rId30"/>
    <p:sldId id="334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F1AD987-88A3-4271-9175-530B62FEB6A0}"/>
    <pc:docChg chg="custSel modSld">
      <pc:chgData name="anaclaracosta116@gmail.com" userId="a793634777582c92" providerId="LiveId" clId="{FF1AD987-88A3-4271-9175-530B62FEB6A0}" dt="2023-07-02T20:52:46.425" v="178" actId="1076"/>
      <pc:docMkLst>
        <pc:docMk/>
      </pc:docMkLst>
      <pc:sldChg chg="modSp mod">
        <pc:chgData name="anaclaracosta116@gmail.com" userId="a793634777582c92" providerId="LiveId" clId="{FF1AD987-88A3-4271-9175-530B62FEB6A0}" dt="2023-06-24T15:19:50.291" v="51" actId="20577"/>
        <pc:sldMkLst>
          <pc:docMk/>
          <pc:sldMk cId="2786277918" sldId="269"/>
        </pc:sldMkLst>
        <pc:spChg chg="mod">
          <ac:chgData name="anaclaracosta116@gmail.com" userId="a793634777582c92" providerId="LiveId" clId="{FF1AD987-88A3-4271-9175-530B62FEB6A0}" dt="2023-06-24T15:19:50.291" v="51" actId="20577"/>
          <ac:spMkLst>
            <pc:docMk/>
            <pc:sldMk cId="2786277918" sldId="269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FF1AD987-88A3-4271-9175-530B62FEB6A0}" dt="2023-07-02T20:52:46.425" v="178" actId="1076"/>
        <pc:sldMkLst>
          <pc:docMk/>
          <pc:sldMk cId="1473594096" sldId="303"/>
        </pc:sldMkLst>
        <pc:spChg chg="mod">
          <ac:chgData name="anaclaracosta116@gmail.com" userId="a793634777582c92" providerId="LiveId" clId="{FF1AD987-88A3-4271-9175-530B62FEB6A0}" dt="2023-07-02T20:52:42.032" v="177" actId="1076"/>
          <ac:spMkLst>
            <pc:docMk/>
            <pc:sldMk cId="1473594096" sldId="303"/>
            <ac:spMk id="2" creationId="{9E54A745-F7E1-3C86-F83C-1FFF7E55BED7}"/>
          </ac:spMkLst>
        </pc:spChg>
        <pc:spChg chg="mod">
          <ac:chgData name="anaclaracosta116@gmail.com" userId="a793634777582c92" providerId="LiveId" clId="{FF1AD987-88A3-4271-9175-530B62FEB6A0}" dt="2023-07-02T20:52:46.425" v="178" actId="1076"/>
          <ac:spMkLst>
            <pc:docMk/>
            <pc:sldMk cId="1473594096" sldId="303"/>
            <ac:spMk id="4" creationId="{92E25773-42FD-B98F-F247-E337474EBD83}"/>
          </ac:spMkLst>
        </pc:spChg>
        <pc:picChg chg="del">
          <ac:chgData name="anaclaracosta116@gmail.com" userId="a793634777582c92" providerId="LiveId" clId="{FF1AD987-88A3-4271-9175-530B62FEB6A0}" dt="2023-07-02T20:51:07.760" v="66" actId="21"/>
          <ac:picMkLst>
            <pc:docMk/>
            <pc:sldMk cId="1473594096" sldId="303"/>
            <ac:picMk id="3" creationId="{CDE8454F-7BCB-F03F-BBC5-83D4CEB99860}"/>
          </ac:picMkLst>
        </pc:picChg>
        <pc:picChg chg="add mod ord">
          <ac:chgData name="anaclaracosta116@gmail.com" userId="a793634777582c92" providerId="LiveId" clId="{FF1AD987-88A3-4271-9175-530B62FEB6A0}" dt="2023-07-02T20:52:35.015" v="176" actId="1076"/>
          <ac:picMkLst>
            <pc:docMk/>
            <pc:sldMk cId="1473594096" sldId="303"/>
            <ac:picMk id="5" creationId="{D1E409F4-934E-9566-ECF0-8FCEDAA78B6D}"/>
          </ac:picMkLst>
        </pc:picChg>
      </pc:sldChg>
      <pc:sldChg chg="modSp mod">
        <pc:chgData name="anaclaracosta116@gmail.com" userId="a793634777582c92" providerId="LiveId" clId="{FF1AD987-88A3-4271-9175-530B62FEB6A0}" dt="2023-06-24T20:17:16.236" v="52" actId="20577"/>
        <pc:sldMkLst>
          <pc:docMk/>
          <pc:sldMk cId="880466366" sldId="354"/>
        </pc:sldMkLst>
        <pc:spChg chg="mod">
          <ac:chgData name="anaclaracosta116@gmail.com" userId="a793634777582c92" providerId="LiveId" clId="{FF1AD987-88A3-4271-9175-530B62FEB6A0}" dt="2023-06-24T20:17:16.236" v="52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F1AD987-88A3-4271-9175-530B62FEB6A0}" dt="2023-06-24T20:17:25.581" v="60" actId="20577"/>
        <pc:sldMkLst>
          <pc:docMk/>
          <pc:sldMk cId="4169432743" sldId="355"/>
        </pc:sldMkLst>
        <pc:spChg chg="mod">
          <ac:chgData name="anaclaracosta116@gmail.com" userId="a793634777582c92" providerId="LiveId" clId="{FF1AD987-88A3-4271-9175-530B62FEB6A0}" dt="2023-06-24T20:17:25.581" v="60" actId="20577"/>
          <ac:spMkLst>
            <pc:docMk/>
            <pc:sldMk cId="4169432743" sldId="35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F1AD987-88A3-4271-9175-530B62FEB6A0}" dt="2023-06-24T20:21:07.975" v="61" actId="20577"/>
        <pc:sldMkLst>
          <pc:docMk/>
          <pc:sldMk cId="2304799739" sldId="362"/>
        </pc:sldMkLst>
        <pc:spChg chg="mod">
          <ac:chgData name="anaclaracosta116@gmail.com" userId="a793634777582c92" providerId="LiveId" clId="{FF1AD987-88A3-4271-9175-530B62FEB6A0}" dt="2023-06-24T20:21:07.975" v="61" actId="20577"/>
          <ac:spMkLst>
            <pc:docMk/>
            <pc:sldMk cId="2304799739" sldId="362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E409F4-934E-9566-ECF0-8FCEDAA7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597309" y="2871671"/>
            <a:ext cx="10997381" cy="3731342"/>
          </a:xfrm>
          <a:prstGeom prst="rect">
            <a:avLst/>
          </a:prstGeom>
          <a:solidFill>
            <a:schemeClr val="tx1">
              <a:alpha val="76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49096" y="3213848"/>
            <a:ext cx="116938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 DE SÃO PEDRO E SÃO PAULO</a:t>
            </a:r>
          </a:p>
        </p:txBody>
      </p:sp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DO SEU POVO ELE É A FORÇA</a:t>
            </a:r>
          </a:p>
          <a:p>
            <a:pPr algn="l"/>
            <a:r>
              <a:rPr lang="pt-BR" sz="7200" b="1" dirty="0"/>
              <a:t>SALVAÇÃO DO SEU UNGIDO</a:t>
            </a:r>
          </a:p>
          <a:p>
            <a:pPr algn="l"/>
            <a:r>
              <a:rPr lang="pt-BR" sz="7200" b="1" dirty="0"/>
              <a:t>SALVA SENHOR TEU POVO</a:t>
            </a:r>
          </a:p>
          <a:p>
            <a:pPr algn="l"/>
            <a:r>
              <a:rPr lang="pt-BR" sz="7200" b="1" dirty="0"/>
              <a:t>SOCORRE OS TEUS QUERIDOS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21600" dirty="0"/>
              <a:t>O SENHOR É MINHA LUZ, ELE É MINHA SALVAÇÃO</a:t>
            </a:r>
          </a:p>
          <a:p>
            <a:pPr algn="just"/>
            <a:r>
              <a:rPr lang="pt-BR" sz="21600" dirty="0"/>
              <a:t>O QUE QUE EU VOU TEMER, DEUS MINHA PROTEÇÃO</a:t>
            </a:r>
          </a:p>
          <a:p>
            <a:pPr algn="just"/>
            <a:r>
              <a:rPr lang="pt-BR" sz="21600" dirty="0"/>
              <a:t>ELE GUARDA A MINHA VIDA, EU NÃO VOU TER MEDO NÃO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517" y="651164"/>
            <a:ext cx="10976265" cy="630381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TENDE COMPAIXÃO DE NÓS, SENHOR</a:t>
            </a:r>
          </a:p>
          <a:p>
            <a:pPr algn="just"/>
            <a:r>
              <a:rPr lang="pt-BR" sz="6000" dirty="0"/>
              <a:t>PORQUE SOMOS PECADORES</a:t>
            </a:r>
          </a:p>
          <a:p>
            <a:pPr algn="just"/>
            <a:r>
              <a:rPr lang="pt-BR" sz="6000" dirty="0"/>
              <a:t>MANIFESTAI, SENHOR, A VOSSA MISERICORDIA</a:t>
            </a:r>
          </a:p>
          <a:p>
            <a:pPr algn="just"/>
            <a:r>
              <a:rPr lang="pt-BR" sz="6000" dirty="0"/>
              <a:t>E DAI-NOS A VOSSA SALVAÇÃO (2X)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GLORIA IN EXCELSIS DEO, ET IN TERRA PAX HOMINIBUS BONAE VOLUNTATIS, BONAE VOLUNTATIS</a:t>
            </a:r>
          </a:p>
          <a:p>
            <a:pPr algn="just"/>
            <a:r>
              <a:rPr lang="pt-BR" sz="40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400" dirty="0"/>
              <a:t>GLÓRIA A DEUS NAS ALTURAS E PAZ NA TERRA AOS HOMENS POR ELE AMADOS</a:t>
            </a:r>
          </a:p>
          <a:p>
            <a:pPr algn="just"/>
            <a:endParaRPr lang="pt-BR" sz="9600" dirty="0"/>
          </a:p>
          <a:p>
            <a:pPr algn="just"/>
            <a:r>
              <a:rPr lang="pt-BR" sz="80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SENHOR, SÓ VÓS O ALTÍSSIMO, JESUS CRISTO, 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b="1" dirty="0"/>
              <a:t>GLORIA IN EXCELSIS DEO, ET IN TERRA PAX HOMINIBUS BONAE VOLUNTATIS, BONAE VOLUNTATIS</a:t>
            </a:r>
          </a:p>
          <a:p>
            <a:pPr algn="just"/>
            <a:endParaRPr lang="pt-BR" sz="12300" b="1" dirty="0"/>
          </a:p>
          <a:p>
            <a:pPr algn="just"/>
            <a:r>
              <a:rPr lang="pt-BR" sz="110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23321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ATENDEI-ME, Ó SENHOR, PELO VOSSO IMENSO AMOR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ESPÍRITO SANTO, A VERDADE, DE MIM IRÁ TESTEMUNHAR, E VÓS MINHAS TESTEMUNHAS SEREIS EM TODO LUGAR</a:t>
            </a:r>
            <a:endParaRPr lang="pt-BR" sz="4800" b="1" dirty="0"/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FICAI ATENTO AO CLAMOR DA MINHA PRECE, Ó MEU REI E MEU SENHOR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ESCUTAI, Ó SENHOR DEUS, MINHAS PALAVRAS, ATENDEI O MEU GEMIDO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FICAI ATENTO AO CLAMOR DA MINHA PRECE, Ó MEU REI E MEU SENHOR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É A VÓS QUE QUE EU DIRIJO, DE MANHÃ JÁ ME ESCUTAI</a:t>
            </a:r>
          </a:p>
        </p:txBody>
      </p:sp>
    </p:spTree>
    <p:extLst>
      <p:ext uri="{BB962C8B-B14F-4D97-AF65-F5344CB8AC3E}">
        <p14:creationId xmlns:p14="http://schemas.microsoft.com/office/powerpoint/2010/main" val="3892079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FICAI ATENTO AO CLAMOR DA MINHA PRECE, Ó MEU REI E MEU SENHOR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DESDE CEDO EU ME PREPARO PARA VÓS, NÃO SOIS UM DEUS A QUEM AGRADE A INIQUIDADE</a:t>
            </a:r>
          </a:p>
        </p:txBody>
      </p:sp>
    </p:spTree>
    <p:extLst>
      <p:ext uri="{BB962C8B-B14F-4D97-AF65-F5344CB8AC3E}">
        <p14:creationId xmlns:p14="http://schemas.microsoft.com/office/powerpoint/2010/main" val="3737255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PROCLAMAM A VOSSA GLÓRIA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HOSANA, HOSANA, HOSANA 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r>
              <a:rPr lang="pt-BR" sz="5400" dirty="0"/>
              <a:t>BENDITO O QUE VEM 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HOSANA, HOSANA, HOSANA 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TODOS OS OLHOS, Ó SENHOR, </a:t>
            </a:r>
          </a:p>
          <a:p>
            <a:pPr algn="just"/>
            <a:r>
              <a:rPr lang="pt-BR" sz="6600" b="1" dirty="0"/>
              <a:t>EM VÓS ESPERAM, </a:t>
            </a:r>
          </a:p>
          <a:p>
            <a:pPr algn="just"/>
            <a:r>
              <a:rPr lang="pt-BR" sz="6600" b="1" dirty="0"/>
              <a:t>E LHES DAIS NO TEMPO CERTO</a:t>
            </a:r>
          </a:p>
          <a:p>
            <a:pPr algn="just"/>
            <a:r>
              <a:rPr lang="pt-BR" sz="6600" b="1" dirty="0"/>
              <a:t>NO TEMPO CERTO O ALIMENTO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POR VOSSA CAUSA É QUE SOFRI TANTOS INSULTOS, E O MEU ROSTO SE COBRIU DE CONFUSÃO</a:t>
            </a:r>
          </a:p>
          <a:p>
            <a:pPr algn="just"/>
            <a:r>
              <a:rPr lang="pt-BR" sz="5400" dirty="0"/>
              <a:t>EU ME TORNEI COMO UM ESTRANHO A MEUS IRMÃOS, COMO ESTRANGEIRO PARA OS FILHOS DE MINHA MÃE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TODOS OS OLHOS, Ó SENHOR, </a:t>
            </a:r>
          </a:p>
          <a:p>
            <a:pPr algn="just"/>
            <a:r>
              <a:rPr lang="pt-BR" sz="6600" b="1" dirty="0"/>
              <a:t>EM VÓS ESPERAM, </a:t>
            </a:r>
          </a:p>
          <a:p>
            <a:pPr algn="just"/>
            <a:r>
              <a:rPr lang="pt-BR" sz="6600" b="1" dirty="0"/>
              <a:t>E LHES DAIS NO TEMPO CERTO</a:t>
            </a:r>
          </a:p>
          <a:p>
            <a:pPr algn="just"/>
            <a:r>
              <a:rPr lang="pt-BR" sz="6600" b="1" dirty="0"/>
              <a:t>NO TEMPO CERTO O ALIMNTO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10024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POIS MEU ZELO E MEU AMOR POR VOSSA CASA, ME DEVORAM COMU UM FOGO ABRASADOR</a:t>
            </a:r>
          </a:p>
          <a:p>
            <a:pPr algn="just"/>
            <a:r>
              <a:rPr lang="pt-BR" sz="5400" dirty="0"/>
              <a:t>POR ISSO ELEVO PARA VÓS MINHA ORAÇÃO, NESTE TEMPO FAVORÁVEL SENHOR DEUS.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18664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1087150"/>
            <a:ext cx="10148455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SALVE RAINHA MÃE DE MISERICÓRDIA</a:t>
            </a:r>
          </a:p>
          <a:p>
            <a:pPr algn="l"/>
            <a:r>
              <a:rPr lang="pt-BR" sz="21600" dirty="0"/>
              <a:t>VIDA DOÇURA ESPERANÇA NOSSA SALVE</a:t>
            </a:r>
          </a:p>
          <a:p>
            <a:pPr algn="l"/>
            <a:r>
              <a:rPr lang="pt-BR" sz="21600" dirty="0"/>
              <a:t>A TI CLAMAMOS EXILADOS FILHOS DE EVA</a:t>
            </a:r>
          </a:p>
          <a:p>
            <a:pPr algn="l"/>
            <a:r>
              <a:rPr lang="pt-BR" sz="21600" dirty="0"/>
              <a:t>A TI SUSPIRAMOS SOFRENDO GEMENDO E CHORADO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1087151"/>
            <a:ext cx="10148455" cy="348485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dirty="0"/>
              <a:t>EIA PÔS ADVOGADA NOSSA, ESSES SEUS OLHOS MISERICORDIOSOS</a:t>
            </a:r>
          </a:p>
          <a:p>
            <a:pPr algn="just"/>
            <a:r>
              <a:rPr lang="pt-BR" sz="21600" dirty="0"/>
              <a:t>A NÓS VOLVEI E DEPOIS DESTE DESTERRO, MOSTRAI-NOS JESUS</a:t>
            </a:r>
          </a:p>
          <a:p>
            <a:pPr algn="just"/>
            <a:r>
              <a:rPr lang="pt-BR" sz="21600" dirty="0"/>
              <a:t>BENDITO O FRUTO DO TEU VENTRE</a:t>
            </a:r>
            <a:endParaRPr lang="pt-BR" sz="21600" b="1" dirty="0"/>
          </a:p>
        </p:txBody>
      </p:sp>
    </p:spTree>
    <p:extLst>
      <p:ext uri="{BB962C8B-B14F-4D97-AF65-F5344CB8AC3E}">
        <p14:creationId xmlns:p14="http://schemas.microsoft.com/office/powerpoint/2010/main" val="25466632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7987</TotalTime>
  <Words>621</Words>
  <Application>Microsoft Office PowerPoint</Application>
  <PresentationFormat>Widescreen</PresentationFormat>
  <Paragraphs>118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13</cp:revision>
  <dcterms:created xsi:type="dcterms:W3CDTF">2023-05-06T17:01:55Z</dcterms:created>
  <dcterms:modified xsi:type="dcterms:W3CDTF">2023-07-02T20:54:57Z</dcterms:modified>
</cp:coreProperties>
</file>