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49" r:id="rId3"/>
    <p:sldId id="450" r:id="rId4"/>
    <p:sldId id="492" r:id="rId5"/>
    <p:sldId id="452" r:id="rId6"/>
    <p:sldId id="493" r:id="rId7"/>
    <p:sldId id="454" r:id="rId8"/>
    <p:sldId id="494" r:id="rId9"/>
    <p:sldId id="456" r:id="rId10"/>
    <p:sldId id="258" r:id="rId11"/>
    <p:sldId id="457" r:id="rId12"/>
    <p:sldId id="404" r:id="rId13"/>
    <p:sldId id="458" r:id="rId14"/>
    <p:sldId id="491" r:id="rId15"/>
    <p:sldId id="490" r:id="rId16"/>
    <p:sldId id="261" r:id="rId17"/>
    <p:sldId id="338" r:id="rId18"/>
    <p:sldId id="339" r:id="rId19"/>
    <p:sldId id="340" r:id="rId20"/>
    <p:sldId id="377" r:id="rId21"/>
    <p:sldId id="260" r:id="rId22"/>
    <p:sldId id="265" r:id="rId23"/>
    <p:sldId id="266" r:id="rId24"/>
    <p:sldId id="267" r:id="rId25"/>
    <p:sldId id="271" r:id="rId26"/>
    <p:sldId id="275" r:id="rId27"/>
    <p:sldId id="363" r:id="rId28"/>
    <p:sldId id="414" r:id="rId29"/>
    <p:sldId id="415" r:id="rId30"/>
    <p:sldId id="416" r:id="rId31"/>
    <p:sldId id="417" r:id="rId32"/>
    <p:sldId id="418" r:id="rId33"/>
    <p:sldId id="419" r:id="rId34"/>
    <p:sldId id="361" r:id="rId35"/>
    <p:sldId id="422" r:id="rId36"/>
    <p:sldId id="423" r:id="rId37"/>
    <p:sldId id="421" r:id="rId38"/>
    <p:sldId id="362" r:id="rId39"/>
    <p:sldId id="411" r:id="rId40"/>
    <p:sldId id="495" r:id="rId41"/>
    <p:sldId id="496" r:id="rId42"/>
    <p:sldId id="497" r:id="rId43"/>
    <p:sldId id="498" r:id="rId44"/>
    <p:sldId id="277" r:id="rId45"/>
    <p:sldId id="413" r:id="rId46"/>
    <p:sldId id="499" r:id="rId47"/>
    <p:sldId id="412" r:id="rId48"/>
    <p:sldId id="448" r:id="rId4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09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6EDA821-3DDF-45FF-A3F0-D4C1D6F24652}"/>
    <pc:docChg chg="undo custSel addSld delSld modSld sldOrd">
      <pc:chgData name="anaclaracosta116@gmail.com" userId="a793634777582c92" providerId="LiveId" clId="{F6EDA821-3DDF-45FF-A3F0-D4C1D6F24652}" dt="2025-10-11T20:34:58.245" v="293" actId="478"/>
      <pc:docMkLst>
        <pc:docMk/>
      </pc:docMkLst>
      <pc:sldChg chg="del">
        <pc:chgData name="anaclaracosta116@gmail.com" userId="a793634777582c92" providerId="LiveId" clId="{F6EDA821-3DDF-45FF-A3F0-D4C1D6F24652}" dt="2025-10-11T20:04:12.706" v="211" actId="47"/>
        <pc:sldMkLst>
          <pc:docMk/>
          <pc:sldMk cId="2490480151" sldId="259"/>
        </pc:sldMkLst>
      </pc:sldChg>
      <pc:sldChg chg="modSp add mod">
        <pc:chgData name="anaclaracosta116@gmail.com" userId="a793634777582c92" providerId="LiveId" clId="{F6EDA821-3DDF-45FF-A3F0-D4C1D6F24652}" dt="2025-10-11T19:46:33.926" v="7" actId="20577"/>
        <pc:sldMkLst>
          <pc:docMk/>
          <pc:sldMk cId="337661645" sldId="261"/>
        </pc:sldMkLst>
        <pc:spChg chg="mod">
          <ac:chgData name="anaclaracosta116@gmail.com" userId="a793634777582c92" providerId="LiveId" clId="{F6EDA821-3DDF-45FF-A3F0-D4C1D6F24652}" dt="2025-10-11T19:46:33.926" v="7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5-10-11T19:46:44.119" v="14" actId="47"/>
        <pc:sldMkLst>
          <pc:docMk/>
          <pc:sldMk cId="3222059865" sldId="264"/>
        </pc:sldMkLst>
      </pc:sldChg>
      <pc:sldChg chg="modSp mod">
        <pc:chgData name="anaclaracosta116@gmail.com" userId="a793634777582c92" providerId="LiveId" clId="{F6EDA821-3DDF-45FF-A3F0-D4C1D6F24652}" dt="2025-10-11T19:47:40.639" v="97" actId="20577"/>
        <pc:sldMkLst>
          <pc:docMk/>
          <pc:sldMk cId="3388034860" sldId="265"/>
        </pc:sldMkLst>
        <pc:spChg chg="mod">
          <ac:chgData name="anaclaracosta116@gmail.com" userId="a793634777582c92" providerId="LiveId" clId="{F6EDA821-3DDF-45FF-A3F0-D4C1D6F24652}" dt="2025-10-11T19:47:40.639" v="97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5-10-11T19:48:37.588" v="166" actId="313"/>
        <pc:sldMkLst>
          <pc:docMk/>
          <pc:sldMk cId="2671817442" sldId="267"/>
        </pc:sldMkLst>
        <pc:spChg chg="mod">
          <ac:chgData name="anaclaracosta116@gmail.com" userId="a793634777582c92" providerId="LiveId" clId="{F6EDA821-3DDF-45FF-A3F0-D4C1D6F24652}" dt="2025-10-11T19:48:37.588" v="166" actId="313"/>
          <ac:spMkLst>
            <pc:docMk/>
            <pc:sldMk cId="2671817442" sldId="267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F6EDA821-3DDF-45FF-A3F0-D4C1D6F24652}" dt="2025-10-11T19:46:25.845" v="5"/>
        <pc:sldMkLst>
          <pc:docMk/>
          <pc:sldMk cId="1733667129" sldId="338"/>
        </pc:sldMkLst>
      </pc:sldChg>
      <pc:sldChg chg="add">
        <pc:chgData name="anaclaracosta116@gmail.com" userId="a793634777582c92" providerId="LiveId" clId="{F6EDA821-3DDF-45FF-A3F0-D4C1D6F24652}" dt="2025-10-11T19:46:25.845" v="5"/>
        <pc:sldMkLst>
          <pc:docMk/>
          <pc:sldMk cId="2703894855" sldId="339"/>
        </pc:sldMkLst>
      </pc:sldChg>
      <pc:sldChg chg="add">
        <pc:chgData name="anaclaracosta116@gmail.com" userId="a793634777582c92" providerId="LiveId" clId="{F6EDA821-3DDF-45FF-A3F0-D4C1D6F24652}" dt="2025-10-11T19:46:25.845" v="5"/>
        <pc:sldMkLst>
          <pc:docMk/>
          <pc:sldMk cId="641955455" sldId="340"/>
        </pc:sldMkLst>
      </pc:sldChg>
      <pc:sldChg chg="del">
        <pc:chgData name="anaclaracosta116@gmail.com" userId="a793634777582c92" providerId="LiveId" clId="{F6EDA821-3DDF-45FF-A3F0-D4C1D6F24652}" dt="2025-10-11T19:43:44.405" v="1" actId="47"/>
        <pc:sldMkLst>
          <pc:docMk/>
          <pc:sldMk cId="880466366" sldId="354"/>
        </pc:sldMkLst>
      </pc:sldChg>
      <pc:sldChg chg="del">
        <pc:chgData name="anaclaracosta116@gmail.com" userId="a793634777582c92" providerId="LiveId" clId="{F6EDA821-3DDF-45FF-A3F0-D4C1D6F24652}" dt="2025-10-11T20:14:59.724" v="218" actId="47"/>
        <pc:sldMkLst>
          <pc:docMk/>
          <pc:sldMk cId="3348609962" sldId="358"/>
        </pc:sldMkLst>
      </pc:sldChg>
      <pc:sldChg chg="modSp mod">
        <pc:chgData name="anaclaracosta116@gmail.com" userId="a793634777582c92" providerId="LiveId" clId="{F6EDA821-3DDF-45FF-A3F0-D4C1D6F24652}" dt="2025-10-11T19:52:54.151" v="169" actId="113"/>
        <pc:sldMkLst>
          <pc:docMk/>
          <pc:sldMk cId="2304799739" sldId="362"/>
        </pc:sldMkLst>
        <pc:spChg chg="mod">
          <ac:chgData name="anaclaracosta116@gmail.com" userId="a793634777582c92" providerId="LiveId" clId="{F6EDA821-3DDF-45FF-A3F0-D4C1D6F24652}" dt="2025-10-11T19:52:54.151" v="169" actId="113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5-10-11T20:04:14.802" v="213" actId="47"/>
        <pc:sldMkLst>
          <pc:docMk/>
          <pc:sldMk cId="4223893755" sldId="371"/>
        </pc:sldMkLst>
      </pc:sldChg>
      <pc:sldChg chg="addSp delSp modSp mod">
        <pc:chgData name="anaclaracosta116@gmail.com" userId="a793634777582c92" providerId="LiveId" clId="{F6EDA821-3DDF-45FF-A3F0-D4C1D6F24652}" dt="2025-10-11T20:22:22.188" v="235" actId="14100"/>
        <pc:sldMkLst>
          <pc:docMk/>
          <pc:sldMk cId="725659120" sldId="375"/>
        </pc:sldMkLst>
        <pc:spChg chg="mod">
          <ac:chgData name="anaclaracosta116@gmail.com" userId="a793634777582c92" providerId="LiveId" clId="{F6EDA821-3DDF-45FF-A3F0-D4C1D6F24652}" dt="2025-10-11T20:22:22.188" v="235" actId="14100"/>
          <ac:spMkLst>
            <pc:docMk/>
            <pc:sldMk cId="725659120" sldId="375"/>
            <ac:spMk id="2" creationId="{D3685A8F-3BF1-4985-90E0-31EBB7936F3E}"/>
          </ac:spMkLst>
        </pc:spChg>
        <pc:spChg chg="del">
          <ac:chgData name="anaclaracosta116@gmail.com" userId="a793634777582c92" providerId="LiveId" clId="{F6EDA821-3DDF-45FF-A3F0-D4C1D6F24652}" dt="2025-10-11T20:21:52.682" v="229" actId="478"/>
          <ac:spMkLst>
            <pc:docMk/>
            <pc:sldMk cId="725659120" sldId="375"/>
            <ac:spMk id="3" creationId="{FDE5B5AD-CD71-C2BA-2DE7-294D0B6E29B5}"/>
          </ac:spMkLst>
        </pc:spChg>
        <pc:picChg chg="add mod ord">
          <ac:chgData name="anaclaracosta116@gmail.com" userId="a793634777582c92" providerId="LiveId" clId="{F6EDA821-3DDF-45FF-A3F0-D4C1D6F24652}" dt="2025-10-11T20:22:15.706" v="234" actId="14100"/>
          <ac:picMkLst>
            <pc:docMk/>
            <pc:sldMk cId="725659120" sldId="375"/>
            <ac:picMk id="5" creationId="{24DF1803-E51D-5764-97E0-BBB06E6E8671}"/>
          </ac:picMkLst>
        </pc:picChg>
        <pc:picChg chg="del">
          <ac:chgData name="anaclaracosta116@gmail.com" userId="a793634777582c92" providerId="LiveId" clId="{F6EDA821-3DDF-45FF-A3F0-D4C1D6F24652}" dt="2025-10-11T20:21:46.053" v="227" actId="478"/>
          <ac:picMkLst>
            <pc:docMk/>
            <pc:sldMk cId="725659120" sldId="375"/>
            <ac:picMk id="1026" creationId="{D6D98418-A85D-EED0-48E6-B6F8B08E68BE}"/>
          </ac:picMkLst>
        </pc:picChg>
      </pc:sldChg>
      <pc:sldChg chg="add">
        <pc:chgData name="anaclaracosta116@gmail.com" userId="a793634777582c92" providerId="LiveId" clId="{F6EDA821-3DDF-45FF-A3F0-D4C1D6F24652}" dt="2025-10-11T19:46:25.845" v="5"/>
        <pc:sldMkLst>
          <pc:docMk/>
          <pc:sldMk cId="3733524150" sldId="377"/>
        </pc:sldMkLst>
      </pc:sldChg>
      <pc:sldChg chg="del">
        <pc:chgData name="anaclaracosta116@gmail.com" userId="a793634777582c92" providerId="LiveId" clId="{F6EDA821-3DDF-45FF-A3F0-D4C1D6F24652}" dt="2025-10-11T20:04:13.842" v="212" actId="47"/>
        <pc:sldMkLst>
          <pc:docMk/>
          <pc:sldMk cId="3280349174" sldId="379"/>
        </pc:sldMkLst>
      </pc:sldChg>
      <pc:sldChg chg="del">
        <pc:chgData name="anaclaracosta116@gmail.com" userId="a793634777582c92" providerId="LiveId" clId="{F6EDA821-3DDF-45FF-A3F0-D4C1D6F24652}" dt="2025-10-11T19:43:44.812" v="2" actId="47"/>
        <pc:sldMkLst>
          <pc:docMk/>
          <pc:sldMk cId="103931503" sldId="394"/>
        </pc:sldMkLst>
      </pc:sldChg>
      <pc:sldChg chg="del">
        <pc:chgData name="anaclaracosta116@gmail.com" userId="a793634777582c92" providerId="LiveId" clId="{F6EDA821-3DDF-45FF-A3F0-D4C1D6F24652}" dt="2025-10-11T20:15:00.924" v="220" actId="47"/>
        <pc:sldMkLst>
          <pc:docMk/>
          <pc:sldMk cId="947951164" sldId="398"/>
        </pc:sldMkLst>
      </pc:sldChg>
      <pc:sldChg chg="del">
        <pc:chgData name="anaclaracosta116@gmail.com" userId="a793634777582c92" providerId="LiveId" clId="{F6EDA821-3DDF-45FF-A3F0-D4C1D6F24652}" dt="2025-10-11T20:15:02.235" v="222" actId="47"/>
        <pc:sldMkLst>
          <pc:docMk/>
          <pc:sldMk cId="1897722864" sldId="400"/>
        </pc:sldMkLst>
      </pc:sldChg>
      <pc:sldChg chg="del">
        <pc:chgData name="anaclaracosta116@gmail.com" userId="a793634777582c92" providerId="LiveId" clId="{F6EDA821-3DDF-45FF-A3F0-D4C1D6F24652}" dt="2025-10-11T19:43:45.331" v="3" actId="47"/>
        <pc:sldMkLst>
          <pc:docMk/>
          <pc:sldMk cId="1748325036" sldId="402"/>
        </pc:sldMkLst>
      </pc:sldChg>
      <pc:sldChg chg="del">
        <pc:chgData name="anaclaracosta116@gmail.com" userId="a793634777582c92" providerId="LiveId" clId="{F6EDA821-3DDF-45FF-A3F0-D4C1D6F24652}" dt="2025-10-11T19:43:45.829" v="4" actId="47"/>
        <pc:sldMkLst>
          <pc:docMk/>
          <pc:sldMk cId="3507928095" sldId="403"/>
        </pc:sldMkLst>
      </pc:sldChg>
      <pc:sldChg chg="modSp add mod">
        <pc:chgData name="anaclaracosta116@gmail.com" userId="a793634777582c92" providerId="LiveId" clId="{F6EDA821-3DDF-45FF-A3F0-D4C1D6F24652}" dt="2025-10-11T19:58:23.373" v="210" actId="20577"/>
        <pc:sldMkLst>
          <pc:docMk/>
          <pc:sldMk cId="382056880" sldId="404"/>
        </pc:sldMkLst>
        <pc:spChg chg="mod">
          <ac:chgData name="anaclaracosta116@gmail.com" userId="a793634777582c92" providerId="LiveId" clId="{F6EDA821-3DDF-45FF-A3F0-D4C1D6F24652}" dt="2025-10-11T19:58:23.373" v="210" actId="20577"/>
          <ac:spMkLst>
            <pc:docMk/>
            <pc:sldMk cId="382056880" sldId="40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5-10-11T20:15:00.331" v="219" actId="47"/>
        <pc:sldMkLst>
          <pc:docMk/>
          <pc:sldMk cId="2704917479" sldId="407"/>
        </pc:sldMkLst>
      </pc:sldChg>
      <pc:sldChg chg="del">
        <pc:chgData name="anaclaracosta116@gmail.com" userId="a793634777582c92" providerId="LiveId" clId="{F6EDA821-3DDF-45FF-A3F0-D4C1D6F24652}" dt="2025-10-11T20:15:01.556" v="221" actId="47"/>
        <pc:sldMkLst>
          <pc:docMk/>
          <pc:sldMk cId="2683157082" sldId="408"/>
        </pc:sldMkLst>
      </pc:sldChg>
      <pc:sldChg chg="del">
        <pc:chgData name="anaclaracosta116@gmail.com" userId="a793634777582c92" providerId="LiveId" clId="{F6EDA821-3DDF-45FF-A3F0-D4C1D6F24652}" dt="2025-10-11T20:14:59.127" v="217" actId="47"/>
        <pc:sldMkLst>
          <pc:docMk/>
          <pc:sldMk cId="4268142777" sldId="410"/>
        </pc:sldMkLst>
      </pc:sldChg>
      <pc:sldChg chg="modSp mod">
        <pc:chgData name="anaclaracosta116@gmail.com" userId="a793634777582c92" providerId="LiveId" clId="{F6EDA821-3DDF-45FF-A3F0-D4C1D6F24652}" dt="2025-10-11T20:14:56.803" v="216" actId="113"/>
        <pc:sldMkLst>
          <pc:docMk/>
          <pc:sldMk cId="1205510233" sldId="411"/>
        </pc:sldMkLst>
        <pc:spChg chg="mod">
          <ac:chgData name="anaclaracosta116@gmail.com" userId="a793634777582c92" providerId="LiveId" clId="{F6EDA821-3DDF-45FF-A3F0-D4C1D6F24652}" dt="2025-10-11T20:14:56.803" v="216" actId="113"/>
          <ac:spMkLst>
            <pc:docMk/>
            <pc:sldMk cId="1205510233" sldId="41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5-10-11T20:28:34.703" v="256" actId="113"/>
        <pc:sldMkLst>
          <pc:docMk/>
          <pc:sldMk cId="381345054" sldId="413"/>
        </pc:sldMkLst>
        <pc:spChg chg="mod">
          <ac:chgData name="anaclaracosta116@gmail.com" userId="a793634777582c92" providerId="LiveId" clId="{F6EDA821-3DDF-45FF-A3F0-D4C1D6F24652}" dt="2025-10-11T20:28:34.703" v="256" actId="113"/>
          <ac:spMkLst>
            <pc:docMk/>
            <pc:sldMk cId="381345054" sldId="41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5-10-11T20:28:42.018" v="257" actId="47"/>
        <pc:sldMkLst>
          <pc:docMk/>
          <pc:sldMk cId="738143678" sldId="420"/>
        </pc:sldMkLst>
      </pc:sldChg>
      <pc:sldChg chg="del">
        <pc:chgData name="anaclaracosta116@gmail.com" userId="a793634777582c92" providerId="LiveId" clId="{F6EDA821-3DDF-45FF-A3F0-D4C1D6F24652}" dt="2025-10-11T19:46:39.446" v="8" actId="47"/>
        <pc:sldMkLst>
          <pc:docMk/>
          <pc:sldMk cId="3616559544" sldId="425"/>
        </pc:sldMkLst>
      </pc:sldChg>
      <pc:sldChg chg="del">
        <pc:chgData name="anaclaracosta116@gmail.com" userId="a793634777582c92" providerId="LiveId" clId="{F6EDA821-3DDF-45FF-A3F0-D4C1D6F24652}" dt="2025-10-11T19:46:39.881" v="9" actId="47"/>
        <pc:sldMkLst>
          <pc:docMk/>
          <pc:sldMk cId="197694030" sldId="426"/>
        </pc:sldMkLst>
      </pc:sldChg>
      <pc:sldChg chg="del">
        <pc:chgData name="anaclaracosta116@gmail.com" userId="a793634777582c92" providerId="LiveId" clId="{F6EDA821-3DDF-45FF-A3F0-D4C1D6F24652}" dt="2025-10-11T19:46:40.306" v="10" actId="47"/>
        <pc:sldMkLst>
          <pc:docMk/>
          <pc:sldMk cId="670595887" sldId="427"/>
        </pc:sldMkLst>
      </pc:sldChg>
      <pc:sldChg chg="del">
        <pc:chgData name="anaclaracosta116@gmail.com" userId="a793634777582c92" providerId="LiveId" clId="{F6EDA821-3DDF-45FF-A3F0-D4C1D6F24652}" dt="2025-10-11T19:46:41.394" v="11" actId="47"/>
        <pc:sldMkLst>
          <pc:docMk/>
          <pc:sldMk cId="2788905423" sldId="428"/>
        </pc:sldMkLst>
      </pc:sldChg>
      <pc:sldChg chg="del">
        <pc:chgData name="anaclaracosta116@gmail.com" userId="a793634777582c92" providerId="LiveId" clId="{F6EDA821-3DDF-45FF-A3F0-D4C1D6F24652}" dt="2025-10-11T19:46:42.626" v="12" actId="47"/>
        <pc:sldMkLst>
          <pc:docMk/>
          <pc:sldMk cId="1182347468" sldId="429"/>
        </pc:sldMkLst>
      </pc:sldChg>
      <pc:sldChg chg="del">
        <pc:chgData name="anaclaracosta116@gmail.com" userId="a793634777582c92" providerId="LiveId" clId="{F6EDA821-3DDF-45FF-A3F0-D4C1D6F24652}" dt="2025-10-11T19:46:43.345" v="13" actId="47"/>
        <pc:sldMkLst>
          <pc:docMk/>
          <pc:sldMk cId="3643768469" sldId="447"/>
        </pc:sldMkLst>
      </pc:sldChg>
      <pc:sldChg chg="modSp add mod">
        <pc:chgData name="anaclaracosta116@gmail.com" userId="a793634777582c92" providerId="LiveId" clId="{F6EDA821-3DDF-45FF-A3F0-D4C1D6F24652}" dt="2025-10-11T20:33:43.930" v="276" actId="20577"/>
        <pc:sldMkLst>
          <pc:docMk/>
          <pc:sldMk cId="3801693528" sldId="449"/>
        </pc:sldMkLst>
        <pc:spChg chg="mod">
          <ac:chgData name="anaclaracosta116@gmail.com" userId="a793634777582c92" providerId="LiveId" clId="{F6EDA821-3DDF-45FF-A3F0-D4C1D6F24652}" dt="2025-10-11T20:33:43.930" v="276" actId="20577"/>
          <ac:spMkLst>
            <pc:docMk/>
            <pc:sldMk cId="3801693528" sldId="449"/>
            <ac:spMk id="2" creationId="{CC86EA20-661C-8D30-ED62-AC72AC914858}"/>
          </ac:spMkLst>
        </pc:spChg>
        <pc:spChg chg="mod">
          <ac:chgData name="anaclaracosta116@gmail.com" userId="a793634777582c92" providerId="LiveId" clId="{F6EDA821-3DDF-45FF-A3F0-D4C1D6F24652}" dt="2025-10-11T19:54:51.351" v="195" actId="20577"/>
          <ac:spMkLst>
            <pc:docMk/>
            <pc:sldMk cId="3801693528" sldId="449"/>
            <ac:spMk id="3" creationId="{AE535A3A-B335-B764-85A9-62EA8600E78B}"/>
          </ac:spMkLst>
        </pc:spChg>
      </pc:sldChg>
      <pc:sldChg chg="addSp delSp modSp add mod">
        <pc:chgData name="anaclaracosta116@gmail.com" userId="a793634777582c92" providerId="LiveId" clId="{F6EDA821-3DDF-45FF-A3F0-D4C1D6F24652}" dt="2025-10-11T20:34:09.856" v="283" actId="478"/>
        <pc:sldMkLst>
          <pc:docMk/>
          <pc:sldMk cId="4142504991" sldId="450"/>
        </pc:sldMkLst>
        <pc:spChg chg="add del mod">
          <ac:chgData name="anaclaracosta116@gmail.com" userId="a793634777582c92" providerId="LiveId" clId="{F6EDA821-3DDF-45FF-A3F0-D4C1D6F24652}" dt="2025-10-11T20:34:03.074" v="282" actId="478"/>
          <ac:spMkLst>
            <pc:docMk/>
            <pc:sldMk cId="4142504991" sldId="450"/>
            <ac:spMk id="2" creationId="{00B99977-47FD-D376-49E9-A32941E1D90D}"/>
          </ac:spMkLst>
        </pc:spChg>
        <pc:spChg chg="add del mod">
          <ac:chgData name="anaclaracosta116@gmail.com" userId="a793634777582c92" providerId="LiveId" clId="{F6EDA821-3DDF-45FF-A3F0-D4C1D6F24652}" dt="2025-10-11T20:34:00.705" v="281" actId="478"/>
          <ac:spMkLst>
            <pc:docMk/>
            <pc:sldMk cId="4142504991" sldId="450"/>
            <ac:spMk id="5" creationId="{761978FF-F908-E996-6E22-B76651C4E4AB}"/>
          </ac:spMkLst>
        </pc:spChg>
        <pc:spChg chg="add del">
          <ac:chgData name="anaclaracosta116@gmail.com" userId="a793634777582c92" providerId="LiveId" clId="{F6EDA821-3DDF-45FF-A3F0-D4C1D6F24652}" dt="2025-10-11T20:33:57.194" v="280" actId="22"/>
          <ac:spMkLst>
            <pc:docMk/>
            <pc:sldMk cId="4142504991" sldId="450"/>
            <ac:spMk id="7" creationId="{EBA1D3D0-949C-B31E-15BE-FA356107B610}"/>
          </ac:spMkLst>
        </pc:spChg>
        <pc:spChg chg="add del mod">
          <ac:chgData name="anaclaracosta116@gmail.com" userId="a793634777582c92" providerId="LiveId" clId="{F6EDA821-3DDF-45FF-A3F0-D4C1D6F24652}" dt="2025-10-11T20:34:09.856" v="283" actId="478"/>
          <ac:spMkLst>
            <pc:docMk/>
            <pc:sldMk cId="4142504991" sldId="450"/>
            <ac:spMk id="9" creationId="{080837B8-B6D7-A808-DB62-105A825521C9}"/>
          </ac:spMkLst>
        </pc:spChg>
      </pc:sldChg>
      <pc:sldChg chg="add del">
        <pc:chgData name="anaclaracosta116@gmail.com" userId="a793634777582c92" providerId="LiveId" clId="{F6EDA821-3DDF-45FF-A3F0-D4C1D6F24652}" dt="2025-10-11T19:54:59.952" v="196" actId="47"/>
        <pc:sldMkLst>
          <pc:docMk/>
          <pc:sldMk cId="3663847151" sldId="451"/>
        </pc:sldMkLst>
      </pc:sldChg>
      <pc:sldChg chg="add">
        <pc:chgData name="anaclaracosta116@gmail.com" userId="a793634777582c92" providerId="LiveId" clId="{F6EDA821-3DDF-45FF-A3F0-D4C1D6F24652}" dt="2025-10-11T19:43:39.819" v="0"/>
        <pc:sldMkLst>
          <pc:docMk/>
          <pc:sldMk cId="926394957" sldId="452"/>
        </pc:sldMkLst>
      </pc:sldChg>
      <pc:sldChg chg="add del">
        <pc:chgData name="anaclaracosta116@gmail.com" userId="a793634777582c92" providerId="LiveId" clId="{F6EDA821-3DDF-45FF-A3F0-D4C1D6F24652}" dt="2025-10-11T19:56:01.157" v="205" actId="47"/>
        <pc:sldMkLst>
          <pc:docMk/>
          <pc:sldMk cId="3997219113" sldId="453"/>
        </pc:sldMkLst>
      </pc:sldChg>
      <pc:sldChg chg="addSp delSp modSp add mod">
        <pc:chgData name="anaclaracosta116@gmail.com" userId="a793634777582c92" providerId="LiveId" clId="{F6EDA821-3DDF-45FF-A3F0-D4C1D6F24652}" dt="2025-10-11T20:34:38.252" v="289" actId="478"/>
        <pc:sldMkLst>
          <pc:docMk/>
          <pc:sldMk cId="2709690096" sldId="454"/>
        </pc:sldMkLst>
        <pc:spChg chg="del">
          <ac:chgData name="anaclaracosta116@gmail.com" userId="a793634777582c92" providerId="LiveId" clId="{F6EDA821-3DDF-45FF-A3F0-D4C1D6F24652}" dt="2025-10-11T20:34:32.054" v="288" actId="478"/>
          <ac:spMkLst>
            <pc:docMk/>
            <pc:sldMk cId="2709690096" sldId="454"/>
            <ac:spMk id="2" creationId="{B54A4006-5AB4-8815-A71B-84D06A913968}"/>
          </ac:spMkLst>
        </pc:spChg>
        <pc:spChg chg="add del mod">
          <ac:chgData name="anaclaracosta116@gmail.com" userId="a793634777582c92" providerId="LiveId" clId="{F6EDA821-3DDF-45FF-A3F0-D4C1D6F24652}" dt="2025-10-11T20:34:38.252" v="289" actId="478"/>
          <ac:spMkLst>
            <pc:docMk/>
            <pc:sldMk cId="2709690096" sldId="454"/>
            <ac:spMk id="5" creationId="{69FE3470-8629-8509-E807-EE35A7AC1DA0}"/>
          </ac:spMkLst>
        </pc:spChg>
      </pc:sldChg>
      <pc:sldChg chg="add del">
        <pc:chgData name="anaclaracosta116@gmail.com" userId="a793634777582c92" providerId="LiveId" clId="{F6EDA821-3DDF-45FF-A3F0-D4C1D6F24652}" dt="2025-10-11T19:56:14.484" v="209" actId="47"/>
        <pc:sldMkLst>
          <pc:docMk/>
          <pc:sldMk cId="153313814" sldId="455"/>
        </pc:sldMkLst>
      </pc:sldChg>
      <pc:sldChg chg="addSp delSp modSp add mod">
        <pc:chgData name="anaclaracosta116@gmail.com" userId="a793634777582c92" providerId="LiveId" clId="{F6EDA821-3DDF-45FF-A3F0-D4C1D6F24652}" dt="2025-10-11T20:34:58.245" v="293" actId="478"/>
        <pc:sldMkLst>
          <pc:docMk/>
          <pc:sldMk cId="2446533618" sldId="456"/>
        </pc:sldMkLst>
        <pc:spChg chg="del">
          <ac:chgData name="anaclaracosta116@gmail.com" userId="a793634777582c92" providerId="LiveId" clId="{F6EDA821-3DDF-45FF-A3F0-D4C1D6F24652}" dt="2025-10-11T20:34:56.077" v="292" actId="478"/>
          <ac:spMkLst>
            <pc:docMk/>
            <pc:sldMk cId="2446533618" sldId="456"/>
            <ac:spMk id="2" creationId="{28327638-1005-9E87-1561-AF7FF43758EA}"/>
          </ac:spMkLst>
        </pc:spChg>
        <pc:spChg chg="add del mod">
          <ac:chgData name="anaclaracosta116@gmail.com" userId="a793634777582c92" providerId="LiveId" clId="{F6EDA821-3DDF-45FF-A3F0-D4C1D6F24652}" dt="2025-10-11T20:34:58.245" v="293" actId="478"/>
          <ac:spMkLst>
            <pc:docMk/>
            <pc:sldMk cId="2446533618" sldId="456"/>
            <ac:spMk id="5" creationId="{53168883-B093-D71E-7308-2C1746B6E1AB}"/>
          </ac:spMkLst>
        </pc:spChg>
      </pc:sldChg>
      <pc:sldChg chg="add">
        <pc:chgData name="anaclaracosta116@gmail.com" userId="a793634777582c92" providerId="LiveId" clId="{F6EDA821-3DDF-45FF-A3F0-D4C1D6F24652}" dt="2025-10-11T19:46:25.845" v="5"/>
        <pc:sldMkLst>
          <pc:docMk/>
          <pc:sldMk cId="700694440" sldId="457"/>
        </pc:sldMkLst>
      </pc:sldChg>
      <pc:sldChg chg="add">
        <pc:chgData name="anaclaracosta116@gmail.com" userId="a793634777582c92" providerId="LiveId" clId="{F6EDA821-3DDF-45FF-A3F0-D4C1D6F24652}" dt="2025-10-11T19:46:25.845" v="5"/>
        <pc:sldMkLst>
          <pc:docMk/>
          <pc:sldMk cId="3561146743" sldId="458"/>
        </pc:sldMkLst>
      </pc:sldChg>
      <pc:sldChg chg="add">
        <pc:chgData name="anaclaracosta116@gmail.com" userId="a793634777582c92" providerId="LiveId" clId="{F6EDA821-3DDF-45FF-A3F0-D4C1D6F24652}" dt="2025-10-11T19:46:25.845" v="5"/>
        <pc:sldMkLst>
          <pc:docMk/>
          <pc:sldMk cId="1511236368" sldId="490"/>
        </pc:sldMkLst>
      </pc:sldChg>
      <pc:sldChg chg="add">
        <pc:chgData name="anaclaracosta116@gmail.com" userId="a793634777582c92" providerId="LiveId" clId="{F6EDA821-3DDF-45FF-A3F0-D4C1D6F24652}" dt="2025-10-11T19:46:25.845" v="5"/>
        <pc:sldMkLst>
          <pc:docMk/>
          <pc:sldMk cId="3352353311" sldId="491"/>
        </pc:sldMkLst>
      </pc:sldChg>
      <pc:sldChg chg="addSp delSp modSp add mod ord">
        <pc:chgData name="anaclaracosta116@gmail.com" userId="a793634777582c92" providerId="LiveId" clId="{F6EDA821-3DDF-45FF-A3F0-D4C1D6F24652}" dt="2025-10-11T20:34:16.388" v="285" actId="478"/>
        <pc:sldMkLst>
          <pc:docMk/>
          <pc:sldMk cId="3633341053" sldId="492"/>
        </pc:sldMkLst>
        <pc:spChg chg="del">
          <ac:chgData name="anaclaracosta116@gmail.com" userId="a793634777582c92" providerId="LiveId" clId="{F6EDA821-3DDF-45FF-A3F0-D4C1D6F24652}" dt="2025-10-11T20:34:14.165" v="284" actId="478"/>
          <ac:spMkLst>
            <pc:docMk/>
            <pc:sldMk cId="3633341053" sldId="492"/>
            <ac:spMk id="2" creationId="{BD18F8CA-6CBA-C1D1-A5C7-7755DA8EDB90}"/>
          </ac:spMkLst>
        </pc:spChg>
        <pc:spChg chg="add del mod">
          <ac:chgData name="anaclaracosta116@gmail.com" userId="a793634777582c92" providerId="LiveId" clId="{F6EDA821-3DDF-45FF-A3F0-D4C1D6F24652}" dt="2025-10-11T20:34:16.388" v="285" actId="478"/>
          <ac:spMkLst>
            <pc:docMk/>
            <pc:sldMk cId="3633341053" sldId="492"/>
            <ac:spMk id="5" creationId="{72ED1B91-735D-B2CF-F318-193C802DAB8E}"/>
          </ac:spMkLst>
        </pc:spChg>
      </pc:sldChg>
      <pc:sldChg chg="addSp delSp modSp add mod ord">
        <pc:chgData name="anaclaracosta116@gmail.com" userId="a793634777582c92" providerId="LiveId" clId="{F6EDA821-3DDF-45FF-A3F0-D4C1D6F24652}" dt="2025-10-11T20:34:28.013" v="287" actId="478"/>
        <pc:sldMkLst>
          <pc:docMk/>
          <pc:sldMk cId="4272771063" sldId="493"/>
        </pc:sldMkLst>
        <pc:spChg chg="del">
          <ac:chgData name="anaclaracosta116@gmail.com" userId="a793634777582c92" providerId="LiveId" clId="{F6EDA821-3DDF-45FF-A3F0-D4C1D6F24652}" dt="2025-10-11T20:34:23.473" v="286" actId="478"/>
          <ac:spMkLst>
            <pc:docMk/>
            <pc:sldMk cId="4272771063" sldId="493"/>
            <ac:spMk id="2" creationId="{19BB1E6E-75CF-BF4D-A4B5-7744FB0FDDDE}"/>
          </ac:spMkLst>
        </pc:spChg>
        <pc:spChg chg="add del mod">
          <ac:chgData name="anaclaracosta116@gmail.com" userId="a793634777582c92" providerId="LiveId" clId="{F6EDA821-3DDF-45FF-A3F0-D4C1D6F24652}" dt="2025-10-11T20:34:28.013" v="287" actId="478"/>
          <ac:spMkLst>
            <pc:docMk/>
            <pc:sldMk cId="4272771063" sldId="493"/>
            <ac:spMk id="5" creationId="{F8B0EE46-F5DD-F1D6-30F2-752C85FB91C8}"/>
          </ac:spMkLst>
        </pc:spChg>
      </pc:sldChg>
      <pc:sldChg chg="addSp delSp modSp add mod ord">
        <pc:chgData name="anaclaracosta116@gmail.com" userId="a793634777582c92" providerId="LiveId" clId="{F6EDA821-3DDF-45FF-A3F0-D4C1D6F24652}" dt="2025-10-11T20:34:48.999" v="291" actId="478"/>
        <pc:sldMkLst>
          <pc:docMk/>
          <pc:sldMk cId="3940015404" sldId="494"/>
        </pc:sldMkLst>
        <pc:spChg chg="del">
          <ac:chgData name="anaclaracosta116@gmail.com" userId="a793634777582c92" providerId="LiveId" clId="{F6EDA821-3DDF-45FF-A3F0-D4C1D6F24652}" dt="2025-10-11T20:34:42.452" v="290" actId="478"/>
          <ac:spMkLst>
            <pc:docMk/>
            <pc:sldMk cId="3940015404" sldId="494"/>
            <ac:spMk id="2" creationId="{0DB96D34-6F56-F874-C10E-47D4FCC5A7A0}"/>
          </ac:spMkLst>
        </pc:spChg>
        <pc:spChg chg="add del mod">
          <ac:chgData name="anaclaracosta116@gmail.com" userId="a793634777582c92" providerId="LiveId" clId="{F6EDA821-3DDF-45FF-A3F0-D4C1D6F24652}" dt="2025-10-11T20:34:48.999" v="291" actId="478"/>
          <ac:spMkLst>
            <pc:docMk/>
            <pc:sldMk cId="3940015404" sldId="494"/>
            <ac:spMk id="5" creationId="{CC99C098-A56D-8C4D-D584-F18C43C984D4}"/>
          </ac:spMkLst>
        </pc:spChg>
      </pc:sldChg>
      <pc:sldChg chg="modSp add mod ord">
        <pc:chgData name="anaclaracosta116@gmail.com" userId="a793634777582c92" providerId="LiveId" clId="{F6EDA821-3DDF-45FF-A3F0-D4C1D6F24652}" dt="2025-10-11T20:24:11.862" v="238" actId="20577"/>
        <pc:sldMkLst>
          <pc:docMk/>
          <pc:sldMk cId="953757377" sldId="495"/>
        </pc:sldMkLst>
        <pc:spChg chg="mod">
          <ac:chgData name="anaclaracosta116@gmail.com" userId="a793634777582c92" providerId="LiveId" clId="{F6EDA821-3DDF-45FF-A3F0-D4C1D6F24652}" dt="2025-10-11T20:24:11.862" v="238" actId="20577"/>
          <ac:spMkLst>
            <pc:docMk/>
            <pc:sldMk cId="953757377" sldId="495"/>
            <ac:spMk id="3" creationId="{2B717ED8-976F-E4AC-9ADC-7536E7C28160}"/>
          </ac:spMkLst>
        </pc:spChg>
      </pc:sldChg>
      <pc:sldChg chg="add ord">
        <pc:chgData name="anaclaracosta116@gmail.com" userId="a793634777582c92" providerId="LiveId" clId="{F6EDA821-3DDF-45FF-A3F0-D4C1D6F24652}" dt="2025-10-11T20:24:22.693" v="241"/>
        <pc:sldMkLst>
          <pc:docMk/>
          <pc:sldMk cId="2751977369" sldId="496"/>
        </pc:sldMkLst>
      </pc:sldChg>
      <pc:sldChg chg="modSp add mod ord">
        <pc:chgData name="anaclaracosta116@gmail.com" userId="a793634777582c92" providerId="LiveId" clId="{F6EDA821-3DDF-45FF-A3F0-D4C1D6F24652}" dt="2025-10-11T20:25:06.506" v="246" actId="27636"/>
        <pc:sldMkLst>
          <pc:docMk/>
          <pc:sldMk cId="2763411476" sldId="497"/>
        </pc:sldMkLst>
        <pc:spChg chg="mod">
          <ac:chgData name="anaclaracosta116@gmail.com" userId="a793634777582c92" providerId="LiveId" clId="{F6EDA821-3DDF-45FF-A3F0-D4C1D6F24652}" dt="2025-10-11T20:25:06.506" v="246" actId="27636"/>
          <ac:spMkLst>
            <pc:docMk/>
            <pc:sldMk cId="2763411476" sldId="497"/>
            <ac:spMk id="3" creationId="{36FCD3A5-15AF-CF8D-F464-541194A3023D}"/>
          </ac:spMkLst>
        </pc:spChg>
      </pc:sldChg>
      <pc:sldChg chg="add ord">
        <pc:chgData name="anaclaracosta116@gmail.com" userId="a793634777582c92" providerId="LiveId" clId="{F6EDA821-3DDF-45FF-A3F0-D4C1D6F24652}" dt="2025-10-11T20:25:16.537" v="249"/>
        <pc:sldMkLst>
          <pc:docMk/>
          <pc:sldMk cId="137371777" sldId="498"/>
        </pc:sldMkLst>
      </pc:sldChg>
      <pc:sldChg chg="modSp add mod">
        <pc:chgData name="anaclaracosta116@gmail.com" userId="a793634777582c92" providerId="LiveId" clId="{F6EDA821-3DDF-45FF-A3F0-D4C1D6F24652}" dt="2025-10-11T20:29:17.847" v="263" actId="27636"/>
        <pc:sldMkLst>
          <pc:docMk/>
          <pc:sldMk cId="395854738" sldId="499"/>
        </pc:sldMkLst>
        <pc:spChg chg="mod">
          <ac:chgData name="anaclaracosta116@gmail.com" userId="a793634777582c92" providerId="LiveId" clId="{F6EDA821-3DDF-45FF-A3F0-D4C1D6F24652}" dt="2025-10-11T20:29:17.847" v="263" actId="27636"/>
          <ac:spMkLst>
            <pc:docMk/>
            <pc:sldMk cId="395854738" sldId="499"/>
            <ac:spMk id="3" creationId="{74DE6E9C-E66D-89AF-19D1-9A2EDC6C23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4DF1803-E51D-5764-97E0-BBB06E6E8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90995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3685A8F-3BF1-4985-90E0-31EBB7936F3E}"/>
              </a:ext>
            </a:extLst>
          </p:cNvPr>
          <p:cNvSpPr/>
          <p:nvPr/>
        </p:nvSpPr>
        <p:spPr>
          <a:xfrm>
            <a:off x="0" y="0"/>
            <a:ext cx="12192000" cy="6870931"/>
          </a:xfrm>
          <a:prstGeom prst="rect">
            <a:avLst/>
          </a:prstGeom>
          <a:solidFill>
            <a:schemeClr val="tx1">
              <a:alpha val="3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46E9348-3599-B251-8CB9-86648F90E26C}"/>
              </a:ext>
            </a:extLst>
          </p:cNvPr>
          <p:cNvSpPr txBox="1">
            <a:spLocks/>
          </p:cNvSpPr>
          <p:nvPr/>
        </p:nvSpPr>
        <p:spPr>
          <a:xfrm>
            <a:off x="492528" y="4251960"/>
            <a:ext cx="11516592" cy="231648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SOLENIDADE DA BEM-AVENTURADA VIRGEM MARIA DA CONCEIÇÃO APARECIDA</a:t>
            </a:r>
            <a:endParaRPr lang="pt-BR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F1F12-F8D1-58E7-8BF3-3AE9CDBB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6EA20-661C-8D30-ED62-AC72AC914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535A3A-B335-B764-85A9-62EA8600E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COISAS, E SANTO É O  SEU NOME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0169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AD58D-C082-D985-ADD0-0EAAE499A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21A6DCA-5C4D-BDC4-F5E9-52022B04A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dirty="0"/>
              <a:t>A MINH'ALMA ENGRANDECE O SENHOR E SE ALEGROU O MEU ESPÍRITO EM DEUS, MEU SALVADOR; </a:t>
            </a:r>
          </a:p>
          <a:p>
            <a:pPr algn="l"/>
            <a:r>
              <a:rPr lang="pt-BR" sz="8000" dirty="0"/>
              <a:t>SEU AMOR, DE GERAÇÃO EM GERAÇÃO, CHEGA A TODOS QUE O RESPEITAM;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4250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51D7-F362-15B0-B95C-9050FD4E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7550769-E556-30E0-A882-EE876B832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COISAS, E SANTO É O  SEU NOME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633341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71217-7583-4D79-5394-4AFFB008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77377-FB99-72DF-863D-2FE2B4AC4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410BF1-46F4-A26F-D0B6-21BEB5C35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dirty="0"/>
              <a:t>A MINH'ALMA ENGRANDECE O SENHOR E SE ALEGROU O MEU ESPÍRITO EM DEUS, MEU SALVADOR; </a:t>
            </a:r>
          </a:p>
          <a:p>
            <a:pPr algn="l"/>
            <a:r>
              <a:rPr lang="pt-BR" sz="8000" dirty="0"/>
              <a:t>SEU AMOR, DE GERAÇÃO EM GERAÇÃO, CHEGA A TODOS QUE O RESPEITAM;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2639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5394-E62E-FBB6-CEB8-D254AAD4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D4622A7-7A3C-A8FB-E3ED-564D9116A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COISAS, E SANTO É O  SEU NOME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7277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7C9C-5B59-799D-3DC4-92910F3A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664D4AF-CC2F-2393-D8FA-EE51B1438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355532" cy="561845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dirty="0"/>
              <a:t>DEMONSTROU O PODER DE SEU BRAÇO, DISPERSOU OS ORGULHOSOS. </a:t>
            </a:r>
          </a:p>
          <a:p>
            <a:pPr algn="l"/>
            <a:r>
              <a:rPr lang="pt-BR" sz="7200" dirty="0"/>
              <a:t>DERRUBOU OS PODEROSOS DE SEUS TRONOS E OS HUMILDES EXALTOU! </a:t>
            </a:r>
            <a:endParaRPr lang="pt-BR" sz="25800" dirty="0"/>
          </a:p>
        </p:txBody>
      </p:sp>
    </p:spTree>
    <p:extLst>
      <p:ext uri="{BB962C8B-B14F-4D97-AF65-F5344CB8AC3E}">
        <p14:creationId xmlns:p14="http://schemas.microsoft.com/office/powerpoint/2010/main" val="2709690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1348-349A-C065-5D7D-1652ED893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D81206B-6D0A-C479-A910-1E5102611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COISAS, E SANTO É O  SEU NOME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4001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E60C-D08C-6F3A-7F95-3BCA9380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A97CE4D-46DC-6FC9-B0F6-66F925B75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dirty="0"/>
              <a:t>E BENS SACIOU OS FAMINTOS, E DESPEDIU, SEM NADA OS RICOS. </a:t>
            </a:r>
          </a:p>
          <a:p>
            <a:pPr algn="l"/>
            <a:r>
              <a:rPr lang="pt-BR" sz="8000" dirty="0"/>
              <a:t>ACOLHEU ISRAEL, SEU SERVIDOR, FIEL AO SEU AMOR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244653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584133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dirty="0"/>
              <a:t>CONFESSO A DEUS TODO-PODEROSO E A VÓS, IRMÃOS E IRMÃS, QUE PEQUEI MUITAS VEZES POR PENSAMENTOS E PALAVRAS, ATOS E OMISSÕES, POR MINHA CULPA, MINHA CULPA, MINHA TÃO GRANDE CULPA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70069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1584133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A VIRGEM MARIA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</a:t>
            </a:r>
          </a:p>
          <a:p>
            <a:pPr algn="just"/>
            <a:r>
              <a:rPr lang="pt-BR" sz="7200" dirty="0"/>
              <a:t>QUE ROGUEIS POR MIM </a:t>
            </a:r>
          </a:p>
          <a:p>
            <a:pPr algn="just"/>
            <a:r>
              <a:rPr lang="pt-BR" sz="7200" dirty="0"/>
              <a:t>A DEUS, NOSSO SENHOR</a:t>
            </a:r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146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8919E-5B6C-904E-DF37-5C63C60C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1494E-FFF3-C310-7D25-D81B96306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340" y="360217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F45633-96CE-3FA6-76E5-A3865E5C5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340" y="2133600"/>
            <a:ext cx="11584133" cy="2978728"/>
          </a:xfrm>
        </p:spPr>
        <p:txBody>
          <a:bodyPr>
            <a:normAutofit/>
          </a:bodyPr>
          <a:lstStyle/>
          <a:p>
            <a:r>
              <a:rPr lang="pt-BR" sz="5400" b="1" dirty="0"/>
              <a:t>SENHOR, TENDE PIEDADE DE NÓS! (2X)</a:t>
            </a:r>
          </a:p>
          <a:p>
            <a:r>
              <a:rPr lang="pt-BR" sz="5400" b="1" dirty="0"/>
              <a:t>CRISTO, TENDE PIEDADE DE NÓS! (2X)</a:t>
            </a:r>
          </a:p>
          <a:p>
            <a:r>
              <a:rPr lang="pt-BR" sz="54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3352353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74BB-5687-2095-E8C9-2DAE9135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4B5A214-A5FC-F317-5032-17EAB46EF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236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500" b="1" dirty="0"/>
              <a:t>GLÓRIA A DEUS NAS ALTURAS (2X)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r>
              <a:rPr lang="pt-BR" sz="9600" dirty="0"/>
              <a:t>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ESCUTAI, MINHA FILHA, OLHAI, OUVI ISTO: QUE O REI SE ENCANTE COM VOSSA BELEZA!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DISSE A MÃE DE JESUS AOS SERVENTES: “FAZEI TUDO QUE ELE VOS DISSER”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883729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1746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1573" cy="4232996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FAVORECESTES, Ó SENHOR, A VOSSA TERRA, *</a:t>
            </a:r>
          </a:p>
          <a:p>
            <a:pPr algn="just"/>
            <a:r>
              <a:rPr lang="pt-BR" sz="6600" dirty="0"/>
              <a:t>LIBERTASTES OS CATIVOS DE JACÓ. R.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9252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92501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5927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1573" cy="423299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VERDADE E O AMOR SE ENCONTRARÃO, * A JUSTIÇA E A PAZ SE ABRAÇARÃO; R.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87697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800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77690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2716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DA TERRA BROTARÁ A FIDELIDADE, *</a:t>
            </a:r>
          </a:p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JUSTIÇA OLHARÁ DOS ALTOS CÉUS. 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78947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800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22183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SENHOR NOS DARÁ TUDO O QUE É BOM,*</a:t>
            </a:r>
          </a:p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NOSSA TERRA NOS DARÁ SUAS COLHEITAS;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97406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SANTO, SANTO, SANTO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SENHOR, DEUS DO UNIVERSO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O CÉU E A TERRA PROCLAMAM A VOSSA GLÓRIA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HOSANA NAS ALTURAS (2X)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7949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BENDITO O QUE VEM EM NOME DO SENHOR.</a:t>
            </a:r>
            <a:endParaRPr lang="pt-BR" sz="80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HOSANA NAS ALTURAS (2X)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285307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939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1. POVO DE DEUS, FOI ASSIM:</a:t>
            </a:r>
          </a:p>
          <a:p>
            <a:pPr algn="l"/>
            <a:r>
              <a:rPr lang="pt-BR" sz="8800" dirty="0"/>
              <a:t>DEUS CUMPRIU A PALAVRA QUE DIZ:</a:t>
            </a:r>
          </a:p>
          <a:p>
            <a:pPr algn="l"/>
            <a:r>
              <a:rPr lang="pt-BR" sz="8800" dirty="0"/>
              <a:t>UMA VIRGEM IRÁ CONCEBER,</a:t>
            </a:r>
          </a:p>
          <a:p>
            <a:pPr algn="l"/>
            <a:r>
              <a:rPr lang="pt-BR" sz="8800" dirty="0"/>
              <a:t>E A VISITA DE DEUS ME FEZ MÃE!</a:t>
            </a:r>
          </a:p>
          <a:p>
            <a:pPr algn="l"/>
            <a:r>
              <a:rPr lang="pt-BR" sz="8800" dirty="0"/>
              <a:t>MÃE DO SENHOR, NOSSA MÃE,</a:t>
            </a:r>
          </a:p>
          <a:p>
            <a:pPr algn="l"/>
            <a:r>
              <a:rPr lang="pt-BR" sz="8800" dirty="0"/>
              <a:t>NÓS QUEREMOS CONTIGO APRENDER</a:t>
            </a:r>
          </a:p>
          <a:p>
            <a:pPr algn="l"/>
            <a:r>
              <a:rPr lang="pt-BR" sz="8800" dirty="0"/>
              <a:t>A HUMILDADE, A CONFIANÇA TOTAL,</a:t>
            </a:r>
          </a:p>
          <a:p>
            <a:pPr algn="l"/>
            <a:r>
              <a:rPr lang="pt-BR" sz="8800" dirty="0"/>
              <a:t>E ESCUTAR O TEU FILHO QUE DIZ: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SENTA COMIGO À MINHA MESA,</a:t>
            </a:r>
          </a:p>
          <a:p>
            <a:pPr algn="l"/>
            <a:r>
              <a:rPr lang="pt-BR" sz="8000" b="1" dirty="0"/>
              <a:t>NUTRE A ESPERANÇA, REÚNE OS IRMÃOS!</a:t>
            </a:r>
          </a:p>
          <a:p>
            <a:pPr algn="l"/>
            <a:r>
              <a:rPr lang="pt-BR" sz="8000" b="1" dirty="0"/>
              <a:t>PLANTA MEU REINO, TRANSFORMA A TERRA,</a:t>
            </a:r>
          </a:p>
          <a:p>
            <a:pPr algn="l"/>
            <a:r>
              <a:rPr lang="pt-BR" sz="8000" b="1" dirty="0"/>
              <a:t>MAIS QUE CORAGEM, TENS MINHA MÃO!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2055102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61C1-3F29-9F6D-81A7-02D514CC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14467-0F1C-9D52-ACC8-0EAD77AB0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717ED8-976F-E4AC-9ADC-7536E7C28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8800" dirty="0"/>
              <a:t>2. POVO DE DEUS FOI ASSIM:</a:t>
            </a:r>
          </a:p>
          <a:p>
            <a:pPr algn="l"/>
            <a:r>
              <a:rPr lang="pt-BR" sz="8800" dirty="0"/>
              <a:t>NEM MONTANHA OU DISTÂNCIA QUALQUER</a:t>
            </a:r>
          </a:p>
          <a:p>
            <a:pPr algn="l"/>
            <a:r>
              <a:rPr lang="pt-BR" sz="8800" dirty="0"/>
              <a:t>ME IMPEDIU DE SERVIR E SORRIR.</a:t>
            </a:r>
          </a:p>
          <a:p>
            <a:pPr algn="l"/>
            <a:r>
              <a:rPr lang="pt-BR" sz="8800" dirty="0"/>
              <a:t>VISITEI COM MEU DEUS. FUI IRMÃ!</a:t>
            </a:r>
          </a:p>
          <a:p>
            <a:pPr algn="l"/>
            <a:r>
              <a:rPr lang="pt-BR" sz="8800" dirty="0"/>
              <a:t>MÃE DO SENHOR, NOSSA MÃE,</a:t>
            </a:r>
          </a:p>
          <a:p>
            <a:pPr algn="l"/>
            <a:r>
              <a:rPr lang="pt-BR" sz="8800" dirty="0"/>
              <a:t>NÓS QUEREMOS CONTIGO APRENDER</a:t>
            </a:r>
          </a:p>
          <a:p>
            <a:pPr algn="l"/>
            <a:r>
              <a:rPr lang="pt-BR" sz="8800" dirty="0"/>
              <a:t>DESAPEGO, BONDADE, TEU SIM,</a:t>
            </a:r>
          </a:p>
          <a:p>
            <a:pPr algn="l"/>
            <a:r>
              <a:rPr lang="pt-BR" sz="8800" dirty="0"/>
              <a:t>E ACOLHER O TEU FILHO QUE DIZ: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53757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170EB-1C9A-FD57-2BC0-8C845231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2DB9D-5F83-67F1-3274-78915FB11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345426-DBEF-E06B-C64C-F1538A0BA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SENTA COMIGO À MINHA MESA,</a:t>
            </a:r>
          </a:p>
          <a:p>
            <a:pPr algn="l"/>
            <a:r>
              <a:rPr lang="pt-BR" sz="8000" b="1" dirty="0"/>
              <a:t>NUTRE A ESPERANÇA, REÚNE OS IRMÃOS!</a:t>
            </a:r>
          </a:p>
          <a:p>
            <a:pPr algn="l"/>
            <a:r>
              <a:rPr lang="pt-BR" sz="8000" b="1" dirty="0"/>
              <a:t>PLANTA MEU REINO, TRANSFORMA A TERRA,</a:t>
            </a:r>
          </a:p>
          <a:p>
            <a:pPr algn="l"/>
            <a:r>
              <a:rPr lang="pt-BR" sz="8000" b="1" dirty="0"/>
              <a:t>MAIS QUE CORAGEM, TENS MINHA MÃO!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751977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EA339-8332-0AE0-D43B-DDB92DEE5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2AB29-B8C9-2FAB-A410-90016F8B8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FCD3A5-15AF-CF8D-F464-541194A30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3. POVO DE DEUS, FOI ASSIM:</a:t>
            </a:r>
          </a:p>
          <a:p>
            <a:pPr algn="l"/>
            <a:r>
              <a:rPr lang="pt-BR" sz="8800" dirty="0"/>
              <a:t>MEU MENINO CRESCEU E ENTENDEU,</a:t>
            </a:r>
          </a:p>
          <a:p>
            <a:pPr algn="l"/>
            <a:r>
              <a:rPr lang="pt-BR" sz="8800" dirty="0"/>
              <a:t>QUE A VONTADE DO PAI CONTA MAIS,</a:t>
            </a:r>
          </a:p>
          <a:p>
            <a:pPr algn="l"/>
            <a:r>
              <a:rPr lang="pt-BR" sz="8800" dirty="0"/>
              <a:t>E A VISITA FOI DEUS QUEM NOS FEZ.</a:t>
            </a:r>
          </a:p>
          <a:p>
            <a:pPr algn="l"/>
            <a:r>
              <a:rPr lang="pt-BR" sz="8800" dirty="0"/>
              <a:t>MÃE DO SENHOR, NOSSA MÃE,</a:t>
            </a:r>
          </a:p>
          <a:p>
            <a:pPr algn="l"/>
            <a:r>
              <a:rPr lang="pt-BR" sz="8800" dirty="0"/>
              <a:t>NÓS QUEREMOS CONTIGO APRENDER</a:t>
            </a:r>
          </a:p>
          <a:p>
            <a:pPr algn="l"/>
            <a:r>
              <a:rPr lang="pt-BR" sz="8800" dirty="0"/>
              <a:t>A JUSTIÇA, A VONTADE DO PAI,</a:t>
            </a:r>
          </a:p>
          <a:p>
            <a:pPr algn="l"/>
            <a:r>
              <a:rPr lang="pt-BR" sz="8800" dirty="0"/>
              <a:t>E ENTENDER O TEU FILHO QUE DIZ: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634114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587D-B5EC-9845-7BEF-5C1F355D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01310-3754-C71F-B5A3-14CE5EB77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1F385D-21DF-D2D2-6BDE-AC871BBD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SENTA COMIGO À MINHA MESA,</a:t>
            </a:r>
          </a:p>
          <a:p>
            <a:pPr algn="l"/>
            <a:r>
              <a:rPr lang="pt-BR" sz="8000" b="1" dirty="0"/>
              <a:t>NUTRE A ESPERANÇA, REÚNE OS IRMÃOS!</a:t>
            </a:r>
          </a:p>
          <a:p>
            <a:pPr algn="l"/>
            <a:r>
              <a:rPr lang="pt-BR" sz="8000" b="1" dirty="0"/>
              <a:t>PLANTA MEU REINO, TRANSFORMA A TERRA,</a:t>
            </a:r>
          </a:p>
          <a:p>
            <a:pPr algn="l"/>
            <a:r>
              <a:rPr lang="pt-BR" sz="8000" b="1" dirty="0"/>
              <a:t>MAIS QUE CORAGEM, TENS MINHA MÃO!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373717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0289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000" dirty="0"/>
              <a:t>O PODEROSO FEZ EM MIM MARAVILHAS * </a:t>
            </a:r>
          </a:p>
          <a:p>
            <a:pPr algn="l"/>
            <a:r>
              <a:rPr lang="pt-BR" sz="8000" dirty="0"/>
              <a:t>SANTO É O SEU NOME! </a:t>
            </a:r>
          </a:p>
          <a:p>
            <a:pPr algn="l"/>
            <a:r>
              <a:rPr lang="pt-BR" sz="8000" dirty="0"/>
              <a:t>SEU AMOR PARA SEMPRE * </a:t>
            </a:r>
          </a:p>
          <a:p>
            <a:pPr algn="l"/>
            <a:r>
              <a:rPr lang="pt-BR" sz="8000" dirty="0"/>
              <a:t>CHEGA A TODOS QUE O RESPEITAM; </a:t>
            </a:r>
          </a:p>
          <a:p>
            <a:pPr algn="l"/>
            <a:endParaRPr lang="pt-BR" sz="8000" dirty="0"/>
          </a:p>
          <a:p>
            <a:pPr algn="l"/>
            <a:r>
              <a:rPr lang="pt-BR" sz="8000" b="1" dirty="0"/>
              <a:t>MAGNIFICAT ANIMA MEA DOMINUM</a:t>
            </a:r>
          </a:p>
          <a:p>
            <a:pPr algn="l"/>
            <a:r>
              <a:rPr lang="pt-BR" sz="8000" b="1" dirty="0"/>
              <a:t>ET EXULTAVIT SPIRITUS MEUS IN DEO SALUTARI MEO</a:t>
            </a:r>
            <a:r>
              <a:rPr lang="pt-BR" sz="8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345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8BD8-5DE9-2A27-9351-2A25FDA34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CF5B7-5241-1388-76BB-D182A0A5B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0289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DE6E9C-E66D-89AF-19D1-9A2EDC6C2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000" dirty="0"/>
              <a:t>DEMONSTROU O PODER DE SEU BRAÇO, * </a:t>
            </a:r>
          </a:p>
          <a:p>
            <a:pPr algn="l"/>
            <a:r>
              <a:rPr lang="pt-BR" sz="8000" dirty="0"/>
              <a:t>DISPERSOU OS ORGULHOSOS. </a:t>
            </a:r>
          </a:p>
          <a:p>
            <a:pPr algn="l"/>
            <a:r>
              <a:rPr lang="pt-BR" sz="8000" dirty="0"/>
              <a:t>DERRUBOU OS PODEROSOS * </a:t>
            </a:r>
          </a:p>
          <a:p>
            <a:pPr algn="l"/>
            <a:r>
              <a:rPr lang="pt-BR" sz="8000" dirty="0"/>
              <a:t>E OS HUMILDES EXALTOU.</a:t>
            </a:r>
          </a:p>
          <a:p>
            <a:pPr algn="l"/>
            <a:endParaRPr lang="pt-BR" sz="8000" dirty="0"/>
          </a:p>
          <a:p>
            <a:pPr algn="l"/>
            <a:r>
              <a:rPr lang="pt-BR" sz="8000" b="1" dirty="0"/>
              <a:t>MAGNIFICAT ANIMA MEA DOMINUM</a:t>
            </a:r>
          </a:p>
          <a:p>
            <a:pPr algn="l"/>
            <a:r>
              <a:rPr lang="pt-BR" sz="8000" b="1" dirty="0"/>
              <a:t>ET EXULTAVIT SPIRITUS MEUS IN DEO SALUTARI MEO</a:t>
            </a:r>
            <a:r>
              <a:rPr lang="pt-BR" sz="8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547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6776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731945"/>
            <a:ext cx="11893122" cy="6338125"/>
          </a:xfrm>
        </p:spPr>
        <p:txBody>
          <a:bodyPr>
            <a:normAutofit fontScale="92500"/>
          </a:bodyPr>
          <a:lstStyle/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O SENHOR FEZ EM MIM MARAVILHAS,</a:t>
            </a:r>
            <a:br>
              <a:rPr lang="pt-BR" sz="4800" b="1" i="0" dirty="0">
                <a:effectLst/>
                <a:latin typeface="Open Sans" panose="020B0606030504020204" pitchFamily="34" charset="0"/>
              </a:rPr>
            </a:br>
            <a:r>
              <a:rPr lang="pt-BR" sz="4800" b="1" i="0" dirty="0">
                <a:effectLst/>
                <a:latin typeface="Open Sans" panose="020B0606030504020204" pitchFamily="34" charset="0"/>
              </a:rPr>
              <a:t>SANTO É O SEU NOME! (BIS)</a:t>
            </a:r>
            <a:br>
              <a:rPr lang="pt-BR" sz="4800" dirty="0"/>
            </a:b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A MINHA ALMA ENGRANDECE AO SENHOR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E EXULTA MEU ESPÍRITO EM DEUS, MEU SALVADOR.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PÔS OS OLHOS NA HUMILDADE DE SUA SERVA,</a:t>
            </a:r>
            <a:br>
              <a:rPr lang="pt-BR" sz="4800" dirty="0"/>
            </a:br>
            <a:r>
              <a:rPr lang="pt-BR" sz="4800" b="0" i="0" dirty="0">
                <a:effectLst/>
                <a:latin typeface="Open Sans" panose="020B0606030504020204" pitchFamily="34" charset="0"/>
              </a:rPr>
              <a:t>DORAVANTE TODA A TERRA CANTARÁ OS MEUS LOUVORES.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682138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9778</TotalTime>
  <Words>1121</Words>
  <Application>Microsoft Office PowerPoint</Application>
  <PresentationFormat>Widescreen</PresentationFormat>
  <Paragraphs>163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Open Sans</vt:lpstr>
      <vt:lpstr>Roboto</vt:lpstr>
      <vt:lpstr>Times New Roman</vt:lpstr>
      <vt:lpstr>Tema do Office</vt:lpstr>
      <vt:lpstr>Apresentação do PowerPoint</vt:lpstr>
      <vt:lpstr>ENTRADA</vt:lpstr>
      <vt:lpstr>Apresentação do PowerPoint</vt:lpstr>
      <vt:lpstr>Apresentação do PowerPoint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45</cp:revision>
  <dcterms:created xsi:type="dcterms:W3CDTF">2023-05-06T17:01:55Z</dcterms:created>
  <dcterms:modified xsi:type="dcterms:W3CDTF">2025-10-11T23:38:29Z</dcterms:modified>
</cp:coreProperties>
</file>