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439" r:id="rId3"/>
    <p:sldId id="525" r:id="rId4"/>
    <p:sldId id="526" r:id="rId5"/>
    <p:sldId id="258" r:id="rId6"/>
    <p:sldId id="397" r:id="rId7"/>
    <p:sldId id="606" r:id="rId8"/>
    <p:sldId id="260" r:id="rId9"/>
    <p:sldId id="425" r:id="rId10"/>
    <p:sldId id="426" r:id="rId11"/>
    <p:sldId id="427" r:id="rId12"/>
    <p:sldId id="428" r:id="rId13"/>
    <p:sldId id="429" r:id="rId14"/>
    <p:sldId id="264" r:id="rId15"/>
    <p:sldId id="265" r:id="rId16"/>
    <p:sldId id="266" r:id="rId17"/>
    <p:sldId id="267" r:id="rId18"/>
    <p:sldId id="271" r:id="rId19"/>
    <p:sldId id="269" r:id="rId20"/>
    <p:sldId id="452" r:id="rId21"/>
    <p:sldId id="453" r:id="rId22"/>
    <p:sldId id="292" r:id="rId23"/>
    <p:sldId id="275" r:id="rId24"/>
    <p:sldId id="361" r:id="rId25"/>
    <p:sldId id="362" r:id="rId26"/>
    <p:sldId id="415" r:id="rId27"/>
    <p:sldId id="416" r:id="rId28"/>
    <p:sldId id="417" r:id="rId29"/>
    <p:sldId id="418" r:id="rId30"/>
    <p:sldId id="430" r:id="rId31"/>
    <p:sldId id="607" r:id="rId32"/>
    <p:sldId id="608" r:id="rId33"/>
    <p:sldId id="609" r:id="rId34"/>
    <p:sldId id="404" r:id="rId35"/>
    <p:sldId id="544" r:id="rId36"/>
    <p:sldId id="432" r:id="rId37"/>
    <p:sldId id="610" r:id="rId38"/>
    <p:sldId id="611" r:id="rId3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26" autoAdjust="0"/>
    <p:restoredTop sz="86770" autoAdjust="0"/>
  </p:normalViewPr>
  <p:slideViewPr>
    <p:cSldViewPr snapToGrid="0">
      <p:cViewPr varScale="1">
        <p:scale>
          <a:sx n="59" d="100"/>
          <a:sy n="59" d="100"/>
        </p:scale>
        <p:origin x="118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12/07/2026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12/07/2026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12/07/2026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12/07/2026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12/07/2026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2218E267-E878-ED9C-990B-4838ADE7E2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08" b="7462"/>
          <a:stretch>
            <a:fillRect/>
          </a:stretch>
        </p:blipFill>
        <p:spPr>
          <a:xfrm>
            <a:off x="-1" y="0"/>
            <a:ext cx="12192000" cy="692279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1" y="0"/>
            <a:ext cx="12192000" cy="6857999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BC42A13-94D8-1373-BB98-025A5C022561}"/>
              </a:ext>
            </a:extLst>
          </p:cNvPr>
          <p:cNvSpPr txBox="1"/>
          <p:nvPr/>
        </p:nvSpPr>
        <p:spPr>
          <a:xfrm>
            <a:off x="1631266" y="2028615"/>
            <a:ext cx="9158067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15º DOMINGO DO TEMPO COMUM</a:t>
            </a: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DO ALTAR DE DEUS ME APROXIMAREI,  MEU DEUS E MINHA VIDA.</a:t>
            </a:r>
          </a:p>
          <a:p>
            <a:pPr algn="l"/>
            <a:endParaRPr lang="pt-BR" sz="44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1-SÓ VÓS SOIS MINHA FORÇA, Ó MEU DEUS! 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PRESERVAI-ME DE TODO O MAL!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535415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04F2C-C1FE-9FDA-3B54-2C656F516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A74761-9D08-3941-80DB-EFE2726303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5D5F3BE-E854-D6C2-2BAF-B454F61188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053748" cy="5749636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DO ALTAR DE DEUS ME APROXIMAREI,  MEU DEUS E MINHA VIDA.</a:t>
            </a:r>
          </a:p>
          <a:p>
            <a:pPr algn="l"/>
            <a:endParaRPr lang="pt-BR" sz="44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2-VÓS SOIS BOM, VÓS SOIS PAI, Ó MEU DEUS! 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DAI-ME LUZ, DAI-ME PAZ, DAI-ME AMOR!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9874300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6578C-5B91-6880-D51B-BEB6839A9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999E05-B6D7-BF5E-1D41-FE518C8100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C4CF24C-A6D3-AED6-D284-F6F4FB5709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053748" cy="5749636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DO ALTAR DE DEUS ME APROXIMAREI,  MEU DEUS E MINHA VIDA.</a:t>
            </a:r>
          </a:p>
          <a:p>
            <a:pPr algn="l"/>
            <a:endParaRPr lang="pt-BR" sz="44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3-E EU QUERO CANTAR-VOS, MEU DEUS! 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VOSSO NOME EU QUERO LOUVAR!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4162306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5" y="351494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245" y="970844"/>
            <a:ext cx="11143866" cy="5727059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pt-BR" sz="6000" dirty="0"/>
              <a:t>SENHOR, QUE VIESTES NÃO PARA CONDENAR MAS PARA PERDOAR, TENDE PIEDADE DE NÓS</a:t>
            </a:r>
          </a:p>
          <a:p>
            <a:pPr algn="just"/>
            <a:r>
              <a:rPr lang="pt-BR" sz="6000" b="1" dirty="0"/>
              <a:t>SENHOR, TENDE PIEDADE DE NÓS!</a:t>
            </a:r>
          </a:p>
          <a:p>
            <a:pPr algn="just"/>
            <a:endParaRPr lang="pt-BR" sz="6000" dirty="0"/>
          </a:p>
          <a:p>
            <a:pPr algn="just"/>
            <a:r>
              <a:rPr lang="pt-BR" sz="6000" dirty="0"/>
              <a:t>CRISTO, QUE VOS ALEGRAIS PELO PECADOR ARREPENDIDO, TENDE PIEDADE DE NÓS</a:t>
            </a:r>
          </a:p>
          <a:p>
            <a:pPr algn="just"/>
            <a:r>
              <a:rPr lang="pt-BR" sz="6000" b="1" dirty="0"/>
              <a:t>CRISTO, TENDE PIEDADE DE NÓS!</a:t>
            </a:r>
          </a:p>
        </p:txBody>
      </p:sp>
    </p:spTree>
    <p:extLst>
      <p:ext uri="{BB962C8B-B14F-4D97-AF65-F5344CB8AC3E}">
        <p14:creationId xmlns:p14="http://schemas.microsoft.com/office/powerpoint/2010/main" val="14264779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5" y="351494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245" y="970844"/>
            <a:ext cx="11143866" cy="5727059"/>
          </a:xfrm>
        </p:spPr>
        <p:txBody>
          <a:bodyPr>
            <a:normAutofit/>
          </a:bodyPr>
          <a:lstStyle/>
          <a:p>
            <a:pPr algn="just"/>
            <a:r>
              <a:rPr lang="pt-BR" sz="6000" dirty="0"/>
              <a:t>SENHOR, QUE MUITO PERDOAIS A QUEM MUITO AMA, TENDE PIEDADE DE NÓS</a:t>
            </a:r>
          </a:p>
          <a:p>
            <a:pPr algn="just"/>
            <a:r>
              <a:rPr lang="pt-BR" sz="6000" b="1" dirty="0"/>
              <a:t>SENHOR, TENDE PIEDADE DE NÓS!</a:t>
            </a:r>
          </a:p>
        </p:txBody>
      </p:sp>
    </p:spTree>
    <p:extLst>
      <p:ext uri="{BB962C8B-B14F-4D97-AF65-F5344CB8AC3E}">
        <p14:creationId xmlns:p14="http://schemas.microsoft.com/office/powerpoint/2010/main" val="17003175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3" y="1011382"/>
            <a:ext cx="11193088" cy="5587538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pt-BR" sz="8500" b="1" dirty="0"/>
              <a:t>GLÓRIA A DEUS NAS ALTURAS E PAZ NA TERRA AOS HOMENS POR ELE AMADOS</a:t>
            </a:r>
          </a:p>
          <a:p>
            <a:pPr algn="just"/>
            <a:endParaRPr lang="pt-BR" sz="10600" b="1" dirty="0"/>
          </a:p>
          <a:p>
            <a:pPr algn="just"/>
            <a:r>
              <a:rPr lang="pt-BR" sz="8600" dirty="0"/>
              <a:t>SENHOR DEUS, REI DOS CÉUS, DEUS PAI TODO PODEROSO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165595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467408" cy="59990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11000" dirty="0"/>
              <a:t>NÓS VOS LOUVAMOS, NÓS VOS BENDIZEMOS</a:t>
            </a:r>
            <a:endParaRPr lang="pt-BR" sz="11000" b="1" dirty="0"/>
          </a:p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r>
              <a:rPr lang="pt-BR" sz="11000" dirty="0"/>
              <a:t>NÓS VOS DAMOS GRAÇAS, POR VOSSA IMENSA GLÓRIA. </a:t>
            </a:r>
          </a:p>
        </p:txBody>
      </p:sp>
    </p:spTree>
    <p:extLst>
      <p:ext uri="{BB962C8B-B14F-4D97-AF65-F5344CB8AC3E}">
        <p14:creationId xmlns:p14="http://schemas.microsoft.com/office/powerpoint/2010/main" val="1976940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23275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703811"/>
            <a:ext cx="11436928" cy="6220691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600" dirty="0"/>
              <a:t>SENHOR JESUS CRISTO, FILHO UNIGÊNITO,</a:t>
            </a:r>
          </a:p>
          <a:p>
            <a:pPr algn="l"/>
            <a:r>
              <a:rPr lang="pt-BR" sz="6600" dirty="0"/>
              <a:t>SENHOR DEUS, CORDEIRO DE DEUS, FILHO DE DEUS PAI</a:t>
            </a:r>
            <a:endParaRPr lang="pt-BR" sz="6600" b="1" dirty="0"/>
          </a:p>
          <a:p>
            <a:pPr algn="l"/>
            <a:r>
              <a:rPr lang="pt-BR" sz="6600" dirty="0"/>
              <a:t>VÓS QUE TIRAIS O PECADO DO MUNDO, TENDE PIEDADE DE NÓS</a:t>
            </a:r>
          </a:p>
          <a:p>
            <a:pPr algn="l"/>
            <a:endParaRPr lang="pt-BR" sz="6600" dirty="0"/>
          </a:p>
          <a:p>
            <a:pPr algn="l"/>
            <a:endParaRPr lang="pt-BR" sz="6600" dirty="0"/>
          </a:p>
          <a:p>
            <a:pPr algn="l"/>
            <a:endParaRPr lang="pt-BR" sz="5400" dirty="0"/>
          </a:p>
          <a:p>
            <a:pPr algn="l"/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6705958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3" y="1011382"/>
            <a:ext cx="11242963" cy="5555674"/>
          </a:xfrm>
        </p:spPr>
        <p:txBody>
          <a:bodyPr>
            <a:normAutofit fontScale="92500"/>
          </a:bodyPr>
          <a:lstStyle/>
          <a:p>
            <a:pPr algn="just"/>
            <a:r>
              <a:rPr lang="pt-BR" sz="6000" dirty="0"/>
              <a:t>VÓS QUE TIRAIS O PECADO DO MUNDO, ACOLHEI A NOSSA SÚPLICA</a:t>
            </a:r>
          </a:p>
          <a:p>
            <a:pPr algn="just"/>
            <a:r>
              <a:rPr lang="pt-BR" sz="6000" dirty="0"/>
              <a:t>VÓS QUE ESTAIS À DIREITA DO PAI, </a:t>
            </a:r>
          </a:p>
          <a:p>
            <a:pPr algn="just"/>
            <a:r>
              <a:rPr lang="pt-BR" sz="6000" dirty="0"/>
              <a:t>TENDE PIEDADE DE NÓS</a:t>
            </a:r>
          </a:p>
          <a:p>
            <a:pPr algn="just"/>
            <a:r>
              <a:rPr lang="pt-BR" sz="6000" dirty="0"/>
              <a:t>SÓ VÓS SOIS SANTO, SÓ VÓS O SENHOR</a:t>
            </a:r>
          </a:p>
        </p:txBody>
      </p:sp>
    </p:spTree>
    <p:extLst>
      <p:ext uri="{BB962C8B-B14F-4D97-AF65-F5344CB8AC3E}">
        <p14:creationId xmlns:p14="http://schemas.microsoft.com/office/powerpoint/2010/main" val="27889054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sz="9600" dirty="0"/>
              <a:t>SÓ VÓS O ALTÍSSIMO, JESUS CRISTO, </a:t>
            </a:r>
          </a:p>
          <a:p>
            <a:pPr algn="just"/>
            <a:r>
              <a:rPr lang="pt-BR" sz="9600" dirty="0"/>
              <a:t>COM O ESPÍRITO SANTO NA GLÓRIA DE DEUS PAI. AMÉM!</a:t>
            </a:r>
          </a:p>
        </p:txBody>
      </p:sp>
    </p:spTree>
    <p:extLst>
      <p:ext uri="{BB962C8B-B14F-4D97-AF65-F5344CB8AC3E}">
        <p14:creationId xmlns:p14="http://schemas.microsoft.com/office/powerpoint/2010/main" val="11823474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151919" cy="1799360"/>
          </a:xfrm>
        </p:spPr>
        <p:txBody>
          <a:bodyPr>
            <a:normAutofit/>
          </a:bodyPr>
          <a:lstStyle/>
          <a:p>
            <a:r>
              <a:rPr lang="pt-BR" sz="5400" b="1" i="0" dirty="0">
                <a:effectLst/>
              </a:rPr>
              <a:t>A SEMENTE CAIU EM TERRA BOA E DEU FRUTO</a:t>
            </a:r>
            <a:endParaRPr lang="pt-BR" sz="1800" b="1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/>
          </a:bodyPr>
          <a:lstStyle/>
          <a:p>
            <a:r>
              <a:rPr lang="pt-BR" sz="4800" b="1" dirty="0"/>
              <a:t>ALELUIA, ALELUIA, ALELUIA (2X)</a:t>
            </a:r>
          </a:p>
          <a:p>
            <a:endParaRPr lang="pt-BR" sz="4800" b="1" dirty="0"/>
          </a:p>
          <a:p>
            <a:r>
              <a:rPr lang="pt-BR" sz="4800" dirty="0"/>
              <a:t>SEMENTE É DEUS A PALAVRA, O CRISTO É O SEMEADOR; TODO AQUELE QUE O ENCONTRA, VIDA ETERNA ENCONTROU!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ALELUIA(2X)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543790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0904912" cy="593528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1" dirty="0"/>
              <a:t>SENHOR, MEU DEUS, OBRIGADO, SENHOR</a:t>
            </a:r>
          </a:p>
          <a:p>
            <a:pPr algn="l"/>
            <a:r>
              <a:rPr lang="pt-BR" sz="6000" b="1" dirty="0"/>
              <a:t>PORQUE TUDO É TEU!</a:t>
            </a:r>
          </a:p>
          <a:p>
            <a:pPr algn="l"/>
            <a:endParaRPr lang="pt-BR" sz="6000" dirty="0"/>
          </a:p>
          <a:p>
            <a:pPr algn="l"/>
            <a:r>
              <a:rPr lang="pt-BR" sz="6000" dirty="0"/>
              <a:t>1. É TEU O PÃO QUE APRESENTAMOS</a:t>
            </a:r>
          </a:p>
          <a:p>
            <a:pPr algn="l"/>
            <a:r>
              <a:rPr lang="pt-BR" sz="6000" dirty="0"/>
              <a:t>É TUA DOR QUE SUPORTAMOS: OBRIGADO, SENHOR!</a:t>
            </a:r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8D252-1BE8-C844-26B8-935CE5B47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333BA1-4C26-4056-03B6-4098408395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543790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76DCFD2-287B-2F14-8631-C85ACB91A4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0904912" cy="593528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1" dirty="0"/>
              <a:t>SENHOR, MEU DEUS, OBRIGADO, SENHOR</a:t>
            </a:r>
          </a:p>
          <a:p>
            <a:pPr algn="l"/>
            <a:r>
              <a:rPr lang="pt-BR" sz="6000" b="1" dirty="0"/>
              <a:t>PORQUE TUDO É TEU!</a:t>
            </a:r>
          </a:p>
          <a:p>
            <a:pPr algn="l"/>
            <a:endParaRPr lang="pt-BR" sz="6000" dirty="0"/>
          </a:p>
          <a:p>
            <a:pPr algn="l"/>
            <a:r>
              <a:rPr lang="pt-BR" sz="6000" dirty="0"/>
              <a:t>2. É TEU O VINHO QUE TRAZEMOS</a:t>
            </a:r>
          </a:p>
          <a:p>
            <a:pPr algn="l"/>
            <a:r>
              <a:rPr lang="pt-BR" sz="6000" dirty="0"/>
              <a:t>É TUA VIDA QUE VIVEMOS: OBRIGADO, SENHOR!</a:t>
            </a:r>
          </a:p>
        </p:txBody>
      </p:sp>
    </p:spTree>
    <p:extLst>
      <p:ext uri="{BB962C8B-B14F-4D97-AF65-F5344CB8AC3E}">
        <p14:creationId xmlns:p14="http://schemas.microsoft.com/office/powerpoint/2010/main" val="26435223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AE416-CFAF-F29C-6657-6FF935801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E67910-7A9E-3BBA-8B83-AEF03A142F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543790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A9D5FFB-C5B0-0B2F-8779-E05BDD6E7A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0904912" cy="593528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1" dirty="0"/>
              <a:t>SENHOR, MEU DEUS, OBRIGADO, SENHOR</a:t>
            </a:r>
          </a:p>
          <a:p>
            <a:pPr algn="l"/>
            <a:r>
              <a:rPr lang="pt-BR" sz="6000" b="1" dirty="0"/>
              <a:t>PORQUE TUDO É TEU!</a:t>
            </a:r>
          </a:p>
          <a:p>
            <a:pPr algn="l"/>
            <a:endParaRPr lang="pt-BR" sz="6000" dirty="0"/>
          </a:p>
          <a:p>
            <a:pPr algn="l"/>
            <a:r>
              <a:rPr lang="pt-BR" sz="6000" dirty="0"/>
              <a:t>3. A TUA VIDA É NOSSA VIDA</a:t>
            </a:r>
          </a:p>
          <a:p>
            <a:pPr algn="l"/>
            <a:r>
              <a:rPr lang="pt-BR" sz="6000" dirty="0"/>
              <a:t>NA TUA CASA RECEBIDA: OBRIGADO, SENHOR!</a:t>
            </a:r>
          </a:p>
        </p:txBody>
      </p:sp>
    </p:spTree>
    <p:extLst>
      <p:ext uri="{BB962C8B-B14F-4D97-AF65-F5344CB8AC3E}">
        <p14:creationId xmlns:p14="http://schemas.microsoft.com/office/powerpoint/2010/main" val="20571399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pt-BR" sz="6600" b="1" dirty="0"/>
              <a:t>SANTO, SANTO, SANTO</a:t>
            </a:r>
          </a:p>
          <a:p>
            <a:pPr algn="just"/>
            <a:r>
              <a:rPr lang="pt-BR" sz="6600" dirty="0"/>
              <a:t>SENHOR DEUS DO UNIVERSO</a:t>
            </a:r>
          </a:p>
          <a:p>
            <a:pPr algn="just"/>
            <a:r>
              <a:rPr lang="pt-BR" sz="6600" dirty="0"/>
              <a:t>O CÉU E A TERRA PROCLAMAM</a:t>
            </a:r>
          </a:p>
          <a:p>
            <a:pPr algn="just"/>
            <a:r>
              <a:rPr lang="pt-BR" sz="6600" dirty="0"/>
              <a:t>A VOSSA GLÓRIA</a:t>
            </a:r>
          </a:p>
          <a:p>
            <a:pPr algn="just"/>
            <a:r>
              <a:rPr lang="pt-BR" sz="6600" b="1" dirty="0"/>
              <a:t>HOSANA NAS ALTURAS</a:t>
            </a:r>
          </a:p>
          <a:p>
            <a:pPr algn="just"/>
            <a:r>
              <a:rPr lang="pt-BR" sz="6600" dirty="0"/>
              <a:t>BENDITO O QUE VEM</a:t>
            </a:r>
          </a:p>
          <a:p>
            <a:pPr algn="just"/>
            <a:r>
              <a:rPr lang="pt-BR" sz="6600" dirty="0"/>
              <a:t>EM NOME DO SENHOR</a:t>
            </a:r>
          </a:p>
          <a:p>
            <a:pPr algn="just"/>
            <a:r>
              <a:rPr lang="pt-BR" sz="6600" b="1" dirty="0"/>
              <a:t>HOSANA NAS ALTURAS  </a:t>
            </a:r>
            <a:endParaRPr lang="pt-BR" sz="66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EU SOU O PÃO QUE VEM DO CÉU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QUEM CRER EM MIM, IRÁ VIVER.</a:t>
            </a:r>
          </a:p>
          <a:p>
            <a:pPr algn="l"/>
            <a:endParaRPr lang="pt-BR" sz="6000" b="1" i="0" dirty="0">
              <a:solidFill>
                <a:srgbClr val="131313"/>
              </a:solidFill>
              <a:effectLst/>
            </a:endParaRPr>
          </a:p>
          <a:p>
            <a:pPr algn="l"/>
            <a:r>
              <a:rPr lang="pt-BR" sz="6000" dirty="0">
                <a:solidFill>
                  <a:srgbClr val="131313"/>
                </a:solidFill>
                <a:effectLst/>
              </a:rPr>
              <a:t>1. NÓS RECONHECEMOS O SENHOR, PARTINDO O PÃO</a:t>
            </a:r>
          </a:p>
          <a:p>
            <a:pPr algn="l"/>
            <a:r>
              <a:rPr lang="pt-BR" sz="6000" dirty="0">
                <a:solidFill>
                  <a:srgbClr val="131313"/>
                </a:solidFill>
                <a:effectLst/>
              </a:rPr>
              <a:t>MISTÉRIO DE AMOR, A NOSSA REFEIÇÃO.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EU SOU O PÃO QUE VEM DO CÉU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QUEM CRER EM MIM, IRÁ VIVER.</a:t>
            </a:r>
          </a:p>
          <a:p>
            <a:pPr algn="l"/>
            <a:endParaRPr lang="pt-BR" sz="6000" b="1" i="0" dirty="0">
              <a:solidFill>
                <a:srgbClr val="131313"/>
              </a:solidFill>
              <a:effectLst/>
            </a:endParaRPr>
          </a:p>
          <a:p>
            <a:pPr algn="l"/>
            <a:r>
              <a:rPr lang="pt-BR" sz="6000" dirty="0">
                <a:solidFill>
                  <a:srgbClr val="131313"/>
                </a:solidFill>
                <a:effectLst/>
              </a:rPr>
              <a:t>2. O SENHOR JESUS NO SACRAMENTO NOS DEIXOU</a:t>
            </a:r>
          </a:p>
          <a:p>
            <a:pPr algn="l"/>
            <a:r>
              <a:rPr lang="pt-BR" sz="6000" dirty="0">
                <a:solidFill>
                  <a:srgbClr val="131313"/>
                </a:solidFill>
                <a:effectLst/>
              </a:rPr>
              <a:t>MEMORIAL DA CRUZ: MORTE E RESSURREIÇÃO.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7735816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EU SOU O PÃO QUE VEM DO CÉU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QUEM CRER EM MIM, IRÁ VIVER.</a:t>
            </a:r>
          </a:p>
          <a:p>
            <a:pPr algn="l"/>
            <a:endParaRPr lang="pt-BR" sz="6000" b="1" i="0" dirty="0">
              <a:solidFill>
                <a:srgbClr val="131313"/>
              </a:solidFill>
              <a:effectLst/>
            </a:endParaRPr>
          </a:p>
          <a:p>
            <a:pPr algn="l"/>
            <a:r>
              <a:rPr lang="pt-BR" sz="6000" dirty="0">
                <a:solidFill>
                  <a:srgbClr val="131313"/>
                </a:solidFill>
                <a:effectLst/>
              </a:rPr>
              <a:t>3. TÃO GRANDE MISTÉRIO ADORAMOS, NESTE ALTAR</a:t>
            </a:r>
          </a:p>
          <a:p>
            <a:pPr algn="l"/>
            <a:r>
              <a:rPr lang="pt-BR" sz="6000" dirty="0">
                <a:solidFill>
                  <a:srgbClr val="131313"/>
                </a:solidFill>
                <a:effectLst/>
              </a:rPr>
              <a:t>QUE NOSSA FÉ SUSTENTE O NOSSO CAMINHAR.</a:t>
            </a:r>
          </a:p>
        </p:txBody>
      </p:sp>
    </p:spTree>
    <p:extLst>
      <p:ext uri="{BB962C8B-B14F-4D97-AF65-F5344CB8AC3E}">
        <p14:creationId xmlns:p14="http://schemas.microsoft.com/office/powerpoint/2010/main" val="32980962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EU SOU O PÃO QUE VEM DO CÉU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QUEM CRER EM MIM, IRÁ VIVER.</a:t>
            </a:r>
          </a:p>
          <a:p>
            <a:pPr algn="l"/>
            <a:endParaRPr lang="pt-BR" sz="6000" b="1" i="0" dirty="0">
              <a:solidFill>
                <a:srgbClr val="131313"/>
              </a:solidFill>
              <a:effectLst/>
            </a:endParaRPr>
          </a:p>
          <a:p>
            <a:pPr algn="l"/>
            <a:r>
              <a:rPr lang="pt-BR" sz="6000" dirty="0">
                <a:solidFill>
                  <a:srgbClr val="131313"/>
                </a:solidFill>
                <a:effectLst/>
              </a:rPr>
              <a:t>4. AO POVO DE DEUS, LÁ NO DESERTO, SEM PÃO, SEM LAR</a:t>
            </a:r>
          </a:p>
          <a:p>
            <a:pPr algn="l"/>
            <a:r>
              <a:rPr lang="pt-BR" sz="6000" dirty="0">
                <a:solidFill>
                  <a:srgbClr val="131313"/>
                </a:solidFill>
                <a:effectLst/>
              </a:rPr>
              <a:t>DEUS FEZ CAIR DO CÉU COMIDA SALUTAR.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9820279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EU SOU O PÃO QUE VEM DO CÉU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</a:rPr>
              <a:t>QUEM CRER EM MIM, IRÁ VIVER.</a:t>
            </a:r>
          </a:p>
          <a:p>
            <a:pPr algn="l"/>
            <a:endParaRPr lang="pt-BR" sz="6000" b="1" i="0" dirty="0">
              <a:solidFill>
                <a:srgbClr val="131313"/>
              </a:solidFill>
              <a:effectLst/>
            </a:endParaRPr>
          </a:p>
          <a:p>
            <a:pPr algn="l"/>
            <a:r>
              <a:rPr lang="pt-BR" sz="6000" dirty="0">
                <a:solidFill>
                  <a:srgbClr val="131313"/>
                </a:solidFill>
                <a:effectLst/>
              </a:rPr>
              <a:t>5. TODOS SE ASSENTARAM, TODOS COMERAM, ATÉ FARTAR</a:t>
            </a:r>
          </a:p>
          <a:p>
            <a:pPr algn="l"/>
            <a:r>
              <a:rPr lang="pt-BR" sz="6000" dirty="0">
                <a:solidFill>
                  <a:srgbClr val="131313"/>
                </a:solidFill>
                <a:effectLst/>
              </a:rPr>
              <a:t>GLÓRIA E LOUVOR A DEUS, QUE VEM NOS SACIAR.</a:t>
            </a:r>
          </a:p>
        </p:txBody>
      </p:sp>
    </p:spTree>
    <p:extLst>
      <p:ext uri="{BB962C8B-B14F-4D97-AF65-F5344CB8AC3E}">
        <p14:creationId xmlns:p14="http://schemas.microsoft.com/office/powerpoint/2010/main" val="34877500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0571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443345"/>
            <a:ext cx="310930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000" b="1" dirty="0"/>
              <a:t>CREIO EM TI, SENHOR, CREIO NO TEU AMOR</a:t>
            </a:r>
          </a:p>
          <a:p>
            <a:pPr algn="l"/>
            <a:r>
              <a:rPr lang="pt-BR" sz="8000" b="1" dirty="0"/>
              <a:t>NA TUA FORÇA QUE SUSTENTA O MUNDO</a:t>
            </a:r>
          </a:p>
          <a:p>
            <a:pPr algn="l"/>
            <a:r>
              <a:rPr lang="pt-BR" sz="8000" b="1" dirty="0"/>
              <a:t>CREIO NO TEU SORRISO QUE FAZ BRILHAR O CÉU</a:t>
            </a:r>
          </a:p>
          <a:p>
            <a:pPr algn="l"/>
            <a:r>
              <a:rPr lang="pt-BR" sz="8000" b="1" dirty="0"/>
              <a:t>E NO TEU CANTO QUE ME DÁ ALEGRIA</a:t>
            </a:r>
            <a:endParaRPr lang="pt-BR" sz="19200" b="1" dirty="0"/>
          </a:p>
        </p:txBody>
      </p:sp>
    </p:spTree>
    <p:extLst>
      <p:ext uri="{BB962C8B-B14F-4D97-AF65-F5344CB8AC3E}">
        <p14:creationId xmlns:p14="http://schemas.microsoft.com/office/powerpoint/2010/main" val="37349919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443345"/>
            <a:ext cx="310930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000" b="1" dirty="0"/>
              <a:t>CREIO EM TI, SENHOR, CREIO NA TUA PAZ</a:t>
            </a:r>
          </a:p>
          <a:p>
            <a:pPr algn="l"/>
            <a:r>
              <a:rPr lang="pt-BR" sz="8000" b="1" dirty="0"/>
              <a:t>NA TUA VIDA QUE FAZ BELA A TERRA</a:t>
            </a:r>
          </a:p>
          <a:p>
            <a:pPr algn="l"/>
            <a:r>
              <a:rPr lang="pt-BR" sz="8000" b="1" dirty="0"/>
              <a:t>NA TUA LUZ QUE CLAREIA A NOITE</a:t>
            </a:r>
          </a:p>
          <a:p>
            <a:pPr algn="l"/>
            <a:r>
              <a:rPr lang="pt-BR" sz="8000" b="1" dirty="0"/>
              <a:t>ROTA SEGURA NO MEU CAMINHO</a:t>
            </a:r>
            <a:endParaRPr lang="pt-BR" sz="19200" b="1" dirty="0"/>
          </a:p>
        </p:txBody>
      </p:sp>
    </p:spTree>
    <p:extLst>
      <p:ext uri="{BB962C8B-B14F-4D97-AF65-F5344CB8AC3E}">
        <p14:creationId xmlns:p14="http://schemas.microsoft.com/office/powerpoint/2010/main" val="14754412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443345"/>
            <a:ext cx="310930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8000" b="1" dirty="0"/>
              <a:t>CREIO EM TI, SENHOR, CREIO QUE TU ME AMAS</a:t>
            </a:r>
          </a:p>
          <a:p>
            <a:pPr algn="l"/>
            <a:r>
              <a:rPr lang="pt-BR" sz="8000" b="1" dirty="0"/>
              <a:t>QUE ME SUSTENTAS, QUE ME DÁS O PERDÃO</a:t>
            </a:r>
          </a:p>
          <a:p>
            <a:pPr algn="l"/>
            <a:r>
              <a:rPr lang="pt-BR" sz="8000" b="1" dirty="0"/>
              <a:t>QUE TU ME GUIAS PELAS ESTRADAS DO MUNDO</a:t>
            </a:r>
          </a:p>
          <a:p>
            <a:pPr algn="l"/>
            <a:r>
              <a:rPr lang="pt-BR" sz="8000" b="1" dirty="0"/>
              <a:t>QUE ME DARÁS A VIDA ETERNA</a:t>
            </a:r>
            <a:endParaRPr lang="pt-BR" sz="19200" b="1" dirty="0"/>
          </a:p>
        </p:txBody>
      </p:sp>
    </p:spTree>
    <p:extLst>
      <p:ext uri="{BB962C8B-B14F-4D97-AF65-F5344CB8AC3E}">
        <p14:creationId xmlns:p14="http://schemas.microsoft.com/office/powerpoint/2010/main" val="23958729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40153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686789"/>
            <a:ext cx="11579578" cy="6338124"/>
          </a:xfrm>
        </p:spPr>
        <p:txBody>
          <a:bodyPr>
            <a:normAutofit/>
          </a:bodyPr>
          <a:lstStyle/>
          <a:p>
            <a:pPr algn="l"/>
            <a:r>
              <a:rPr lang="pt-BR" sz="7200" b="1" dirty="0"/>
              <a:t>O SENHOR FEZ EM MIM MARAVILHAS, E SANTO É SEU NOME, E SANTO É O SEU NOME! MAGNIFICAT, MAGNIFICAT!</a:t>
            </a:r>
            <a:endParaRPr lang="pt-BR" sz="4800" b="1" dirty="0"/>
          </a:p>
        </p:txBody>
      </p:sp>
    </p:spTree>
    <p:extLst>
      <p:ext uri="{BB962C8B-B14F-4D97-AF65-F5344CB8AC3E}">
        <p14:creationId xmlns:p14="http://schemas.microsoft.com/office/powerpoint/2010/main" val="34965819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11DB5-164C-5E27-6372-06E04EB9A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24A12B-4BC2-44B5-E723-79806739C2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74CA27F-4EA7-0D6D-D986-0B22A40FCA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686789"/>
            <a:ext cx="11579578" cy="6338124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GLORIFICA A MINHA ALMA AO SENHOR</a:t>
            </a:r>
          </a:p>
          <a:p>
            <a:pPr algn="l"/>
            <a:r>
              <a:rPr lang="pt-BR" sz="6600" dirty="0"/>
              <a:t>DE ALEGRIA EU EXULTO EM DEUS</a:t>
            </a:r>
          </a:p>
          <a:p>
            <a:pPr algn="l"/>
            <a:r>
              <a:rPr lang="pt-BR" sz="6600" dirty="0"/>
              <a:t>POIS SOBRE MIM QUIS DERRAMAR SEU AMOR</a:t>
            </a:r>
          </a:p>
          <a:p>
            <a:pPr algn="l"/>
            <a:r>
              <a:rPr lang="pt-BR" sz="6600" dirty="0"/>
              <a:t>CANTO OS LOUVORES SEUS!</a:t>
            </a:r>
            <a:endParaRPr lang="pt-BR" sz="4400" dirty="0"/>
          </a:p>
        </p:txBody>
      </p:sp>
    </p:spTree>
    <p:extLst>
      <p:ext uri="{BB962C8B-B14F-4D97-AF65-F5344CB8AC3E}">
        <p14:creationId xmlns:p14="http://schemas.microsoft.com/office/powerpoint/2010/main" val="27425658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560A4-2EFE-F463-7F0B-562EB17C6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7FB0BA-DFEF-69F5-13DF-2CD62DC5D8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0EB69D3-7D8B-785C-E04F-5A14FF7FBF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686789"/>
            <a:ext cx="11579578" cy="6338124"/>
          </a:xfrm>
        </p:spPr>
        <p:txBody>
          <a:bodyPr>
            <a:normAutofit/>
          </a:bodyPr>
          <a:lstStyle/>
          <a:p>
            <a:pPr algn="l"/>
            <a:r>
              <a:rPr lang="pt-BR" sz="7200" b="1" dirty="0"/>
              <a:t>O SENHOR FEZ EM MIM MARAVILHAS, E SANTO É SEU NOME, E SANTO É O SEU NOME! MAGNIFICAT, MAGNIFICAT!</a:t>
            </a:r>
            <a:endParaRPr lang="pt-BR" sz="4800" b="1" dirty="0"/>
          </a:p>
        </p:txBody>
      </p:sp>
    </p:spTree>
    <p:extLst>
      <p:ext uri="{BB962C8B-B14F-4D97-AF65-F5344CB8AC3E}">
        <p14:creationId xmlns:p14="http://schemas.microsoft.com/office/powerpoint/2010/main" val="223188293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5C081-3C37-698A-7B3D-BCBC46DD9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4D897F-80CF-BCB9-D678-68B3C92437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260CFCE-5BD4-DD69-569B-0AFA155379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686789"/>
            <a:ext cx="11579578" cy="6338124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DE SUA SERVA ELE VIU A POBREZA</a:t>
            </a:r>
          </a:p>
          <a:p>
            <a:pPr algn="l"/>
            <a:r>
              <a:rPr lang="pt-BR" sz="6600" dirty="0"/>
              <a:t>E CHAMADA SEREI DE BENDITA</a:t>
            </a:r>
          </a:p>
          <a:p>
            <a:pPr algn="l"/>
            <a:r>
              <a:rPr lang="pt-BR" sz="6600" dirty="0"/>
              <a:t>FELIZ EU SOU, AMADA PELO SENHOR</a:t>
            </a:r>
          </a:p>
          <a:p>
            <a:pPr algn="l"/>
            <a:r>
              <a:rPr lang="pt-BR" sz="6600" dirty="0"/>
              <a:t>MEU DEUS E MEU SALVADOR</a:t>
            </a:r>
            <a:endParaRPr lang="pt-BR" sz="4400" dirty="0"/>
          </a:p>
        </p:txBody>
      </p:sp>
    </p:spTree>
    <p:extLst>
      <p:ext uri="{BB962C8B-B14F-4D97-AF65-F5344CB8AC3E}">
        <p14:creationId xmlns:p14="http://schemas.microsoft.com/office/powerpoint/2010/main" val="290310904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17159</TotalTime>
  <Words>880</Words>
  <Application>Microsoft Office PowerPoint</Application>
  <PresentationFormat>Widescreen</PresentationFormat>
  <Paragraphs>142</Paragraphs>
  <Slides>38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38</vt:i4>
      </vt:variant>
    </vt:vector>
  </HeadingPairs>
  <TitlesOfParts>
    <vt:vector size="43" baseType="lpstr">
      <vt:lpstr>-apple-system</vt:lpstr>
      <vt:lpstr>Arial</vt:lpstr>
      <vt:lpstr>Calibri</vt:lpstr>
      <vt:lpstr>Calibri Light</vt:lpstr>
      <vt:lpstr>Tema do Office</vt:lpstr>
      <vt:lpstr>Apresentação do PowerPoint</vt:lpstr>
      <vt:lpstr>ENTRADA</vt:lpstr>
      <vt:lpstr>ENTRADA</vt:lpstr>
      <vt:lpstr>ENTRADA</vt:lpstr>
      <vt:lpstr>Apresentação do PowerPoint</vt:lpstr>
      <vt:lpstr>ATO PENITENCIAL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APRESENTAÇÃO DAS OFERENDAS</vt:lpstr>
      <vt:lpstr>APRESENTAÇÃO DAS OFERENDAS</vt:lpstr>
      <vt:lpstr>APRESENTAÇÃO DAS OFERENDAS</vt:lpstr>
      <vt:lpstr>Apresentação do PowerPoint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Apresentação do PowerPoint</vt:lpstr>
      <vt:lpstr>PÓS-COMUNHÃO</vt:lpstr>
      <vt:lpstr>PÓS-COMUNHÃO</vt:lpstr>
      <vt:lpstr>PÓS-COMUNHÃO</vt:lpstr>
      <vt:lpstr>Apresentação do PowerPoint</vt:lpstr>
      <vt:lpstr>FINAL</vt:lpstr>
      <vt:lpstr>FINAL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49</cp:revision>
  <dcterms:created xsi:type="dcterms:W3CDTF">2023-05-06T17:01:55Z</dcterms:created>
  <dcterms:modified xsi:type="dcterms:W3CDTF">2026-07-12T20:23:50Z</dcterms:modified>
</cp:coreProperties>
</file>