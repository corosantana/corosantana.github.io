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06" r:id="rId4"/>
    <p:sldId id="410" r:id="rId5"/>
    <p:sldId id="411" r:id="rId6"/>
    <p:sldId id="420" r:id="rId7"/>
    <p:sldId id="421" r:id="rId8"/>
    <p:sldId id="258" r:id="rId9"/>
    <p:sldId id="397" r:id="rId10"/>
    <p:sldId id="422" r:id="rId11"/>
    <p:sldId id="260" r:id="rId12"/>
    <p:sldId id="261" r:id="rId13"/>
    <p:sldId id="338" r:id="rId14"/>
    <p:sldId id="339" r:id="rId15"/>
    <p:sldId id="340" r:id="rId16"/>
    <p:sldId id="264" r:id="rId17"/>
    <p:sldId id="265" r:id="rId18"/>
    <p:sldId id="266" r:id="rId19"/>
    <p:sldId id="267" r:id="rId20"/>
    <p:sldId id="418" r:id="rId21"/>
    <p:sldId id="269" r:id="rId22"/>
    <p:sldId id="412" r:id="rId23"/>
    <p:sldId id="413" r:id="rId24"/>
    <p:sldId id="425" r:id="rId25"/>
    <p:sldId id="423" r:id="rId26"/>
    <p:sldId id="424" r:id="rId27"/>
    <p:sldId id="426" r:id="rId28"/>
    <p:sldId id="292" r:id="rId29"/>
    <p:sldId id="275" r:id="rId30"/>
    <p:sldId id="363" r:id="rId31"/>
    <p:sldId id="361" r:id="rId32"/>
    <p:sldId id="362" r:id="rId33"/>
    <p:sldId id="414" r:id="rId34"/>
    <p:sldId id="427" r:id="rId35"/>
    <p:sldId id="415" r:id="rId36"/>
    <p:sldId id="428" r:id="rId37"/>
    <p:sldId id="416" r:id="rId38"/>
    <p:sldId id="430" r:id="rId39"/>
    <p:sldId id="429" r:id="rId40"/>
    <p:sldId id="431" r:id="rId41"/>
    <p:sldId id="404" r:id="rId42"/>
    <p:sldId id="337" r:id="rId43"/>
    <p:sldId id="432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8" d="100"/>
          <a:sy n="68" d="100"/>
        </p:scale>
        <p:origin x="-66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05/11/2023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05/11/2023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05/11/2023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05/11/2023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9548EBA-A1AA-8A74-3B5A-D34F9481F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-1" y="-2"/>
            <a:ext cx="12192000" cy="6857999"/>
          </a:xfrm>
          <a:prstGeom prst="rect">
            <a:avLst/>
          </a:prstGeom>
          <a:solidFill>
            <a:schemeClr val="tx1">
              <a:alpha val="5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116621" y="1905503"/>
            <a:ext cx="995875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SOLENIDADE DE TODOS OS SANTOS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ALEGREMO-NOS TODOS NO SENHOR</a:t>
            </a:r>
            <a:b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CELEBRANDO A FESTA DE TODOS OS SANTOS</a:t>
            </a:r>
            <a:b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CONOSCO ALEGRAM-SE OS ANJOS</a:t>
            </a:r>
            <a:b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 GLORIFICAM O FILHO DE DEUS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Ó JUSTOS, ALEGRAI-VOS NO SENHOR</a:t>
            </a:r>
            <a:br>
              <a:rPr lang="pt-BR" sz="6000" dirty="0"/>
            </a:br>
            <a:r>
              <a:rPr lang="pt-BR" sz="6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AOS RETOS FICA BEM GLORIFICÁ-LO</a:t>
            </a:r>
            <a:br>
              <a:rPr lang="pt-BR" sz="6000" dirty="0"/>
            </a:br>
            <a:r>
              <a:rPr lang="pt-BR" sz="60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CONOSCO ALEGRAM-SE OS ANJOS</a:t>
            </a:r>
            <a:br>
              <a:rPr lang="pt-BR" sz="60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 GLORIFICAM O FILHO DE DEUS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227970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5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ADORE AO SENHOR A TERRA INTEIRA</a:t>
            </a:r>
            <a:br>
              <a:rPr lang="pt-BR" sz="5400" dirty="0"/>
            </a:br>
            <a:r>
              <a:rPr lang="pt-BR" sz="5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 O RESPEITEM OS QUE HABITAM O UNIVERSO</a:t>
            </a:r>
            <a:br>
              <a:rPr lang="pt-BR" sz="5400" dirty="0"/>
            </a:br>
            <a: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CONOSCO ALEGRAM-SE OS ANJOS</a:t>
            </a:r>
            <a:b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 GLORIFICAM O FILHO DE DEUS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601909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749636"/>
          </a:xfrm>
        </p:spPr>
        <p:txBody>
          <a:bodyPr>
            <a:normAutofit/>
          </a:bodyPr>
          <a:lstStyle/>
          <a:p>
            <a:pPr algn="l"/>
            <a:r>
              <a:rPr lang="pt-BR" sz="5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FELIZ O POVO CUJO DEUS É O SENHOR</a:t>
            </a:r>
            <a:br>
              <a:rPr lang="pt-BR" sz="5400" dirty="0"/>
            </a:br>
            <a:r>
              <a:rPr lang="pt-BR" sz="5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 A NAÇÃO QUE ESCOLHEU POR SUA HERANÇA</a:t>
            </a:r>
            <a:br>
              <a:rPr lang="pt-BR" sz="5400" dirty="0"/>
            </a:br>
            <a: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CONOSCO ALEGRAM-SE OS ANJOS</a:t>
            </a:r>
            <a:b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 GLORIFICAM O FILHO DE DEUS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378059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ELE FORMOU O CORAÇÃO DE CADA UM</a:t>
            </a:r>
            <a:br>
              <a:rPr lang="pt-BR" sz="6000" dirty="0"/>
            </a:br>
            <a:r>
              <a:rPr lang="pt-BR" sz="6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 POR TODOS OS SEUS ATOS SE INTERESSA</a:t>
            </a:r>
            <a:br>
              <a:rPr lang="pt-BR" sz="6000" dirty="0"/>
            </a:br>
            <a:r>
              <a:rPr lang="pt-BR" sz="60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CONOSCO ALEGRAM-SE OS ANJOS</a:t>
            </a:r>
            <a:br>
              <a:rPr lang="pt-BR" sz="60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 GLORIFICAM O FILHO DE DEUS</a:t>
            </a:r>
            <a:endParaRPr lang="pt-BR" sz="19900" dirty="0"/>
          </a:p>
        </p:txBody>
      </p:sp>
    </p:spTree>
    <p:extLst>
      <p:ext uri="{BB962C8B-B14F-4D97-AF65-F5344CB8AC3E}">
        <p14:creationId xmlns:p14="http://schemas.microsoft.com/office/powerpoint/2010/main" val="2845359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ALEGREMO-NOS TODOS NO SENHOR</a:t>
            </a:r>
            <a:b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CELEBRANDO A FESTA DE TODOS OS SANTOS</a:t>
            </a:r>
            <a:b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CONOSCO ALEGRAM-SE OS ANJOS</a:t>
            </a:r>
            <a:b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pt-BR" sz="5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 GLORIFICAM O FILHO DE DEUS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86329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PEQUEI MUITAS VEZES POR PENSAMENTOS, PALAVRAS, ATOS E OMISSÕES</a:t>
            </a:r>
          </a:p>
          <a:p>
            <a:pPr algn="just"/>
            <a:r>
              <a:rPr lang="pt-BR" sz="6000" dirty="0"/>
              <a:t>POR MINHA CULPA, MINHA TÃO GRANDE </a:t>
            </a:r>
            <a:r>
              <a:rPr lang="pt-BR" sz="6000" dirty="0" err="1"/>
              <a:t>CUlPA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E PEÇO A VIRGEM MARIA</a:t>
            </a:r>
          </a:p>
          <a:p>
            <a:pPr algn="just"/>
            <a:r>
              <a:rPr lang="pt-BR" sz="6600" dirty="0"/>
              <a:t>AOS ANJOS E SANTOS</a:t>
            </a:r>
          </a:p>
          <a:p>
            <a:pPr algn="just"/>
            <a:r>
              <a:rPr lang="pt-BR" sz="6600" dirty="0"/>
              <a:t>E A VÓS, IRMÃOS E IRMÃS</a:t>
            </a:r>
          </a:p>
          <a:p>
            <a:pPr algn="just"/>
            <a:r>
              <a:rPr lang="pt-BR" sz="6600" dirty="0"/>
              <a:t>QUE ROGUEIS POR MIM A DEUS, NOSSO SENHOR</a:t>
            </a:r>
          </a:p>
        </p:txBody>
      </p:sp>
    </p:spTree>
    <p:extLst>
      <p:ext uri="{BB962C8B-B14F-4D97-AF65-F5344CB8AC3E}">
        <p14:creationId xmlns:p14="http://schemas.microsoft.com/office/powerpoint/2010/main" val="2319969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22200" b="1" dirty="0"/>
              <a:t>GLÓRIA A DEUS NAS ALTURAS (2x)</a:t>
            </a:r>
          </a:p>
          <a:p>
            <a:pPr algn="just"/>
            <a:r>
              <a:rPr lang="pt-BR" sz="22200" b="1" dirty="0"/>
              <a:t>E PAZ NA TERRA AOS HOMENS POR ELE AMADOS! </a:t>
            </a:r>
          </a:p>
          <a:p>
            <a:pPr algn="just"/>
            <a:endParaRPr lang="pt-BR" sz="6000" dirty="0"/>
          </a:p>
          <a:p>
            <a:pPr algn="just"/>
            <a:r>
              <a:rPr lang="pt-BR" sz="18500" dirty="0"/>
              <a:t>SENHOR DEUS, REI DOS CÉUS, DEUS PAI TODO PODEROSO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581890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dirty="0"/>
              <a:t>SENHOR DEUS, CORDEIRO DE DEUS, FILHO DE DEUS PAI</a:t>
            </a:r>
          </a:p>
          <a:p>
            <a:pPr algn="l"/>
            <a:r>
              <a:rPr lang="pt-BR" sz="6000" dirty="0"/>
              <a:t>VÓS QUE TIRAIS O PECADO DO MUNDO,TENDE PIEDADE DE NÓS</a:t>
            </a:r>
          </a:p>
          <a:p>
            <a:pPr algn="l"/>
            <a:r>
              <a:rPr lang="pt-BR" sz="6000" dirty="0"/>
              <a:t>VÓS QUE TIRAIS O PECADO DO MUNDO,  ACOLHEI A NOSSA SÚPLICA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2300" dirty="0"/>
              <a:t>VÓS QUE ESTAIS À DIREITA DO PAI, TENDE PIEDADE DE NÓS</a:t>
            </a:r>
          </a:p>
          <a:p>
            <a:pPr algn="just"/>
            <a:r>
              <a:rPr lang="pt-BR" sz="12300" dirty="0"/>
              <a:t>SÓ VÓS SOIS SANTO, SÓ VÓS O SENHOR, SÓ VÓS O ALTÍSSIMO, JESUS CRISTO </a:t>
            </a:r>
          </a:p>
          <a:p>
            <a:pPr algn="just"/>
            <a:r>
              <a:rPr lang="pt-BR" sz="12300" dirty="0"/>
              <a:t>COM O ESPÍRITO SANTO NA GLÓRIA DE DEUS PAI. AMÉM!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É ASSIM A GERAÇÃO DOS QUE PROCURAM O SENHOR!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4800" b="1" dirty="0"/>
          </a:p>
          <a:p>
            <a:r>
              <a:rPr lang="pt-BR" sz="4800" dirty="0"/>
              <a:t>VINDE A MIM, TODOS VÓS QUE ESTAIS CANSADOS E PENAIS A CARREGAR PESADO FARDO, E DESCANSO EU VOS DAREI, DIZ O SENHOR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ALELUIA(2X)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491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 VIDA DOS JUSTOS ESTÁ NAS MÃOS DE DEUS,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NENHUM TORMENTO OS ATINGIRÁ.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AOS OLHOS DOS INSENSATOS PARECERAM MORRER;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1. SENHOR, QUEM MORARÁ EM VOSSA CASA</a:t>
            </a:r>
            <a:br>
              <a:rPr lang="pt-BR" sz="6000" dirty="0"/>
            </a:br>
            <a:r>
              <a:rPr lang="pt-BR" sz="6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 EM VOSSO MONTE SANTO HABITARÁ?</a:t>
            </a:r>
            <a:br>
              <a:rPr lang="pt-BR" sz="6000" dirty="0"/>
            </a:br>
            <a:br>
              <a:rPr lang="pt-BR" sz="6000" dirty="0"/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572362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2. É AQUELE QUE CAMINHA SEM PECADO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PRATICA A JUSTIÇA FIELMENTE;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047100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 VIDA DOS JUSTOS ESTÁ NAS MÃOS DE DEUS,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NENHUM TORMENTO OS ATINGIRÁ.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AOS OLHOS DOS INSENSATOS PARECERAM MORRER;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980373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0" i="0" dirty="0">
                <a:effectLst/>
                <a:latin typeface="Open Sans" panose="020B0606030504020204" pitchFamily="34" charset="0"/>
              </a:rPr>
              <a:t>3. QUE PENSA A VERDADE DO SEU ÍNTIMO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 NÃO SOLTA EM CALÚNIAS SUA LÍNGUA;</a:t>
            </a:r>
            <a:br>
              <a:rPr lang="pt-BR" sz="6000" dirty="0"/>
            </a:br>
            <a:br>
              <a:rPr lang="pt-BR" sz="6000" dirty="0"/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18701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0" i="0" dirty="0">
                <a:effectLst/>
                <a:latin typeface="Open Sans" panose="020B0606030504020204" pitchFamily="34" charset="0"/>
              </a:rPr>
              <a:t>4. QUE EM NADA PREJUDICA O SEU IRMÃO,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NEM COBRE DE INSULTOS SEU VIZINHO;</a:t>
            </a:r>
            <a:br>
              <a:rPr lang="pt-BR" sz="6000" dirty="0"/>
            </a:br>
            <a:br>
              <a:rPr lang="pt-BR" sz="6000" dirty="0"/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397306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 VIDA DOS JUSTOS ESTÁ NAS MÃOS DE DEUS,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NENHUM TORMENTO OS ATINGIRÁ.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AOS OLHOS DOS INSENSATOS PARECERAM MORRER;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01418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(2X)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BEM-AVENTURADOS OS QUE TÊM UM CORAÇÃO DE POBRE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CÉUS.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1. SENHOR DEUS, A VÓS ELEVO A MINHA ALMA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EM VÓS CONFIO: QUE EU NÃO SEJA ENVERGONHADO!</a:t>
            </a:r>
            <a:endParaRPr lang="pt-BR" sz="47600" dirty="0"/>
          </a:p>
        </p:txBody>
      </p:sp>
    </p:spTree>
    <p:extLst>
      <p:ext uri="{BB962C8B-B14F-4D97-AF65-F5344CB8AC3E}">
        <p14:creationId xmlns:p14="http://schemas.microsoft.com/office/powerpoint/2010/main" val="36068717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BEM-AVENTURADOS OS QUE TÊM UM CORAÇÃO DE POBRE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CÉUS.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1531703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b="0" i="0" dirty="0">
                <a:effectLst/>
                <a:latin typeface="Open Sans" panose="020B0606030504020204" pitchFamily="34" charset="0"/>
              </a:rPr>
              <a:t>2. MOSTRAI-ME, Ó SENHOR, VOSSOS CAMINHOS</a:t>
            </a:r>
            <a:br>
              <a:rPr lang="pt-BR" sz="8000" dirty="0"/>
            </a:br>
            <a:r>
              <a:rPr lang="pt-BR" sz="8000" b="0" i="0" dirty="0">
                <a:effectLst/>
                <a:latin typeface="Open Sans" panose="020B0606030504020204" pitchFamily="34" charset="0"/>
              </a:rPr>
              <a:t>E FAZEI-ME CONHECER A VOSSA ESTRADA.</a:t>
            </a:r>
            <a:endParaRPr lang="pt-BR" sz="68500" dirty="0"/>
          </a:p>
        </p:txBody>
      </p:sp>
    </p:spTree>
    <p:extLst>
      <p:ext uri="{BB962C8B-B14F-4D97-AF65-F5344CB8AC3E}">
        <p14:creationId xmlns:p14="http://schemas.microsoft.com/office/powerpoint/2010/main" val="24152493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BEM-AVENTURADOS OS QUE TÊM UM CORAÇÃO DE POBRE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CÉUS.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3001133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8800" i="0" dirty="0">
                <a:solidFill>
                  <a:srgbClr val="000000"/>
                </a:solidFill>
                <a:effectLst/>
                <a:latin typeface="-apple-system"/>
              </a:rPr>
              <a:t>3. VOSSA VERDADE ME ORIENTE E ME CONDUZA</a:t>
            </a:r>
          </a:p>
          <a:p>
            <a:pPr algn="l"/>
            <a:r>
              <a:rPr lang="pt-BR" sz="8800" i="0" dirty="0">
                <a:solidFill>
                  <a:srgbClr val="000000"/>
                </a:solidFill>
                <a:effectLst/>
                <a:latin typeface="-apple-system"/>
              </a:rPr>
              <a:t>PORQUE SOIS O DEUS DA MINHA SALVAÇÃO.</a:t>
            </a:r>
            <a:endParaRPr lang="pt-BR" sz="57100" dirty="0"/>
          </a:p>
        </p:txBody>
      </p:sp>
    </p:spTree>
    <p:extLst>
      <p:ext uri="{BB962C8B-B14F-4D97-AF65-F5344CB8AC3E}">
        <p14:creationId xmlns:p14="http://schemas.microsoft.com/office/powerpoint/2010/main" val="39750660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BEM-AVENTURADOS OS QUE TÊM UM CORAÇÃO DE POBRE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CÉUS.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21628739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0" i="0" dirty="0">
                <a:effectLst/>
                <a:latin typeface="Open Sans" panose="020B0606030504020204" pitchFamily="34" charset="0"/>
              </a:rPr>
              <a:t>4. RECORDAI, SENHOR MEU DEUS, VOSSA TERNURA</a:t>
            </a:r>
            <a:br>
              <a:rPr lang="pt-BR" sz="7200" dirty="0"/>
            </a:br>
            <a:r>
              <a:rPr lang="pt-BR" sz="7200" b="0" i="0" dirty="0">
                <a:effectLst/>
                <a:latin typeface="Open Sans" panose="020B0606030504020204" pitchFamily="34" charset="0"/>
              </a:rPr>
              <a:t>E A VOSSA COMPAIXÃO QUE SÃO ETERNAS.</a:t>
            </a:r>
            <a:endParaRPr lang="pt-BR" sz="57100" dirty="0"/>
          </a:p>
        </p:txBody>
      </p:sp>
    </p:spTree>
    <p:extLst>
      <p:ext uri="{BB962C8B-B14F-4D97-AF65-F5344CB8AC3E}">
        <p14:creationId xmlns:p14="http://schemas.microsoft.com/office/powerpoint/2010/main" val="5315551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BEM-AVENTURADOS OS QUE TÊM UM CORAÇÃO DE POBRE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CÉUS.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38557277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52" y="731945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5400" b="0" i="0" dirty="0">
                <a:effectLst/>
                <a:latin typeface="Noto Sans" panose="020B0502040504020204" pitchFamily="34" charset="0"/>
              </a:rPr>
              <a:t>SOMOS, SENHOR, TUA IGREJA</a:t>
            </a:r>
            <a:br>
              <a:rPr lang="pt-BR" sz="5400" b="0" i="0" dirty="0">
                <a:effectLst/>
                <a:latin typeface="Noto Sans" panose="020B0502040504020204" pitchFamily="34" charset="0"/>
              </a:rPr>
            </a:br>
            <a:r>
              <a:rPr lang="pt-BR" sz="5400" b="0" i="0" dirty="0">
                <a:effectLst/>
                <a:latin typeface="Noto Sans" panose="020B0502040504020204" pitchFamily="34" charset="0"/>
              </a:rPr>
              <a:t>QUE AGUARDA E APRESSA TUA VINDA GLORIOSA</a:t>
            </a:r>
            <a:br>
              <a:rPr lang="pt-BR" sz="5400" b="0" i="0" dirty="0">
                <a:effectLst/>
                <a:latin typeface="Noto Sans" panose="020B0502040504020204" pitchFamily="34" charset="0"/>
              </a:rPr>
            </a:br>
            <a:r>
              <a:rPr lang="pt-BR" sz="5400" b="0" i="0" dirty="0">
                <a:effectLst/>
                <a:latin typeface="Noto Sans" panose="020B0502040504020204" pitchFamily="34" charset="0"/>
              </a:rPr>
              <a:t>QUE O SENHOR NOS ENCONTRE EM PAZ</a:t>
            </a:r>
            <a:br>
              <a:rPr lang="pt-BR" sz="5400" b="0" i="0" dirty="0">
                <a:effectLst/>
                <a:latin typeface="Noto Sans" panose="020B0502040504020204" pitchFamily="34" charset="0"/>
              </a:rPr>
            </a:br>
            <a:r>
              <a:rPr lang="pt-BR" sz="5400" b="0" i="0" dirty="0">
                <a:effectLst/>
                <a:latin typeface="Noto Sans" panose="020B0502040504020204" pitchFamily="34" charset="0"/>
              </a:rPr>
              <a:t>PUROS E SANTOS</a:t>
            </a:r>
          </a:p>
          <a:p>
            <a:pPr algn="l"/>
            <a:r>
              <a:rPr lang="pt-BR" sz="5400" b="0" i="0" dirty="0">
                <a:effectLst/>
                <a:latin typeface="Noto Sans" panose="020B0502040504020204" pitchFamily="34" charset="0"/>
              </a:rPr>
              <a:t>QUE É FEITO DA SUA PROMESSA?</a:t>
            </a:r>
            <a:br>
              <a:rPr lang="pt-BR" sz="5400" b="0" i="0" dirty="0">
                <a:effectLst/>
                <a:latin typeface="Noto Sans" panose="020B0502040504020204" pitchFamily="34" charset="0"/>
              </a:rPr>
            </a:br>
            <a:r>
              <a:rPr lang="pt-BR" sz="5400" b="0" i="0" dirty="0">
                <a:effectLst/>
                <a:latin typeface="Noto Sans" panose="020B0502040504020204" pitchFamily="34" charset="0"/>
              </a:rPr>
              <a:t>PERGUNTAM E ZOMBAM DE DEUS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52" y="731945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5400" b="0" i="0" dirty="0">
                <a:effectLst/>
                <a:latin typeface="Noto Sans" panose="020B0502040504020204" pitchFamily="34" charset="0"/>
              </a:rPr>
              <a:t>MAS O SENHOR VIRÁ</a:t>
            </a:r>
          </a:p>
          <a:p>
            <a:pPr algn="l"/>
            <a:r>
              <a:rPr lang="pt-BR" sz="5400" b="0" i="0" dirty="0">
                <a:effectLst/>
                <a:latin typeface="Noto Sans" panose="020B0502040504020204" pitchFamily="34" charset="0"/>
              </a:rPr>
              <a:t>ELE NÃO TARDARÁ</a:t>
            </a:r>
          </a:p>
          <a:p>
            <a:pPr algn="l"/>
            <a:r>
              <a:rPr lang="pt-BR" sz="5400" b="0" i="0" dirty="0">
                <a:effectLst/>
                <a:latin typeface="Noto Sans" panose="020B0502040504020204" pitchFamily="34" charset="0"/>
              </a:rPr>
              <a:t>QUE EU SEJA SANTO, SANTO, SANTO</a:t>
            </a:r>
          </a:p>
          <a:p>
            <a:pPr algn="l"/>
            <a:r>
              <a:rPr lang="pt-BR" sz="5400" b="0" i="0" dirty="0">
                <a:effectLst/>
                <a:latin typeface="Noto Sans" panose="020B0502040504020204" pitchFamily="34" charset="0"/>
              </a:rPr>
              <a:t>POIS DEUS É SANTO, SANTO, SANTO</a:t>
            </a:r>
          </a:p>
          <a:p>
            <a:pPr algn="l"/>
            <a:r>
              <a:rPr lang="pt-BR" sz="5400" b="0" i="0" dirty="0">
                <a:effectLst/>
                <a:latin typeface="Noto Sans" panose="020B0502040504020204" pitchFamily="34" charset="0"/>
              </a:rPr>
              <a:t>QUE A SANTIDADE DA MINHA VIDA</a:t>
            </a:r>
          </a:p>
          <a:p>
            <a:pPr algn="l"/>
            <a:r>
              <a:rPr lang="pt-BR" sz="5400" b="0" i="0" dirty="0">
                <a:effectLst/>
                <a:latin typeface="Noto Sans" panose="020B0502040504020204" pitchFamily="34" charset="0"/>
              </a:rPr>
              <a:t>APRESSE O SENHOR E ELE LOGO VIRÁ</a:t>
            </a:r>
          </a:p>
        </p:txBody>
      </p:sp>
    </p:spTree>
    <p:extLst>
      <p:ext uri="{BB962C8B-B14F-4D97-AF65-F5344CB8AC3E}">
        <p14:creationId xmlns:p14="http://schemas.microsoft.com/office/powerpoint/2010/main" val="5512182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8364</TotalTime>
  <Words>982</Words>
  <Application>Microsoft Office PowerPoint</Application>
  <PresentationFormat>Widescreen</PresentationFormat>
  <Paragraphs>123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50" baseType="lpstr">
      <vt:lpstr>-apple-system</vt:lpstr>
      <vt:lpstr>Arial</vt:lpstr>
      <vt:lpstr>Calibri</vt:lpstr>
      <vt:lpstr>Calibri Light</vt:lpstr>
      <vt:lpstr>Noto Sans</vt:lpstr>
      <vt:lpstr>Open Sans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39</cp:revision>
  <dcterms:created xsi:type="dcterms:W3CDTF">2023-05-06T17:01:55Z</dcterms:created>
  <dcterms:modified xsi:type="dcterms:W3CDTF">2023-11-05T20:27:49Z</dcterms:modified>
</cp:coreProperties>
</file>