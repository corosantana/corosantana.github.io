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49" r:id="rId5"/>
    <p:sldId id="470" r:id="rId6"/>
    <p:sldId id="258" r:id="rId7"/>
    <p:sldId id="259" r:id="rId8"/>
    <p:sldId id="459" r:id="rId9"/>
    <p:sldId id="260" r:id="rId10"/>
    <p:sldId id="261" r:id="rId11"/>
    <p:sldId id="338" r:id="rId12"/>
    <p:sldId id="339" r:id="rId13"/>
    <p:sldId id="340" r:id="rId14"/>
    <p:sldId id="377" r:id="rId15"/>
    <p:sldId id="471" r:id="rId16"/>
    <p:sldId id="264" r:id="rId17"/>
    <p:sldId id="265" r:id="rId18"/>
    <p:sldId id="266" r:id="rId19"/>
    <p:sldId id="267" r:id="rId20"/>
    <p:sldId id="465" r:id="rId21"/>
    <p:sldId id="464" r:id="rId22"/>
    <p:sldId id="472" r:id="rId23"/>
    <p:sldId id="473" r:id="rId24"/>
    <p:sldId id="474" r:id="rId25"/>
    <p:sldId id="475" r:id="rId26"/>
    <p:sldId id="292" r:id="rId27"/>
    <p:sldId id="275" r:id="rId28"/>
    <p:sldId id="363" r:id="rId29"/>
    <p:sldId id="361" r:id="rId30"/>
    <p:sldId id="433" r:id="rId31"/>
    <p:sldId id="434" r:id="rId32"/>
    <p:sldId id="453" r:id="rId33"/>
    <p:sldId id="358" r:id="rId34"/>
    <p:sldId id="454" r:id="rId35"/>
    <p:sldId id="436" r:id="rId36"/>
    <p:sldId id="455" r:id="rId37"/>
    <p:sldId id="438" r:id="rId38"/>
    <p:sldId id="456" r:id="rId39"/>
    <p:sldId id="277" r:id="rId40"/>
    <p:sldId id="461" r:id="rId41"/>
    <p:sldId id="462" r:id="rId42"/>
    <p:sldId id="463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4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</a:t>
            </a:r>
          </a:p>
          <a:p>
            <a:pPr algn="l"/>
            <a:endParaRPr lang="pt-BR" sz="4800" b="1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GRANDE É O SENHOR E MUITO DIGNO DE LOUVORES</a:t>
            </a:r>
            <a:br>
              <a:rPr lang="pt-BR" sz="4800" dirty="0"/>
            </a:br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NA CIDADE ONDE ELE MORA;</a:t>
            </a:r>
          </a:p>
          <a:p>
            <a:pPr algn="l"/>
            <a:endParaRPr lang="pt-BR" sz="4000" dirty="0">
              <a:solidFill>
                <a:srgbClr val="000000"/>
              </a:solidFill>
              <a:latin typeface="-apple-system"/>
            </a:endParaRPr>
          </a:p>
          <a:p>
            <a:pPr algn="l"/>
            <a:br>
              <a:rPr lang="pt-BR" sz="4800" dirty="0"/>
            </a:b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</a:t>
            </a:r>
          </a:p>
          <a:p>
            <a:pPr algn="l"/>
            <a:endParaRPr lang="pt-BR" sz="6000" b="1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  <a:br>
              <a:rPr lang="pt-BR" sz="4800" dirty="0"/>
            </a:br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</a:t>
            </a:r>
          </a:p>
          <a:p>
            <a:pPr algn="l"/>
            <a:endParaRPr lang="pt-BR" sz="7200" b="1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MONTE SIÃO, NO EXTREMO NORTE SITUADO,</a:t>
            </a:r>
            <a:br>
              <a:rPr lang="pt-BR" sz="4800" dirty="0"/>
            </a:br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ÉS A MANSÃO DO GRANDE REI! </a:t>
            </a:r>
            <a:endParaRPr lang="pt-BR" sz="72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5214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</a:t>
            </a:r>
          </a:p>
          <a:p>
            <a:pPr algn="l"/>
            <a:endParaRPr lang="pt-BR" sz="48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EIS QUE OS REIS DA TERRA SE ALIARAM,</a:t>
            </a:r>
            <a:br>
              <a:rPr lang="pt-BR" sz="4800" dirty="0"/>
            </a:br>
            <a:r>
              <a:rPr lang="pt-BR" sz="4800" b="0" i="0" dirty="0">
                <a:solidFill>
                  <a:srgbClr val="000000"/>
                </a:solidFill>
                <a:effectLst/>
                <a:latin typeface="-apple-system"/>
              </a:rPr>
              <a:t>TODOS JUNTOS AVANÇARAM;</a:t>
            </a:r>
          </a:p>
        </p:txBody>
      </p:sp>
    </p:spTree>
    <p:extLst>
      <p:ext uri="{BB962C8B-B14F-4D97-AF65-F5344CB8AC3E}">
        <p14:creationId xmlns:p14="http://schemas.microsoft.com/office/powerpoint/2010/main" val="2412559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/>
          </a:bodyPr>
          <a:lstStyle/>
          <a:p>
            <a:pPr algn="just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CONFESSO A DEUS TODO-PODEROSO E A VÓS, IRMÃOS E IRMÃS, QUE PEQUEI MUITAS VEZES POR PENSAMENTOS, PALAVRAS, ATOS E OMISSÕES, POR MINHA CULPA, 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MINHA TÃO GRANDE CULPA. E PEÇO À VIRGEM MARIA, AOS ANJOS E SANTOS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8452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1"/>
            <a:ext cx="11326092" cy="5680363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A DEUS NAS ALTURAS, GLÓRIA A DEUS NAS ALTURAS, GLÓRIA A DEUS NAS ALTURAS E PAZ NA TERRA AOS HOMENS POR ELE AMADOS.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DEUS, REI DOS CÉUS, DEUS PAI TODO PODEROSO. NÓS VOS LOUVAMOS, NÓS VOS BENDIZEMOS, NÓS VOS ADORAMOS, NÓS VOS GLORIFICAMOS, NÓS VOS DAMOS GRAÇAS POR VOSSA IMENSA GLÓRIA.</a:t>
            </a:r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SENHOR JESUS CRISTO, FILHO UNIGÊNITO. SENHOR DEUS,</a:t>
            </a:r>
          </a:p>
          <a:p>
            <a:pPr algn="l"/>
            <a:r>
              <a:rPr lang="pt-BR" sz="6000" dirty="0"/>
              <a:t>CORDEIRO DE DEUS,</a:t>
            </a:r>
          </a:p>
          <a:p>
            <a:pPr algn="l"/>
            <a:r>
              <a:rPr lang="pt-BR" sz="6000" dirty="0"/>
              <a:t>FILHO DE DEUS PAI.</a:t>
            </a:r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VÓS QUE TIRAIS O PECADO DO MUNDO, ACOLHEI A NOSSA SÚPLICA. VÓS QUE ESTAIS À DIREITA DO PAI, TENDE PIEDADE DE NÓS.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SÓ VÓS SOIS SANTO. SÓ VÓS O SENHOR, SÓ VÓS O ALTÍSSIMO, JESUS CRISTO! COM O ESPÍRITO SANTO, NA GLÓRIA DE DEUS PAI.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AMÉM!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832341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/>
          </a:bodyPr>
          <a:lstStyle/>
          <a:p>
            <a:r>
              <a:rPr lang="pt-BR" sz="6000" b="1" i="0" dirty="0">
                <a:solidFill>
                  <a:srgbClr val="131313"/>
                </a:solidFill>
                <a:effectLst/>
              </a:rPr>
              <a:t>RECORDAI, SENHOR MEU DEUS, VOSSA TERNURA E COMPAIXÃO!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MINHAS OVELHAS ESCUTAM A MINHA VOZ, MINHA VOZ ESTÃO ELAS ESCUTAR, EU CONHEÇO ENTÃO MINHAS OVELHAS, QUE ME SEGUEM, COMIGO A CAMINHAR!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20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FICAI ATENTO AO CLAMOR DA MINHA PRECE, Ó MEU REI E MEU SENHOR!</a:t>
            </a:r>
            <a:br>
              <a:rPr lang="pt-BR" sz="6000" dirty="0"/>
            </a:br>
            <a:endParaRPr lang="pt-BR" sz="6000" dirty="0"/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ESCUTAI, Ó SENHOR DEUS, MINHAS PALAVRAS, ATENDEI O MEU GEMIDO!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01527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FICAI ATENTO AO CLAMOR DA MINHA PRECE, Ó MEU REI E MEU SENHOR!</a:t>
            </a:r>
            <a:br>
              <a:rPr lang="pt-BR" sz="6000" dirty="0"/>
            </a:br>
            <a:endParaRPr lang="pt-BR" sz="6000" dirty="0"/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 A VÓS QUE EU DIRIJO A MINHA PRECE; DE MANHÃ JÁ ME ESCUTAIS!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FICAI ATENTO AO CLAMOR DA MINHA PRECE, Ó MEU REI E MEU SENHOR!</a:t>
            </a:r>
            <a:br>
              <a:rPr lang="pt-BR" sz="6000" dirty="0"/>
            </a:br>
            <a:endParaRPr lang="pt-BR" sz="6000" dirty="0"/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DESDE CEDO EU ME PREPARO PARA VÓS, NÃO SOIS UM DEUS A QUEM AGRADE A INIQUIDADE.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343613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FICAI ATENTO AO CLAMOR DA MINHA PRECE, Ó MEU REI E MEU SENHOR!</a:t>
            </a:r>
            <a:br>
              <a:rPr lang="pt-BR" sz="6000" dirty="0"/>
            </a:br>
            <a:endParaRPr lang="pt-BR" sz="6000" dirty="0"/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ME POSSA CONDUZIR VOSSA JUSTIÇA, POR CAUSA DO INIMIGO!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554398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FICAI ATENTO AO CLAMOR DA MINHA PRECE, Ó MEU REI E MEU SENHOR!</a:t>
            </a:r>
            <a:br>
              <a:rPr lang="pt-BR" sz="6000" dirty="0"/>
            </a:br>
            <a:endParaRPr lang="pt-BR" sz="6000" dirty="0"/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À MINHA FRENTE APLAINAI VOSSO CAMINHO, E GUIAI MEU CAMINHAR!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22511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100" b="1" dirty="0"/>
              <a:t>SANTO, SANTO, SANTO</a:t>
            </a:r>
          </a:p>
          <a:p>
            <a:pPr algn="just"/>
            <a:r>
              <a:rPr lang="pt-BR" sz="7100" dirty="0"/>
              <a:t>SENHOR DEUS DO UNIVERSO</a:t>
            </a:r>
          </a:p>
          <a:p>
            <a:pPr algn="just"/>
            <a:r>
              <a:rPr lang="pt-BR" sz="7100" dirty="0"/>
              <a:t>O CÉU E A TERRA PROCLAMAM</a:t>
            </a:r>
          </a:p>
          <a:p>
            <a:pPr algn="just"/>
            <a:r>
              <a:rPr lang="pt-BR" sz="7100" dirty="0"/>
              <a:t>PROCLAMAM A VOSSA GLÓRIA</a:t>
            </a:r>
          </a:p>
          <a:p>
            <a:pPr algn="just"/>
            <a:r>
              <a:rPr lang="pt-BR" sz="71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8800" b="1" dirty="0"/>
              <a:t>SANTO, SANTO, SANTO</a:t>
            </a:r>
          </a:p>
          <a:p>
            <a:pPr algn="just"/>
            <a:endParaRPr lang="pt-BR" sz="8800" dirty="0"/>
          </a:p>
          <a:p>
            <a:pPr algn="just"/>
            <a:r>
              <a:rPr lang="pt-BR" sz="8800" dirty="0"/>
              <a:t>BENDITO O QUE VEM</a:t>
            </a:r>
          </a:p>
          <a:p>
            <a:pPr algn="just"/>
            <a:r>
              <a:rPr lang="pt-BR" sz="8800" dirty="0"/>
              <a:t>EM NOME DO SENHOR</a:t>
            </a:r>
          </a:p>
          <a:p>
            <a:pPr algn="just"/>
            <a:endParaRPr lang="pt-BR" sz="7200" dirty="0"/>
          </a:p>
          <a:p>
            <a:pPr algn="just"/>
            <a:r>
              <a:rPr lang="pt-BR" sz="7200" b="1" dirty="0"/>
              <a:t>HOSANA, HOSANA NAS ALTURAS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LEMBRAI-VOS DA PROMESSA AO VOSSO SERVO, PELA QUAL ME CUMULASTES DE ESPERANÇA. O QUE ME ANIMA NA AFLIÇÃO É A CERTEZA: VOSSA PALAVRA ME DÁ A VIDA, Ó SENHOR.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227368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FELIZ O HOMEM SEM PECADO EM SEU CAMINHO, QUE NA LEI DO SENHOR DEUS VAI PROGREDINDO! FELIZ O HOMEM QUE OBSERVA SEUS PRECEITOS E DE TODO O CORAÇÃO PROCURA A DEUS.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90116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LEMBRAI-VOS DA PROMESSA AO VOSSO SERVO, PELA QUAL ME CUMULASTES DE ESPERANÇA. O QUE ME ANIMA NA AFLIÇÃO É A CERTEZA: VOSSA PALAVRA ME DÁ A VIDA, Ó SENHOR.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18634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A MINHA ALMA ESTÁ PROSTRADA NA POEIRA, VOSSA PALAVRA ME DEVOLVA A MINHA VIDA. A MINHA ALMA CHORA E GEME DE TRISTEZA, VOSSA PALAVRA ME CONSOLE E REANIME.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LEMBRAI-VOS DA PROMESSA AO VOSSO SERVO, PELA QUAL ME CUMULASTES DE ESPERANÇA. O QUE ME ANIMA NA AFLIÇÃO É A CERTEZA: VOSSA PALAVRA ME DÁ A VIDA, Ó SENHOR.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91004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SENHOR, QUE DESÇA SOBRE MIM A VOSSA GRAÇA E A VOSSA SALVAÇÃO QUE PROMETESTES! VOSSOS FIEIS HÃO DE ME VER COM ALEGRIA, POIS, NAS PALAVRAS QUE DISSESTES, ESPEREI.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5378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LEMBRAI-VOS DA PROMESSA AO VOSSO SERVO, PELA QUAL ME CUMULASTES DE ESPERANÇA. O QUE ME ANIMA NA AFLIÇÃO É A CERTEZA: VOSSA PALAVRA ME DÁ A VIDA, Ó SENHOR.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97996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161569" cy="5729287"/>
          </a:xfrm>
        </p:spPr>
        <p:txBody>
          <a:bodyPr>
            <a:normAutofit fontScale="92500" lnSpcReduction="10000"/>
          </a:bodyPr>
          <a:lstStyle/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4.VOSSO AMOR SEJA UM CONSOLO PARA MIM, CONFORME A VOSSO SERVO PROMETESTES. VÓS SOIS MEU PROTETOR E MEU ESCUDO, VOSSA PALAVRA É PARA MIM A ESPERANÇA</a:t>
            </a:r>
            <a:r>
              <a:rPr lang="pt-BR" sz="8000" b="0" i="0" dirty="0">
                <a:solidFill>
                  <a:srgbClr val="000000"/>
                </a:solidFill>
                <a:effectLst/>
              </a:rPr>
              <a:t>. 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086829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LEMBRAI-VOS DA PROMESSA AO VOSSO SERVO, PELA QUAL ME CUMULASTES DE ESPERANÇA. O QUE ME ANIMA NA AFLIÇÃO É A CERTEZA: VOSSA PALAVRA ME DÁ A VIDA, Ó SENHOR.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83091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007914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2529077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016279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10036</TotalTime>
  <Words>1111</Words>
  <Application>Microsoft Office PowerPoint</Application>
  <PresentationFormat>Widescreen</PresentationFormat>
  <Paragraphs>105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-apple-system</vt:lpstr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49</cp:revision>
  <dcterms:created xsi:type="dcterms:W3CDTF">2023-05-06T17:01:55Z</dcterms:created>
  <dcterms:modified xsi:type="dcterms:W3CDTF">2023-10-01T17:17:52Z</dcterms:modified>
</cp:coreProperties>
</file>