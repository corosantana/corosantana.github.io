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91" r:id="rId3"/>
    <p:sldId id="451" r:id="rId4"/>
    <p:sldId id="452" r:id="rId5"/>
    <p:sldId id="453" r:id="rId6"/>
    <p:sldId id="258" r:id="rId7"/>
    <p:sldId id="410" r:id="rId8"/>
    <p:sldId id="527" r:id="rId9"/>
    <p:sldId id="528" r:id="rId10"/>
    <p:sldId id="260" r:id="rId11"/>
    <p:sldId id="261" r:id="rId12"/>
    <p:sldId id="338" r:id="rId13"/>
    <p:sldId id="339" r:id="rId14"/>
    <p:sldId id="340" r:id="rId15"/>
    <p:sldId id="377" r:id="rId16"/>
    <p:sldId id="264" r:id="rId17"/>
    <p:sldId id="265" r:id="rId18"/>
    <p:sldId id="266" r:id="rId19"/>
    <p:sldId id="267" r:id="rId20"/>
    <p:sldId id="271" r:id="rId21"/>
    <p:sldId id="557" r:id="rId22"/>
    <p:sldId id="412" r:id="rId23"/>
    <p:sldId id="425" r:id="rId24"/>
    <p:sldId id="423" r:id="rId25"/>
    <p:sldId id="434" r:id="rId26"/>
    <p:sldId id="424" r:id="rId27"/>
    <p:sldId id="426" r:id="rId28"/>
    <p:sldId id="292" r:id="rId29"/>
    <p:sldId id="275" r:id="rId30"/>
    <p:sldId id="363" r:id="rId31"/>
    <p:sldId id="361" r:id="rId32"/>
    <p:sldId id="558" r:id="rId33"/>
    <p:sldId id="414" r:id="rId34"/>
    <p:sldId id="427" r:id="rId35"/>
    <p:sldId id="415" r:id="rId36"/>
    <p:sldId id="428" r:id="rId37"/>
    <p:sldId id="416" r:id="rId38"/>
    <p:sldId id="430" r:id="rId39"/>
    <p:sldId id="559" r:id="rId40"/>
    <p:sldId id="431" r:id="rId41"/>
    <p:sldId id="404" r:id="rId42"/>
    <p:sldId id="560" r:id="rId43"/>
    <p:sldId id="486" r:id="rId44"/>
    <p:sldId id="487" r:id="rId45"/>
    <p:sldId id="488" r:id="rId46"/>
    <p:sldId id="429" r:id="rId47"/>
    <p:sldId id="337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F6EDA821-3DDF-45FF-A3F0-D4C1D6F24652}"/>
    <pc:docChg chg="custSel addSld delSld modSld">
      <pc:chgData name="anaclaracosta116@gmail.com" userId="a793634777582c92" providerId="LiveId" clId="{F6EDA821-3DDF-45FF-A3F0-D4C1D6F24652}" dt="2025-09-23T20:34:52.200" v="259" actId="1076"/>
      <pc:docMkLst>
        <pc:docMk/>
      </pc:docMkLst>
      <pc:sldChg chg="add">
        <pc:chgData name="anaclaracosta116@gmail.com" userId="a793634777582c92" providerId="LiveId" clId="{F6EDA821-3DDF-45FF-A3F0-D4C1D6F24652}" dt="2025-09-23T20:30:08.020" v="191"/>
        <pc:sldMkLst>
          <pc:docMk/>
          <pc:sldMk cId="337661645" sldId="261"/>
        </pc:sldMkLst>
      </pc:sldChg>
      <pc:sldChg chg="modSp mod">
        <pc:chgData name="anaclaracosta116@gmail.com" userId="a793634777582c92" providerId="LiveId" clId="{F6EDA821-3DDF-45FF-A3F0-D4C1D6F24652}" dt="2025-09-23T20:23:02.058" v="67" actId="313"/>
        <pc:sldMkLst>
          <pc:docMk/>
          <pc:sldMk cId="3388034860" sldId="265"/>
        </pc:sldMkLst>
        <pc:spChg chg="mod">
          <ac:chgData name="anaclaracosta116@gmail.com" userId="a793634777582c92" providerId="LiveId" clId="{F6EDA821-3DDF-45FF-A3F0-D4C1D6F24652}" dt="2025-09-23T20:23:02.058" v="67" actId="313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6EDA821-3DDF-45FF-A3F0-D4C1D6F24652}" dt="2025-09-23T20:24:04.381" v="111" actId="20577"/>
        <pc:sldMkLst>
          <pc:docMk/>
          <pc:sldMk cId="2671817442" sldId="267"/>
        </pc:sldMkLst>
        <pc:spChg chg="mod">
          <ac:chgData name="anaclaracosta116@gmail.com" userId="a793634777582c92" providerId="LiveId" clId="{F6EDA821-3DDF-45FF-A3F0-D4C1D6F24652}" dt="2025-09-23T20:24:04.381" v="111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F6EDA821-3DDF-45FF-A3F0-D4C1D6F24652}" dt="2025-09-23T20:24:58.456" v="113" actId="47"/>
        <pc:sldMkLst>
          <pc:docMk/>
          <pc:sldMk cId="2786277918" sldId="269"/>
        </pc:sldMkLst>
      </pc:sldChg>
      <pc:sldChg chg="modSp mod">
        <pc:chgData name="anaclaracosta116@gmail.com" userId="a793634777582c92" providerId="LiveId" clId="{F6EDA821-3DDF-45FF-A3F0-D4C1D6F24652}" dt="2025-09-23T20:27:40.017" v="183" actId="1076"/>
        <pc:sldMkLst>
          <pc:docMk/>
          <pc:sldMk cId="4141278968" sldId="337"/>
        </pc:sldMkLst>
        <pc:spChg chg="mod">
          <ac:chgData name="anaclaracosta116@gmail.com" userId="a793634777582c92" providerId="LiveId" clId="{F6EDA821-3DDF-45FF-A3F0-D4C1D6F24652}" dt="2025-09-23T20:27:40.017" v="183" actId="1076"/>
          <ac:spMkLst>
            <pc:docMk/>
            <pc:sldMk cId="4141278968" sldId="337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F6EDA821-3DDF-45FF-A3F0-D4C1D6F24652}" dt="2025-09-23T20:30:08.020" v="191"/>
        <pc:sldMkLst>
          <pc:docMk/>
          <pc:sldMk cId="1733667129" sldId="338"/>
        </pc:sldMkLst>
      </pc:sldChg>
      <pc:sldChg chg="modSp add mod">
        <pc:chgData name="anaclaracosta116@gmail.com" userId="a793634777582c92" providerId="LiveId" clId="{F6EDA821-3DDF-45FF-A3F0-D4C1D6F24652}" dt="2025-09-23T20:30:14.495" v="193" actId="27636"/>
        <pc:sldMkLst>
          <pc:docMk/>
          <pc:sldMk cId="2703894855" sldId="339"/>
        </pc:sldMkLst>
        <pc:spChg chg="mod">
          <ac:chgData name="anaclaracosta116@gmail.com" userId="a793634777582c92" providerId="LiveId" clId="{F6EDA821-3DDF-45FF-A3F0-D4C1D6F24652}" dt="2025-09-23T20:30:14.495" v="193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F6EDA821-3DDF-45FF-A3F0-D4C1D6F24652}" dt="2025-09-23T20:30:08.020" v="191"/>
        <pc:sldMkLst>
          <pc:docMk/>
          <pc:sldMk cId="641955455" sldId="340"/>
        </pc:sldMkLst>
      </pc:sldChg>
      <pc:sldChg chg="del">
        <pc:chgData name="anaclaracosta116@gmail.com" userId="a793634777582c92" providerId="LiveId" clId="{F6EDA821-3DDF-45FF-A3F0-D4C1D6F24652}" dt="2025-09-23T20:26:21.082" v="117" actId="47"/>
        <pc:sldMkLst>
          <pc:docMk/>
          <pc:sldMk cId="2304799739" sldId="362"/>
        </pc:sldMkLst>
      </pc:sldChg>
      <pc:sldChg chg="addSp delSp modSp mod">
        <pc:chgData name="anaclaracosta116@gmail.com" userId="a793634777582c92" providerId="LiveId" clId="{F6EDA821-3DDF-45FF-A3F0-D4C1D6F24652}" dt="2025-09-23T20:34:52.200" v="259" actId="1076"/>
        <pc:sldMkLst>
          <pc:docMk/>
          <pc:sldMk cId="725659120" sldId="375"/>
        </pc:sldMkLst>
        <pc:spChg chg="mod">
          <ac:chgData name="anaclaracosta116@gmail.com" userId="a793634777582c92" providerId="LiveId" clId="{F6EDA821-3DDF-45FF-A3F0-D4C1D6F24652}" dt="2025-09-23T20:33:44.323" v="217" actId="14100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anaclaracosta116@gmail.com" userId="a793634777582c92" providerId="LiveId" clId="{F6EDA821-3DDF-45FF-A3F0-D4C1D6F24652}" dt="2025-09-23T20:34:52.200" v="259" actId="1076"/>
          <ac:spMkLst>
            <pc:docMk/>
            <pc:sldMk cId="725659120" sldId="375"/>
            <ac:spMk id="4" creationId="{6BC42A13-94D8-1373-BB98-025A5C022561}"/>
          </ac:spMkLst>
        </pc:spChg>
        <pc:spChg chg="del">
          <ac:chgData name="anaclaracosta116@gmail.com" userId="a793634777582c92" providerId="LiveId" clId="{F6EDA821-3DDF-45FF-A3F0-D4C1D6F24652}" dt="2025-09-23T20:33:47.383" v="218" actId="478"/>
          <ac:spMkLst>
            <pc:docMk/>
            <pc:sldMk cId="725659120" sldId="375"/>
            <ac:spMk id="6" creationId="{51C0EB5A-D46F-9D07-DC2F-7640A0D52AAD}"/>
          </ac:spMkLst>
        </pc:spChg>
        <pc:picChg chg="add mod ord modCrop">
          <ac:chgData name="anaclaracosta116@gmail.com" userId="a793634777582c92" providerId="LiveId" clId="{F6EDA821-3DDF-45FF-A3F0-D4C1D6F24652}" dt="2025-09-23T20:33:40.429" v="216" actId="167"/>
          <ac:picMkLst>
            <pc:docMk/>
            <pc:sldMk cId="725659120" sldId="375"/>
            <ac:picMk id="2" creationId="{44A4E44C-82FF-A6EE-75D3-6BDF31494F81}"/>
          </ac:picMkLst>
        </pc:picChg>
        <pc:picChg chg="del">
          <ac:chgData name="anaclaracosta116@gmail.com" userId="a793634777582c92" providerId="LiveId" clId="{F6EDA821-3DDF-45FF-A3F0-D4C1D6F24652}" dt="2025-09-23T20:33:06.085" v="211" actId="478"/>
          <ac:picMkLst>
            <pc:docMk/>
            <pc:sldMk cId="725659120" sldId="375"/>
            <ac:picMk id="5" creationId="{888D0B34-843A-0A52-108A-143B7D45C4B7}"/>
          </ac:picMkLst>
        </pc:picChg>
      </pc:sldChg>
      <pc:sldChg chg="modSp add mod">
        <pc:chgData name="anaclaracosta116@gmail.com" userId="a793634777582c92" providerId="LiveId" clId="{F6EDA821-3DDF-45FF-A3F0-D4C1D6F24652}" dt="2025-09-23T20:30:31.992" v="207" actId="20577"/>
        <pc:sldMkLst>
          <pc:docMk/>
          <pc:sldMk cId="3733524150" sldId="377"/>
        </pc:sldMkLst>
        <pc:spChg chg="mod">
          <ac:chgData name="anaclaracosta116@gmail.com" userId="a793634777582c92" providerId="LiveId" clId="{F6EDA821-3DDF-45FF-A3F0-D4C1D6F24652}" dt="2025-09-23T20:30:31.992" v="207" actId="20577"/>
          <ac:spMkLst>
            <pc:docMk/>
            <pc:sldMk cId="3733524150" sldId="377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F6EDA821-3DDF-45FF-A3F0-D4C1D6F24652}" dt="2025-09-23T20:24:51.272" v="112"/>
        <pc:sldMkLst>
          <pc:docMk/>
          <pc:sldMk cId="572362796" sldId="412"/>
        </pc:sldMkLst>
      </pc:sldChg>
      <pc:sldChg chg="add">
        <pc:chgData name="anaclaracosta116@gmail.com" userId="a793634777582c92" providerId="LiveId" clId="{F6EDA821-3DDF-45FF-A3F0-D4C1D6F24652}" dt="2025-09-23T20:26:15.385" v="116"/>
        <pc:sldMkLst>
          <pc:docMk/>
          <pc:sldMk cId="3606871705" sldId="414"/>
        </pc:sldMkLst>
      </pc:sldChg>
      <pc:sldChg chg="add">
        <pc:chgData name="anaclaracosta116@gmail.com" userId="a793634777582c92" providerId="LiveId" clId="{F6EDA821-3DDF-45FF-A3F0-D4C1D6F24652}" dt="2025-09-23T20:26:15.385" v="116"/>
        <pc:sldMkLst>
          <pc:docMk/>
          <pc:sldMk cId="2415249330" sldId="415"/>
        </pc:sldMkLst>
      </pc:sldChg>
      <pc:sldChg chg="add">
        <pc:chgData name="anaclaracosta116@gmail.com" userId="a793634777582c92" providerId="LiveId" clId="{F6EDA821-3DDF-45FF-A3F0-D4C1D6F24652}" dt="2025-09-23T20:26:15.385" v="116"/>
        <pc:sldMkLst>
          <pc:docMk/>
          <pc:sldMk cId="3975066000" sldId="416"/>
        </pc:sldMkLst>
      </pc:sldChg>
      <pc:sldChg chg="add">
        <pc:chgData name="anaclaracosta116@gmail.com" userId="a793634777582c92" providerId="LiveId" clId="{F6EDA821-3DDF-45FF-A3F0-D4C1D6F24652}" dt="2025-09-23T20:24:51.272" v="112"/>
        <pc:sldMkLst>
          <pc:docMk/>
          <pc:sldMk cId="411870148" sldId="423"/>
        </pc:sldMkLst>
      </pc:sldChg>
      <pc:sldChg chg="add">
        <pc:chgData name="anaclaracosta116@gmail.com" userId="a793634777582c92" providerId="LiveId" clId="{F6EDA821-3DDF-45FF-A3F0-D4C1D6F24652}" dt="2025-09-23T20:24:51.272" v="112"/>
        <pc:sldMkLst>
          <pc:docMk/>
          <pc:sldMk cId="3397306447" sldId="424"/>
        </pc:sldMkLst>
      </pc:sldChg>
      <pc:sldChg chg="add">
        <pc:chgData name="anaclaracosta116@gmail.com" userId="a793634777582c92" providerId="LiveId" clId="{F6EDA821-3DDF-45FF-A3F0-D4C1D6F24652}" dt="2025-09-23T20:24:51.272" v="112"/>
        <pc:sldMkLst>
          <pc:docMk/>
          <pc:sldMk cId="3980373218" sldId="425"/>
        </pc:sldMkLst>
      </pc:sldChg>
      <pc:sldChg chg="add">
        <pc:chgData name="anaclaracosta116@gmail.com" userId="a793634777582c92" providerId="LiveId" clId="{F6EDA821-3DDF-45FF-A3F0-D4C1D6F24652}" dt="2025-09-23T20:24:51.272" v="112"/>
        <pc:sldMkLst>
          <pc:docMk/>
          <pc:sldMk cId="1401418091" sldId="426"/>
        </pc:sldMkLst>
      </pc:sldChg>
      <pc:sldChg chg="add">
        <pc:chgData name="anaclaracosta116@gmail.com" userId="a793634777582c92" providerId="LiveId" clId="{F6EDA821-3DDF-45FF-A3F0-D4C1D6F24652}" dt="2025-09-23T20:26:15.385" v="116"/>
        <pc:sldMkLst>
          <pc:docMk/>
          <pc:sldMk cId="153170317" sldId="427"/>
        </pc:sldMkLst>
      </pc:sldChg>
      <pc:sldChg chg="add">
        <pc:chgData name="anaclaracosta116@gmail.com" userId="a793634777582c92" providerId="LiveId" clId="{F6EDA821-3DDF-45FF-A3F0-D4C1D6F24652}" dt="2025-09-23T20:26:15.385" v="116"/>
        <pc:sldMkLst>
          <pc:docMk/>
          <pc:sldMk cId="300113382" sldId="428"/>
        </pc:sldMkLst>
      </pc:sldChg>
      <pc:sldChg chg="add">
        <pc:chgData name="anaclaracosta116@gmail.com" userId="a793634777582c92" providerId="LiveId" clId="{F6EDA821-3DDF-45FF-A3F0-D4C1D6F24652}" dt="2025-09-23T20:26:15.385" v="116"/>
        <pc:sldMkLst>
          <pc:docMk/>
          <pc:sldMk cId="2162873918" sldId="430"/>
        </pc:sldMkLst>
      </pc:sldChg>
      <pc:sldChg chg="add">
        <pc:chgData name="anaclaracosta116@gmail.com" userId="a793634777582c92" providerId="LiveId" clId="{F6EDA821-3DDF-45FF-A3F0-D4C1D6F24652}" dt="2025-09-23T20:26:15.385" v="116"/>
        <pc:sldMkLst>
          <pc:docMk/>
          <pc:sldMk cId="3855727790" sldId="431"/>
        </pc:sldMkLst>
      </pc:sldChg>
      <pc:sldChg chg="add">
        <pc:chgData name="anaclaracosta116@gmail.com" userId="a793634777582c92" providerId="LiveId" clId="{F6EDA821-3DDF-45FF-A3F0-D4C1D6F24652}" dt="2025-09-23T20:24:51.272" v="112"/>
        <pc:sldMkLst>
          <pc:docMk/>
          <pc:sldMk cId="384700136" sldId="434"/>
        </pc:sldMkLst>
      </pc:sldChg>
      <pc:sldChg chg="del">
        <pc:chgData name="anaclaracosta116@gmail.com" userId="a793634777582c92" providerId="LiveId" clId="{F6EDA821-3DDF-45FF-A3F0-D4C1D6F24652}" dt="2025-09-23T20:22:11.896" v="0" actId="47"/>
        <pc:sldMkLst>
          <pc:docMk/>
          <pc:sldMk cId="2535415329" sldId="439"/>
        </pc:sldMkLst>
      </pc:sldChg>
      <pc:sldChg chg="add del">
        <pc:chgData name="anaclaracosta116@gmail.com" userId="a793634777582c92" providerId="LiveId" clId="{F6EDA821-3DDF-45FF-A3F0-D4C1D6F24652}" dt="2025-09-23T20:30:22.975" v="194" actId="47"/>
        <pc:sldMkLst>
          <pc:docMk/>
          <pc:sldMk cId="1592412898" sldId="442"/>
        </pc:sldMkLst>
      </pc:sldChg>
      <pc:sldChg chg="del">
        <pc:chgData name="anaclaracosta116@gmail.com" userId="a793634777582c92" providerId="LiveId" clId="{F6EDA821-3DDF-45FF-A3F0-D4C1D6F24652}" dt="2025-09-23T20:29:12.293" v="187" actId="47"/>
        <pc:sldMkLst>
          <pc:docMk/>
          <pc:sldMk cId="3659903491" sldId="477"/>
        </pc:sldMkLst>
      </pc:sldChg>
      <pc:sldChg chg="del">
        <pc:chgData name="anaclaracosta116@gmail.com" userId="a793634777582c92" providerId="LiveId" clId="{F6EDA821-3DDF-45FF-A3F0-D4C1D6F24652}" dt="2025-09-23T20:29:12.749" v="188" actId="47"/>
        <pc:sldMkLst>
          <pc:docMk/>
          <pc:sldMk cId="3673962657" sldId="479"/>
        </pc:sldMkLst>
      </pc:sldChg>
      <pc:sldChg chg="del">
        <pc:chgData name="anaclaracosta116@gmail.com" userId="a793634777582c92" providerId="LiveId" clId="{F6EDA821-3DDF-45FF-A3F0-D4C1D6F24652}" dt="2025-09-23T20:29:14.851" v="189" actId="47"/>
        <pc:sldMkLst>
          <pc:docMk/>
          <pc:sldMk cId="3756411353" sldId="480"/>
        </pc:sldMkLst>
      </pc:sldChg>
      <pc:sldChg chg="del">
        <pc:chgData name="anaclaracosta116@gmail.com" userId="a793634777582c92" providerId="LiveId" clId="{F6EDA821-3DDF-45FF-A3F0-D4C1D6F24652}" dt="2025-09-23T20:29:15.867" v="190" actId="47"/>
        <pc:sldMkLst>
          <pc:docMk/>
          <pc:sldMk cId="2403097450" sldId="481"/>
        </pc:sldMkLst>
      </pc:sldChg>
      <pc:sldChg chg="add">
        <pc:chgData name="anaclaracosta116@gmail.com" userId="a793634777582c92" providerId="LiveId" clId="{F6EDA821-3DDF-45FF-A3F0-D4C1D6F24652}" dt="2025-09-23T20:29:08.273" v="186"/>
        <pc:sldMkLst>
          <pc:docMk/>
          <pc:sldMk cId="4275190294" sldId="486"/>
        </pc:sldMkLst>
      </pc:sldChg>
      <pc:sldChg chg="add">
        <pc:chgData name="anaclaracosta116@gmail.com" userId="a793634777582c92" providerId="LiveId" clId="{F6EDA821-3DDF-45FF-A3F0-D4C1D6F24652}" dt="2025-09-23T20:29:08.273" v="186"/>
        <pc:sldMkLst>
          <pc:docMk/>
          <pc:sldMk cId="1914896933" sldId="487"/>
        </pc:sldMkLst>
      </pc:sldChg>
      <pc:sldChg chg="add">
        <pc:chgData name="anaclaracosta116@gmail.com" userId="a793634777582c92" providerId="LiveId" clId="{F6EDA821-3DDF-45FF-A3F0-D4C1D6F24652}" dt="2025-09-23T20:29:08.273" v="186"/>
        <pc:sldMkLst>
          <pc:docMk/>
          <pc:sldMk cId="2012402933" sldId="488"/>
        </pc:sldMkLst>
      </pc:sldChg>
      <pc:sldChg chg="del">
        <pc:chgData name="anaclaracosta116@gmail.com" userId="a793634777582c92" providerId="LiveId" clId="{F6EDA821-3DDF-45FF-A3F0-D4C1D6F24652}" dt="2025-09-23T20:22:12.352" v="1" actId="47"/>
        <pc:sldMkLst>
          <pc:docMk/>
          <pc:sldMk cId="987430061" sldId="525"/>
        </pc:sldMkLst>
      </pc:sldChg>
      <pc:sldChg chg="del">
        <pc:chgData name="anaclaracosta116@gmail.com" userId="a793634777582c92" providerId="LiveId" clId="{F6EDA821-3DDF-45FF-A3F0-D4C1D6F24652}" dt="2025-09-23T20:22:12.858" v="2" actId="47"/>
        <pc:sldMkLst>
          <pc:docMk/>
          <pc:sldMk cId="3043346562" sldId="539"/>
        </pc:sldMkLst>
      </pc:sldChg>
      <pc:sldChg chg="del">
        <pc:chgData name="anaclaracosta116@gmail.com" userId="a793634777582c92" providerId="LiveId" clId="{F6EDA821-3DDF-45FF-A3F0-D4C1D6F24652}" dt="2025-09-23T20:22:13.285" v="3" actId="47"/>
        <pc:sldMkLst>
          <pc:docMk/>
          <pc:sldMk cId="1968874429" sldId="540"/>
        </pc:sldMkLst>
      </pc:sldChg>
      <pc:sldChg chg="del">
        <pc:chgData name="anaclaracosta116@gmail.com" userId="a793634777582c92" providerId="LiveId" clId="{F6EDA821-3DDF-45FF-A3F0-D4C1D6F24652}" dt="2025-09-23T20:22:13.791" v="4" actId="47"/>
        <pc:sldMkLst>
          <pc:docMk/>
          <pc:sldMk cId="3751821872" sldId="541"/>
        </pc:sldMkLst>
      </pc:sldChg>
      <pc:sldChg chg="del">
        <pc:chgData name="anaclaracosta116@gmail.com" userId="a793634777582c92" providerId="LiveId" clId="{F6EDA821-3DDF-45FF-A3F0-D4C1D6F24652}" dt="2025-09-23T20:22:14.527" v="5" actId="47"/>
        <pc:sldMkLst>
          <pc:docMk/>
          <pc:sldMk cId="1156842962" sldId="542"/>
        </pc:sldMkLst>
      </pc:sldChg>
      <pc:sldChg chg="del">
        <pc:chgData name="anaclaracosta116@gmail.com" userId="a793634777582c92" providerId="LiveId" clId="{F6EDA821-3DDF-45FF-A3F0-D4C1D6F24652}" dt="2025-09-23T20:22:15.385" v="6" actId="47"/>
        <pc:sldMkLst>
          <pc:docMk/>
          <pc:sldMk cId="671588844" sldId="543"/>
        </pc:sldMkLst>
      </pc:sldChg>
      <pc:sldChg chg="del">
        <pc:chgData name="anaclaracosta116@gmail.com" userId="a793634777582c92" providerId="LiveId" clId="{F6EDA821-3DDF-45FF-A3F0-D4C1D6F24652}" dt="2025-09-23T20:30:23.617" v="195" actId="47"/>
        <pc:sldMkLst>
          <pc:docMk/>
          <pc:sldMk cId="2051595473" sldId="544"/>
        </pc:sldMkLst>
      </pc:sldChg>
      <pc:sldChg chg="del">
        <pc:chgData name="anaclaracosta116@gmail.com" userId="a793634777582c92" providerId="LiveId" clId="{F6EDA821-3DDF-45FF-A3F0-D4C1D6F24652}" dt="2025-09-23T20:30:24.171" v="196" actId="47"/>
        <pc:sldMkLst>
          <pc:docMk/>
          <pc:sldMk cId="3730378829" sldId="545"/>
        </pc:sldMkLst>
      </pc:sldChg>
      <pc:sldChg chg="del">
        <pc:chgData name="anaclaracosta116@gmail.com" userId="a793634777582c92" providerId="LiveId" clId="{F6EDA821-3DDF-45FF-A3F0-D4C1D6F24652}" dt="2025-09-23T20:30:24.858" v="197" actId="47"/>
        <pc:sldMkLst>
          <pc:docMk/>
          <pc:sldMk cId="1864914743" sldId="546"/>
        </pc:sldMkLst>
      </pc:sldChg>
      <pc:sldChg chg="del">
        <pc:chgData name="anaclaracosta116@gmail.com" userId="a793634777582c92" providerId="LiveId" clId="{F6EDA821-3DDF-45FF-A3F0-D4C1D6F24652}" dt="2025-09-23T20:30:25.534" v="198" actId="47"/>
        <pc:sldMkLst>
          <pc:docMk/>
          <pc:sldMk cId="3087243171" sldId="547"/>
        </pc:sldMkLst>
      </pc:sldChg>
      <pc:sldChg chg="del">
        <pc:chgData name="anaclaracosta116@gmail.com" userId="a793634777582c92" providerId="LiveId" clId="{F6EDA821-3DDF-45FF-A3F0-D4C1D6F24652}" dt="2025-09-23T20:30:26.009" v="199" actId="47"/>
        <pc:sldMkLst>
          <pc:docMk/>
          <pc:sldMk cId="2455795946" sldId="548"/>
        </pc:sldMkLst>
      </pc:sldChg>
      <pc:sldChg chg="del">
        <pc:chgData name="anaclaracosta116@gmail.com" userId="a793634777582c92" providerId="LiveId" clId="{F6EDA821-3DDF-45FF-A3F0-D4C1D6F24652}" dt="2025-09-23T20:24:58.901" v="114" actId="47"/>
        <pc:sldMkLst>
          <pc:docMk/>
          <pc:sldMk cId="3548166219" sldId="549"/>
        </pc:sldMkLst>
      </pc:sldChg>
      <pc:sldChg chg="del">
        <pc:chgData name="anaclaracosta116@gmail.com" userId="a793634777582c92" providerId="LiveId" clId="{F6EDA821-3DDF-45FF-A3F0-D4C1D6F24652}" dt="2025-09-23T20:24:59.269" v="115" actId="47"/>
        <pc:sldMkLst>
          <pc:docMk/>
          <pc:sldMk cId="3600455154" sldId="550"/>
        </pc:sldMkLst>
      </pc:sldChg>
      <pc:sldChg chg="del">
        <pc:chgData name="anaclaracosta116@gmail.com" userId="a793634777582c92" providerId="LiveId" clId="{F6EDA821-3DDF-45FF-A3F0-D4C1D6F24652}" dt="2025-09-23T20:26:21.555" v="118" actId="47"/>
        <pc:sldMkLst>
          <pc:docMk/>
          <pc:sldMk cId="869722298" sldId="551"/>
        </pc:sldMkLst>
      </pc:sldChg>
      <pc:sldChg chg="del">
        <pc:chgData name="anaclaracosta116@gmail.com" userId="a793634777582c92" providerId="LiveId" clId="{F6EDA821-3DDF-45FF-A3F0-D4C1D6F24652}" dt="2025-09-23T20:26:22.320" v="119" actId="47"/>
        <pc:sldMkLst>
          <pc:docMk/>
          <pc:sldMk cId="970427594" sldId="552"/>
        </pc:sldMkLst>
      </pc:sldChg>
      <pc:sldChg chg="del">
        <pc:chgData name="anaclaracosta116@gmail.com" userId="a793634777582c92" providerId="LiveId" clId="{F6EDA821-3DDF-45FF-A3F0-D4C1D6F24652}" dt="2025-09-23T20:26:28.224" v="120" actId="47"/>
        <pc:sldMkLst>
          <pc:docMk/>
          <pc:sldMk cId="3882490182" sldId="553"/>
        </pc:sldMkLst>
      </pc:sldChg>
      <pc:sldChg chg="del">
        <pc:chgData name="anaclaracosta116@gmail.com" userId="a793634777582c92" providerId="LiveId" clId="{F6EDA821-3DDF-45FF-A3F0-D4C1D6F24652}" dt="2025-09-23T20:26:37.061" v="121" actId="47"/>
        <pc:sldMkLst>
          <pc:docMk/>
          <pc:sldMk cId="170295335" sldId="554"/>
        </pc:sldMkLst>
      </pc:sldChg>
      <pc:sldChg chg="del">
        <pc:chgData name="anaclaracosta116@gmail.com" userId="a793634777582c92" providerId="LiveId" clId="{F6EDA821-3DDF-45FF-A3F0-D4C1D6F24652}" dt="2025-09-23T20:27:44.573" v="184" actId="47"/>
        <pc:sldMkLst>
          <pc:docMk/>
          <pc:sldMk cId="3955931721" sldId="555"/>
        </pc:sldMkLst>
      </pc:sldChg>
      <pc:sldChg chg="del">
        <pc:chgData name="anaclaracosta116@gmail.com" userId="a793634777582c92" providerId="LiveId" clId="{F6EDA821-3DDF-45FF-A3F0-D4C1D6F24652}" dt="2025-09-23T20:27:45.663" v="185" actId="47"/>
        <pc:sldMkLst>
          <pc:docMk/>
          <pc:sldMk cId="2750228065" sldId="556"/>
        </pc:sldMkLst>
      </pc:sldChg>
      <pc:sldChg chg="add">
        <pc:chgData name="anaclaracosta116@gmail.com" userId="a793634777582c92" providerId="LiveId" clId="{F6EDA821-3DDF-45FF-A3F0-D4C1D6F24652}" dt="2025-09-23T20:24:51.272" v="112"/>
        <pc:sldMkLst>
          <pc:docMk/>
          <pc:sldMk cId="743386224" sldId="557"/>
        </pc:sldMkLst>
      </pc:sldChg>
      <pc:sldChg chg="add">
        <pc:chgData name="anaclaracosta116@gmail.com" userId="a793634777582c92" providerId="LiveId" clId="{F6EDA821-3DDF-45FF-A3F0-D4C1D6F24652}" dt="2025-09-23T20:26:15.385" v="116"/>
        <pc:sldMkLst>
          <pc:docMk/>
          <pc:sldMk cId="924197455" sldId="558"/>
        </pc:sldMkLst>
      </pc:sldChg>
      <pc:sldChg chg="add">
        <pc:chgData name="anaclaracosta116@gmail.com" userId="a793634777582c92" providerId="LiveId" clId="{F6EDA821-3DDF-45FF-A3F0-D4C1D6F24652}" dt="2025-09-23T20:26:15.385" v="116"/>
        <pc:sldMkLst>
          <pc:docMk/>
          <pc:sldMk cId="531555187" sldId="559"/>
        </pc:sldMkLst>
      </pc:sldChg>
      <pc:sldChg chg="add">
        <pc:chgData name="anaclaracosta116@gmail.com" userId="a793634777582c92" providerId="LiveId" clId="{F6EDA821-3DDF-45FF-A3F0-D4C1D6F24652}" dt="2025-09-23T20:29:08.273" v="186"/>
        <pc:sldMkLst>
          <pc:docMk/>
          <pc:sldMk cId="1093983766" sldId="5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4A4E44C-82FF-A6EE-75D3-6BDF31494F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27"/>
          <a:stretch>
            <a:fillRect/>
          </a:stretch>
        </p:blipFill>
        <p:spPr>
          <a:xfrm>
            <a:off x="13855" y="0"/>
            <a:ext cx="12195904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3856" y="0"/>
            <a:ext cx="12178144" cy="6811491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13787" y="4387260"/>
            <a:ext cx="1197828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SÃO PIO DE PIETRELCINA</a:t>
            </a:r>
          </a:p>
          <a:p>
            <a:pPr algn="ctr"/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MEMÓRIA</a:t>
            </a:r>
          </a:p>
          <a:p>
            <a:pPr algn="ctr"/>
            <a:endParaRPr lang="pt-BR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2" y="500743"/>
            <a:ext cx="481651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FELIZ É TODO AQUELE QUE NÃO ANDA </a:t>
            </a:r>
          </a:p>
          <a:p>
            <a:pPr algn="l"/>
            <a:r>
              <a:rPr lang="pt-BR" sz="17600" dirty="0"/>
              <a:t>CONFORME OS CONSELHOS DOS PERVERSOS;</a:t>
            </a:r>
          </a:p>
          <a:p>
            <a:pPr algn="l"/>
            <a:r>
              <a:rPr lang="pt-BR" sz="17600" dirty="0"/>
              <a:t>QUE NÃO ENTRA NO CAMINHO DOS MALVADOS,</a:t>
            </a:r>
          </a:p>
          <a:p>
            <a:pPr algn="l"/>
            <a:r>
              <a:rPr lang="pt-BR" sz="17600" dirty="0"/>
              <a:t>NEM JUNTO AOS ZOMBADORES VAI SENTAR-SE; 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33143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B2D12-36DE-0C6C-AECB-B8001919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BFB45-E157-5BB2-AC04-67101BC9A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532618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B3D2CD-3066-EC9A-C734-536135FDA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MAS ENCONTRA SEU PRAZER NA LEI DE DEUS *</a:t>
            </a:r>
          </a:p>
          <a:p>
            <a:pPr algn="l"/>
            <a:r>
              <a:rPr lang="pt-BR" sz="17600" dirty="0"/>
              <a:t>E A MEDITA, DIA E NOITE, SEM CESSAR.</a:t>
            </a:r>
          </a:p>
          <a:p>
            <a:pPr algn="l"/>
            <a:r>
              <a:rPr lang="pt-BR" sz="17600" dirty="0"/>
              <a:t>EIS QUE ELE É SEMELHANTE A UMA ÁRVORE *</a:t>
            </a:r>
          </a:p>
          <a:p>
            <a:pPr algn="l"/>
            <a:r>
              <a:rPr lang="pt-BR" sz="17600" dirty="0"/>
              <a:t>QUE À BEIRA DA TORRENTE ESTÁ PLANTADA;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67612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19926-611D-E40D-5F0B-4B4F0A0D9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F0B26-1038-06D5-AAC1-4A1652291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52962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32D8B9-8CBE-40D7-E5A7-DF0B0B4D6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ELA SEMPRE DÁ SEUS FRUTOS A SEU TEMPO, *</a:t>
            </a:r>
          </a:p>
          <a:p>
            <a:pPr algn="l"/>
            <a:r>
              <a:rPr lang="pt-BR" sz="17600" dirty="0"/>
              <a:t>E JAMAIS AS SUAS FOLHAS VÃO MURCHAR. </a:t>
            </a:r>
          </a:p>
          <a:p>
            <a:pPr algn="l"/>
            <a:r>
              <a:rPr lang="pt-BR" sz="17600" dirty="0"/>
              <a:t>MAS BEM OUTRA É A SORTE DOS PERVERSOS. *</a:t>
            </a:r>
          </a:p>
          <a:p>
            <a:pPr algn="l"/>
            <a:r>
              <a:rPr lang="pt-BR" sz="17600" dirty="0"/>
              <a:t>AO CONTRÁRIO, SÃO IGUAIS À PALHA SECA! R. 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06871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5E87B-99DB-2CF4-8ED0-DFA1DC5A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19B18-88FF-E97F-3443-18AFC7E02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2" y="500743"/>
            <a:ext cx="538614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2578C3-5771-E9A2-F241-66C14AC85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614068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19200" b="1" dirty="0"/>
              <a:t>O QUE MEDITA DIA E NOITE NA LEI DO SENHOR</a:t>
            </a:r>
          </a:p>
          <a:p>
            <a:pPr algn="l"/>
            <a:r>
              <a:rPr lang="pt-BR" sz="19200" b="1" dirty="0"/>
              <a:t>DARÁ SEU FRUTO NO DEVIDO TEMPO!</a:t>
            </a:r>
          </a:p>
          <a:p>
            <a:pPr algn="l"/>
            <a:endParaRPr lang="pt-BR" sz="17600" b="1" dirty="0"/>
          </a:p>
          <a:p>
            <a:pPr algn="l"/>
            <a:r>
              <a:rPr lang="pt-BR" sz="17600" dirty="0"/>
              <a:t>POR ISSO OS ÍMPIOS NÃO RESISTEM NO JUÍZO </a:t>
            </a:r>
          </a:p>
          <a:p>
            <a:pPr algn="l"/>
            <a:r>
              <a:rPr lang="pt-BR" sz="17600" dirty="0"/>
              <a:t>NEM OS PERVERSOS, NA ASSEMBLÉIA DOS FIÉIS.</a:t>
            </a:r>
          </a:p>
          <a:p>
            <a:pPr algn="l"/>
            <a:r>
              <a:rPr lang="pt-BR" sz="17600" dirty="0"/>
              <a:t>POIS DEUS VIGIA O CAMINHO DOS ELEITOS, *</a:t>
            </a:r>
          </a:p>
          <a:p>
            <a:pPr algn="l"/>
            <a:r>
              <a:rPr lang="pt-BR" sz="17600" dirty="0"/>
              <a:t>MAS A ESTRADA DOS MALVADOS LEVA À MORTE.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13260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VIESTES SALVAR OS CORAÇÕES ARREPENDIDOS,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76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DA98-0873-CF74-8837-2C9F9DA3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050A9-2093-0588-AA1A-ACF855DF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B56808-4970-9451-8C19-74E453D2E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CRISTO, QUE VIESTES CHAMAR OS PECADORES, TENDE PIEDADE DE NÓS. 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CHRISTE ELEISON (2X)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98100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E726-0F1A-52B9-5D68-98A43FB6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2799A-E3E3-59F2-A9A8-A7D131C21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7ACE30-2CFF-8FAB-AF06-A74BB7D24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72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QUE INTERCEDEIS P NÓS JUNTO DO PAI, TENDE PIEDADE DE NÓS.</a:t>
            </a:r>
          </a:p>
          <a:p>
            <a:r>
              <a:rPr lang="pt-BR" sz="72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KYRIE ELEISON (2X)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075381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0900" b="1" dirty="0"/>
              <a:t>GLÓRIA A DEUS NAS ALTURAS E PAZ NA TERRA AOS HOMENS POR ELE AMADOS!</a:t>
            </a:r>
          </a:p>
          <a:p>
            <a:pPr algn="just"/>
            <a:endParaRPr lang="pt-BR" sz="6000" dirty="0"/>
          </a:p>
          <a:p>
            <a:pPr algn="just"/>
            <a:r>
              <a:rPr lang="pt-BR" sz="11100" dirty="0"/>
              <a:t>SENHOR DEUS, REI DOS CÉUS, DEUS PAI TODO PODEROSO</a:t>
            </a:r>
          </a:p>
          <a:p>
            <a:pPr algn="just"/>
            <a:endParaRPr lang="pt-BR" sz="11100" dirty="0"/>
          </a:p>
          <a:p>
            <a:pPr algn="l"/>
            <a:r>
              <a:rPr lang="pt-BR" sz="111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5818909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8000" dirty="0"/>
              <a:t>SENHOR DEUS, CORDEIRO DE DEUS, FILHO DE DEUS PAI</a:t>
            </a:r>
          </a:p>
          <a:p>
            <a:pPr algn="l"/>
            <a:endParaRPr lang="pt-BR" sz="8000" dirty="0"/>
          </a:p>
          <a:p>
            <a:pPr algn="l"/>
            <a:r>
              <a:rPr lang="pt-BR" sz="8000" dirty="0"/>
              <a:t>VÓS QUE TIRAIS O PECADO DO MUNDO,</a:t>
            </a:r>
          </a:p>
          <a:p>
            <a:pPr algn="l"/>
            <a:r>
              <a:rPr lang="pt-BR" sz="80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dirty="0"/>
              <a:t>VÓS QUE TIRAIS O PECADO DO MUNDO,  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TENDE PIEDADE DE NÓS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510306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 AMÉM!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i="0" dirty="0">
                <a:effectLst/>
              </a:rPr>
              <a:t> QUE ALEGRIA, QUANDO ME DISSERAM: “VAMOS À CASA DO SENHOR”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 FELIZ QUEM OUVE E OBSERVA A PALAVRA DE DEUS!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VIDA DOS JUSTOS ESTÁ NAS MÃOS DE DEUS,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NENHUM TORMENTO OS ATINGIRÁ.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AOS OLHOS DOS INSENSATOS PARECERAM MORRER;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743386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1. SENHOR, QUEM MORARÁ EM VOSSA CASA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EM VOSSO MONTE SANTO HABITARÁ?</a:t>
            </a:r>
          </a:p>
          <a:p>
            <a:pPr algn="l"/>
            <a:r>
              <a:rPr lang="pt-BR" sz="6000" i="0" dirty="0">
                <a:effectLst/>
                <a:latin typeface="-apple-system"/>
              </a:rPr>
              <a:t>É AQUELE QUE CAMINHA SEM PECADO</a:t>
            </a:r>
          </a:p>
          <a:p>
            <a:pPr algn="l"/>
            <a:r>
              <a:rPr lang="pt-BR" sz="6000" i="0" dirty="0">
                <a:effectLst/>
                <a:latin typeface="-apple-system"/>
              </a:rPr>
              <a:t>E PRATICA A JUSTIÇA FIELMENTE;</a:t>
            </a:r>
          </a:p>
        </p:txBody>
      </p:sp>
    </p:spTree>
    <p:extLst>
      <p:ext uri="{BB962C8B-B14F-4D97-AF65-F5344CB8AC3E}">
        <p14:creationId xmlns:p14="http://schemas.microsoft.com/office/powerpoint/2010/main" val="572362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VIDA DOS JUSTOS ESTÁ NAS MÃOS DE DEUS,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NENHUM TORMENTO OS ATINGIRÁ.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AOS OLHOS DOS INSENSATOS PARECERAM MORRER;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980373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SENHOR, QUEM MORARÁ EM VOSSA CASA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EM VOSSO MONTE SANTO HABITARÁ?</a:t>
            </a:r>
          </a:p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 QUE PENSA A VERDADE DO SEU ÍNTIMO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NÃO SOLTA EM CALÚNIAS SUA LÍNGUA;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1870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4424F-9EC3-E7FC-D411-2B33CC5A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D1A92-7121-551C-B9A7-65789A02B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1AD11E-A9DA-F936-CA0C-EB7D55249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VIDA DOS JUSTOS ESTÁ NAS MÃOS DE DEUS,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NENHUM TORMENTO OS ATINGIRÁ.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AOS OLHOS DOS INSENSATOS PARECERAM MORRER;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4700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SENHOR, QUEM MORARÁ EM VOSSA CASA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E EM VOSSO MONTE SANTO HABITARÁ?</a:t>
            </a:r>
          </a:p>
          <a:p>
            <a:pPr algn="l"/>
            <a:r>
              <a:rPr lang="pt-BR" sz="6000" b="0" i="0" dirty="0">
                <a:effectLst/>
                <a:latin typeface="Open Sans" panose="020B0606030504020204" pitchFamily="34" charset="0"/>
              </a:rPr>
              <a:t>QUE EM NADA PREJUDICA O SEU IRMÃO,</a:t>
            </a:r>
            <a:br>
              <a:rPr lang="pt-BR" sz="6000" dirty="0"/>
            </a:br>
            <a:r>
              <a:rPr lang="pt-BR" sz="6000" b="0" i="0" dirty="0">
                <a:effectLst/>
                <a:latin typeface="Open Sans" panose="020B0606030504020204" pitchFamily="34" charset="0"/>
              </a:rPr>
              <a:t>NEM COBRE DE INSULTOS SEU VIZINHO;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97306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 VIDA DOS JUSTOS ESTÁ NAS MÃOS DE DEUS,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NENHUM TORMENTO OS ATINGIRÁ.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AOS OLHOS DOS INSENSATOS PARECERAM MORRER;</a:t>
            </a:r>
            <a:br>
              <a:rPr lang="pt-BR" sz="6000" b="1" i="0" dirty="0">
                <a:effectLst/>
                <a:latin typeface="Open Sans" panose="020B0606030504020204" pitchFamily="34" charset="0"/>
              </a:rPr>
            </a:br>
            <a:r>
              <a:rPr lang="pt-BR" sz="6000" b="1" i="0" dirty="0">
                <a:effectLst/>
                <a:latin typeface="Open Sans" panose="020B0606030504020204" pitchFamily="34" charset="0"/>
              </a:rPr>
              <a:t>MAS ELES ESTÃO EM PAZ! ALELUIA, ALELUIA!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01418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 A VOSSA GLÓRIA</a:t>
            </a:r>
          </a:p>
          <a:p>
            <a:pPr algn="just"/>
            <a:r>
              <a:rPr lang="pt-BR" sz="6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9241974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1. SENHOR DEUS, A VÓS ELEVO A MINHA ALMA</a:t>
            </a:r>
          </a:p>
          <a:p>
            <a:pPr algn="l"/>
            <a:r>
              <a:rPr lang="pt-BR" sz="8000" i="0" dirty="0">
                <a:solidFill>
                  <a:srgbClr val="000000"/>
                </a:solidFill>
                <a:effectLst/>
                <a:latin typeface="-apple-system"/>
              </a:rPr>
              <a:t>EM VÓS CONFIO: QUE EU NÃO SEJA ENVERGONHADO!</a:t>
            </a:r>
            <a:endParaRPr lang="pt-BR" sz="47600" dirty="0"/>
          </a:p>
        </p:txBody>
      </p:sp>
    </p:spTree>
    <p:extLst>
      <p:ext uri="{BB962C8B-B14F-4D97-AF65-F5344CB8AC3E}">
        <p14:creationId xmlns:p14="http://schemas.microsoft.com/office/powerpoint/2010/main" val="36068717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1531703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0" i="0" dirty="0">
                <a:effectLst/>
                <a:latin typeface="Open Sans" panose="020B0606030504020204" pitchFamily="34" charset="0"/>
              </a:rPr>
              <a:t>2. MOSTRAI-ME, Ó SENHOR, VOSSOS CAMINHOS</a:t>
            </a:r>
            <a:br>
              <a:rPr lang="pt-BR" sz="8000" dirty="0"/>
            </a:br>
            <a:r>
              <a:rPr lang="pt-BR" sz="8000" b="0" i="0" dirty="0">
                <a:effectLst/>
                <a:latin typeface="Open Sans" panose="020B0606030504020204" pitchFamily="34" charset="0"/>
              </a:rPr>
              <a:t>E FAZEI-ME CONHECER A VOSSA ESTRADA.</a:t>
            </a:r>
            <a:endParaRPr lang="pt-BR" sz="68500" dirty="0"/>
          </a:p>
        </p:txBody>
      </p:sp>
    </p:spTree>
    <p:extLst>
      <p:ext uri="{BB962C8B-B14F-4D97-AF65-F5344CB8AC3E}">
        <p14:creationId xmlns:p14="http://schemas.microsoft.com/office/powerpoint/2010/main" val="24152493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3001133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8800" i="0" dirty="0">
                <a:solidFill>
                  <a:srgbClr val="000000"/>
                </a:solidFill>
                <a:effectLst/>
                <a:latin typeface="-apple-system"/>
              </a:rPr>
              <a:t>3. VOSSA VERDADE ME ORIENTE E ME CONDUZA</a:t>
            </a:r>
          </a:p>
          <a:p>
            <a:pPr algn="l"/>
            <a:r>
              <a:rPr lang="pt-BR" sz="8800" i="0" dirty="0">
                <a:solidFill>
                  <a:srgbClr val="000000"/>
                </a:solidFill>
                <a:effectLst/>
                <a:latin typeface="-apple-system"/>
              </a:rPr>
              <a:t>PORQUE SOIS O DEUS DA MINHA SALVAÇÃO.</a:t>
            </a:r>
            <a:endParaRPr lang="pt-BR" sz="57100" dirty="0"/>
          </a:p>
        </p:txBody>
      </p:sp>
    </p:spTree>
    <p:extLst>
      <p:ext uri="{BB962C8B-B14F-4D97-AF65-F5344CB8AC3E}">
        <p14:creationId xmlns:p14="http://schemas.microsoft.com/office/powerpoint/2010/main" val="39750660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21628739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effectLst/>
                <a:latin typeface="Open Sans" panose="020B0606030504020204" pitchFamily="34" charset="0"/>
              </a:rPr>
              <a:t>4. RECORDAI, SENHOR MEU DEUS, VOSSA TERNURA</a:t>
            </a:r>
            <a:br>
              <a:rPr lang="pt-BR" sz="7200" dirty="0"/>
            </a:br>
            <a:r>
              <a:rPr lang="pt-BR" sz="7200" b="0" i="0" dirty="0">
                <a:effectLst/>
                <a:latin typeface="Open Sans" panose="020B0606030504020204" pitchFamily="34" charset="0"/>
              </a:rPr>
              <a:t>E A VOSSA COMPAIXÃO QUE SÃO ETERNAS.</a:t>
            </a:r>
            <a:endParaRPr lang="pt-BR" sz="57100" dirty="0"/>
          </a:p>
        </p:txBody>
      </p:sp>
    </p:spTree>
    <p:extLst>
      <p:ext uri="{BB962C8B-B14F-4D97-AF65-F5344CB8AC3E}">
        <p14:creationId xmlns:p14="http://schemas.microsoft.com/office/powerpoint/2010/main" val="531555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BEM-AVENTURADOS OS QUE TÊM UM CORAÇÃO DE POBRE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PORQUE DELES É O REINO DOS CÉUS.</a:t>
            </a:r>
            <a:endParaRPr lang="pt-BR" sz="33100" dirty="0"/>
          </a:p>
        </p:txBody>
      </p:sp>
    </p:spTree>
    <p:extLst>
      <p:ext uri="{BB962C8B-B14F-4D97-AF65-F5344CB8AC3E}">
        <p14:creationId xmlns:p14="http://schemas.microsoft.com/office/powerpoint/2010/main" val="38557277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DOS ANJOS O TESOURO E DOS HOMENS O DULÇOR.</a:t>
            </a:r>
          </a:p>
        </p:txBody>
      </p:sp>
    </p:spTree>
    <p:extLst>
      <p:ext uri="{BB962C8B-B14F-4D97-AF65-F5344CB8AC3E}">
        <p14:creationId xmlns:p14="http://schemas.microsoft.com/office/powerpoint/2010/main" val="10939837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B8B7-21F3-7903-3584-88CE5270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A1EC2-39CD-818D-744C-E555CB432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41935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B15D4A-24F7-3FAA-6C93-11D651A34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NA VIDA ALENTO E FORÇA,</a:t>
            </a:r>
          </a:p>
          <a:p>
            <a:pPr algn="l"/>
            <a:r>
              <a:rPr lang="pt-BR" sz="15000" dirty="0"/>
              <a:t>E NA MORTE O DEFENSOR.</a:t>
            </a:r>
          </a:p>
        </p:txBody>
      </p:sp>
    </p:spTree>
    <p:extLst>
      <p:ext uri="{BB962C8B-B14F-4D97-AF65-F5344CB8AC3E}">
        <p14:creationId xmlns:p14="http://schemas.microsoft.com/office/powerpoint/2010/main" val="42751902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5821-9BED-F044-7B12-1372D406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457D1-9CEF-7B6B-29AA-FCD3BC57B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7175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37F4CE-F2AC-7C20-9F65-2DC26FB19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EU TE ADORO, HÓSTIA DIVINA,</a:t>
            </a:r>
          </a:p>
          <a:p>
            <a:pPr algn="l"/>
            <a:r>
              <a:rPr lang="pt-BR" sz="6600" dirty="0"/>
              <a:t>EU TE ADORO, HÓSTIA DE AMOR!</a:t>
            </a:r>
          </a:p>
          <a:p>
            <a:pPr algn="l"/>
            <a:r>
              <a:rPr lang="pt-BR" sz="6600" dirty="0"/>
              <a:t>ÉS NA TERRA FIEL AMIGO,</a:t>
            </a:r>
          </a:p>
          <a:p>
            <a:pPr algn="l"/>
            <a:r>
              <a:rPr lang="pt-BR" sz="6600" dirty="0"/>
              <a:t>E DO CÉU, FELIZ PENHOR.</a:t>
            </a:r>
            <a:endParaRPr lang="pt-BR" sz="77500" dirty="0"/>
          </a:p>
        </p:txBody>
      </p:sp>
    </p:spTree>
    <p:extLst>
      <p:ext uri="{BB962C8B-B14F-4D97-AF65-F5344CB8AC3E}">
        <p14:creationId xmlns:p14="http://schemas.microsoft.com/office/powerpoint/2010/main" val="19148969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8D29-B9DB-6691-1165-BA585273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C2C9A-FB90-05E6-3E05-0FFAE0C59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32967"/>
            <a:ext cx="244706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243CEE-66E9-ECB4-B34D-C6975C980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pt-BR" sz="6600" dirty="0"/>
              <a:t>EU TE ADORO, HÓSTIA DIVINA,</a:t>
            </a:r>
            <a:br>
              <a:rPr lang="pt-BR" sz="6600" dirty="0"/>
            </a:br>
            <a:r>
              <a:rPr lang="pt-BR" sz="6600" dirty="0"/>
              <a:t>EU TE ADORO, HÓSTIA DE AMOR!</a:t>
            </a:r>
            <a:br>
              <a:rPr lang="pt-BR" sz="6600" dirty="0"/>
            </a:br>
            <a:r>
              <a:rPr lang="pt-BR" sz="6600" dirty="0"/>
              <a:t>ÉS MEU DEUS, EXCELSO E GRANDE,</a:t>
            </a:r>
            <a:br>
              <a:rPr lang="pt-BR" sz="6600" dirty="0"/>
            </a:br>
            <a:r>
              <a:rPr lang="pt-BR" sz="6600" dirty="0"/>
              <a:t>E DOS SÉCULOS, O SENHOR.</a:t>
            </a:r>
          </a:p>
        </p:txBody>
      </p:sp>
    </p:spTree>
    <p:extLst>
      <p:ext uri="{BB962C8B-B14F-4D97-AF65-F5344CB8AC3E}">
        <p14:creationId xmlns:p14="http://schemas.microsoft.com/office/powerpoint/2010/main" val="20124029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2008909"/>
            <a:ext cx="11579578" cy="5016004"/>
          </a:xfrm>
        </p:spPr>
        <p:txBody>
          <a:bodyPr>
            <a:normAutofit/>
          </a:bodyPr>
          <a:lstStyle/>
          <a:p>
            <a:r>
              <a:rPr lang="pt-BR" sz="6600" b="1" dirty="0"/>
              <a:t>NÃO TE PREOCUPES, REZA E ESPERA, DEUS ESCUTA A TUA ORAÇÃO!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8503</TotalTime>
  <Words>1094</Words>
  <Application>Microsoft Office PowerPoint</Application>
  <PresentationFormat>Widescreen</PresentationFormat>
  <Paragraphs>158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5" baseType="lpstr">
      <vt:lpstr>-apple-system</vt:lpstr>
      <vt:lpstr>Arial</vt:lpstr>
      <vt:lpstr>Bookman Old Style</vt:lpstr>
      <vt:lpstr>Calibri</vt:lpstr>
      <vt:lpstr>Calibri Light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56</cp:revision>
  <dcterms:created xsi:type="dcterms:W3CDTF">2023-05-06T17:01:55Z</dcterms:created>
  <dcterms:modified xsi:type="dcterms:W3CDTF">2025-09-23T22:01:24Z</dcterms:modified>
</cp:coreProperties>
</file>