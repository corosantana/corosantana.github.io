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258" r:id="rId5"/>
    <p:sldId id="259" r:id="rId6"/>
    <p:sldId id="404" r:id="rId7"/>
    <p:sldId id="260" r:id="rId8"/>
    <p:sldId id="261" r:id="rId9"/>
    <p:sldId id="338" r:id="rId10"/>
    <p:sldId id="339" r:id="rId11"/>
    <p:sldId id="340" r:id="rId12"/>
    <p:sldId id="377" r:id="rId13"/>
    <p:sldId id="264" r:id="rId14"/>
    <p:sldId id="265" r:id="rId15"/>
    <p:sldId id="266" r:id="rId16"/>
    <p:sldId id="267" r:id="rId17"/>
    <p:sldId id="271" r:id="rId18"/>
    <p:sldId id="269" r:id="rId19"/>
    <p:sldId id="376" r:id="rId20"/>
    <p:sldId id="411" r:id="rId21"/>
    <p:sldId id="412" r:id="rId22"/>
    <p:sldId id="292" r:id="rId23"/>
    <p:sldId id="275" r:id="rId24"/>
    <p:sldId id="363" r:id="rId25"/>
    <p:sldId id="361" r:id="rId26"/>
    <p:sldId id="362" r:id="rId27"/>
    <p:sldId id="358" r:id="rId28"/>
    <p:sldId id="407" r:id="rId29"/>
    <p:sldId id="277" r:id="rId30"/>
    <p:sldId id="337" r:id="rId31"/>
    <p:sldId id="413" r:id="rId32"/>
    <p:sldId id="414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1F05C8A6-A495-402D-A8B7-18CD07F45467}"/>
    <pc:docChg chg="undo custSel addSld delSld modSld sldOrd">
      <pc:chgData name="anaclaracosta116@gmail.com" userId="a793634777582c92" providerId="LiveId" clId="{1F05C8A6-A495-402D-A8B7-18CD07F45467}" dt="2023-08-27T19:24:58.941" v="780" actId="20577"/>
      <pc:docMkLst>
        <pc:docMk/>
      </pc:docMkLst>
      <pc:sldChg chg="modSp mod">
        <pc:chgData name="anaclaracosta116@gmail.com" userId="a793634777582c92" providerId="LiveId" clId="{1F05C8A6-A495-402D-A8B7-18CD07F45467}" dt="2023-08-27T19:07:50.367" v="124" actId="27636"/>
        <pc:sldMkLst>
          <pc:docMk/>
          <pc:sldMk cId="337661645" sldId="261"/>
        </pc:sldMkLst>
        <pc:spChg chg="mod">
          <ac:chgData name="anaclaracosta116@gmail.com" userId="a793634777582c92" providerId="LiveId" clId="{1F05C8A6-A495-402D-A8B7-18CD07F45467}" dt="2023-08-27T19:07:50.367" v="124" actId="27636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09:37.493" v="202" actId="20577"/>
        <pc:sldMkLst>
          <pc:docMk/>
          <pc:sldMk cId="3388034860" sldId="265"/>
        </pc:sldMkLst>
        <pc:spChg chg="mod">
          <ac:chgData name="anaclaracosta116@gmail.com" userId="a793634777582c92" providerId="LiveId" clId="{1F05C8A6-A495-402D-A8B7-18CD07F45467}" dt="2023-08-27T19:09:37.493" v="202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11:03.227" v="345" actId="20577"/>
        <pc:sldMkLst>
          <pc:docMk/>
          <pc:sldMk cId="2671817442" sldId="267"/>
        </pc:sldMkLst>
        <pc:spChg chg="mod">
          <ac:chgData name="anaclaracosta116@gmail.com" userId="a793634777582c92" providerId="LiveId" clId="{1F05C8A6-A495-402D-A8B7-18CD07F45467}" dt="2023-08-27T19:11:03.227" v="345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13:21.412" v="427" actId="20577"/>
        <pc:sldMkLst>
          <pc:docMk/>
          <pc:sldMk cId="2786277918" sldId="269"/>
        </pc:sldMkLst>
        <pc:spChg chg="mod">
          <ac:chgData name="anaclaracosta116@gmail.com" userId="a793634777582c92" providerId="LiveId" clId="{1F05C8A6-A495-402D-A8B7-18CD07F45467}" dt="2023-08-27T19:13:21.412" v="427" actId="20577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1F05C8A6-A495-402D-A8B7-18CD07F45467}" dt="2023-08-27T19:12:03.292" v="351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19:40.952" v="621" actId="14100"/>
        <pc:sldMkLst>
          <pc:docMk/>
          <pc:sldMk cId="4141278968" sldId="337"/>
        </pc:sldMkLst>
        <pc:spChg chg="mod">
          <ac:chgData name="anaclaracosta116@gmail.com" userId="a793634777582c92" providerId="LiveId" clId="{1F05C8A6-A495-402D-A8B7-18CD07F45467}" dt="2023-08-27T19:19:40.952" v="621" actId="14100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05:01.070" v="114" actId="27636"/>
        <pc:sldMkLst>
          <pc:docMk/>
          <pc:sldMk cId="880466366" sldId="354"/>
        </pc:sldMkLst>
        <pc:spChg chg="mod">
          <ac:chgData name="anaclaracosta116@gmail.com" userId="a793634777582c92" providerId="LiveId" clId="{1F05C8A6-A495-402D-A8B7-18CD07F45467}" dt="2023-08-27T19:05:01.070" v="114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24:58.941" v="780" actId="20577"/>
        <pc:sldMkLst>
          <pc:docMk/>
          <pc:sldMk cId="3348609962" sldId="358"/>
        </pc:sldMkLst>
        <pc:spChg chg="mod">
          <ac:chgData name="anaclaracosta116@gmail.com" userId="a793634777582c92" providerId="LiveId" clId="{1F05C8A6-A495-402D-A8B7-18CD07F45467}" dt="2023-08-27T19:24:58.941" v="780" actId="20577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24:39.696" v="777" actId="20577"/>
        <pc:sldMkLst>
          <pc:docMk/>
          <pc:sldMk cId="2304799739" sldId="362"/>
        </pc:sldMkLst>
        <pc:spChg chg="mod">
          <ac:chgData name="anaclaracosta116@gmail.com" userId="a793634777582c92" providerId="LiveId" clId="{1F05C8A6-A495-402D-A8B7-18CD07F45467}" dt="2023-08-27T19:24:39.696" v="777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14:45.014" v="469" actId="403"/>
        <pc:sldMkLst>
          <pc:docMk/>
          <pc:sldMk cId="496775209" sldId="363"/>
        </pc:sldMkLst>
        <pc:spChg chg="mod">
          <ac:chgData name="anaclaracosta116@gmail.com" userId="a793634777582c92" providerId="LiveId" clId="{1F05C8A6-A495-402D-A8B7-18CD07F45467}" dt="2023-08-27T19:14:45.014" v="469" actId="403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13:31.633" v="444" actId="20577"/>
        <pc:sldMkLst>
          <pc:docMk/>
          <pc:sldMk cId="1775942911" sldId="376"/>
        </pc:sldMkLst>
        <pc:spChg chg="mod">
          <ac:chgData name="anaclaracosta116@gmail.com" userId="a793634777582c92" providerId="LiveId" clId="{1F05C8A6-A495-402D-A8B7-18CD07F45467}" dt="2023-08-27T19:13:31.633" v="444" actId="20577"/>
          <ac:spMkLst>
            <pc:docMk/>
            <pc:sldMk cId="1775942911" sldId="376"/>
            <ac:spMk id="2" creationId="{F0E406B4-85AC-B67B-F9E2-21AAF8067483}"/>
          </ac:spMkLst>
        </pc:spChg>
        <pc:spChg chg="mod">
          <ac:chgData name="anaclaracosta116@gmail.com" userId="a793634777582c92" providerId="LiveId" clId="{1F05C8A6-A495-402D-A8B7-18CD07F45467}" dt="2023-08-27T19:12:30.992" v="353" actId="27636"/>
          <ac:spMkLst>
            <pc:docMk/>
            <pc:sldMk cId="1775942911" sldId="37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F05C8A6-A495-402D-A8B7-18CD07F45467}" dt="2023-08-27T19:05:34.692" v="116" actId="27636"/>
        <pc:sldMkLst>
          <pc:docMk/>
          <pc:sldMk cId="103931503" sldId="394"/>
        </pc:sldMkLst>
        <pc:spChg chg="mod">
          <ac:chgData name="anaclaracosta116@gmail.com" userId="a793634777582c92" providerId="LiveId" clId="{1F05C8A6-A495-402D-A8B7-18CD07F45467}" dt="2023-08-27T19:05:34.692" v="116" actId="27636"/>
          <ac:spMkLst>
            <pc:docMk/>
            <pc:sldMk cId="103931503" sldId="394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1F05C8A6-A495-402D-A8B7-18CD07F45467}" dt="2023-08-27T19:17:50.645" v="477" actId="2696"/>
        <pc:sldMkLst>
          <pc:docMk/>
          <pc:sldMk cId="947951164" sldId="398"/>
        </pc:sldMkLst>
        <pc:spChg chg="mod">
          <ac:chgData name="anaclaracosta116@gmail.com" userId="a793634777582c92" providerId="LiveId" clId="{1F05C8A6-A495-402D-A8B7-18CD07F45467}" dt="2023-08-20T17:56:15.308" v="28" actId="27636"/>
          <ac:spMkLst>
            <pc:docMk/>
            <pc:sldMk cId="947951164" sldId="39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F05C8A6-A495-402D-A8B7-18CD07F45467}" dt="2023-08-20T17:56:22.044" v="30" actId="2696"/>
        <pc:sldMkLst>
          <pc:docMk/>
          <pc:sldMk cId="1897722864" sldId="400"/>
        </pc:sldMkLst>
      </pc:sldChg>
      <pc:sldChg chg="del">
        <pc:chgData name="anaclaracosta116@gmail.com" userId="a793634777582c92" providerId="LiveId" clId="{1F05C8A6-A495-402D-A8B7-18CD07F45467}" dt="2023-08-27T19:05:42.921" v="118" actId="2696"/>
        <pc:sldMkLst>
          <pc:docMk/>
          <pc:sldMk cId="1748325036" sldId="402"/>
        </pc:sldMkLst>
      </pc:sldChg>
      <pc:sldChg chg="del">
        <pc:chgData name="anaclaracosta116@gmail.com" userId="a793634777582c92" providerId="LiveId" clId="{1F05C8A6-A495-402D-A8B7-18CD07F45467}" dt="2023-08-27T19:05:39.980" v="117" actId="2696"/>
        <pc:sldMkLst>
          <pc:docMk/>
          <pc:sldMk cId="3507928095" sldId="403"/>
        </pc:sldMkLst>
      </pc:sldChg>
      <pc:sldChg chg="modSp mod">
        <pc:chgData name="anaclaracosta116@gmail.com" userId="a793634777582c92" providerId="LiveId" clId="{1F05C8A6-A495-402D-A8B7-18CD07F45467}" dt="2023-08-27T19:17:41.752" v="475" actId="27636"/>
        <pc:sldMkLst>
          <pc:docMk/>
          <pc:sldMk cId="2704917479" sldId="407"/>
        </pc:sldMkLst>
        <pc:spChg chg="mod">
          <ac:chgData name="anaclaracosta116@gmail.com" userId="a793634777582c92" providerId="LiveId" clId="{1F05C8A6-A495-402D-A8B7-18CD07F45467}" dt="2023-08-27T19:17:41.752" v="475" actId="27636"/>
          <ac:spMkLst>
            <pc:docMk/>
            <pc:sldMk cId="2704917479" sldId="40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F05C8A6-A495-402D-A8B7-18CD07F45467}" dt="2023-08-20T17:56:19.229" v="29" actId="2696"/>
        <pc:sldMkLst>
          <pc:docMk/>
          <pc:sldMk cId="2683157082" sldId="408"/>
        </pc:sldMkLst>
      </pc:sldChg>
      <pc:sldChg chg="add del ord">
        <pc:chgData name="anaclaracosta116@gmail.com" userId="a793634777582c92" providerId="LiveId" clId="{1F05C8A6-A495-402D-A8B7-18CD07F45467}" dt="2023-08-27T19:17:48.172" v="476" actId="2696"/>
        <pc:sldMkLst>
          <pc:docMk/>
          <pc:sldMk cId="1363877714" sldId="409"/>
        </pc:sldMkLst>
      </pc:sldChg>
      <pc:sldChg chg="add del ord">
        <pc:chgData name="anaclaracosta116@gmail.com" userId="a793634777582c92" providerId="LiveId" clId="{1F05C8A6-A495-402D-A8B7-18CD07F45467}" dt="2023-08-27T19:17:53.284" v="478" actId="2696"/>
        <pc:sldMkLst>
          <pc:docMk/>
          <pc:sldMk cId="3653350741" sldId="410"/>
        </pc:sldMkLst>
      </pc:sldChg>
      <pc:sldChg chg="add del">
        <pc:chgData name="anaclaracosta116@gmail.com" userId="a793634777582c92" providerId="LiveId" clId="{1F05C8A6-A495-402D-A8B7-18CD07F45467}" dt="2023-08-27T19:04:07.035" v="112" actId="2696"/>
        <pc:sldMkLst>
          <pc:docMk/>
          <pc:sldMk cId="2112259462" sldId="411"/>
        </pc:sldMkLst>
      </pc:sldChg>
      <pc:sldChg chg="modSp add mod ord">
        <pc:chgData name="anaclaracosta116@gmail.com" userId="a793634777582c92" providerId="LiveId" clId="{1F05C8A6-A495-402D-A8B7-18CD07F45467}" dt="2023-08-27T19:13:08.607" v="410" actId="14100"/>
        <pc:sldMkLst>
          <pc:docMk/>
          <pc:sldMk cId="2712476157" sldId="411"/>
        </pc:sldMkLst>
        <pc:spChg chg="mod">
          <ac:chgData name="anaclaracosta116@gmail.com" userId="a793634777582c92" providerId="LiveId" clId="{1F05C8A6-A495-402D-A8B7-18CD07F45467}" dt="2023-08-27T19:13:08.607" v="410" actId="14100"/>
          <ac:spMkLst>
            <pc:docMk/>
            <pc:sldMk cId="2712476157" sldId="411"/>
            <ac:spMk id="2" creationId="{F0E406B4-85AC-B67B-F9E2-21AAF8067483}"/>
          </ac:spMkLst>
        </pc:spChg>
      </pc:sldChg>
      <pc:sldChg chg="modSp add mod ord">
        <pc:chgData name="anaclaracosta116@gmail.com" userId="a793634777582c92" providerId="LiveId" clId="{1F05C8A6-A495-402D-A8B7-18CD07F45467}" dt="2023-08-27T19:13:58.114" v="448"/>
        <pc:sldMkLst>
          <pc:docMk/>
          <pc:sldMk cId="4047352375" sldId="412"/>
        </pc:sldMkLst>
        <pc:spChg chg="mod">
          <ac:chgData name="anaclaracosta116@gmail.com" userId="a793634777582c92" providerId="LiveId" clId="{1F05C8A6-A495-402D-A8B7-18CD07F45467}" dt="2023-08-27T19:13:58.114" v="448"/>
          <ac:spMkLst>
            <pc:docMk/>
            <pc:sldMk cId="4047352375" sldId="412"/>
            <ac:spMk id="3" creationId="{FC8F7E34-DB8C-1CEE-BAF4-E537563F9CD2}"/>
          </ac:spMkLst>
        </pc:spChg>
      </pc:sldChg>
      <pc:sldChg chg="modSp add del mod ord">
        <pc:chgData name="anaclaracosta116@gmail.com" userId="a793634777582c92" providerId="LiveId" clId="{1F05C8A6-A495-402D-A8B7-18CD07F45467}" dt="2023-08-27T19:03:58.903" v="109" actId="2696"/>
        <pc:sldMkLst>
          <pc:docMk/>
          <pc:sldMk cId="4140692091" sldId="412"/>
        </pc:sldMkLst>
        <pc:spChg chg="mod">
          <ac:chgData name="anaclaracosta116@gmail.com" userId="a793634777582c92" providerId="LiveId" clId="{1F05C8A6-A495-402D-A8B7-18CD07F45467}" dt="2023-08-20T17:59:05.690" v="40"/>
          <ac:spMkLst>
            <pc:docMk/>
            <pc:sldMk cId="4140692091" sldId="41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1F05C8A6-A495-402D-A8B7-18CD07F45467}" dt="2023-08-27T19:04:01.573" v="110" actId="2696"/>
        <pc:sldMkLst>
          <pc:docMk/>
          <pc:sldMk cId="619792812" sldId="413"/>
        </pc:sldMkLst>
        <pc:spChg chg="mod">
          <ac:chgData name="anaclaracosta116@gmail.com" userId="a793634777582c92" providerId="LiveId" clId="{1F05C8A6-A495-402D-A8B7-18CD07F45467}" dt="2023-08-20T18:01:42.806" v="53" actId="113"/>
          <ac:spMkLst>
            <pc:docMk/>
            <pc:sldMk cId="619792812" sldId="41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F05C8A6-A495-402D-A8B7-18CD07F45467}" dt="2023-08-27T19:20:41.192" v="771" actId="113"/>
        <pc:sldMkLst>
          <pc:docMk/>
          <pc:sldMk cId="4110345363" sldId="413"/>
        </pc:sldMkLst>
        <pc:spChg chg="mod">
          <ac:chgData name="anaclaracosta116@gmail.com" userId="a793634777582c92" providerId="LiveId" clId="{1F05C8A6-A495-402D-A8B7-18CD07F45467}" dt="2023-08-27T19:20:41.192" v="771" actId="113"/>
          <ac:spMkLst>
            <pc:docMk/>
            <pc:sldMk cId="4110345363" sldId="413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1F05C8A6-A495-402D-A8B7-18CD07F45467}" dt="2023-08-27T19:04:03.865" v="111" actId="2696"/>
        <pc:sldMkLst>
          <pc:docMk/>
          <pc:sldMk cId="3629425939" sldId="414"/>
        </pc:sldMkLst>
        <pc:spChg chg="mod">
          <ac:chgData name="anaclaracosta116@gmail.com" userId="a793634777582c92" providerId="LiveId" clId="{1F05C8A6-A495-402D-A8B7-18CD07F45467}" dt="2023-08-20T18:00:22.596" v="52" actId="27636"/>
          <ac:spMkLst>
            <pc:docMk/>
            <pc:sldMk cId="3629425939" sldId="41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F05C8A6-A495-402D-A8B7-18CD07F45467}" dt="2023-08-27T19:20:53.382" v="774"/>
        <pc:sldMkLst>
          <pc:docMk/>
          <pc:sldMk cId="3698106806" sldId="414"/>
        </pc:sldMkLst>
      </pc:sldChg>
      <pc:sldChg chg="add del">
        <pc:chgData name="anaclaracosta116@gmail.com" userId="a793634777582c92" providerId="LiveId" clId="{1F05C8A6-A495-402D-A8B7-18CD07F45467}" dt="2023-08-27T19:11:16.892" v="349" actId="2696"/>
        <pc:sldMkLst>
          <pc:docMk/>
          <pc:sldMk cId="2617335338" sldId="415"/>
        </pc:sldMkLst>
      </pc:sldChg>
      <pc:sldChg chg="add del ord">
        <pc:chgData name="anaclaracosta116@gmail.com" userId="a793634777582c92" providerId="LiveId" clId="{1F05C8A6-A495-402D-A8B7-18CD07F45467}" dt="2023-08-20T18:02:32.248" v="58" actId="2696"/>
        <pc:sldMkLst>
          <pc:docMk/>
          <pc:sldMk cId="1714262162" sldId="416"/>
        </pc:sldMkLst>
      </pc:sldChg>
      <pc:sldChg chg="modSp add del mod ord">
        <pc:chgData name="anaclaracosta116@gmail.com" userId="a793634777582c92" providerId="LiveId" clId="{1F05C8A6-A495-402D-A8B7-18CD07F45467}" dt="2023-08-27T19:11:09.539" v="346" actId="2696"/>
        <pc:sldMkLst>
          <pc:docMk/>
          <pc:sldMk cId="2103647613" sldId="416"/>
        </pc:sldMkLst>
        <pc:spChg chg="mod">
          <ac:chgData name="anaclaracosta116@gmail.com" userId="a793634777582c92" providerId="LiveId" clId="{1F05C8A6-A495-402D-A8B7-18CD07F45467}" dt="2023-08-20T18:03:50.019" v="82" actId="20577"/>
          <ac:spMkLst>
            <pc:docMk/>
            <pc:sldMk cId="2103647613" sldId="416"/>
            <ac:spMk id="2" creationId="{F0E406B4-85AC-B67B-F9E2-21AAF8067483}"/>
          </ac:spMkLst>
        </pc:spChg>
      </pc:sldChg>
      <pc:sldChg chg="modSp add del mod ord">
        <pc:chgData name="anaclaracosta116@gmail.com" userId="a793634777582c92" providerId="LiveId" clId="{1F05C8A6-A495-402D-A8B7-18CD07F45467}" dt="2023-08-27T19:11:12.186" v="347" actId="2696"/>
        <pc:sldMkLst>
          <pc:docMk/>
          <pc:sldMk cId="128384900" sldId="417"/>
        </pc:sldMkLst>
        <pc:spChg chg="mod">
          <ac:chgData name="anaclaracosta116@gmail.com" userId="a793634777582c92" providerId="LiveId" clId="{1F05C8A6-A495-402D-A8B7-18CD07F45467}" dt="2023-08-20T18:04:13.030" v="97" actId="1076"/>
          <ac:spMkLst>
            <pc:docMk/>
            <pc:sldMk cId="128384900" sldId="417"/>
            <ac:spMk id="2" creationId="{F0E406B4-85AC-B67B-F9E2-21AAF8067483}"/>
          </ac:spMkLst>
        </pc:spChg>
        <pc:spChg chg="mod">
          <ac:chgData name="anaclaracosta116@gmail.com" userId="a793634777582c92" providerId="LiveId" clId="{1F05C8A6-A495-402D-A8B7-18CD07F45467}" dt="2023-08-20T18:04:09.319" v="96" actId="1076"/>
          <ac:spMkLst>
            <pc:docMk/>
            <pc:sldMk cId="128384900" sldId="417"/>
            <ac:spMk id="3" creationId="{FC8F7E34-DB8C-1CEE-BAF4-E537563F9CD2}"/>
          </ac:spMkLst>
        </pc:spChg>
      </pc:sldChg>
      <pc:sldChg chg="modSp add del mod ord">
        <pc:chgData name="anaclaracosta116@gmail.com" userId="a793634777582c92" providerId="LiveId" clId="{1F05C8A6-A495-402D-A8B7-18CD07F45467}" dt="2023-08-27T19:11:14.508" v="348" actId="2696"/>
        <pc:sldMkLst>
          <pc:docMk/>
          <pc:sldMk cId="3410600985" sldId="418"/>
        </pc:sldMkLst>
        <pc:spChg chg="mod">
          <ac:chgData name="anaclaracosta116@gmail.com" userId="a793634777582c92" providerId="LiveId" clId="{1F05C8A6-A495-402D-A8B7-18CD07F45467}" dt="2023-08-20T18:04:23.113" v="108" actId="20577"/>
          <ac:spMkLst>
            <pc:docMk/>
            <pc:sldMk cId="3410600985" sldId="418"/>
            <ac:spMk id="2" creationId="{F0E406B4-85AC-B67B-F9E2-21AAF8067483}"/>
          </ac:spMkLst>
        </pc:spChg>
      </pc:sldChg>
      <pc:sldChg chg="new del">
        <pc:chgData name="anaclaracosta116@gmail.com" userId="a793634777582c92" providerId="LiveId" clId="{1F05C8A6-A495-402D-A8B7-18CD07F45467}" dt="2023-08-20T18:03:21.597" v="68" actId="680"/>
        <pc:sldMkLst>
          <pc:docMk/>
          <pc:sldMk cId="4146556084" sldId="41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O SENHOR SE TORNOU PARA MIM O SALVADOR.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dirty="0"/>
              <a:t>EU VOS AMO, Ó SENHOR, SOIS MINHA FORÇA, </a:t>
            </a:r>
          </a:p>
          <a:p>
            <a:pPr algn="l"/>
            <a:r>
              <a:rPr lang="pt-BR" sz="7200" dirty="0"/>
              <a:t>MINHA ROCHA, MEU REFÚGIO E SALVADOR.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O SENHOR SE TORNOU PARA MIM O SALVADOR.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dirty="0"/>
              <a:t>MINHA FORÇA E PODEROSA SALVAÇÃO, </a:t>
            </a:r>
          </a:p>
          <a:p>
            <a:pPr algn="l"/>
            <a:r>
              <a:rPr lang="pt-BR" sz="7200" dirty="0"/>
              <a:t>SOIS MEU ESCUDO E PROTEÇÃO: EM VÓS ESPERO! 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002243" cy="637309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SENHOR, QUE SOIS O CAMINHO QUE LEVA AO PAI, TENDE PIEDADE DE NÓS</a:t>
            </a:r>
          </a:p>
          <a:p>
            <a:pPr algn="just"/>
            <a:r>
              <a:rPr lang="pt-BR" sz="6000" b="1" dirty="0"/>
              <a:t>SENHOR, TENDE PIEDADE DE NÓS</a:t>
            </a:r>
          </a:p>
          <a:p>
            <a:pPr algn="just"/>
            <a:r>
              <a:rPr lang="pt-BR" sz="6000" dirty="0"/>
              <a:t>CRISTO, QUE SOIS A VERDADE QUE ILUMINA OS POVOS, TENDE PIEDADE DE NÓS</a:t>
            </a:r>
          </a:p>
          <a:p>
            <a:pPr algn="just"/>
            <a:r>
              <a:rPr lang="pt-BR" sz="6000" b="1" dirty="0"/>
              <a:t>CRISTO,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QUE SOIS A VIDA QUE RENOVA O MUNDO, TENDE PIEDADE DE NÓS</a:t>
            </a:r>
          </a:p>
          <a:p>
            <a:pPr algn="just"/>
            <a:r>
              <a:rPr lang="pt-BR" sz="72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42964" cy="573578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100" b="1" dirty="0"/>
              <a:t>GLÓRIA A DEUS NAS ALTURAS (2X)</a:t>
            </a:r>
          </a:p>
          <a:p>
            <a:pPr algn="just"/>
            <a:r>
              <a:rPr lang="pt-BR" sz="7100" dirty="0"/>
              <a:t>E PAZ NA TERRA AOS HOMENS POR ELE AMADOS</a:t>
            </a:r>
            <a:endParaRPr lang="pt-BR" sz="8600" dirty="0"/>
          </a:p>
          <a:p>
            <a:pPr algn="just"/>
            <a:endParaRPr lang="pt-BR" sz="66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1400" dirty="0"/>
              <a:t>TENDE PIEDADE DE NÓS</a:t>
            </a:r>
            <a:endParaRPr lang="pt-BR" sz="139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</a:t>
            </a:r>
          </a:p>
          <a:p>
            <a:pPr algn="just"/>
            <a:r>
              <a:rPr lang="pt-BR" sz="96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Ó, SENHOR, VOSSA BONDADE É PARA SEMPRE! COMPLETAI EM MIM A OBRA COMEÇADA!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TU ÉS PEDRO, E SOBRE ESTA PEDRA EDIFICAREI MINHA IGREJA; E OS PODERES DO REINO DAS TREVAS JAMAIS PODERÃO CONTRA ELA!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04256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TEU O PÃO QUE OFERECEMOS, É TUA VIDA QUE VIVEMOS: OBRIGADO, SENHOR</a:t>
            </a:r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97823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12476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04256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TEU O VINHO QUE OFERTAMOS, É TUA DOR QUE SUPORTAMOS: OBRIGADO, SENHOR</a:t>
            </a:r>
          </a:p>
        </p:txBody>
      </p:sp>
    </p:spTree>
    <p:extLst>
      <p:ext uri="{BB962C8B-B14F-4D97-AF65-F5344CB8AC3E}">
        <p14:creationId xmlns:p14="http://schemas.microsoft.com/office/powerpoint/2010/main" val="4047352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 </a:t>
            </a:r>
          </a:p>
          <a:p>
            <a:pPr algn="l"/>
            <a:r>
              <a:rPr lang="pt-BR" sz="8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0100" b="1" dirty="0"/>
              <a:t>TU ÉS PEDRO E SOBRE ESTA PEDRA CONSTRUIREI A MINHA IGREJA.</a:t>
            </a:r>
          </a:p>
          <a:p>
            <a:pPr algn="just"/>
            <a:r>
              <a:rPr lang="pt-BR" sz="10100" dirty="0"/>
              <a:t>Ó PASTOR DE ISRAEL PRESTAI OUVIDOS</a:t>
            </a:r>
          </a:p>
          <a:p>
            <a:pPr algn="just"/>
            <a:r>
              <a:rPr lang="pt-BR" sz="10100" dirty="0"/>
              <a:t>VÓS QUE A JOSÉ APACENTAIS QUAL UM REBANHO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000" b="1" dirty="0"/>
              <a:t>TU ÉS PEDRO E SOBRE ESTA PEDRA CONSTRUIREI A MINHA IGREJA.</a:t>
            </a:r>
          </a:p>
          <a:p>
            <a:pPr algn="just"/>
            <a:r>
              <a:rPr lang="pt-BR" sz="8000" dirty="0"/>
              <a:t>VÓS QUE SOBRE OS QUERUBINS VOS ASSENTAIS</a:t>
            </a:r>
          </a:p>
          <a:p>
            <a:pPr algn="just"/>
            <a:r>
              <a:rPr lang="pt-BR" sz="8000" dirty="0"/>
              <a:t>APARECEI CHEIO DE GLÓRIA E EXPLENDOR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133860" cy="614492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800" b="1" dirty="0"/>
              <a:t>TU ÉS PEDRO E SOBRE ESTA PEDRA CONSTRUIREI A MINHA IGREJA.</a:t>
            </a:r>
          </a:p>
          <a:p>
            <a:pPr algn="just"/>
            <a:r>
              <a:rPr lang="pt-BR" sz="8800" dirty="0"/>
              <a:t>CONVERTEI-NOS, Ó SENHOR, DEUS DO UNIVERSO</a:t>
            </a:r>
          </a:p>
          <a:p>
            <a:pPr algn="just"/>
            <a:r>
              <a:rPr lang="pt-BR" sz="8800" dirty="0"/>
              <a:t>E SOBRE NÓS ILUMINAI A VOSSA FACE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4917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2249235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IMACULADA, MARIA DE DEUS</a:t>
            </a:r>
          </a:p>
          <a:p>
            <a:pPr algn="l"/>
            <a:r>
              <a:rPr lang="pt-BR" sz="12600" b="1" dirty="0"/>
              <a:t>CORAÇÃO FORTE ACOLHENDO JESUS</a:t>
            </a:r>
          </a:p>
          <a:p>
            <a:pPr algn="l"/>
            <a:r>
              <a:rPr lang="pt-BR" sz="12600" b="1" dirty="0"/>
              <a:t>IMACULADA, MARIA DO POVO</a:t>
            </a:r>
          </a:p>
          <a:p>
            <a:pPr algn="l"/>
            <a:r>
              <a:rPr lang="pt-BR" sz="12600" b="1" dirty="0"/>
              <a:t>MÃE DOS AFLITOS QUE ESTÃO JUNTO À CRUZ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2249235" cy="617121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UM CORAÇÃO QUE ERA SIM PARA A VIDA</a:t>
            </a:r>
          </a:p>
          <a:p>
            <a:pPr algn="l"/>
            <a:r>
              <a:rPr lang="pt-BR" sz="12600" dirty="0"/>
              <a:t>UM CORAÇÃO QUE ERA SIM PARA O IRMÃO</a:t>
            </a:r>
          </a:p>
          <a:p>
            <a:pPr algn="l"/>
            <a:r>
              <a:rPr lang="pt-BR" sz="12600" dirty="0"/>
              <a:t>UM CORAÇÃO QUE ERA SIM PARA DEUS</a:t>
            </a:r>
          </a:p>
          <a:p>
            <a:pPr algn="l"/>
            <a:r>
              <a:rPr lang="pt-BR" sz="12600" dirty="0"/>
              <a:t>REINO DE DEUS RENOVANDO ESTE CHÃO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2249235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IMACULADA, MARIA DE DEUS</a:t>
            </a:r>
          </a:p>
          <a:p>
            <a:pPr algn="l"/>
            <a:r>
              <a:rPr lang="pt-BR" sz="12600" b="1" dirty="0"/>
              <a:t>CORAÇÃO FORTE ACOLHENDO JESUS</a:t>
            </a:r>
          </a:p>
          <a:p>
            <a:pPr algn="l"/>
            <a:r>
              <a:rPr lang="pt-BR" sz="12600" b="1" dirty="0"/>
              <a:t>IMACULADA, MARIA DO POVO</a:t>
            </a:r>
          </a:p>
          <a:p>
            <a:pPr algn="l"/>
            <a:r>
              <a:rPr lang="pt-BR" sz="12600" b="1" dirty="0"/>
              <a:t>MÃE DOS AFLITOS QUE ESTÃO JUNTO À CRUZ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698106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8317</TotalTime>
  <Words>600</Words>
  <Application>Microsoft Office PowerPoint</Application>
  <PresentationFormat>Widescreen</PresentationFormat>
  <Paragraphs>101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33</cp:revision>
  <dcterms:created xsi:type="dcterms:W3CDTF">2023-05-06T17:01:55Z</dcterms:created>
  <dcterms:modified xsi:type="dcterms:W3CDTF">2023-08-27T19:25:28Z</dcterms:modified>
</cp:coreProperties>
</file>