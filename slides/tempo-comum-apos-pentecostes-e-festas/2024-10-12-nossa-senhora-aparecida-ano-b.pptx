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527" r:id="rId5"/>
    <p:sldId id="528" r:id="rId6"/>
    <p:sldId id="529" r:id="rId7"/>
    <p:sldId id="258" r:id="rId8"/>
    <p:sldId id="259" r:id="rId9"/>
    <p:sldId id="530" r:id="rId10"/>
    <p:sldId id="531" r:id="rId11"/>
    <p:sldId id="260" r:id="rId12"/>
    <p:sldId id="261" r:id="rId13"/>
    <p:sldId id="338" r:id="rId14"/>
    <p:sldId id="339" r:id="rId15"/>
    <p:sldId id="340" r:id="rId16"/>
    <p:sldId id="377" r:id="rId17"/>
    <p:sldId id="407" r:id="rId18"/>
    <p:sldId id="264" r:id="rId19"/>
    <p:sldId id="265" r:id="rId20"/>
    <p:sldId id="266" r:id="rId21"/>
    <p:sldId id="267" r:id="rId22"/>
    <p:sldId id="271" r:id="rId23"/>
    <p:sldId id="472" r:id="rId24"/>
    <p:sldId id="487" r:id="rId25"/>
    <p:sldId id="532" r:id="rId26"/>
    <p:sldId id="533" r:id="rId27"/>
    <p:sldId id="534" r:id="rId28"/>
    <p:sldId id="535" r:id="rId29"/>
    <p:sldId id="536" r:id="rId30"/>
    <p:sldId id="537" r:id="rId31"/>
    <p:sldId id="538" r:id="rId32"/>
    <p:sldId id="361" r:id="rId33"/>
    <p:sldId id="362" r:id="rId34"/>
    <p:sldId id="539" r:id="rId35"/>
    <p:sldId id="540" r:id="rId36"/>
    <p:sldId id="541" r:id="rId37"/>
    <p:sldId id="542" r:id="rId38"/>
    <p:sldId id="543" r:id="rId39"/>
    <p:sldId id="544" r:id="rId40"/>
    <p:sldId id="545" r:id="rId41"/>
    <p:sldId id="546" r:id="rId42"/>
    <p:sldId id="404" r:id="rId43"/>
    <p:sldId id="420" r:id="rId44"/>
    <p:sldId id="524" r:id="rId45"/>
    <p:sldId id="419" r:id="rId46"/>
    <p:sldId id="337" r:id="rId47"/>
    <p:sldId id="501" r:id="rId48"/>
    <p:sldId id="547" r:id="rId49"/>
    <p:sldId id="548" r:id="rId50"/>
    <p:sldId id="549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527"/>
            <p14:sldId id="528"/>
            <p14:sldId id="529"/>
            <p14:sldId id="258"/>
            <p14:sldId id="259"/>
            <p14:sldId id="530"/>
            <p14:sldId id="531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472"/>
            <p14:sldId id="487"/>
            <p14:sldId id="532"/>
            <p14:sldId id="533"/>
            <p14:sldId id="534"/>
            <p14:sldId id="535"/>
            <p14:sldId id="536"/>
            <p14:sldId id="537"/>
            <p14:sldId id="538"/>
            <p14:sldId id="361"/>
            <p14:sldId id="362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404"/>
            <p14:sldId id="420"/>
            <p14:sldId id="524"/>
            <p14:sldId id="419"/>
            <p14:sldId id="337"/>
            <p14:sldId id="501"/>
            <p14:sldId id="547"/>
            <p14:sldId id="548"/>
            <p14:sldId id="5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3" y="1720840"/>
            <a:ext cx="91580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7200" b="1" i="0" dirty="0">
                <a:solidFill>
                  <a:schemeClr val="bg1"/>
                </a:solidFill>
                <a:effectLst/>
                <a:latin typeface="LatoBold"/>
              </a:rPr>
              <a:t>Nossa Senhora da Conceição Aparecida, Padroeira do Brasil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DE ALEGRIA VIBREI NO SENHOR,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POIS VESTIU-ME COM SUA JUSTIÇA,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ADORNOU-ME COM JÓIAS BONITAS,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COMO ESPOSA DO REI ME ELEVOU.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TRANSBORDA O MEU CORAÇÃO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EM BELOS VERSOS AO REI,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UM POEMA, UMA CANÇÃO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COM A LÍNGUA ESCREVEREI.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DE TODOS ÉS O MAIS BELO,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A GRAÇA DESABROCHOU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EM TEU SEMBLANTE, EM TEUS LÁBIOS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PRA SEMPRE DEUS TE ABENÇOOU.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DE ALEGRIA VIBREI NO SENHOR,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POIS VESTIU-ME COM SUA JUSTIÇA,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ADORNOU-ME COM JÓIAS BONITAS,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COMO ESPOSA DO REI ME ELEVOU.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24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VALENTE, FORTE, HERÓI.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PELA VERDADE A LUTAR,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A JUSTIÇA A DEFENDER,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VITORIOSO TU SERÁS.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LUTAS COM ARMA E PODER,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O INIMIGO A CORRER,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ETERNO É O TEU TRONO,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Ó DEUS, É RETIDÃO PARA VALER!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0264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DE ALEGRIA VIBREI NO SENHOR,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POIS VESTIU-ME COM SUA JUSTIÇA,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ADORNOU-ME COM JÓIAS BONITAS,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COMO ESPOSA DO REI ME ELEVOU.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10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VOS ALEGRAIS PELO PECADOR ARREPENDIDO,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8692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4858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</a:t>
            </a:r>
            <a:r>
              <a:rPr lang="pt-BR" sz="6500" dirty="0"/>
              <a:t>E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</a:t>
            </a:r>
            <a:r>
              <a:rPr lang="pt-BR" sz="5400" dirty="0"/>
              <a:t>E </a:t>
            </a:r>
            <a:r>
              <a:rPr lang="pt-BR" sz="5400" b="1" dirty="0"/>
              <a:t>PAZ NA TERRA AOS HOMENS POR ELE AMADOS</a:t>
            </a:r>
          </a:p>
          <a:p>
            <a:pPr algn="l"/>
            <a:endParaRPr lang="pt-BR" sz="5400" dirty="0"/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 A DEUS NAS ALTURAS </a:t>
            </a:r>
            <a:r>
              <a:rPr lang="pt-BR" sz="9600" dirty="0"/>
              <a:t>E </a:t>
            </a:r>
            <a:r>
              <a:rPr lang="pt-BR" sz="9600" b="1" dirty="0"/>
              <a:t>PAZ NA TERRA AOS HOMENS POR ELE AMADOS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7"/>
            <a:ext cx="10628009" cy="2411179"/>
          </a:xfrm>
        </p:spPr>
        <p:txBody>
          <a:bodyPr>
            <a:normAutofit/>
          </a:bodyPr>
          <a:lstStyle/>
          <a:p>
            <a:r>
              <a:rPr lang="pt-BR" sz="5400" b="1" dirty="0"/>
              <a:t>ESCUTAI, MINHA FILHA, OLHAI, OUVI ISTO: QUE O REI SE ENCANTE COM VOSSA BELEZA!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DISSE A MÃE DE JESUS AOS SERVENTES: “FAZEI TUDO O QUE ELE DISSER!”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</a:t>
            </a:r>
          </a:p>
          <a:p>
            <a:pPr algn="l"/>
            <a:endParaRPr lang="pt-BR" sz="10300" dirty="0"/>
          </a:p>
          <a:p>
            <a:pPr algn="l"/>
            <a:r>
              <a:rPr lang="pt-BR" sz="10300" b="1" dirty="0"/>
              <a:t>BENDITA ÉS TU ENTRE AS MULHERES, ALELUIA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 fontScale="92500"/>
          </a:bodyPr>
          <a:lstStyle/>
          <a:p>
            <a:pPr algn="l"/>
            <a:endParaRPr lang="pt-BR" sz="44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FAVORECESTES, Ó SENHOR, A VOSSA TERRA</a:t>
            </a:r>
          </a:p>
          <a:p>
            <a:pPr algn="l"/>
            <a:endParaRPr lang="pt-BR" sz="6600" dirty="0">
              <a:solidFill>
                <a:srgbClr val="131313"/>
              </a:solidFill>
            </a:endParaRPr>
          </a:p>
          <a:p>
            <a:pPr algn="l"/>
            <a:r>
              <a:rPr lang="pt-BR" sz="6600" dirty="0">
                <a:solidFill>
                  <a:srgbClr val="131313"/>
                </a:solidFill>
              </a:rPr>
              <a:t>LIBERTASTES OS CATIVOS DE JACÓ</a:t>
            </a:r>
            <a:br>
              <a:rPr lang="pt-BR" sz="4400" dirty="0"/>
            </a:b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052585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</a:t>
            </a:r>
          </a:p>
          <a:p>
            <a:pPr algn="l"/>
            <a:endParaRPr lang="pt-BR" sz="10300" dirty="0"/>
          </a:p>
          <a:p>
            <a:pPr algn="l"/>
            <a:r>
              <a:rPr lang="pt-BR" sz="10300" b="1" dirty="0"/>
              <a:t>BENDITA ÉS TU ENTRE AS MULHERES, ALELUIA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063889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 fontScale="92500"/>
          </a:bodyPr>
          <a:lstStyle/>
          <a:p>
            <a:pPr algn="l"/>
            <a:endParaRPr lang="pt-BR" sz="44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A VERDADE E O AMOR SE ENCONTRARÃO</a:t>
            </a:r>
          </a:p>
          <a:p>
            <a:pPr algn="l"/>
            <a:endParaRPr lang="pt-BR" sz="6600" dirty="0">
              <a:solidFill>
                <a:srgbClr val="131313"/>
              </a:solidFill>
            </a:endParaRPr>
          </a:p>
          <a:p>
            <a:pPr algn="l"/>
            <a:r>
              <a:rPr lang="pt-BR" sz="6600" dirty="0">
                <a:solidFill>
                  <a:srgbClr val="131313"/>
                </a:solidFill>
              </a:rPr>
              <a:t>A JUSTIÇA E A PAZ SE ABRAÇARÃO</a:t>
            </a:r>
            <a:br>
              <a:rPr lang="pt-BR" sz="4400" dirty="0"/>
            </a:b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961780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</a:t>
            </a:r>
          </a:p>
          <a:p>
            <a:pPr algn="l"/>
            <a:endParaRPr lang="pt-BR" sz="10300" dirty="0"/>
          </a:p>
          <a:p>
            <a:pPr algn="l"/>
            <a:r>
              <a:rPr lang="pt-BR" sz="10300" b="1" dirty="0"/>
              <a:t>BENDITA ÉS TU ENTRE AS MULHERES, ALELUIA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63009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 fontScale="92500"/>
          </a:bodyPr>
          <a:lstStyle/>
          <a:p>
            <a:pPr algn="l"/>
            <a:endParaRPr lang="pt-BR" sz="44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DA TERRA BROTARÁ A FIDELIDADE</a:t>
            </a:r>
          </a:p>
          <a:p>
            <a:pPr algn="l"/>
            <a:endParaRPr lang="pt-BR" sz="6600" dirty="0">
              <a:solidFill>
                <a:srgbClr val="131313"/>
              </a:solidFill>
            </a:endParaRPr>
          </a:p>
          <a:p>
            <a:pPr algn="l"/>
            <a:r>
              <a:rPr lang="pt-BR" sz="6600" dirty="0">
                <a:solidFill>
                  <a:srgbClr val="131313"/>
                </a:solidFill>
              </a:rPr>
              <a:t>E A JUSTIÇA OLHARÁ DOS ALTOS CÉUS</a:t>
            </a:r>
            <a:br>
              <a:rPr lang="pt-BR" sz="4400" dirty="0"/>
            </a:b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09447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</a:t>
            </a:r>
          </a:p>
          <a:p>
            <a:pPr algn="l"/>
            <a:endParaRPr lang="pt-BR" sz="10300" dirty="0"/>
          </a:p>
          <a:p>
            <a:pPr algn="l"/>
            <a:r>
              <a:rPr lang="pt-BR" sz="10300" b="1" dirty="0"/>
              <a:t>BENDITA ÉS TU ENTRE AS MULHERES, ALELUIA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9963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44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O SENHOR NOS DARÁ TUDO O QUE É BOM</a:t>
            </a:r>
          </a:p>
          <a:p>
            <a:pPr algn="l"/>
            <a:endParaRPr lang="pt-BR" sz="6600" dirty="0">
              <a:solidFill>
                <a:srgbClr val="131313"/>
              </a:solidFill>
            </a:endParaRPr>
          </a:p>
          <a:p>
            <a:pPr algn="l"/>
            <a:r>
              <a:rPr lang="pt-BR" sz="6600" dirty="0">
                <a:solidFill>
                  <a:srgbClr val="131313"/>
                </a:solidFill>
              </a:rPr>
              <a:t>E A NOSSA TERRA NOS DARÁ SUAS COLHEITAS</a:t>
            </a:r>
            <a:br>
              <a:rPr lang="pt-BR" sz="4400" dirty="0"/>
            </a:b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4115800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</a:t>
            </a:r>
          </a:p>
          <a:p>
            <a:pPr algn="l"/>
            <a:endParaRPr lang="pt-BR" sz="10300" dirty="0"/>
          </a:p>
          <a:p>
            <a:pPr algn="l"/>
            <a:r>
              <a:rPr lang="pt-BR" sz="10300" b="1" dirty="0"/>
              <a:t>BENDITA ÉS TU ENTRE AS MULHERES, ALELUIA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892980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POVO DE DEUS, FOI ASSIM: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DEUS CUMPRIU A PALAVRA QUE DIZ: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UMA VIRGEM IRÁ CONCEBER,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A VISITA DE DEUS ME FEZ MÃE!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A HUMILDADE, A CONFIANÇA TOTAL,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ESCUTAR O TEU FILHO QUE DIZ: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165895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768772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POVO DE DEUS FOI ASSIM: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NEM MONTANHA OU DISTÂNCIA QUALQUER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ME IMPEDIU DE SERVIR E SORRIR.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VISITEI COM MEU DEUS. FUI IRMÃ!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030876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DESAPEGO, BONDADE, TEU SIM,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ACOLHER O TEU FILHO QUE DIZ: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7003062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574106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POVO DE DEUS, FOI ASSIM: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MEU MENINO CRESCEU E ENTENDEU,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QUE A VONTADE DO PAI CONTA MAIS,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A VISITA FOI DEUS QUEM NOS FEZ.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451080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A JUSTIÇA, A VONTADE DO PAI,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ENTENDER O TEU FILHO QUE DIZ: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663583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679886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AVE, RAINHA DO CÉU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AVE, DOS ANJOS, SENHORA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AVE, RAIZ, AVE, PORTA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DA LUZ DO MUNDO, ÉS AURORA</a:t>
            </a:r>
            <a:endParaRPr lang="pt-BR" sz="66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251625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EXULTA, Ó VIRGEM TÃO BELA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AS OUTRAS SEGUEM-TE APÓS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NÓS TE SAUDAMOS: ADEUS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 PEDE A CRISTO POR NÓS</a:t>
            </a:r>
          </a:p>
          <a:p>
            <a:pPr algn="l"/>
            <a:r>
              <a:rPr lang="pt-BR" sz="6600" dirty="0">
                <a:solidFill>
                  <a:srgbClr val="131313"/>
                </a:solidFill>
              </a:rPr>
              <a:t>VIRGEM MÃE, Ó MARIA</a:t>
            </a:r>
            <a:endParaRPr lang="pt-BR" sz="66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25820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86" y="1005571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 SENHOR FEZ EM MIM MARAVILHAS,</a:t>
            </a:r>
          </a:p>
          <a:p>
            <a:pPr algn="l"/>
            <a:r>
              <a:rPr lang="pt-BR" sz="80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 MINHA ALMA ENGRANDECE AO SENHOR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EXULTA MEU ESPÍRITO EM DEUS, MEU SALVADOR.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PÔS OS OLHOS NA HUMILDADE DE SUA SERVA,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DORAVANTE TODA A TERRA CANTARÁ OS MEUS LOUVORES.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86" y="1005571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 SENHOR FEZ EM MIM MARAVILHAS,</a:t>
            </a:r>
          </a:p>
          <a:p>
            <a:pPr algn="l"/>
            <a:r>
              <a:rPr lang="pt-BR" sz="80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2553753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SEU AMOR PARA SEMPRE SE ESTENDE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SOBRE AQUELES QUE O TEMEM,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DEMOSTRANDO O PODER DE SEU BRAÇO,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DISPERSA OS SOBERBOS.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2627380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86" y="1005571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 SENHOR FEZ EM MIM MARAVILHAS,</a:t>
            </a:r>
          </a:p>
          <a:p>
            <a:pPr algn="l"/>
            <a:r>
              <a:rPr lang="pt-BR" sz="80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1372985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18244</TotalTime>
  <Words>1089</Words>
  <Application>Microsoft Office PowerPoint</Application>
  <PresentationFormat>Widescreen</PresentationFormat>
  <Paragraphs>204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LatoBold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53</cp:revision>
  <dcterms:created xsi:type="dcterms:W3CDTF">2023-05-06T17:01:55Z</dcterms:created>
  <dcterms:modified xsi:type="dcterms:W3CDTF">2024-10-12T13:58:10Z</dcterms:modified>
</cp:coreProperties>
</file>