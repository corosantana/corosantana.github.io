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4" r:id="rId4"/>
    <p:sldId id="429" r:id="rId5"/>
    <p:sldId id="428" r:id="rId6"/>
    <p:sldId id="258" r:id="rId7"/>
    <p:sldId id="410" r:id="rId8"/>
    <p:sldId id="527" r:id="rId9"/>
    <p:sldId id="528" r:id="rId10"/>
    <p:sldId id="260" r:id="rId11"/>
    <p:sldId id="261" r:id="rId12"/>
    <p:sldId id="338" r:id="rId13"/>
    <p:sldId id="339" r:id="rId14"/>
    <p:sldId id="340" r:id="rId15"/>
    <p:sldId id="264" r:id="rId16"/>
    <p:sldId id="265" r:id="rId17"/>
    <p:sldId id="266" r:id="rId18"/>
    <p:sldId id="267" r:id="rId19"/>
    <p:sldId id="271" r:id="rId20"/>
    <p:sldId id="269" r:id="rId21"/>
    <p:sldId id="529" r:id="rId22"/>
    <p:sldId id="530" r:id="rId23"/>
    <p:sldId id="531" r:id="rId24"/>
    <p:sldId id="292" r:id="rId25"/>
    <p:sldId id="275" r:id="rId26"/>
    <p:sldId id="363" r:id="rId27"/>
    <p:sldId id="361" r:id="rId28"/>
    <p:sldId id="362" r:id="rId29"/>
    <p:sldId id="421" r:id="rId30"/>
    <p:sldId id="535" r:id="rId31"/>
    <p:sldId id="422" r:id="rId32"/>
    <p:sldId id="536" r:id="rId33"/>
    <p:sldId id="537" r:id="rId34"/>
    <p:sldId id="538" r:id="rId35"/>
    <p:sldId id="539" r:id="rId36"/>
    <p:sldId id="404" r:id="rId37"/>
    <p:sldId id="533" r:id="rId38"/>
    <p:sldId id="534" r:id="rId39"/>
    <p:sldId id="425" r:id="rId40"/>
    <p:sldId id="443" r:id="rId41"/>
    <p:sldId id="532" r:id="rId42"/>
    <p:sldId id="522" r:id="rId43"/>
    <p:sldId id="523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3DB49B4-2607-B202-8B0D-31AB175394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3" b="10988"/>
          <a:stretch>
            <a:fillRect/>
          </a:stretch>
        </p:blipFill>
        <p:spPr>
          <a:xfrm>
            <a:off x="-1" y="0"/>
            <a:ext cx="12192001" cy="689128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"/>
            <a:ext cx="12158130" cy="6857998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287866" y="3959016"/>
            <a:ext cx="116162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DEDICAÇÃO DA BASÍLICA DO LATRÃO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Reunidos em torno dos nossos pastores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Professando todos uma só fé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Armados com a força que vem do Senhor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Solo: Sob o impulso do Espírito Santo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>
                <a:solidFill>
                  <a:srgbClr val="131313"/>
                </a:solidFill>
                <a:latin typeface="Roboto" panose="02000000000000000000" pitchFamily="2" charset="0"/>
              </a:rPr>
              <a:t>IGREJA SANTA, TEMPLO DO SENHOR</a:t>
            </a:r>
          </a:p>
          <a:p>
            <a:pPr algn="l"/>
            <a:r>
              <a:rPr lang="pt-BR" sz="6600" b="1" dirty="0">
                <a:solidFill>
                  <a:srgbClr val="131313"/>
                </a:solidFill>
                <a:latin typeface="Roboto" panose="02000000000000000000" pitchFamily="2" charset="0"/>
              </a:rPr>
              <a:t>GLÓRIA A TI, IGREJA SANTA, Ó CIDADE DOS CRISTÃOS</a:t>
            </a:r>
          </a:p>
          <a:p>
            <a:pPr algn="l"/>
            <a:r>
              <a:rPr lang="pt-BR" sz="6600" b="1" dirty="0">
                <a:solidFill>
                  <a:srgbClr val="131313"/>
                </a:solidFill>
                <a:latin typeface="Roboto" panose="02000000000000000000" pitchFamily="2" charset="0"/>
              </a:rPr>
              <a:t>QUE TEUS FILHOS HOJE E SEMPRE VIVAM TODOS COMO IRMÃOS!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3317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D57BA-B632-71AE-62F5-66583AE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2680A-F815-62E7-64F7-4B18813E2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9A13C0-09EA-496D-5F50-BE6CA28FD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 OS ROMEIROS DE NOSSA SENHORA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 OS NOSSOS IRMÃOS SOFREDORES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 OS PADRES QUE SOBEM AO ALTAR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 OS PADRES QUE PARTEM EM MISSÃO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NÓS IREMOS A TI!</a:t>
            </a:r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1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558B-A7BE-2093-3983-2EACD1CF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70EC7-B7CD-5B42-2C13-810239E71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23C3B7-F702-D983-1E29-D56F9D041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>
                <a:solidFill>
                  <a:srgbClr val="131313"/>
                </a:solidFill>
                <a:latin typeface="Roboto" panose="02000000000000000000" pitchFamily="2" charset="0"/>
              </a:rPr>
              <a:t>IGREJA SANTA, TEMPLO DO SENHOR</a:t>
            </a:r>
          </a:p>
          <a:p>
            <a:pPr algn="l"/>
            <a:r>
              <a:rPr lang="pt-BR" sz="6600" b="1" dirty="0">
                <a:solidFill>
                  <a:srgbClr val="131313"/>
                </a:solidFill>
                <a:latin typeface="Roboto" panose="02000000000000000000" pitchFamily="2" charset="0"/>
              </a:rPr>
              <a:t>GLÓRIA A TI, IGREJA SANTA, Ó CIDADE DOS CRISTÃOS</a:t>
            </a:r>
          </a:p>
          <a:p>
            <a:pPr algn="l"/>
            <a:r>
              <a:rPr lang="pt-BR" sz="6600" b="1" dirty="0">
                <a:solidFill>
                  <a:srgbClr val="131313"/>
                </a:solidFill>
                <a:latin typeface="Roboto" panose="02000000000000000000" pitchFamily="2" charset="0"/>
              </a:rPr>
              <a:t>QUE TEUS FILHOS HOJE E SEMPRE VIVAM TODOS COMO IRMÃOS!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51258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900" b="1" dirty="0"/>
              <a:t>GLÓRIA A DEUS NAS ALTURASE PAZ NA TERRA AOS HOMENS POR ELE AMADOS, POR ELE AMADOS! </a:t>
            </a:r>
          </a:p>
          <a:p>
            <a:pPr algn="just"/>
            <a:endParaRPr lang="pt-BR" sz="6000" dirty="0"/>
          </a:p>
          <a:p>
            <a:pPr algn="just"/>
            <a:r>
              <a:rPr lang="pt-BR" sz="12000" dirty="0"/>
              <a:t>SENHOR DEUS, REI DOS CÉUS, DEUS PAI TODO PODEROSO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r>
              <a:rPr lang="pt-BR" sz="5400" dirty="0"/>
              <a:t>VÓS QUE TIRAIS O PECADO DO MUNDO, 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r>
              <a:rPr lang="pt-BR" sz="12300" dirty="0"/>
              <a:t>SÓ VÓS SOIS SANTO, SÓ VÓS O SENHOR, SÓ VÓS O ALTÍSSIMO, JESUS CRISTO, COM O ESPÍRITO SANTO NA GLÓRIA DE DEUS PAI. 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74791" cy="2127087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OS BRAÇOS DE UM RIO VÊM TRAZER ALEGRIA À CIDADE DE DEUS, À MORADA DO ALTÍSSIMO.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ESTA CASA EU ESCOLHI E SANTIFIQUEI, PARA NELA ESTAR MEU NOME PARA SEMPRE.</a:t>
            </a:r>
          </a:p>
          <a:p>
            <a:pPr marL="685800" indent="-685800">
              <a:buFontTx/>
              <a:buChar char="-"/>
            </a:pPr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555934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 VÓS,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APRESENTAMOS ESTES DONS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 PÃO E O VINHO, ALELUIA!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PODEREI RETRIBUIR AO SENHOR DEUS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TUDO AQUILO QUE ELE FEZ EM MEU FAVOR?R.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1B3C-67C3-9377-302D-9FE85628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B0A20-8AC5-217C-05BA-239AC6AD3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555934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BB867D-E362-58FD-FA7D-F693B4592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 VÓS,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APRESENTAMOS ESTES DONS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 PÃO E O VINHO, ALELUIA!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ELEVO O CÁLICE DA MINHA SALVAÇÃO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INVOCANDO O NOME SANTO DO SENHOR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74608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118C1-13E8-EEF5-22DB-C614AE75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1792E-D564-400E-023D-6ED4D1BAA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555934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4754E9-2063-0D6A-F88A-F9F596543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 VÓS,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APRESENTAMOS ESTES DONS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 PÃO E O VINHO, ALELUIA!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VOU CUMPRIR MINHAS PROMESSAS AO SENHOR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NA PRESENÇA DE SEU POVO REUNIDO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942219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80FA-FBBC-CAEE-9F7A-A67C3609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19ACD-F0B5-F1FD-3803-2AAD0BD3D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555934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20AF6C-F0C4-B8E2-4C6E-EC9BD6626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 VÓS,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APRESENTAMOS ESTES DONS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 PÃO E O VINHO, ALELUIA!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ISSO OFERTO UM SACRIFÍCIO DE LOUVOR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INVOCANDO O NOME SANTO DO SENHOR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61416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97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QUE ALEGRIA, QUANDO OUVI QUE ME DISSERAM: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'VAMOS À CASA DO SENHOR!'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AGORA NOSSOS PÉS JÁ SE DETÊM,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JERUSALÉM, EM TUAS PORTAS.</a:t>
            </a:r>
          </a:p>
        </p:txBody>
      </p:sp>
    </p:spTree>
    <p:extLst>
      <p:ext uri="{BB962C8B-B14F-4D97-AF65-F5344CB8AC3E}">
        <p14:creationId xmlns:p14="http://schemas.microsoft.com/office/powerpoint/2010/main" val="1428348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CF38C-3A9E-33A7-ECD3-A9498DF8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83572-AC74-5C6B-81ED-DF383B1BD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A9EE83-AA6B-943C-19E1-EF0845733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33658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LOUVAR, SEGUNDO A LEI DE ISRAEL,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NOME DO SENHOR.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 A SEDE DA JUSTIÇA LÁ ESTÁ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O TRONO DE DAVI.</a:t>
            </a:r>
            <a:br>
              <a:rPr lang="pt-BR" sz="6000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146147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2725-585B-BB51-5DD3-D136930C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9F6E7-EE6D-83A0-CE7B-F33E9D5F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54724F-6B98-4CFC-7E8A-EC3639A75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293818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6010-89BC-0675-336B-E4A382D9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7D8E9-0E79-1BD1-A482-558E6E15C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17F17-A5DC-5D95-7DF9-62E6BDFB7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ROGAI QUE VIVA EM PAZ JERUSALÉM,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EM SEGURANÇA OS QUE TE AMAM!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A PAZ HABITE DENTRO DE TEUS MUROS,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TRANQUILIDADE EM TEUS PALÁCIOS!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902439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92DE4-8B14-DE93-36C8-F72F30A2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EEE0E-870E-B28F-7B77-10CBB52E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1E2A18-8732-2219-3C49-1E2A3403C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88346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37DC-79E9-D7EA-13CE-C5831AF0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214CC-A4C9-9169-9498-5E83DC7DF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ACA99-A148-8742-6736-F2E3AE92C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AMOR A MEUS IRMÃOS E MEUS AMIGOS,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PEÇO: 'A PAZ ESTEJA EM TI!'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9 PELO AMOR QUE TENHO À CASA DO SENHOR,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TE DESEJO TODO BEM!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1959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O TESTAMENTO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DA TÃO GRANDE DIVINA MISERICÓRDIA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O CORPO E O SANGUE DO SENHOR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SINAL DE AMOR POR NÓS PECADORES</a:t>
            </a:r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A NASCENTE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DA ÁGUA VIVA PRA NÓS PECADORES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TI, O FOGO PURÍSSIMO DO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 TUA DIVINA MISERICÓRDIA</a:t>
            </a:r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 O REMÉDIO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DÁ ALÍVIO À NOSSA FRAQUEZA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UNIÃO SAGRADA ENTRE DEUS E CADA HOMEM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CONFIA NO TEU AMOR</a:t>
            </a:r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900472"/>
            <a:ext cx="11386320" cy="4772122"/>
          </a:xfrm>
        </p:spPr>
        <p:txBody>
          <a:bodyPr>
            <a:normAutofit/>
          </a:bodyPr>
          <a:lstStyle/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Ó HÓSTIA SANTA</a:t>
            </a:r>
          </a:p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HÓSTIA SANTA</a:t>
            </a:r>
          </a:p>
        </p:txBody>
      </p:sp>
    </p:spTree>
    <p:extLst>
      <p:ext uri="{BB962C8B-B14F-4D97-AF65-F5344CB8AC3E}">
        <p14:creationId xmlns:p14="http://schemas.microsoft.com/office/powerpoint/2010/main" val="3819908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A16D-2331-60FB-0C45-FF2B0C18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D515988-2C11-A02B-24BA-DDB8E8AC13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821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723-1D27-38BF-FC72-FA2857C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DEE4-5B09-B798-DAA6-2D8CCED9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599BF-15DD-9E64-6CED-93C0F79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1. TODA A LÍNGUA, POVO E NAÇÃO</a:t>
            </a:r>
          </a:p>
          <a:p>
            <a:pPr algn="l"/>
            <a:r>
              <a:rPr lang="pt-BR" sz="6600" dirty="0"/>
              <a:t>TUA LUZ ENCONTRA NA PALAVRA.</a:t>
            </a:r>
          </a:p>
          <a:p>
            <a:pPr algn="l"/>
            <a:r>
              <a:rPr lang="pt-BR" sz="6600" dirty="0"/>
              <a:t>OS TEUS FILHOS, FRÁGEIS E DISPERSOS</a:t>
            </a:r>
          </a:p>
          <a:p>
            <a:pPr algn="l"/>
            <a:r>
              <a:rPr lang="pt-BR" sz="6600" dirty="0"/>
              <a:t>SE REÚNEM NO TEU FILHO AMADO.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25433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FFB7-692B-83EA-495E-A19E75EA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A917-63C5-B502-8F82-5705A14E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3649F-89EB-809F-46D6-52A4B9BD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2. DEUS NOS OLHA, TERNO E PACIENTE:</a:t>
            </a:r>
          </a:p>
          <a:p>
            <a:pPr algn="l"/>
            <a:r>
              <a:rPr lang="pt-BR" sz="6600" dirty="0"/>
              <a:t>NASCE A AURORA DE UM FUTURO NOVO.</a:t>
            </a:r>
          </a:p>
          <a:p>
            <a:pPr algn="l"/>
            <a:r>
              <a:rPr lang="pt-BR" sz="6600" dirty="0"/>
              <a:t>NOVOS CÉUS, TERRA FEITA NOVA:</a:t>
            </a:r>
          </a:p>
          <a:p>
            <a:pPr algn="l"/>
            <a:r>
              <a:rPr lang="pt-BR" sz="6600" dirty="0"/>
              <a:t>PASSA OS MUROS, ‘SPIRITO DE VIDA.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141415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8361</TotalTime>
  <Words>1018</Words>
  <Application>Microsoft Office PowerPoint</Application>
  <PresentationFormat>Widescreen</PresentationFormat>
  <Paragraphs>194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-apple-system</vt:lpstr>
      <vt:lpstr>Arial</vt:lpstr>
      <vt:lpstr>Calibri</vt:lpstr>
      <vt:lpstr>Calibri Light</vt:lpstr>
      <vt:lpstr>Georgia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50</cp:revision>
  <dcterms:created xsi:type="dcterms:W3CDTF">2023-05-06T17:01:55Z</dcterms:created>
  <dcterms:modified xsi:type="dcterms:W3CDTF">2026-06-13T19:14:19Z</dcterms:modified>
</cp:coreProperties>
</file>