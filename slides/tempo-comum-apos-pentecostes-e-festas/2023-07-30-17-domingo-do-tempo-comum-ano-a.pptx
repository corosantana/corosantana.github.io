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55" r:id="rId4"/>
    <p:sldId id="379" r:id="rId5"/>
    <p:sldId id="380" r:id="rId6"/>
    <p:sldId id="381" r:id="rId7"/>
    <p:sldId id="382" r:id="rId8"/>
    <p:sldId id="258" r:id="rId9"/>
    <p:sldId id="259" r:id="rId10"/>
    <p:sldId id="371" r:id="rId11"/>
    <p:sldId id="383" r:id="rId12"/>
    <p:sldId id="260" r:id="rId13"/>
    <p:sldId id="261" r:id="rId14"/>
    <p:sldId id="338" r:id="rId15"/>
    <p:sldId id="339" r:id="rId16"/>
    <p:sldId id="340" r:id="rId17"/>
    <p:sldId id="377" r:id="rId18"/>
    <p:sldId id="264" r:id="rId19"/>
    <p:sldId id="265" r:id="rId20"/>
    <p:sldId id="266" r:id="rId21"/>
    <p:sldId id="267" r:id="rId22"/>
    <p:sldId id="271" r:id="rId23"/>
    <p:sldId id="269" r:id="rId24"/>
    <p:sldId id="376" r:id="rId25"/>
    <p:sldId id="292" r:id="rId26"/>
    <p:sldId id="275" r:id="rId27"/>
    <p:sldId id="363" r:id="rId28"/>
    <p:sldId id="361" r:id="rId29"/>
    <p:sldId id="362" r:id="rId30"/>
    <p:sldId id="358" r:id="rId31"/>
    <p:sldId id="373" r:id="rId32"/>
    <p:sldId id="378" r:id="rId33"/>
    <p:sldId id="277" r:id="rId34"/>
    <p:sldId id="337" r:id="rId35"/>
    <p:sldId id="374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>
        <p:scale>
          <a:sx n="66" d="100"/>
          <a:sy n="66" d="100"/>
        </p:scale>
        <p:origin x="6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O ESPÍRITO SANTO APARECEU</a:t>
            </a:r>
          </a:p>
          <a:p>
            <a:pPr algn="l"/>
            <a:r>
              <a:rPr lang="pt-BR" sz="7200" b="1" dirty="0"/>
              <a:t>E DA NUVEM LUMINOSA O PAI FALOU</a:t>
            </a:r>
          </a:p>
          <a:p>
            <a:pPr algn="l"/>
            <a:r>
              <a:rPr lang="pt-BR" sz="7200" b="1" dirty="0"/>
              <a:t>É ESTE O MEU FILHO MUITO AMADO</a:t>
            </a:r>
          </a:p>
          <a:p>
            <a:pPr algn="l"/>
            <a:r>
              <a:rPr lang="pt-BR" sz="7200" b="1" dirty="0"/>
              <a:t>PORQUE NELE COLOQUEI MEU GRANDE AMOR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073295"/>
            <a:ext cx="11492348" cy="5927209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EIS A VOZ DO SENHOR COM PODER</a:t>
            </a:r>
          </a:p>
          <a:p>
            <a:pPr algn="l"/>
            <a:r>
              <a:rPr lang="pt-BR" sz="8800" dirty="0"/>
              <a:t>EIS A VOZ DO SENHOR MAJESTOSA</a:t>
            </a:r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O ESPÍRITO SANTO APARECEU</a:t>
            </a:r>
          </a:p>
          <a:p>
            <a:pPr algn="l"/>
            <a:r>
              <a:rPr lang="pt-BR" sz="7200" b="1" dirty="0"/>
              <a:t>E DA NUVEM LUMINOSA O PAI FALOU</a:t>
            </a:r>
          </a:p>
          <a:p>
            <a:pPr algn="l"/>
            <a:r>
              <a:rPr lang="pt-BR" sz="7200" b="1" dirty="0"/>
              <a:t>É ESTE O MEU FILHO MUITO AMADO</a:t>
            </a:r>
          </a:p>
          <a:p>
            <a:pPr algn="l"/>
            <a:r>
              <a:rPr lang="pt-BR" sz="7200" b="1" dirty="0"/>
              <a:t>PORQUE NELE COLOQUEI MEU GRANDE AMOR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4080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073295"/>
            <a:ext cx="11492348" cy="5927209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EIS A VOZ DO SENHOR QUEBRA OS CEDROS</a:t>
            </a:r>
          </a:p>
          <a:p>
            <a:pPr algn="l"/>
            <a:r>
              <a:rPr lang="pt-BR" sz="8800" dirty="0"/>
              <a:t>A VOZ DO SENHOR FAZ TREMER O DESERTO</a:t>
            </a:r>
          </a:p>
        </p:txBody>
      </p:sp>
    </p:spTree>
    <p:extLst>
      <p:ext uri="{BB962C8B-B14F-4D97-AF65-F5344CB8AC3E}">
        <p14:creationId xmlns:p14="http://schemas.microsoft.com/office/powerpoint/2010/main" val="90859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O ESPÍRITO SANTO APARECEU</a:t>
            </a:r>
          </a:p>
          <a:p>
            <a:pPr algn="l"/>
            <a:r>
              <a:rPr lang="pt-BR" sz="7200" b="1" dirty="0"/>
              <a:t>E DA NUVEM LUMINOSA O PAI FALOU</a:t>
            </a:r>
          </a:p>
          <a:p>
            <a:pPr algn="l"/>
            <a:r>
              <a:rPr lang="pt-BR" sz="7200" b="1" dirty="0"/>
              <a:t>É ESTE O MEU FILHO MUITO AMADO</a:t>
            </a:r>
          </a:p>
          <a:p>
            <a:pPr algn="l"/>
            <a:r>
              <a:rPr lang="pt-BR" sz="7200" b="1" dirty="0"/>
              <a:t>PORQUE NELE COLOQUEI MEU GRANDE AMOR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647468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073295"/>
            <a:ext cx="11492348" cy="592720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VOZ DE DEUS QUE CONTORCE OS CARVALHOS</a:t>
            </a:r>
          </a:p>
          <a:p>
            <a:pPr algn="l"/>
            <a:r>
              <a:rPr lang="pt-BR" sz="8800" dirty="0"/>
              <a:t>VOZ DE DEUS QUE DEVATSA AS FLORESTA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64404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CONFESSO A DEUS PAI TODO PODEROSO E A VÓS IRMÃOS E IRMÃS, QUE ROGUEIS MUITAS VEZES, POR PENSAMENTOS, PALAVRAS, ATO E OMISSÕES, POR MINHA CULPA, MINHA TÃO GRANDE CULPA</a:t>
            </a:r>
            <a:endParaRPr lang="pt-BR" sz="13200" b="1" dirty="0"/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7897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8000" dirty="0"/>
              <a:t>E PEÇO À VIRGEM MARIA, AOS ANJOS E SANTOS, E A VÓS IRMÃOS E IRMÃS, QUE ROGUEIS POR MIM A DEUS, NOSSO SENHOR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22389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7897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/>
          </a:bodyPr>
          <a:lstStyle/>
          <a:p>
            <a:r>
              <a:rPr lang="pt-BR" sz="8000" b="1" dirty="0"/>
              <a:t>KYRIE ELEISON</a:t>
            </a:r>
          </a:p>
          <a:p>
            <a:r>
              <a:rPr lang="pt-BR" sz="8000" b="1" dirty="0"/>
              <a:t>CHHRISTE ELEISON</a:t>
            </a:r>
          </a:p>
          <a:p>
            <a:r>
              <a:rPr lang="pt-BR" sz="8000" b="1" dirty="0"/>
              <a:t>KYRIE ELEISON</a:t>
            </a:r>
          </a:p>
        </p:txBody>
      </p:sp>
    </p:spTree>
    <p:extLst>
      <p:ext uri="{BB962C8B-B14F-4D97-AF65-F5344CB8AC3E}">
        <p14:creationId xmlns:p14="http://schemas.microsoft.com/office/powerpoint/2010/main" val="2221276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ALTURAS(2X)</a:t>
            </a:r>
          </a:p>
          <a:p>
            <a:pPr algn="just"/>
            <a:r>
              <a:rPr lang="pt-BR" sz="6000" dirty="0"/>
              <a:t>E PAZ NA TERRA AOS HOMENS POR ELE AMADOS</a:t>
            </a:r>
            <a:endParaRPr lang="pt-BR" sz="8000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ALTURAS(2X)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VÓS QUE TIRAIS O PECADO DO MUNDO,</a:t>
            </a:r>
          </a:p>
          <a:p>
            <a:pPr algn="l"/>
            <a:r>
              <a:rPr lang="pt-BR" sz="11400" dirty="0"/>
              <a:t>TENDE PIEDADE DE NÓS</a:t>
            </a:r>
            <a:endParaRPr lang="pt-BR" sz="139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</a:t>
            </a:r>
          </a:p>
          <a:p>
            <a:pPr algn="just"/>
            <a:r>
              <a:rPr lang="pt-BR" sz="96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COMO EU AMO, SENHOR, A VOSSA, VOSSA PALAVRA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EU TE LOUVO, Ó PAI, SANTO, DEUS DO CÉU, SENHOR, DA TERRA/ OS MISTÉRIOS DO TEU REINO AOS PEQUENOS, PAI, REVELAS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QUEM ME PROTEGE E ME AMPARA É MEU DEUS</a:t>
            </a:r>
          </a:p>
          <a:p>
            <a:pPr algn="l"/>
            <a:r>
              <a:rPr lang="pt-BR" sz="6600" b="1" dirty="0"/>
              <a:t>É O SENHOR  QUEM SUSTENTA A MINHA VIDA</a:t>
            </a:r>
          </a:p>
          <a:p>
            <a:pPr algn="l"/>
            <a:r>
              <a:rPr lang="pt-BR" sz="6600" dirty="0"/>
              <a:t>POR VOSSO NOME SALVAI-ME, SENHOR</a:t>
            </a:r>
          </a:p>
          <a:p>
            <a:pPr algn="l"/>
            <a:r>
              <a:rPr lang="pt-BR" sz="6600" dirty="0"/>
              <a:t>E DAI-ME A VOSSA JUSTIÇA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1" dirty="0"/>
              <a:t>QUEM ME PROTEGE E ME AMPARA É MEU DEUS</a:t>
            </a:r>
          </a:p>
          <a:p>
            <a:pPr algn="l"/>
            <a:r>
              <a:rPr lang="pt-BR" sz="6600" b="1" dirty="0"/>
              <a:t>É O SENHOR  QUEM SUSTENTA A MINHA VIDA</a:t>
            </a:r>
          </a:p>
          <a:p>
            <a:pPr algn="l"/>
            <a:r>
              <a:rPr lang="pt-BR" sz="6600" dirty="0"/>
              <a:t>O MEU DEUS, ATENDEI A MINHA PRECE</a:t>
            </a:r>
          </a:p>
          <a:p>
            <a:pPr algn="l"/>
            <a:r>
              <a:rPr lang="pt-BR" sz="6600" dirty="0"/>
              <a:t>ESCUTAI AS PALAVRAS QUE EU DIGO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dirty="0"/>
              <a:t>VEJAM, EU ANDEI PELAS VILAS,</a:t>
            </a:r>
          </a:p>
          <a:p>
            <a:pPr algn="just"/>
            <a:r>
              <a:rPr lang="pt-BR" sz="6600" dirty="0"/>
              <a:t>APONTEI AS SAÍDAS COMO O PAI ME PEDIU</a:t>
            </a:r>
          </a:p>
          <a:p>
            <a:pPr algn="just"/>
            <a:r>
              <a:rPr lang="pt-BR" sz="6600" dirty="0"/>
              <a:t>PORTAS, EU CHEGUEI PARA ABRI-LAS,</a:t>
            </a:r>
          </a:p>
          <a:p>
            <a:pPr algn="just"/>
            <a:r>
              <a:rPr lang="pt-BR" sz="6600" dirty="0"/>
              <a:t>EU CUREI AS FERIDAS COMO NUNCA SE VIU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VEJAM, FIZ DE NOVO A LEITURA</a:t>
            </a:r>
          </a:p>
          <a:p>
            <a:pPr algn="l"/>
            <a:r>
              <a:rPr lang="pt-BR" sz="5400" dirty="0"/>
              <a:t>DAS RAÍZES DA VIDA QUE MEU PAI VÊ MELHOR</a:t>
            </a:r>
          </a:p>
          <a:p>
            <a:pPr algn="l"/>
            <a:r>
              <a:rPr lang="pt-BR" sz="5400" dirty="0"/>
              <a:t>LUZES, ASCENDI COM BRANDURA</a:t>
            </a:r>
          </a:p>
          <a:p>
            <a:pPr algn="l"/>
            <a:r>
              <a:rPr lang="pt-BR" sz="5400" dirty="0"/>
              <a:t>PARA A OVELHA PERDIDA NÃO MEDI MEU SUOR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b="1" dirty="0"/>
              <a:t>POR ONDE FORMOS TAMBÉM NÓS QUE BRILHE A TUA LUZ!</a:t>
            </a:r>
          </a:p>
          <a:p>
            <a:pPr algn="just"/>
            <a:r>
              <a:rPr lang="pt-BR" sz="5400" b="1" dirty="0"/>
              <a:t>FALA, SENHOR, NA NOSSA VOZ, EM NOSSA VIDA</a:t>
            </a:r>
          </a:p>
          <a:p>
            <a:pPr algn="just"/>
            <a:r>
              <a:rPr lang="pt-BR" sz="5400" b="1" dirty="0"/>
              <a:t>NOSSO CAMINHO ENTÃO CONDUZ. QUEREMOS SER ASSIM!</a:t>
            </a:r>
          </a:p>
          <a:p>
            <a:pPr algn="just"/>
            <a:r>
              <a:rPr lang="pt-BR" sz="5400" b="1" dirty="0"/>
              <a:t>QUE O PÃO DA VIDA NOS REVIGORE NO NOSSO "SIM"!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77739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SALVE RAINHA, MÃE DE DEUS, ÉS SENHORA NOSSA MÃE</a:t>
            </a:r>
          </a:p>
          <a:p>
            <a:pPr algn="l"/>
            <a:r>
              <a:rPr lang="pt-BR" sz="6000" dirty="0"/>
              <a:t>NOSSA DOÇURA, NOSSA LUZ, DOCE VIRGEM MARIA</a:t>
            </a:r>
          </a:p>
          <a:p>
            <a:pPr algn="l"/>
            <a:r>
              <a:rPr lang="pt-BR" sz="6000" dirty="0"/>
              <a:t>NÓS A TI CLAMAMOS, FILHOS EXILADOS</a:t>
            </a:r>
          </a:p>
          <a:p>
            <a:pPr algn="l"/>
            <a:r>
              <a:rPr lang="pt-BR" sz="6000" dirty="0"/>
              <a:t>NÓS A TI VOLTAMOS NOSSO OLHAR CONFIANTE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893185"/>
            <a:ext cx="11173692" cy="572928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dirty="0"/>
              <a:t>VOLTA PARA NÓS Ó MÃE, TEU SEMBLANTE DE AMOR</a:t>
            </a:r>
          </a:p>
          <a:p>
            <a:pPr algn="l"/>
            <a:r>
              <a:rPr lang="pt-BR" sz="5400" dirty="0"/>
              <a:t>DAI-NOS TEU JESUS Ó MÃE, QUANDO A NOITE PASSAR</a:t>
            </a:r>
          </a:p>
          <a:p>
            <a:pPr algn="l"/>
            <a:r>
              <a:rPr lang="pt-BR" sz="5400" dirty="0"/>
              <a:t>SALVE RAINHA, MÃE DE DEUS, ÉS AUXÍLIO DO CRISTÃO</a:t>
            </a:r>
          </a:p>
          <a:p>
            <a:pPr algn="l"/>
            <a:r>
              <a:rPr lang="pt-BR" sz="5400" dirty="0"/>
              <a:t>Ó MÃE CLEMENTE, MÃE PIEDOSA, DOCE VIRGEM MARIA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8163</TotalTime>
  <Words>737</Words>
  <Application>Microsoft Office PowerPoint</Application>
  <PresentationFormat>Widescreen</PresentationFormat>
  <Paragraphs>121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24</cp:revision>
  <dcterms:created xsi:type="dcterms:W3CDTF">2023-05-06T17:01:55Z</dcterms:created>
  <dcterms:modified xsi:type="dcterms:W3CDTF">2023-08-05T19:35:12Z</dcterms:modified>
</cp:coreProperties>
</file>