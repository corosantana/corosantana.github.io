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67" r:id="rId4"/>
    <p:sldId id="492" r:id="rId5"/>
    <p:sldId id="493" r:id="rId6"/>
    <p:sldId id="494" r:id="rId7"/>
    <p:sldId id="495" r:id="rId8"/>
    <p:sldId id="496" r:id="rId9"/>
    <p:sldId id="258" r:id="rId10"/>
    <p:sldId id="259" r:id="rId11"/>
    <p:sldId id="440" r:id="rId12"/>
    <p:sldId id="441" r:id="rId13"/>
    <p:sldId id="260" r:id="rId14"/>
    <p:sldId id="261" r:id="rId15"/>
    <p:sldId id="338" r:id="rId16"/>
    <p:sldId id="339" r:id="rId17"/>
    <p:sldId id="340" r:id="rId18"/>
    <p:sldId id="377" r:id="rId19"/>
    <p:sldId id="264" r:id="rId20"/>
    <p:sldId id="265" r:id="rId21"/>
    <p:sldId id="266" r:id="rId22"/>
    <p:sldId id="267" r:id="rId23"/>
    <p:sldId id="271" r:id="rId24"/>
    <p:sldId id="269" r:id="rId25"/>
    <p:sldId id="473" r:id="rId26"/>
    <p:sldId id="497" r:id="rId27"/>
    <p:sldId id="498" r:id="rId28"/>
    <p:sldId id="499" r:id="rId29"/>
    <p:sldId id="500" r:id="rId30"/>
    <p:sldId id="502" r:id="rId31"/>
    <p:sldId id="501" r:id="rId32"/>
    <p:sldId id="503" r:id="rId33"/>
    <p:sldId id="292" r:id="rId34"/>
    <p:sldId id="275" r:id="rId35"/>
    <p:sldId id="361" r:id="rId36"/>
    <p:sldId id="362" r:id="rId37"/>
    <p:sldId id="484" r:id="rId38"/>
    <p:sldId id="505" r:id="rId39"/>
    <p:sldId id="485" r:id="rId40"/>
    <p:sldId id="506" r:id="rId41"/>
    <p:sldId id="487" r:id="rId42"/>
    <p:sldId id="507" r:id="rId43"/>
    <p:sldId id="489" r:id="rId44"/>
    <p:sldId id="508" r:id="rId45"/>
    <p:sldId id="504" r:id="rId46"/>
    <p:sldId id="509" r:id="rId47"/>
    <p:sldId id="404" r:id="rId48"/>
    <p:sldId id="477" r:id="rId49"/>
    <p:sldId id="486" r:id="rId50"/>
    <p:sldId id="510" r:id="rId51"/>
    <p:sldId id="488" r:id="rId52"/>
    <p:sldId id="419" r:id="rId53"/>
    <p:sldId id="337" r:id="rId54"/>
    <p:sldId id="511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67"/>
            <p14:sldId id="492"/>
            <p14:sldId id="493"/>
            <p14:sldId id="494"/>
            <p14:sldId id="495"/>
            <p14:sldId id="496"/>
            <p14:sldId id="258"/>
            <p14:sldId id="259"/>
            <p14:sldId id="440"/>
            <p14:sldId id="441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271"/>
            <p14:sldId id="269"/>
            <p14:sldId id="473"/>
            <p14:sldId id="497"/>
            <p14:sldId id="498"/>
            <p14:sldId id="499"/>
            <p14:sldId id="500"/>
            <p14:sldId id="502"/>
            <p14:sldId id="501"/>
            <p14:sldId id="503"/>
            <p14:sldId id="292"/>
            <p14:sldId id="275"/>
            <p14:sldId id="361"/>
            <p14:sldId id="362"/>
            <p14:sldId id="484"/>
            <p14:sldId id="505"/>
            <p14:sldId id="485"/>
            <p14:sldId id="506"/>
            <p14:sldId id="487"/>
            <p14:sldId id="507"/>
            <p14:sldId id="489"/>
            <p14:sldId id="508"/>
            <p14:sldId id="504"/>
            <p14:sldId id="509"/>
            <p14:sldId id="404"/>
            <p14:sldId id="477"/>
            <p14:sldId id="486"/>
            <p14:sldId id="510"/>
            <p14:sldId id="488"/>
            <p14:sldId id="419"/>
            <p14:sldId id="337"/>
            <p14:sldId id="5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>
        <p:scale>
          <a:sx n="66" d="100"/>
          <a:sy n="66" d="100"/>
        </p:scale>
        <p:origin x="1980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º Domingo da Páscoa">
            <a:extLst>
              <a:ext uri="{FF2B5EF4-FFF2-40B4-BE49-F238E27FC236}">
                <a16:creationId xmlns:a16="http://schemas.microsoft.com/office/drawing/2014/main" id="{56420213-0738-712E-5C62-55702BAC3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40C6352-01D6-F81D-CAE4-922E21ABE874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59817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25º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0493945" cy="5749636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92AAE-4005-79B8-B0FD-F91A6F60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664F2-F4A7-5928-4928-C58798685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62BAC1-A1DA-0F6A-021B-C9BEF0487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0493945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O SENHOR É O PASTOR QUE ME CONDUZ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POR CAMINHOS NUNCA VISTOS ME ENVIOU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SOU CHAMADO A SER FERMENTO SAL E LUZ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E POR ISSO RESPONDI: AQUI ESTOU!</a:t>
            </a:r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7278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3B77-EDC8-6B5D-1425-715000DF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56DE5-8472-4EAC-EE6E-523D477C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92ACE6-035C-C039-E365-F70633590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0493945" cy="5749636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851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7651-0FAB-E6BC-CF06-43A57322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D11C2-3DD8-BCE1-6580-AB3F62F06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A33CC5-3201-74DD-A5C9-6B3C15E32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0493945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ELE PÔS EM MINHA BOCA UMA CANÇÃO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ME UNGIU COMO PROFETA E TROVADOR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DA HISTÓRIA E DA VIDA DO MEU POVO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E POR ISSO RESPONDI: AQUI ESTOU!</a:t>
            </a:r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5903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A6CC-56CB-3FED-2D3D-18D83DC4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1E8D5-1BAF-ADDA-1AF5-954CC0A80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8C1570-5139-475A-7DCA-A1C9A02C1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0493945" cy="5749636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71696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A41D-756F-922D-E1DF-071CD7EA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F8489-9267-01B5-4C54-535143587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5CFF52-268D-C35A-74DB-E3DD9E172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0493945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PONHO A MINHA CONFIANÇA NO SENHOR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DA ESPERANÇA SOU CHAMADO A SER SINAL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SEU OUVIDO SE INCLINOU AO MEU CLAMOR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E POR ISSO RESPONDI: AQUI ESTOU!</a:t>
            </a:r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4763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8444-1EA5-F924-B596-4FDD76FB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2EA24-8470-4550-1705-BFC154F0A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C5151C-8B8F-DE69-2AFF-5B4B83249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0493945" cy="5749636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PRA FAZER TUA VONTADE</a:t>
            </a:r>
            <a:br>
              <a:rPr lang="pt-BR" sz="6000" b="1" dirty="0"/>
            </a:br>
            <a:r>
              <a:rPr lang="pt-BR" sz="6000" b="1" dirty="0"/>
              <a:t>PRA VIVER NO TEU AMOR</a:t>
            </a:r>
            <a:br>
              <a:rPr lang="pt-BR" sz="6000" b="1" dirty="0"/>
            </a:br>
            <a:r>
              <a:rPr lang="pt-BR" sz="6000" b="1" dirty="0"/>
              <a:t>EIS-ME AQUI SENHOR!</a:t>
            </a:r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2965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</a:rPr>
              <a:t>SENHOR, QUE VIESTES NÃO PARA CONDENAR*,</a:t>
            </a:r>
          </a:p>
          <a:p>
            <a:pPr algn="l"/>
            <a:r>
              <a:rPr lang="pt-BR" sz="5800" b="0" i="0" dirty="0">
                <a:effectLst/>
              </a:rPr>
              <a:t>MAS PARA PERDOAR, </a:t>
            </a:r>
          </a:p>
          <a:p>
            <a:pPr algn="l"/>
            <a:r>
              <a:rPr lang="pt-BR" sz="5800" b="0" i="0" dirty="0">
                <a:effectLst/>
              </a:rPr>
              <a:t>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5A1B-E11F-4A2C-04C5-EAB9BD98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80D09-9985-701C-36BE-8A5930507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3BFC3D-D0BD-9D5C-5C9B-181CB1EFB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</a:rPr>
              <a:t>CRISTO, QUE VOS ALEGRAIS*</a:t>
            </a:r>
          </a:p>
          <a:p>
            <a:pPr algn="l"/>
            <a:r>
              <a:rPr lang="pt-BR" sz="5800" b="0" i="0" dirty="0">
                <a:effectLst/>
              </a:rPr>
              <a:t>PELO PECADOR ARREPENDIDO, </a:t>
            </a:r>
          </a:p>
          <a:p>
            <a:pPr algn="l"/>
            <a:r>
              <a:rPr lang="pt-BR" sz="5800" b="0" i="0" dirty="0">
                <a:effectLst/>
              </a:rPr>
              <a:t>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867976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43FC-282A-939F-E717-D1F5D4BD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1D39F-BE7A-04C6-2C6A-700ACA4F2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B72695-FBA8-69B9-0B82-11844ADD6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MUITO PERDOAIS*</a:t>
            </a:r>
          </a:p>
          <a:p>
            <a:pPr algn="l"/>
            <a:r>
              <a:rPr lang="pt-BR" sz="5800" b="0" i="0" dirty="0">
                <a:effectLst/>
              </a:rPr>
              <a:t>A QUEM MUITO AMA, </a:t>
            </a:r>
          </a:p>
          <a:p>
            <a:pPr algn="l"/>
            <a:r>
              <a:rPr lang="pt-BR" sz="5800" b="0" i="0" dirty="0">
                <a:effectLst/>
              </a:rPr>
              <a:t>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159536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500" b="1" dirty="0"/>
              <a:t>GLÓRIA A DEUS NAS ALTURAS! GLÓRIA A DEUS NAS ALTURAS! GLÓRIA A DEUS NAS ALTURAS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Autofit/>
          </a:bodyPr>
          <a:lstStyle/>
          <a:p>
            <a:pPr algn="just"/>
            <a:r>
              <a:rPr lang="pt-BR" sz="6000" dirty="0"/>
              <a:t>SÓ VÓS SOIS O SANTO, SÓ VÓS O SENHOR, </a:t>
            </a:r>
          </a:p>
          <a:p>
            <a:pPr algn="just"/>
            <a:r>
              <a:rPr lang="pt-BR" sz="6000" dirty="0"/>
              <a:t>SÓ VÓS O ALTÍSSIMO, JESUS CRISTO,</a:t>
            </a:r>
          </a:p>
          <a:p>
            <a:pPr algn="just"/>
            <a:r>
              <a:rPr lang="pt-BR" sz="6000" dirty="0"/>
              <a:t>COM O ESPÍRITO SANTO NA GLÓRIA DE DEUS PAI. AMÉM!</a:t>
            </a:r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LOUVAI O SENHOR QUE ELEVA OS POBRES!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ALELUIA.</a:t>
            </a:r>
          </a:p>
          <a:p>
            <a:endParaRPr lang="pt-BR" sz="4800" b="1" dirty="0"/>
          </a:p>
          <a:p>
            <a:r>
              <a:rPr lang="pt-BR" sz="4800" dirty="0"/>
              <a:t> JESUS CRISTO, SENDO RICO, SE FEZ POBRE E POR AMOR; PARA QUE SUA POBREZA NOS, ASSIM, ENRIQUECESSE.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SENHOR, MEU DEUS, OBRIGADO, SENHOR</a:t>
            </a:r>
          </a:p>
          <a:p>
            <a:pPr algn="l"/>
            <a:r>
              <a:rPr lang="pt-BR" sz="7200" b="1" dirty="0"/>
              <a:t>PORQUE TUDO É TEU!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6CA08-85C6-DFA3-918B-00C35D07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A44EC-1B29-DAB3-93BC-7F944A7EA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926076-F5A1-F20D-671F-1104A460C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É TEU O PÃO QUE APRESENTAMOS</a:t>
            </a:r>
          </a:p>
          <a:p>
            <a:pPr algn="l"/>
            <a:r>
              <a:rPr lang="pt-BR" sz="7200" dirty="0"/>
              <a:t>É TUA DOR QUE SUPORTAMOS: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1790994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112D-D823-4FB5-15D1-A3B1C57A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9C902-B199-783F-12D1-538F918DB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D2EA43-21CE-C31C-A246-686D30B2F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SENHOR, MEU DEUS, OBRIGADO, SENHOR</a:t>
            </a:r>
          </a:p>
          <a:p>
            <a:pPr algn="l"/>
            <a:r>
              <a:rPr lang="pt-BR" sz="7200" b="1" dirty="0"/>
              <a:t>PORQUE TUDO É TEU!</a:t>
            </a:r>
          </a:p>
        </p:txBody>
      </p:sp>
    </p:spTree>
    <p:extLst>
      <p:ext uri="{BB962C8B-B14F-4D97-AF65-F5344CB8AC3E}">
        <p14:creationId xmlns:p14="http://schemas.microsoft.com/office/powerpoint/2010/main" val="1481373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E16A-3665-60ED-A64B-F4EA4BBE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97D3E-8AF4-82F5-2A65-E26C1DCD4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0C549D-C3F9-9E53-730C-FA67B253C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É TEU O VINHO QUE TRAZEMOS</a:t>
            </a:r>
          </a:p>
          <a:p>
            <a:pPr algn="l"/>
            <a:r>
              <a:rPr lang="pt-BR" sz="7200" dirty="0"/>
              <a:t>É TUA VIDA QUE VIVEMOS: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3473624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F5EF-4B34-0959-A1E9-6F45AFBF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A944D-CEB7-538D-2A71-4725008EF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D028E7-3E81-7F35-428C-5EB9EA32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SENHOR, MEU DEUS, OBRIGADO, SENHOR</a:t>
            </a:r>
          </a:p>
          <a:p>
            <a:pPr algn="l"/>
            <a:r>
              <a:rPr lang="pt-BR" sz="7200" b="1" dirty="0"/>
              <a:t>PORQUE TUDO É TEU!</a:t>
            </a:r>
          </a:p>
        </p:txBody>
      </p:sp>
    </p:spTree>
    <p:extLst>
      <p:ext uri="{BB962C8B-B14F-4D97-AF65-F5344CB8AC3E}">
        <p14:creationId xmlns:p14="http://schemas.microsoft.com/office/powerpoint/2010/main" val="3620442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8CA6-37D6-E43A-B221-886FB57E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AEA34-2936-C3A1-7468-60A5639C8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65531C-5559-B1DA-FA48-7C9F5E37E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A TUA VIDA É NOSSA VIDA</a:t>
            </a:r>
          </a:p>
          <a:p>
            <a:pPr algn="l"/>
            <a:r>
              <a:rPr lang="pt-BR" sz="7200" dirty="0"/>
              <a:t>NA TUA CASA RECEBIDA: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587271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61D74-F8FA-B931-3411-2BE94D675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0DF5F-C018-3A6E-35DA-891D4C5A3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0FE641-8DDA-1CD9-7FB7-B67CCFEF0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SENHOR, MEU DEUS, OBRIGADO, SENHOR</a:t>
            </a:r>
          </a:p>
          <a:p>
            <a:pPr algn="l"/>
            <a:r>
              <a:rPr lang="pt-BR" sz="7200" b="1" dirty="0"/>
              <a:t>PORQUE TUDO É TEU!</a:t>
            </a:r>
          </a:p>
        </p:txBody>
      </p:sp>
    </p:spTree>
    <p:extLst>
      <p:ext uri="{BB962C8B-B14F-4D97-AF65-F5344CB8AC3E}">
        <p14:creationId xmlns:p14="http://schemas.microsoft.com/office/powerpoint/2010/main" val="505991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20CF-299C-2D58-7E84-65938B7E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FEC55-77F7-1FDF-3160-65DF1B330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4C4DA8-1542-4C54-0B33-3AE5B8240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NA TUA CRUZ CRUCIFICADOS</a:t>
            </a:r>
          </a:p>
          <a:p>
            <a:pPr algn="l"/>
            <a:r>
              <a:rPr lang="pt-BR" sz="7200" dirty="0"/>
              <a:t>SEREMOS TEUS RESSUSCITADOS: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3779241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7C9F-3EDB-41AF-5799-2965CCBB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19252-78C6-3CCC-647E-07416FDD6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998" y="479991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892B52-B25A-029F-C33C-40796CF10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44620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7200" b="1" dirty="0"/>
          </a:p>
          <a:p>
            <a:pPr algn="l"/>
            <a:r>
              <a:rPr lang="pt-BR" sz="7200" b="1" dirty="0"/>
              <a:t>SENHOR, MEU DEUS, OBRIGADO, SENHOR</a:t>
            </a:r>
          </a:p>
          <a:p>
            <a:pPr algn="l"/>
            <a:r>
              <a:rPr lang="pt-BR" sz="7200" b="1" dirty="0"/>
              <a:t>PORQUE TUDO É TEU!</a:t>
            </a:r>
          </a:p>
        </p:txBody>
      </p:sp>
    </p:spTree>
    <p:extLst>
      <p:ext uri="{BB962C8B-B14F-4D97-AF65-F5344CB8AC3E}">
        <p14:creationId xmlns:p14="http://schemas.microsoft.com/office/powerpoint/2010/main" val="447414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Autofit/>
          </a:bodyPr>
          <a:lstStyle/>
          <a:p>
            <a:pPr algn="just"/>
            <a:r>
              <a:rPr lang="pt-BR" sz="5400" dirty="0"/>
              <a:t>SANTO, SANTO, SANTO SENHOR DEUS DO UNIVERSO, O CÉU E A TERRA PROCLAMAM A VOSSA GLÓRIA</a:t>
            </a:r>
          </a:p>
          <a:p>
            <a:pPr algn="just"/>
            <a:r>
              <a:rPr lang="pt-BR" sz="5400" b="1" dirty="0"/>
              <a:t>HOSANA NAS ALTURAS!</a:t>
            </a:r>
          </a:p>
          <a:p>
            <a:pPr algn="just"/>
            <a:r>
              <a:rPr lang="pt-BR" sz="5400" dirty="0"/>
              <a:t>BENDITO O QUE VEM EM NOME DO SENHOR </a:t>
            </a:r>
          </a:p>
          <a:p>
            <a:pPr algn="just"/>
            <a:r>
              <a:rPr lang="pt-BR" sz="5400" b="1" dirty="0"/>
              <a:t>HOSANA NAS ALTURAS!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EM CUMPRIR VOSSA VONTADE E VOSSA LEI!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E621-AF42-F933-40B6-EA4010CE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ADDB9-C169-48E2-04F5-A5D8592D2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0097D-09B8-49B8-A41E-2E24C42A9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FELIZ O HOMEM SEM PECADO EM SEU CAMINHO,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QUE NA LEI DO SENHOR DEUS VAI PROGREDINDO!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FELIZ O HOMEM QUE OBSERVA SEUS PRECEITOS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 DE TODO O CORAÇÃO PROCURA A DEUS.</a:t>
            </a:r>
          </a:p>
        </p:txBody>
      </p:sp>
    </p:spTree>
    <p:extLst>
      <p:ext uri="{BB962C8B-B14F-4D97-AF65-F5344CB8AC3E}">
        <p14:creationId xmlns:p14="http://schemas.microsoft.com/office/powerpoint/2010/main" val="1664608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E3BEB-D0F1-4ECA-7529-F4275B68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46CE4-245C-023C-1D05-F0B7FBB14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976C62-9AFD-7989-C8DC-999D5AC6C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EM CUMPRIR VOSSA VONTADE E VOSSA LEI!</a:t>
            </a:r>
          </a:p>
        </p:txBody>
      </p:sp>
    </p:spTree>
    <p:extLst>
      <p:ext uri="{BB962C8B-B14F-4D97-AF65-F5344CB8AC3E}">
        <p14:creationId xmlns:p14="http://schemas.microsoft.com/office/powerpoint/2010/main" val="15592387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7250-7411-8DC2-F079-C8F9F0E2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3C2ED-0007-9B9F-F6DF-348A88908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51D654-2854-C374-B5F1-B5F0C793A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QUE NÃO PRATICA A MALDADE EM SUA VIDA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MAS VAI ANDANDO NOS CAMINHOS DO SENHOR.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QUERO GUARDAR VOSSA VONTADE E VOSSA LEI;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SENHOR, NÃO ME DEIXEIS DESAMPARADO!</a:t>
            </a:r>
          </a:p>
        </p:txBody>
      </p:sp>
    </p:spTree>
    <p:extLst>
      <p:ext uri="{BB962C8B-B14F-4D97-AF65-F5344CB8AC3E}">
        <p14:creationId xmlns:p14="http://schemas.microsoft.com/office/powerpoint/2010/main" val="2526811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BDBB-DA9E-AE97-37EB-2CE8838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25B35-069B-2557-8DAF-C6351CBC5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ACE854-526E-9AA2-AA75-7C39B8132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EM CUMPRIR VOSSA VONTADE E VOSSA LEI!</a:t>
            </a:r>
          </a:p>
        </p:txBody>
      </p:sp>
    </p:spTree>
    <p:extLst>
      <p:ext uri="{BB962C8B-B14F-4D97-AF65-F5344CB8AC3E}">
        <p14:creationId xmlns:p14="http://schemas.microsoft.com/office/powerpoint/2010/main" val="25138167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8D81E-AB58-A43C-B3C2-1A6CD740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66500-D090-6B12-20FC-8BBB7CF7D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E9FA8A-CED4-17D8-5BDE-6AAE7A320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COMO UM JOVEM PODERÁ TER VIDA PURA?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OBSERVANDO, Ó SENHOR, VOSSA PALAVRA.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EU VOS NARREI A MINHA SORTE E ME ATENDESTES,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ENSINAI-ME, Ó SENHOR, VOSSA VONTADE!</a:t>
            </a:r>
          </a:p>
        </p:txBody>
      </p:sp>
    </p:spTree>
    <p:extLst>
      <p:ext uri="{BB962C8B-B14F-4D97-AF65-F5344CB8AC3E}">
        <p14:creationId xmlns:p14="http://schemas.microsoft.com/office/powerpoint/2010/main" val="4272378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CFD6-6716-E52C-989B-0F246FC3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B1392-413B-43D3-794C-7674E81C0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085A62-AAC2-38F0-4CBA-306CC1468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EM CUMPRIR VOSSA VONTADE E VOSSA LEI!</a:t>
            </a:r>
          </a:p>
        </p:txBody>
      </p:sp>
    </p:spTree>
    <p:extLst>
      <p:ext uri="{BB962C8B-B14F-4D97-AF65-F5344CB8AC3E}">
        <p14:creationId xmlns:p14="http://schemas.microsoft.com/office/powerpoint/2010/main" val="14772854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06711-0737-2225-C58A-D4075B47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97A58-B584-72FD-CBE0-19A968BFF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37C01D-53DF-43B8-3348-61E90F59C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FICO PENSANDO, Ó SENHOR, NOS MEUS CAMINHOS;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ESCOLHI POR VOSSA LEI GUIAR MEUS PASSOS.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EU ME APRESSO SEM PERDER UM SÓ INSTANTE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EM PRATICAR TODOS OS VOSSOS MANDAMENTOS.</a:t>
            </a:r>
          </a:p>
        </p:txBody>
      </p:sp>
    </p:spTree>
    <p:extLst>
      <p:ext uri="{BB962C8B-B14F-4D97-AF65-F5344CB8AC3E}">
        <p14:creationId xmlns:p14="http://schemas.microsoft.com/office/powerpoint/2010/main" val="2961460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2322-4B25-A473-BFBA-B9E11F96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AFFEF-A803-B801-C5FF-4D95BDEC1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C7B017-0E8A-291D-88B3-378F71B3C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EM CUMPRIR VOSSA VONTADE E VOSSA LEI!</a:t>
            </a:r>
          </a:p>
        </p:txBody>
      </p:sp>
    </p:spTree>
    <p:extLst>
      <p:ext uri="{BB962C8B-B14F-4D97-AF65-F5344CB8AC3E}">
        <p14:creationId xmlns:p14="http://schemas.microsoft.com/office/powerpoint/2010/main" val="16382301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5168B-DA8B-7F80-871E-CF5470C0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293B1-3D8B-CC44-EC80-2F3194EEB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064EC1-E74E-5BF9-1D5A-343C6CC47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LIBERTAI-ME DA OPRESSÃO E DA CALÚNIA,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PARA QUE EU POSSA OBSERVAR VOSSOS PRECEITOS.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SEREI FIEL À VOSSA LEI, VOSSA ALIANÇA;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OS MEUS CAMINHOS ESTÃO TODOS ANTE VÓS.</a:t>
            </a:r>
          </a:p>
        </p:txBody>
      </p:sp>
    </p:spTree>
    <p:extLst>
      <p:ext uri="{BB962C8B-B14F-4D97-AF65-F5344CB8AC3E}">
        <p14:creationId xmlns:p14="http://schemas.microsoft.com/office/powerpoint/2010/main" val="26805188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A153-9615-0DC7-3A76-91C10E75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0CD6A-8EB4-BDFE-C994-CECFF48D6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03ADD1-49C0-87B8-5E15-DBA40E2BD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EM CUMPRIR VOSSA VONTADE E VOSSA LEI!</a:t>
            </a:r>
          </a:p>
        </p:txBody>
      </p:sp>
    </p:spTree>
    <p:extLst>
      <p:ext uri="{BB962C8B-B14F-4D97-AF65-F5344CB8AC3E}">
        <p14:creationId xmlns:p14="http://schemas.microsoft.com/office/powerpoint/2010/main" val="9596276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DOS ANJOS O TESOURO E DOS HOMENS O DULÇOR.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NA VIDA ALENTO E FORÇA,</a:t>
            </a:r>
          </a:p>
          <a:p>
            <a:pPr algn="l"/>
            <a:r>
              <a:rPr lang="pt-BR" sz="15000" dirty="0"/>
              <a:t>E NA MORTE O DEFENSOR.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EU TE ADORO, HÓSTIA DIVINA,</a:t>
            </a:r>
          </a:p>
          <a:p>
            <a:pPr algn="l"/>
            <a:r>
              <a:rPr lang="pt-BR" sz="6600" dirty="0"/>
              <a:t>EU TE ADORO, HÓSTIA DE AMOR!</a:t>
            </a:r>
          </a:p>
          <a:p>
            <a:pPr algn="l"/>
            <a:r>
              <a:rPr lang="pt-BR" sz="6600" dirty="0"/>
              <a:t>ÉS NA TERRA FIEL AMIGO,</a:t>
            </a:r>
          </a:p>
          <a:p>
            <a:pPr algn="l"/>
            <a:r>
              <a:rPr lang="pt-BR" sz="6600" dirty="0"/>
              <a:t>E DO CÉU, FELIZ PENHOR.</a:t>
            </a: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EU TE ADORO, HÓSTIA DIVINA,</a:t>
            </a:r>
            <a:br>
              <a:rPr lang="pt-BR" sz="6600" dirty="0"/>
            </a:br>
            <a:r>
              <a:rPr lang="pt-BR" sz="6600" dirty="0"/>
              <a:t>EU TE ADORO, HÓSTIA DE AMOR!</a:t>
            </a:r>
            <a:br>
              <a:rPr lang="pt-BR" sz="6600" dirty="0"/>
            </a:br>
            <a:r>
              <a:rPr lang="pt-BR" sz="6600" dirty="0"/>
              <a:t>ÉS MEU DEUS, EXCELSO E GRANDE,</a:t>
            </a:r>
            <a:br>
              <a:rPr lang="pt-BR" sz="6600" dirty="0"/>
            </a:br>
            <a:r>
              <a:rPr lang="pt-BR" sz="6600" dirty="0"/>
              <a:t>E DOS SÉCULOS, O SENHOR.</a:t>
            </a:r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TU ÉS A GLÓRIA DE JERUSALÉM! </a:t>
            </a:r>
          </a:p>
          <a:p>
            <a:pPr algn="l"/>
            <a:r>
              <a:rPr lang="pt-BR" sz="8000" b="1" dirty="0"/>
              <a:t>AVE MARIA!</a:t>
            </a:r>
          </a:p>
          <a:p>
            <a:pPr algn="l"/>
            <a:r>
              <a:rPr lang="pt-BR" sz="8000" b="1" dirty="0"/>
              <a:t>ÉS ALEGRIA DE ISRAEL!</a:t>
            </a:r>
          </a:p>
          <a:p>
            <a:pPr algn="l"/>
            <a:r>
              <a:rPr lang="pt-BR" sz="8000" b="1" dirty="0"/>
              <a:t>AVE MARIA! (2X)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B9C5-9E86-FAD0-FEEA-D4068D3F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8461A-FC4B-B0DA-C877-5A7262E49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2D5FFE-D991-E47D-76E5-79D7F9E2A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TU ÉS A HONRA DO NOSSO POVO! AVE MARIA!</a:t>
            </a:r>
          </a:p>
          <a:p>
            <a:pPr algn="l"/>
            <a:r>
              <a:rPr lang="pt-BR" sz="8000" dirty="0"/>
              <a:t>ÉS ADVOGADA DOS PECADORES! AVE MARIA!</a:t>
            </a:r>
          </a:p>
        </p:txBody>
      </p:sp>
    </p:spTree>
    <p:extLst>
      <p:ext uri="{BB962C8B-B14F-4D97-AF65-F5344CB8AC3E}">
        <p14:creationId xmlns:p14="http://schemas.microsoft.com/office/powerpoint/2010/main" val="10523658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28899</TotalTime>
  <Words>1209</Words>
  <Application>Microsoft Office PowerPoint</Application>
  <PresentationFormat>Widescreen</PresentationFormat>
  <Paragraphs>193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0" baseType="lpstr">
      <vt:lpstr>-apple-system</vt:lpstr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51</cp:revision>
  <dcterms:created xsi:type="dcterms:W3CDTF">2023-05-06T17:01:55Z</dcterms:created>
  <dcterms:modified xsi:type="dcterms:W3CDTF">2025-09-21T20:10:08Z</dcterms:modified>
</cp:coreProperties>
</file>