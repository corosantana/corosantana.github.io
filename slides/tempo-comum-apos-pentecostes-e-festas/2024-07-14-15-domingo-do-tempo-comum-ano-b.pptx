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9" r:id="rId2"/>
    <p:sldId id="354" r:id="rId3"/>
    <p:sldId id="355" r:id="rId4"/>
    <p:sldId id="377" r:id="rId5"/>
    <p:sldId id="378" r:id="rId6"/>
    <p:sldId id="258" r:id="rId7"/>
    <p:sldId id="259" r:id="rId8"/>
    <p:sldId id="371" r:id="rId9"/>
    <p:sldId id="260" r:id="rId10"/>
    <p:sldId id="261" r:id="rId11"/>
    <p:sldId id="338" r:id="rId12"/>
    <p:sldId id="339" r:id="rId13"/>
    <p:sldId id="340" r:id="rId14"/>
    <p:sldId id="264" r:id="rId15"/>
    <p:sldId id="265" r:id="rId16"/>
    <p:sldId id="266" r:id="rId17"/>
    <p:sldId id="267" r:id="rId18"/>
    <p:sldId id="271" r:id="rId19"/>
    <p:sldId id="269" r:id="rId20"/>
    <p:sldId id="376" r:id="rId21"/>
    <p:sldId id="379" r:id="rId22"/>
    <p:sldId id="292" r:id="rId23"/>
    <p:sldId id="275" r:id="rId24"/>
    <p:sldId id="363" r:id="rId25"/>
    <p:sldId id="361" r:id="rId26"/>
    <p:sldId id="362" r:id="rId27"/>
    <p:sldId id="358" r:id="rId28"/>
    <p:sldId id="373" r:id="rId29"/>
    <p:sldId id="380" r:id="rId30"/>
    <p:sldId id="381" r:id="rId31"/>
    <p:sldId id="382" r:id="rId32"/>
    <p:sldId id="277" r:id="rId33"/>
    <p:sldId id="385" r:id="rId34"/>
    <p:sldId id="386" r:id="rId35"/>
    <p:sldId id="387" r:id="rId36"/>
    <p:sldId id="388" r:id="rId37"/>
    <p:sldId id="383" r:id="rId38"/>
    <p:sldId id="384" r:id="rId39"/>
    <p:sldId id="374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047C5D5A-EA36-4E52-9CBB-E3617B64A4E3}"/>
    <pc:docChg chg="custSel addSld delSld modSld">
      <pc:chgData name="anaclaracosta116@gmail.com" userId="a793634777582c92" providerId="LiveId" clId="{047C5D5A-EA36-4E52-9CBB-E3617B64A4E3}" dt="2023-07-15T20:29:33.287" v="944" actId="20577"/>
      <pc:docMkLst>
        <pc:docMk/>
      </pc:docMkLst>
      <pc:sldChg chg="modSp mod">
        <pc:chgData name="anaclaracosta116@gmail.com" userId="a793634777582c92" providerId="LiveId" clId="{047C5D5A-EA36-4E52-9CBB-E3617B64A4E3}" dt="2023-07-15T19:43:45.010" v="2" actId="27636"/>
        <pc:sldMkLst>
          <pc:docMk/>
          <pc:sldMk cId="337661645" sldId="261"/>
        </pc:sldMkLst>
        <pc:spChg chg="mod">
          <ac:chgData name="anaclaracosta116@gmail.com" userId="a793634777582c92" providerId="LiveId" clId="{047C5D5A-EA36-4E52-9CBB-E3617B64A4E3}" dt="2023-07-15T19:43:45.010" v="2" actId="27636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45:29.143" v="46" actId="20577"/>
        <pc:sldMkLst>
          <pc:docMk/>
          <pc:sldMk cId="3388034860" sldId="265"/>
        </pc:sldMkLst>
        <pc:spChg chg="mod">
          <ac:chgData name="anaclaracosta116@gmail.com" userId="a793634777582c92" providerId="LiveId" clId="{047C5D5A-EA36-4E52-9CBB-E3617B64A4E3}" dt="2023-07-15T19:45:29.143" v="4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48:21.715" v="177" actId="20577"/>
        <pc:sldMkLst>
          <pc:docMk/>
          <pc:sldMk cId="2671817442" sldId="267"/>
        </pc:sldMkLst>
        <pc:spChg chg="mod">
          <ac:chgData name="anaclaracosta116@gmail.com" userId="a793634777582c92" providerId="LiveId" clId="{047C5D5A-EA36-4E52-9CBB-E3617B64A4E3}" dt="2023-07-15T19:48:21.715" v="177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50:51.014" v="329" actId="20577"/>
        <pc:sldMkLst>
          <pc:docMk/>
          <pc:sldMk cId="2786277918" sldId="269"/>
        </pc:sldMkLst>
        <pc:spChg chg="mod">
          <ac:chgData name="anaclaracosta116@gmail.com" userId="a793634777582c92" providerId="LiveId" clId="{047C5D5A-EA36-4E52-9CBB-E3617B64A4E3}" dt="2023-07-15T19:50:51.014" v="329" actId="20577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52:56.057" v="449" actId="113"/>
        <pc:sldMkLst>
          <pc:docMk/>
          <pc:sldMk cId="1963412704" sldId="275"/>
        </pc:sldMkLst>
        <pc:spChg chg="mod">
          <ac:chgData name="anaclaracosta116@gmail.com" userId="a793634777582c92" providerId="LiveId" clId="{047C5D5A-EA36-4E52-9CBB-E3617B64A4E3}" dt="2023-07-15T19:52:56.057" v="449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20:08:55.587" v="922" actId="113"/>
        <pc:sldMkLst>
          <pc:docMk/>
          <pc:sldMk cId="4141278968" sldId="337"/>
        </pc:sldMkLst>
        <pc:spChg chg="mod">
          <ac:chgData name="anaclaracosta116@gmail.com" userId="a793634777582c92" providerId="LiveId" clId="{047C5D5A-EA36-4E52-9CBB-E3617B64A4E3}" dt="2023-07-15T20:08:37.292" v="920" actId="1076"/>
          <ac:spMkLst>
            <pc:docMk/>
            <pc:sldMk cId="4141278968" sldId="337"/>
            <ac:spMk id="2" creationId="{F0E406B4-85AC-B67B-F9E2-21AAF8067483}"/>
          </ac:spMkLst>
        </pc:spChg>
        <pc:spChg chg="mod">
          <ac:chgData name="anaclaracosta116@gmail.com" userId="a793634777582c92" providerId="LiveId" clId="{047C5D5A-EA36-4E52-9CBB-E3617B64A4E3}" dt="2023-07-15T20:08:55.587" v="922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44:03.974" v="5" actId="20577"/>
        <pc:sldMkLst>
          <pc:docMk/>
          <pc:sldMk cId="1733667129" sldId="338"/>
        </pc:sldMkLst>
        <pc:spChg chg="mod">
          <ac:chgData name="anaclaracosta116@gmail.com" userId="a793634777582c92" providerId="LiveId" clId="{047C5D5A-EA36-4E52-9CBB-E3617B64A4E3}" dt="2023-07-15T19:44:03.974" v="5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44:13.610" v="7" actId="27636"/>
        <pc:sldMkLst>
          <pc:docMk/>
          <pc:sldMk cId="2703894855" sldId="339"/>
        </pc:sldMkLst>
        <pc:spChg chg="mod">
          <ac:chgData name="anaclaracosta116@gmail.com" userId="a793634777582c92" providerId="LiveId" clId="{047C5D5A-EA36-4E52-9CBB-E3617B64A4E3}" dt="2023-07-15T19:44:13.610" v="7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20:28:41.684" v="942" actId="20577"/>
        <pc:sldMkLst>
          <pc:docMk/>
          <pc:sldMk cId="880466366" sldId="354"/>
        </pc:sldMkLst>
        <pc:spChg chg="mod">
          <ac:chgData name="anaclaracosta116@gmail.com" userId="a793634777582c92" providerId="LiveId" clId="{047C5D5A-EA36-4E52-9CBB-E3617B64A4E3}" dt="2023-07-15T20:28:41.684" v="942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047C5D5A-EA36-4E52-9CBB-E3617B64A4E3}" dt="2023-07-15T19:50:56.023" v="330" actId="2696"/>
        <pc:sldMkLst>
          <pc:docMk/>
          <pc:sldMk cId="3892079405" sldId="356"/>
        </pc:sldMkLst>
        <pc:spChg chg="mod">
          <ac:chgData name="anaclaracosta116@gmail.com" userId="a793634777582c92" providerId="LiveId" clId="{047C5D5A-EA36-4E52-9CBB-E3617B64A4E3}" dt="2023-07-15T19:50:18.841" v="317" actId="20577"/>
          <ac:spMkLst>
            <pc:docMk/>
            <pc:sldMk cId="3892079405" sldId="35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47C5D5A-EA36-4E52-9CBB-E3617B64A4E3}" dt="2023-07-15T19:51:05.117" v="332" actId="2696"/>
        <pc:sldMkLst>
          <pc:docMk/>
          <pc:sldMk cId="3737255884" sldId="357"/>
        </pc:sldMkLst>
      </pc:sldChg>
      <pc:sldChg chg="modSp mod">
        <pc:chgData name="anaclaracosta116@gmail.com" userId="a793634777582c92" providerId="LiveId" clId="{047C5D5A-EA36-4E52-9CBB-E3617B64A4E3}" dt="2023-07-15T20:29:33.287" v="944" actId="20577"/>
        <pc:sldMkLst>
          <pc:docMk/>
          <pc:sldMk cId="3348609962" sldId="358"/>
        </pc:sldMkLst>
        <pc:spChg chg="mod">
          <ac:chgData name="anaclaracosta116@gmail.com" userId="a793634777582c92" providerId="LiveId" clId="{047C5D5A-EA36-4E52-9CBB-E3617B64A4E3}" dt="2023-07-15T20:29:33.287" v="944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20:29:25.810" v="943" actId="20577"/>
        <pc:sldMkLst>
          <pc:docMk/>
          <pc:sldMk cId="2304799739" sldId="362"/>
        </pc:sldMkLst>
        <pc:spChg chg="mod">
          <ac:chgData name="anaclaracosta116@gmail.com" userId="a793634777582c92" providerId="LiveId" clId="{047C5D5A-EA36-4E52-9CBB-E3617B64A4E3}" dt="2023-07-15T20:29:25.810" v="943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19:53:21.023" v="470" actId="1076"/>
        <pc:sldMkLst>
          <pc:docMk/>
          <pc:sldMk cId="496775209" sldId="363"/>
        </pc:sldMkLst>
        <pc:spChg chg="mod">
          <ac:chgData name="anaclaracosta116@gmail.com" userId="a793634777582c92" providerId="LiveId" clId="{047C5D5A-EA36-4E52-9CBB-E3617B64A4E3}" dt="2023-07-15T19:53:21.023" v="470" actId="1076"/>
          <ac:spMkLst>
            <pc:docMk/>
            <pc:sldMk cId="496775209" sldId="36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47C5D5A-EA36-4E52-9CBB-E3617B64A4E3}" dt="2023-07-15T19:51:01.972" v="331" actId="2696"/>
        <pc:sldMkLst>
          <pc:docMk/>
          <pc:sldMk cId="3690669862" sldId="372"/>
        </pc:sldMkLst>
      </pc:sldChg>
      <pc:sldChg chg="modSp mod">
        <pc:chgData name="anaclaracosta116@gmail.com" userId="a793634777582c92" providerId="LiveId" clId="{047C5D5A-EA36-4E52-9CBB-E3617B64A4E3}" dt="2023-07-15T20:05:50.782" v="911" actId="120"/>
        <pc:sldMkLst>
          <pc:docMk/>
          <pc:sldMk cId="3327129825" sldId="373"/>
        </pc:sldMkLst>
        <pc:spChg chg="mod">
          <ac:chgData name="anaclaracosta116@gmail.com" userId="a793634777582c92" providerId="LiveId" clId="{047C5D5A-EA36-4E52-9CBB-E3617B64A4E3}" dt="2023-07-15T20:05:50.782" v="911" actId="120"/>
          <ac:spMkLst>
            <pc:docMk/>
            <pc:sldMk cId="3327129825" sldId="3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47C5D5A-EA36-4E52-9CBB-E3617B64A4E3}" dt="2023-07-15T20:09:48.095" v="926" actId="113"/>
        <pc:sldMkLst>
          <pc:docMk/>
          <pc:sldMk cId="1457828054" sldId="374"/>
        </pc:sldMkLst>
        <pc:spChg chg="mod">
          <ac:chgData name="anaclaracosta116@gmail.com" userId="a793634777582c92" providerId="LiveId" clId="{047C5D5A-EA36-4E52-9CBB-E3617B64A4E3}" dt="2023-07-15T20:09:48.095" v="926" actId="113"/>
          <ac:spMkLst>
            <pc:docMk/>
            <pc:sldMk cId="1457828054" sldId="37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047C5D5A-EA36-4E52-9CBB-E3617B64A4E3}" dt="2023-07-15T20:17:37.845" v="933" actId="207"/>
        <pc:sldMkLst>
          <pc:docMk/>
          <pc:sldMk cId="725659120" sldId="375"/>
        </pc:sldMkLst>
        <pc:spChg chg="add mod">
          <ac:chgData name="anaclaracosta116@gmail.com" userId="a793634777582c92" providerId="LiveId" clId="{047C5D5A-EA36-4E52-9CBB-E3617B64A4E3}" dt="2023-07-15T20:17:37.845" v="933" actId="207"/>
          <ac:spMkLst>
            <pc:docMk/>
            <pc:sldMk cId="725659120" sldId="375"/>
            <ac:spMk id="3" creationId="{FDE5B5AD-CD71-C2BA-2DE7-294D0B6E29B5}"/>
          </ac:spMkLst>
        </pc:spChg>
        <pc:picChg chg="del mod">
          <ac:chgData name="anaclaracosta116@gmail.com" userId="a793634777582c92" providerId="LiveId" clId="{047C5D5A-EA36-4E52-9CBB-E3617B64A4E3}" dt="2023-07-15T20:17:16.595" v="929" actId="21"/>
          <ac:picMkLst>
            <pc:docMk/>
            <pc:sldMk cId="725659120" sldId="375"/>
            <ac:picMk id="2" creationId="{402DAEC8-8512-2724-CF99-98EA786AC21D}"/>
          </ac:picMkLst>
        </pc:picChg>
      </pc:sldChg>
      <pc:sldChg chg="modSp add mod">
        <pc:chgData name="anaclaracosta116@gmail.com" userId="a793634777582c92" providerId="LiveId" clId="{047C5D5A-EA36-4E52-9CBB-E3617B64A4E3}" dt="2023-07-15T20:21:33.584" v="937" actId="20577"/>
        <pc:sldMkLst>
          <pc:docMk/>
          <pc:sldMk cId="1775942911" sldId="376"/>
        </pc:sldMkLst>
        <pc:spChg chg="mod">
          <ac:chgData name="anaclaracosta116@gmail.com" userId="a793634777582c92" providerId="LiveId" clId="{047C5D5A-EA36-4E52-9CBB-E3617B64A4E3}" dt="2023-07-15T20:21:33.584" v="937" actId="20577"/>
          <ac:spMkLst>
            <pc:docMk/>
            <pc:sldMk cId="1775942911" sldId="37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163203CA-6290-4E2C-8DA9-D81E55DB1AA6}"/>
    <pc:docChg chg="undo redo custSel addSld delSld modSld sldOrd">
      <pc:chgData name="anaclaracosta116@gmail.com" userId="a793634777582c92" providerId="LiveId" clId="{163203CA-6290-4E2C-8DA9-D81E55DB1AA6}" dt="2024-07-13T19:17:04.712" v="394" actId="2696"/>
      <pc:docMkLst>
        <pc:docMk/>
      </pc:docMkLst>
      <pc:sldChg chg="modSp mod">
        <pc:chgData name="anaclaracosta116@gmail.com" userId="a793634777582c92" providerId="LiveId" clId="{163203CA-6290-4E2C-8DA9-D81E55DB1AA6}" dt="2024-07-13T19:02:59.414" v="78" actId="20577"/>
        <pc:sldMkLst>
          <pc:docMk/>
          <pc:sldMk cId="2490480151" sldId="259"/>
        </pc:sldMkLst>
        <pc:spChg chg="mod">
          <ac:chgData name="anaclaracosta116@gmail.com" userId="a793634777582c92" providerId="LiveId" clId="{163203CA-6290-4E2C-8DA9-D81E55DB1AA6}" dt="2024-07-13T19:02:59.414" v="7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05:11.035" v="178" actId="20577"/>
        <pc:sldMkLst>
          <pc:docMk/>
          <pc:sldMk cId="3388034860" sldId="265"/>
        </pc:sldMkLst>
        <pc:spChg chg="mod">
          <ac:chgData name="anaclaracosta116@gmail.com" userId="a793634777582c92" providerId="LiveId" clId="{163203CA-6290-4E2C-8DA9-D81E55DB1AA6}" dt="2024-07-13T19:05:11.035" v="17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09:09.073" v="315" actId="20577"/>
        <pc:sldMkLst>
          <pc:docMk/>
          <pc:sldMk cId="2671817442" sldId="267"/>
        </pc:sldMkLst>
        <pc:spChg chg="mod">
          <ac:chgData name="anaclaracosta116@gmail.com" userId="a793634777582c92" providerId="LiveId" clId="{163203CA-6290-4E2C-8DA9-D81E55DB1AA6}" dt="2024-07-13T19:09:09.073" v="315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10:01.032" v="323" actId="113"/>
        <pc:sldMkLst>
          <pc:docMk/>
          <pc:sldMk cId="2786277918" sldId="269"/>
        </pc:sldMkLst>
        <pc:spChg chg="mod">
          <ac:chgData name="anaclaracosta116@gmail.com" userId="a793634777582c92" providerId="LiveId" clId="{163203CA-6290-4E2C-8DA9-D81E55DB1AA6}" dt="2024-07-13T19:10:01.032" v="323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del mod ord">
        <pc:chgData name="anaclaracosta116@gmail.com" userId="a793634777582c92" providerId="LiveId" clId="{163203CA-6290-4E2C-8DA9-D81E55DB1AA6}" dt="2024-07-13T19:15:32.150" v="385" actId="2696"/>
        <pc:sldMkLst>
          <pc:docMk/>
          <pc:sldMk cId="4141278968" sldId="337"/>
        </pc:sldMkLst>
        <pc:spChg chg="mod">
          <ac:chgData name="anaclaracosta116@gmail.com" userId="a793634777582c92" providerId="LiveId" clId="{163203CA-6290-4E2C-8DA9-D81E55DB1AA6}" dt="2024-07-13T19:14:46.684" v="383" actId="20577"/>
          <ac:spMkLst>
            <pc:docMk/>
            <pc:sldMk cId="4141278968" sldId="337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163203CA-6290-4E2C-8DA9-D81E55DB1AA6}" dt="2024-07-13T19:00:33.031" v="6" actId="27636"/>
        <pc:sldMkLst>
          <pc:docMk/>
          <pc:sldMk cId="880466366" sldId="354"/>
        </pc:sldMkLst>
        <pc:spChg chg="mod">
          <ac:chgData name="anaclaracosta116@gmail.com" userId="a793634777582c92" providerId="LiveId" clId="{163203CA-6290-4E2C-8DA9-D81E55DB1AA6}" dt="2024-07-13T19:00:33.031" v="6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00:51.489" v="8" actId="27636"/>
        <pc:sldMkLst>
          <pc:docMk/>
          <pc:sldMk cId="4169432743" sldId="355"/>
        </pc:sldMkLst>
        <pc:spChg chg="mod">
          <ac:chgData name="anaclaracosta116@gmail.com" userId="a793634777582c92" providerId="LiveId" clId="{163203CA-6290-4E2C-8DA9-D81E55DB1AA6}" dt="2024-07-13T19:00:51.489" v="8" actId="27636"/>
          <ac:spMkLst>
            <pc:docMk/>
            <pc:sldMk cId="4169432743" sldId="35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13:27.901" v="350" actId="113"/>
        <pc:sldMkLst>
          <pc:docMk/>
          <pc:sldMk cId="3348609962" sldId="358"/>
        </pc:sldMkLst>
        <pc:spChg chg="mod">
          <ac:chgData name="anaclaracosta116@gmail.com" userId="a793634777582c92" providerId="LiveId" clId="{163203CA-6290-4E2C-8DA9-D81E55DB1AA6}" dt="2024-07-13T19:13:27.901" v="350" actId="113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13:04.367" v="345" actId="113"/>
        <pc:sldMkLst>
          <pc:docMk/>
          <pc:sldMk cId="2304799739" sldId="362"/>
        </pc:sldMkLst>
        <pc:spChg chg="mod">
          <ac:chgData name="anaclaracosta116@gmail.com" userId="a793634777582c92" providerId="LiveId" clId="{163203CA-6290-4E2C-8DA9-D81E55DB1AA6}" dt="2024-07-13T19:13:04.367" v="345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03:28.357" v="101" actId="20577"/>
        <pc:sldMkLst>
          <pc:docMk/>
          <pc:sldMk cId="4223893755" sldId="371"/>
        </pc:sldMkLst>
        <pc:spChg chg="mod">
          <ac:chgData name="anaclaracosta116@gmail.com" userId="a793634777582c92" providerId="LiveId" clId="{163203CA-6290-4E2C-8DA9-D81E55DB1AA6}" dt="2024-07-13T19:03:28.357" v="101" actId="20577"/>
          <ac:spMkLst>
            <pc:docMk/>
            <pc:sldMk cId="4223893755" sldId="37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63203CA-6290-4E2C-8DA9-D81E55DB1AA6}" dt="2024-07-13T19:13:44.068" v="355" actId="27636"/>
        <pc:sldMkLst>
          <pc:docMk/>
          <pc:sldMk cId="3327129825" sldId="373"/>
        </pc:sldMkLst>
        <pc:spChg chg="mod">
          <ac:chgData name="anaclaracosta116@gmail.com" userId="a793634777582c92" providerId="LiveId" clId="{163203CA-6290-4E2C-8DA9-D81E55DB1AA6}" dt="2024-07-13T19:13:44.068" v="355" actId="27636"/>
          <ac:spMkLst>
            <pc:docMk/>
            <pc:sldMk cId="3327129825" sldId="37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63203CA-6290-4E2C-8DA9-D81E55DB1AA6}" dt="2024-07-13T19:17:04.712" v="394" actId="2696"/>
        <pc:sldMkLst>
          <pc:docMk/>
          <pc:sldMk cId="725659120" sldId="375"/>
        </pc:sldMkLst>
      </pc:sldChg>
      <pc:sldChg chg="modSp mod">
        <pc:chgData name="anaclaracosta116@gmail.com" userId="a793634777582c92" providerId="LiveId" clId="{163203CA-6290-4E2C-8DA9-D81E55DB1AA6}" dt="2024-07-13T19:10:36.245" v="331" actId="113"/>
        <pc:sldMkLst>
          <pc:docMk/>
          <pc:sldMk cId="1775942911" sldId="376"/>
        </pc:sldMkLst>
        <pc:spChg chg="mod">
          <ac:chgData name="anaclaracosta116@gmail.com" userId="a793634777582c92" providerId="LiveId" clId="{163203CA-6290-4E2C-8DA9-D81E55DB1AA6}" dt="2024-07-13T19:10:36.245" v="331" actId="113"/>
          <ac:spMkLst>
            <pc:docMk/>
            <pc:sldMk cId="1775942911" sldId="37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63203CA-6290-4E2C-8DA9-D81E55DB1AA6}" dt="2024-07-13T19:00:57.489" v="11"/>
        <pc:sldMkLst>
          <pc:docMk/>
          <pc:sldMk cId="1633738633" sldId="377"/>
        </pc:sldMkLst>
      </pc:sldChg>
      <pc:sldChg chg="modSp add mod ord">
        <pc:chgData name="anaclaracosta116@gmail.com" userId="a793634777582c92" providerId="LiveId" clId="{163203CA-6290-4E2C-8DA9-D81E55DB1AA6}" dt="2024-07-13T19:01:22.026" v="20"/>
        <pc:sldMkLst>
          <pc:docMk/>
          <pc:sldMk cId="1274493716" sldId="378"/>
        </pc:sldMkLst>
        <pc:spChg chg="mod">
          <ac:chgData name="anaclaracosta116@gmail.com" userId="a793634777582c92" providerId="LiveId" clId="{163203CA-6290-4E2C-8DA9-D81E55DB1AA6}" dt="2024-07-13T19:01:22.026" v="20"/>
          <ac:spMkLst>
            <pc:docMk/>
            <pc:sldMk cId="1274493716" sldId="37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63203CA-6290-4E2C-8DA9-D81E55DB1AA6}" dt="2024-07-13T19:11:07.644" v="339" actId="113"/>
        <pc:sldMkLst>
          <pc:docMk/>
          <pc:sldMk cId="4114932341" sldId="379"/>
        </pc:sldMkLst>
        <pc:spChg chg="mod">
          <ac:chgData name="anaclaracosta116@gmail.com" userId="a793634777582c92" providerId="LiveId" clId="{163203CA-6290-4E2C-8DA9-D81E55DB1AA6}" dt="2024-07-13T19:11:07.644" v="339" actId="113"/>
          <ac:spMkLst>
            <pc:docMk/>
            <pc:sldMk cId="4114932341" sldId="37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63203CA-6290-4E2C-8DA9-D81E55DB1AA6}" dt="2024-07-13T19:13:51.698" v="358"/>
        <pc:sldMkLst>
          <pc:docMk/>
          <pc:sldMk cId="3337668095" sldId="380"/>
        </pc:sldMkLst>
      </pc:sldChg>
      <pc:sldChg chg="modSp add mod ord">
        <pc:chgData name="anaclaracosta116@gmail.com" userId="a793634777582c92" providerId="LiveId" clId="{163203CA-6290-4E2C-8DA9-D81E55DB1AA6}" dt="2024-07-13T19:14:16.941" v="364"/>
        <pc:sldMkLst>
          <pc:docMk/>
          <pc:sldMk cId="3272874293" sldId="381"/>
        </pc:sldMkLst>
        <pc:spChg chg="mod">
          <ac:chgData name="anaclaracosta116@gmail.com" userId="a793634777582c92" providerId="LiveId" clId="{163203CA-6290-4E2C-8DA9-D81E55DB1AA6}" dt="2024-07-13T19:14:16.941" v="364"/>
          <ac:spMkLst>
            <pc:docMk/>
            <pc:sldMk cId="3272874293" sldId="38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63203CA-6290-4E2C-8DA9-D81E55DB1AA6}" dt="2024-07-13T19:14:22.273" v="367"/>
        <pc:sldMkLst>
          <pc:docMk/>
          <pc:sldMk cId="4062823723" sldId="382"/>
        </pc:sldMkLst>
      </pc:sldChg>
      <pc:sldChg chg="add">
        <pc:chgData name="anaclaracosta116@gmail.com" userId="a793634777582c92" providerId="LiveId" clId="{163203CA-6290-4E2C-8DA9-D81E55DB1AA6}" dt="2024-07-13T19:14:34.333" v="368" actId="2890"/>
        <pc:sldMkLst>
          <pc:docMk/>
          <pc:sldMk cId="1685225389" sldId="383"/>
        </pc:sldMkLst>
      </pc:sldChg>
      <pc:sldChg chg="add">
        <pc:chgData name="anaclaracosta116@gmail.com" userId="a793634777582c92" providerId="LiveId" clId="{163203CA-6290-4E2C-8DA9-D81E55DB1AA6}" dt="2024-07-13T19:14:37.019" v="369" actId="2890"/>
        <pc:sldMkLst>
          <pc:docMk/>
          <pc:sldMk cId="3560587694" sldId="384"/>
        </pc:sldMkLst>
      </pc:sldChg>
      <pc:sldChg chg="add">
        <pc:chgData name="anaclaracosta116@gmail.com" userId="a793634777582c92" providerId="LiveId" clId="{163203CA-6290-4E2C-8DA9-D81E55DB1AA6}" dt="2024-07-13T19:15:27.270" v="384"/>
        <pc:sldMkLst>
          <pc:docMk/>
          <pc:sldMk cId="2703296813" sldId="385"/>
        </pc:sldMkLst>
      </pc:sldChg>
      <pc:sldChg chg="add">
        <pc:chgData name="anaclaracosta116@gmail.com" userId="a793634777582c92" providerId="LiveId" clId="{163203CA-6290-4E2C-8DA9-D81E55DB1AA6}" dt="2024-07-13T19:15:57.718" v="386"/>
        <pc:sldMkLst>
          <pc:docMk/>
          <pc:sldMk cId="2732653773" sldId="386"/>
        </pc:sldMkLst>
      </pc:sldChg>
      <pc:sldChg chg="add">
        <pc:chgData name="anaclaracosta116@gmail.com" userId="a793634777582c92" providerId="LiveId" clId="{163203CA-6290-4E2C-8DA9-D81E55DB1AA6}" dt="2024-07-13T19:16:09.985" v="387"/>
        <pc:sldMkLst>
          <pc:docMk/>
          <pc:sldMk cId="2114761110" sldId="387"/>
        </pc:sldMkLst>
      </pc:sldChg>
      <pc:sldChg chg="add">
        <pc:chgData name="anaclaracosta116@gmail.com" userId="a793634777582c92" providerId="LiveId" clId="{163203CA-6290-4E2C-8DA9-D81E55DB1AA6}" dt="2024-07-13T19:16:26.756" v="388"/>
        <pc:sldMkLst>
          <pc:docMk/>
          <pc:sldMk cId="4243718677" sldId="388"/>
        </pc:sldMkLst>
      </pc:sldChg>
      <pc:sldChg chg="modSp add mod ord">
        <pc:chgData name="anaclaracosta116@gmail.com" userId="a793634777582c92" providerId="LiveId" clId="{163203CA-6290-4E2C-8DA9-D81E55DB1AA6}" dt="2024-07-13T19:16:53.117" v="393" actId="20577"/>
        <pc:sldMkLst>
          <pc:docMk/>
          <pc:sldMk cId="1711429704" sldId="389"/>
        </pc:sldMkLst>
        <pc:spChg chg="mod">
          <ac:chgData name="anaclaracosta116@gmail.com" userId="a793634777582c92" providerId="LiveId" clId="{163203CA-6290-4E2C-8DA9-D81E55DB1AA6}" dt="2024-07-13T19:16:53.117" v="393" actId="20577"/>
          <ac:spMkLst>
            <pc:docMk/>
            <pc:sldMk cId="1711429704" sldId="389"/>
            <ac:spMk id="3" creationId="{FDE5B5AD-CD71-C2BA-2DE7-294D0B6E29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flexão para o XIV Domingo do Tempo Comum- Marcos 6,1-6 (ANO B)">
            <a:extLst>
              <a:ext uri="{FF2B5EF4-FFF2-40B4-BE49-F238E27FC236}">
                <a16:creationId xmlns:a16="http://schemas.microsoft.com/office/drawing/2014/main" id="{958A38EA-AD5B-0F52-2C68-ABD148779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6255"/>
            <a:ext cx="12192000" cy="813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15°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71142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EIS-ME AQUI SENHOR!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O SENHOR É O PASTOR QUE ME CONDUZ</a:t>
            </a:r>
          </a:p>
          <a:p>
            <a:pPr algn="l"/>
            <a:r>
              <a:rPr lang="pt-BR" sz="21600" dirty="0"/>
              <a:t>POR CAMINHOS NUNCA VISTOS ME ENVIOU</a:t>
            </a:r>
          </a:p>
          <a:p>
            <a:pPr algn="l"/>
            <a:r>
              <a:rPr lang="pt-BR" sz="21600" dirty="0"/>
              <a:t>SOU CHAMADO A SER FERMENTO SAL E LUZ</a:t>
            </a:r>
          </a:p>
          <a:p>
            <a:pPr algn="l"/>
            <a:r>
              <a:rPr lang="pt-BR" sz="216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EIS-ME AQUI SENHOR!</a:t>
            </a:r>
          </a:p>
        </p:txBody>
      </p:sp>
    </p:spTree>
    <p:extLst>
      <p:ext uri="{BB962C8B-B14F-4D97-AF65-F5344CB8AC3E}">
        <p14:creationId xmlns:p14="http://schemas.microsoft.com/office/powerpoint/2010/main" val="163373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ELE PÔS EM MINHA BOCA UMA CANÇÃO</a:t>
            </a:r>
          </a:p>
          <a:p>
            <a:pPr algn="l"/>
            <a:r>
              <a:rPr lang="pt-BR" sz="21600" dirty="0"/>
              <a:t>ME UNGIU COMO PROFETA E TROVADOR</a:t>
            </a:r>
          </a:p>
          <a:p>
            <a:pPr algn="l"/>
            <a:r>
              <a:rPr lang="pt-BR" sz="21600" dirty="0"/>
              <a:t>DA HISTÓRIA E DA VIDA DO MEU POVO</a:t>
            </a:r>
          </a:p>
          <a:p>
            <a:pPr algn="l"/>
            <a:r>
              <a:rPr lang="pt-BR" sz="216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127449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000" dirty="0"/>
              <a:t>SENHOR, QUE SOIS O CAMINHO QUE LEVA AO PAI, TENDE PIEDADE DE NÓS</a:t>
            </a:r>
          </a:p>
          <a:p>
            <a:pPr algn="just"/>
            <a:r>
              <a:rPr lang="pt-BR" sz="6000" b="1" dirty="0"/>
              <a:t>KYRIE ELEISON, KYRIE ELEISON, KYRIE ELEISON,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SOIS A VERDADE QUE ILUMINA OS POVOS, TENDE PIEDADE DE NÓS</a:t>
            </a:r>
          </a:p>
          <a:p>
            <a:pPr algn="just"/>
            <a:r>
              <a:rPr lang="pt-BR" sz="6000" b="1" dirty="0"/>
              <a:t>CHRISTE ELEISON, CHRISTE ELEISON, CHRISTE ELEISON, ELEISON</a:t>
            </a:r>
            <a:endParaRPr lang="pt-BR" sz="13200" b="1" dirty="0"/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8000" dirty="0"/>
              <a:t>SENHOR, QUE SOIS A VIDA QUE RENOVA O MUNDO, TENDE PIEDADE DE NÓS</a:t>
            </a:r>
          </a:p>
          <a:p>
            <a:pPr algn="just"/>
            <a:r>
              <a:rPr lang="pt-BR" sz="8000" b="1" dirty="0"/>
              <a:t>KYRIE ELEISON, KYRIE ELEISON, KYRIE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800" b="1" dirty="0"/>
              <a:t>GLÓRIA A DEUS NAS ALTURAS(3X)</a:t>
            </a:r>
          </a:p>
          <a:p>
            <a:pPr algn="just"/>
            <a:endParaRPr lang="pt-BR" sz="7800" dirty="0"/>
          </a:p>
          <a:p>
            <a:pPr algn="just"/>
            <a:r>
              <a:rPr lang="pt-BR" sz="7800" dirty="0"/>
              <a:t>E PAZ NA TERRA AOS HOMENS POR ELE AMADOS</a:t>
            </a:r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123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MOSTRAI-NOS Ó SENHOR VOSSA BONDADE, E A VOSSA SALVAÇÃO NOS CONCEDEI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QUE O PAI DO SENHOR JESUS CRISTO NOS DÊ DO SABER O ESPÍRITO; CONHEÇAMOS, ASSIM, A ESPERANÇA </a:t>
            </a:r>
            <a:br>
              <a:rPr lang="pt-BR" sz="4800" dirty="0"/>
            </a:br>
            <a:r>
              <a:rPr lang="pt-BR" sz="4800" dirty="0"/>
              <a:t>À QUAL NOS CHAMOU COMO HERANÇA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A MESA SANTA QUE PREPARAMOS,</a:t>
            </a:r>
          </a:p>
          <a:p>
            <a:pPr algn="l"/>
            <a:r>
              <a:rPr lang="pt-BR" sz="6600" dirty="0"/>
              <a:t>MÃOS QUE SE ELEVAM A TI, Ó SENHOR</a:t>
            </a:r>
          </a:p>
          <a:p>
            <a:pPr algn="l"/>
            <a:r>
              <a:rPr lang="pt-BR" sz="6600" dirty="0"/>
              <a:t>O PÃO E O VINHO, FRUTOS DA TERRA,</a:t>
            </a:r>
          </a:p>
          <a:p>
            <a:pPr algn="l"/>
            <a:r>
              <a:rPr lang="pt-BR" sz="6600" dirty="0"/>
              <a:t>DURO TRABALHO, CARINHO E AMOR.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FLORES, ESPINHOS, DOR E ALEGRIA,</a:t>
            </a:r>
          </a:p>
          <a:p>
            <a:pPr algn="l"/>
            <a:r>
              <a:rPr lang="pt-BR" sz="6600" dirty="0"/>
              <a:t>PAIS, MÃES E FILHOS DIANTE DO ALTAR.</a:t>
            </a:r>
          </a:p>
          <a:p>
            <a:pPr algn="l"/>
            <a:r>
              <a:rPr lang="pt-BR" sz="6600" dirty="0"/>
              <a:t>A NOSSA OFERTA EM NOVA FESTA,</a:t>
            </a:r>
          </a:p>
          <a:p>
            <a:pPr algn="l"/>
            <a:r>
              <a:rPr lang="pt-BR" sz="6600" dirty="0"/>
              <a:t>A NOSSA DOR, VEM SENHOR TRANSFORMAR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3. A VIDA NOVA, NOVA FAMÍLIA,</a:t>
            </a:r>
          </a:p>
          <a:p>
            <a:pPr algn="l"/>
            <a:r>
              <a:rPr lang="pt-BR" sz="6600" dirty="0"/>
              <a:t>QUE CELEBRAMOS AQUI TEM LUGAR.</a:t>
            </a:r>
          </a:p>
          <a:p>
            <a:pPr algn="l"/>
            <a:r>
              <a:rPr lang="pt-BR" sz="6600" dirty="0"/>
              <a:t>TUA BONDADE VEM COM FARTURA</a:t>
            </a:r>
          </a:p>
          <a:p>
            <a:pPr algn="l"/>
            <a:r>
              <a:rPr lang="pt-BR" sz="6600" dirty="0"/>
              <a:t>É SÓ SABER REUNIR, PARTILHAR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411493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HOSANA, HOSANA, HOSANA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 (2X)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HOSANA, HOSANA 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dirty="0"/>
              <a:t>VEJAM, EU ANDEI PELAS VILAS,</a:t>
            </a:r>
          </a:p>
          <a:p>
            <a:pPr algn="just"/>
            <a:r>
              <a:rPr lang="pt-BR" sz="6600" dirty="0"/>
              <a:t>APONTEI AS SAÍDAS COMO O PAI ME PEDIU</a:t>
            </a:r>
          </a:p>
          <a:p>
            <a:pPr algn="just"/>
            <a:r>
              <a:rPr lang="pt-BR" sz="6600" dirty="0"/>
              <a:t>PORTAS, EU CHEGUEI PARA ABRI-LAS,</a:t>
            </a:r>
          </a:p>
          <a:p>
            <a:pPr algn="just"/>
            <a:r>
              <a:rPr lang="pt-BR" sz="6600" dirty="0"/>
              <a:t>EU CUREI AS FERIDAS COMO NUNCA SE VIU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VEJAM, FIZ DE NOVO A LEITURA</a:t>
            </a:r>
          </a:p>
          <a:p>
            <a:pPr algn="l"/>
            <a:r>
              <a:rPr lang="pt-BR" sz="5400" dirty="0"/>
              <a:t>DAS RAÍZES DA VIDA QUE MEU PAI VÊ MELHOR</a:t>
            </a:r>
          </a:p>
          <a:p>
            <a:pPr algn="l"/>
            <a:r>
              <a:rPr lang="pt-BR" sz="5400" dirty="0"/>
              <a:t>LUZES, ASCENDI COM BRANDURA</a:t>
            </a:r>
          </a:p>
          <a:p>
            <a:pPr algn="l"/>
            <a:r>
              <a:rPr lang="pt-BR" sz="5400" dirty="0"/>
              <a:t>PARA A OVELHA PERDIDA NÃO MEDI MEU SUOR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7668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VEJAM, PROCUREI BEM AQUELES</a:t>
            </a:r>
          </a:p>
          <a:p>
            <a:pPr algn="l"/>
            <a:r>
              <a:rPr lang="pt-BR" sz="5400" dirty="0"/>
              <a:t>QUE NINGUÉM PROCURAVA E FALEI DO MEU PAI</a:t>
            </a:r>
          </a:p>
          <a:p>
            <a:pPr algn="l"/>
            <a:r>
              <a:rPr lang="pt-BR" sz="5400" dirty="0"/>
              <a:t>POBRES, A ESPERANÇA QUE É DELES</a:t>
            </a:r>
          </a:p>
          <a:p>
            <a:pPr algn="l"/>
            <a:r>
              <a:rPr lang="pt-BR" sz="5400" dirty="0"/>
              <a:t>EU NÃO QUIS VER ESCRAVA DE UM PODER QUE RETRAI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72874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62823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ALMA DE CRISTO, SANTIFICAI-ME</a:t>
            </a:r>
          </a:p>
          <a:p>
            <a:pPr algn="l"/>
            <a:r>
              <a:rPr lang="pt-BR" sz="21600" b="1" dirty="0"/>
              <a:t>CORPO DE CRISTO, SALVAI-ME</a:t>
            </a:r>
          </a:p>
          <a:p>
            <a:pPr algn="l"/>
            <a:r>
              <a:rPr lang="pt-BR" sz="21600" b="1" dirty="0"/>
              <a:t>SANGUE DE CRISTO, INEBRIAI-ME</a:t>
            </a:r>
          </a:p>
          <a:p>
            <a:pPr algn="l"/>
            <a:r>
              <a:rPr lang="pt-BR" sz="21600" b="1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dirty="0"/>
              <a:t>PAIXÃO DE CRISTO, CONFORTAI-ME</a:t>
            </a:r>
          </a:p>
          <a:p>
            <a:pPr algn="l"/>
            <a:r>
              <a:rPr lang="pt-BR" sz="8000" b="1" dirty="0"/>
              <a:t>Ó BOM JESUS, OUVI-ME</a:t>
            </a:r>
          </a:p>
          <a:p>
            <a:pPr algn="l"/>
            <a:r>
              <a:rPr lang="pt-BR" sz="8000" b="1" dirty="0"/>
              <a:t>DENTRO DE VOSSAS CHAGAS, ESCONDEI-ME, ESCONDEI-ME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PERMITAIS QUE EU ME SEPARE DE VÓS</a:t>
            </a:r>
          </a:p>
          <a:p>
            <a:pPr algn="l"/>
            <a:r>
              <a:rPr lang="pt-BR" sz="21600" b="1" dirty="0"/>
              <a:t>DO ESPÍRITO MALIGNO DEFENDEI-ME</a:t>
            </a:r>
          </a:p>
          <a:p>
            <a:pPr algn="l"/>
            <a:r>
              <a:rPr lang="pt-BR" sz="21600" b="1" dirty="0"/>
              <a:t>NA HORA DA MORTE</a:t>
            </a:r>
          </a:p>
          <a:p>
            <a:pPr algn="l"/>
            <a:r>
              <a:rPr lang="pt-BR" sz="21600" b="1" dirty="0"/>
              <a:t>CHAMAI-ME, CHAMAI-ME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14761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E MANDAI-ME IR PARA VÓS</a:t>
            </a:r>
          </a:p>
          <a:p>
            <a:pPr algn="l"/>
            <a:r>
              <a:rPr lang="pt-BR" sz="21600" b="1" dirty="0"/>
              <a:t>PARA QUE COM VOSSOS SANTOS VOS LOUVE</a:t>
            </a:r>
          </a:p>
          <a:p>
            <a:pPr algn="l"/>
            <a:r>
              <a:rPr lang="pt-BR" sz="21600" b="1" dirty="0"/>
              <a:t>POR TODOS OS SÉCULOS DOS SÉCULOS, AMÉM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718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2253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MARIA DE NAZARÉ, MARIA ME CATIVOU</a:t>
            </a:r>
          </a:p>
          <a:p>
            <a:pPr algn="l"/>
            <a:r>
              <a:rPr lang="pt-BR" sz="21600" b="1" dirty="0"/>
              <a:t>FEZ MAIS FORTE A MINHA FÉ</a:t>
            </a:r>
          </a:p>
          <a:p>
            <a:pPr algn="l"/>
            <a:r>
              <a:rPr lang="pt-BR" sz="21600" b="1" dirty="0"/>
              <a:t>E POR FILHO ME ADOTOU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ÀS VEZES EU PARO E FICO A PENSAR</a:t>
            </a:r>
          </a:p>
          <a:p>
            <a:pPr algn="l"/>
            <a:r>
              <a:rPr lang="pt-BR" sz="21600" dirty="0"/>
              <a:t>E SEM PERCEBER, ME VEJO A REZAR</a:t>
            </a:r>
          </a:p>
          <a:p>
            <a:pPr algn="l"/>
            <a:r>
              <a:rPr lang="pt-BR" sz="21600" dirty="0"/>
              <a:t>E MEU CORAÇÃO SE PÕE A CANTAR</a:t>
            </a:r>
          </a:p>
          <a:p>
            <a:pPr algn="l"/>
            <a:r>
              <a:rPr lang="pt-BR" sz="21600" dirty="0"/>
              <a:t>PRA VIRGEM DE NAZARÉ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60587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MENINA QUE DEUS AMOU E ESCOLHEU</a:t>
            </a:r>
          </a:p>
          <a:p>
            <a:pPr algn="l"/>
            <a:r>
              <a:rPr lang="pt-BR" sz="21600" dirty="0"/>
              <a:t>PRA MÃE DE JESUS, O FILHO DE DEUS</a:t>
            </a:r>
          </a:p>
          <a:p>
            <a:pPr algn="l"/>
            <a:r>
              <a:rPr lang="pt-BR" sz="21600" dirty="0"/>
              <a:t>MARIA QUE O POVO INTEIRO ELEGEU</a:t>
            </a:r>
          </a:p>
          <a:p>
            <a:pPr algn="l"/>
            <a:r>
              <a:rPr lang="pt-BR" sz="21600" dirty="0"/>
              <a:t>SENHORA E MÃE DO CÉU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b="1" dirty="0"/>
              <a:t>AVE MARIA AVE MARIA</a:t>
            </a:r>
          </a:p>
          <a:p>
            <a:pPr algn="l"/>
            <a:r>
              <a:rPr lang="pt-BR" sz="21600" b="1" dirty="0"/>
              <a:t>AVE MARIA MÃE DE JESUS!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8192</TotalTime>
  <Words>998</Words>
  <Application>Microsoft Office PowerPoint</Application>
  <PresentationFormat>Widescreen</PresentationFormat>
  <Paragraphs>175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18</cp:revision>
  <dcterms:created xsi:type="dcterms:W3CDTF">2023-05-06T17:01:55Z</dcterms:created>
  <dcterms:modified xsi:type="dcterms:W3CDTF">2024-07-13T21:23:48Z</dcterms:modified>
</cp:coreProperties>
</file>