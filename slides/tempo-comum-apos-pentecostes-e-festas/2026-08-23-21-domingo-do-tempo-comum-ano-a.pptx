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375" r:id="rId2"/>
    <p:sldId id="354" r:id="rId3"/>
    <p:sldId id="406" r:id="rId4"/>
    <p:sldId id="258" r:id="rId5"/>
    <p:sldId id="397" r:id="rId6"/>
    <p:sldId id="606" r:id="rId7"/>
    <p:sldId id="260" r:id="rId8"/>
    <p:sldId id="425" r:id="rId9"/>
    <p:sldId id="426" r:id="rId10"/>
    <p:sldId id="427" r:id="rId11"/>
    <p:sldId id="428" r:id="rId12"/>
    <p:sldId id="429" r:id="rId13"/>
    <p:sldId id="264" r:id="rId14"/>
    <p:sldId id="265" r:id="rId15"/>
    <p:sldId id="266" r:id="rId16"/>
    <p:sldId id="267" r:id="rId17"/>
    <p:sldId id="271" r:id="rId18"/>
    <p:sldId id="535" r:id="rId19"/>
    <p:sldId id="607" r:id="rId20"/>
    <p:sldId id="608" r:id="rId21"/>
    <p:sldId id="292" r:id="rId22"/>
    <p:sldId id="275" r:id="rId23"/>
    <p:sldId id="361" r:id="rId24"/>
    <p:sldId id="362" r:id="rId25"/>
    <p:sldId id="358" r:id="rId26"/>
    <p:sldId id="373" r:id="rId27"/>
    <p:sldId id="387" r:id="rId28"/>
    <p:sldId id="390" r:id="rId29"/>
    <p:sldId id="388" r:id="rId30"/>
    <p:sldId id="389" r:id="rId31"/>
    <p:sldId id="430" r:id="rId32"/>
    <p:sldId id="435" r:id="rId33"/>
    <p:sldId id="421" r:id="rId34"/>
    <p:sldId id="454" r:id="rId35"/>
    <p:sldId id="609" r:id="rId36"/>
    <p:sldId id="404" r:id="rId37"/>
    <p:sldId id="605" r:id="rId38"/>
    <p:sldId id="471" r:id="rId39"/>
    <p:sldId id="472" r:id="rId40"/>
    <p:sldId id="473" r:id="rId41"/>
    <p:sldId id="474" r:id="rId4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6" autoAdjust="0"/>
    <p:restoredTop sz="86770" autoAdjust="0"/>
  </p:normalViewPr>
  <p:slideViewPr>
    <p:cSldViewPr snapToGrid="0">
      <p:cViewPr varScale="1">
        <p:scale>
          <a:sx n="59" d="100"/>
          <a:sy n="59" d="100"/>
        </p:scale>
        <p:origin x="11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F6EDA821-3DDF-45FF-A3F0-D4C1D6F24652}"/>
    <pc:docChg chg="undo custSel addSld delSld modSld sldOrd">
      <pc:chgData name="anaclaracosta116@gmail.com" userId="a793634777582c92" providerId="LiveId" clId="{F6EDA821-3DDF-45FF-A3F0-D4C1D6F24652}" dt="2026-08-22T20:17:30.940" v="369" actId="47"/>
      <pc:docMkLst>
        <pc:docMk/>
      </pc:docMkLst>
      <pc:sldChg chg="del">
        <pc:chgData name="anaclaracosta116@gmail.com" userId="a793634777582c92" providerId="LiveId" clId="{F6EDA821-3DDF-45FF-A3F0-D4C1D6F24652}" dt="2026-08-22T19:40:06.703" v="2" actId="47"/>
        <pc:sldMkLst>
          <pc:docMk/>
          <pc:sldMk cId="2490480151" sldId="259"/>
        </pc:sldMkLst>
      </pc:sldChg>
      <pc:sldChg chg="modSp mod">
        <pc:chgData name="anaclaracosta116@gmail.com" userId="a793634777582c92" providerId="LiveId" clId="{F6EDA821-3DDF-45FF-A3F0-D4C1D6F24652}" dt="2026-08-22T19:42:11.509" v="139" actId="20577"/>
        <pc:sldMkLst>
          <pc:docMk/>
          <pc:sldMk cId="3388034860" sldId="265"/>
        </pc:sldMkLst>
        <pc:spChg chg="mod">
          <ac:chgData name="anaclaracosta116@gmail.com" userId="a793634777582c92" providerId="LiveId" clId="{F6EDA821-3DDF-45FF-A3F0-D4C1D6F24652}" dt="2026-08-22T19:42:11.509" v="139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6EDA821-3DDF-45FF-A3F0-D4C1D6F24652}" dt="2026-08-22T19:45:08.302" v="279" actId="20577"/>
        <pc:sldMkLst>
          <pc:docMk/>
          <pc:sldMk cId="2671817442" sldId="267"/>
        </pc:sldMkLst>
        <pc:spChg chg="mod">
          <ac:chgData name="anaclaracosta116@gmail.com" userId="a793634777582c92" providerId="LiveId" clId="{F6EDA821-3DDF-45FF-A3F0-D4C1D6F24652}" dt="2026-08-22T19:45:08.302" v="279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6EDA821-3DDF-45FF-A3F0-D4C1D6F24652}" dt="2026-08-22T19:54:04.853" v="308" actId="20577"/>
        <pc:sldMkLst>
          <pc:docMk/>
          <pc:sldMk cId="1963412704" sldId="275"/>
        </pc:sldMkLst>
        <pc:spChg chg="mod">
          <ac:chgData name="anaclaracosta116@gmail.com" userId="a793634777582c92" providerId="LiveId" clId="{F6EDA821-3DDF-45FF-A3F0-D4C1D6F24652}" dt="2026-08-22T19:54:04.853" v="308" actId="20577"/>
          <ac:spMkLst>
            <pc:docMk/>
            <pc:sldMk cId="1963412704" sldId="275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F6EDA821-3DDF-45FF-A3F0-D4C1D6F24652}" dt="2026-08-22T19:55:56.015" v="310"/>
        <pc:sldMkLst>
          <pc:docMk/>
          <pc:sldMk cId="3348609962" sldId="358"/>
        </pc:sldMkLst>
      </pc:sldChg>
      <pc:sldChg chg="add">
        <pc:chgData name="anaclaracosta116@gmail.com" userId="a793634777582c92" providerId="LiveId" clId="{F6EDA821-3DDF-45FF-A3F0-D4C1D6F24652}" dt="2026-08-22T19:55:56.015" v="310"/>
        <pc:sldMkLst>
          <pc:docMk/>
          <pc:sldMk cId="2304799739" sldId="362"/>
        </pc:sldMkLst>
      </pc:sldChg>
      <pc:sldChg chg="del">
        <pc:chgData name="anaclaracosta116@gmail.com" userId="a793634777582c92" providerId="LiveId" clId="{F6EDA821-3DDF-45FF-A3F0-D4C1D6F24652}" dt="2026-08-22T19:54:11.082" v="309" actId="47"/>
        <pc:sldMkLst>
          <pc:docMk/>
          <pc:sldMk cId="496775209" sldId="363"/>
        </pc:sldMkLst>
      </pc:sldChg>
      <pc:sldChg chg="del">
        <pc:chgData name="anaclaracosta116@gmail.com" userId="a793634777582c92" providerId="LiveId" clId="{F6EDA821-3DDF-45FF-A3F0-D4C1D6F24652}" dt="2026-08-22T19:40:07.657" v="3" actId="47"/>
        <pc:sldMkLst>
          <pc:docMk/>
          <pc:sldMk cId="3437306079" sldId="370"/>
        </pc:sldMkLst>
      </pc:sldChg>
      <pc:sldChg chg="add">
        <pc:chgData name="anaclaracosta116@gmail.com" userId="a793634777582c92" providerId="LiveId" clId="{F6EDA821-3DDF-45FF-A3F0-D4C1D6F24652}" dt="2026-08-22T19:55:56.015" v="310"/>
        <pc:sldMkLst>
          <pc:docMk/>
          <pc:sldMk cId="3327129825" sldId="373"/>
        </pc:sldMkLst>
      </pc:sldChg>
      <pc:sldChg chg="modSp mod">
        <pc:chgData name="anaclaracosta116@gmail.com" userId="a793634777582c92" providerId="LiveId" clId="{F6EDA821-3DDF-45FF-A3F0-D4C1D6F24652}" dt="2026-08-22T19:38:03.907" v="0" actId="14100"/>
        <pc:sldMkLst>
          <pc:docMk/>
          <pc:sldMk cId="725659120" sldId="375"/>
        </pc:sldMkLst>
        <pc:spChg chg="mod">
          <ac:chgData name="anaclaracosta116@gmail.com" userId="a793634777582c92" providerId="LiveId" clId="{F6EDA821-3DDF-45FF-A3F0-D4C1D6F24652}" dt="2026-08-22T19:38:03.907" v="0" actId="14100"/>
          <ac:spMkLst>
            <pc:docMk/>
            <pc:sldMk cId="725659120" sldId="375"/>
            <ac:spMk id="4" creationId="{6BC42A13-94D8-1373-BB98-025A5C022561}"/>
          </ac:spMkLst>
        </pc:spChg>
      </pc:sldChg>
      <pc:sldChg chg="add">
        <pc:chgData name="anaclaracosta116@gmail.com" userId="a793634777582c92" providerId="LiveId" clId="{F6EDA821-3DDF-45FF-A3F0-D4C1D6F24652}" dt="2026-08-22T19:55:56.015" v="310"/>
        <pc:sldMkLst>
          <pc:docMk/>
          <pc:sldMk cId="2122872683" sldId="387"/>
        </pc:sldMkLst>
      </pc:sldChg>
      <pc:sldChg chg="add">
        <pc:chgData name="anaclaracosta116@gmail.com" userId="a793634777582c92" providerId="LiveId" clId="{F6EDA821-3DDF-45FF-A3F0-D4C1D6F24652}" dt="2026-08-22T19:55:56.015" v="310"/>
        <pc:sldMkLst>
          <pc:docMk/>
          <pc:sldMk cId="1250242687" sldId="388"/>
        </pc:sldMkLst>
      </pc:sldChg>
      <pc:sldChg chg="add">
        <pc:chgData name="anaclaracosta116@gmail.com" userId="a793634777582c92" providerId="LiveId" clId="{F6EDA821-3DDF-45FF-A3F0-D4C1D6F24652}" dt="2026-08-22T19:55:56.015" v="310"/>
        <pc:sldMkLst>
          <pc:docMk/>
          <pc:sldMk cId="1237405732" sldId="389"/>
        </pc:sldMkLst>
      </pc:sldChg>
      <pc:sldChg chg="add">
        <pc:chgData name="anaclaracosta116@gmail.com" userId="a793634777582c92" providerId="LiveId" clId="{F6EDA821-3DDF-45FF-A3F0-D4C1D6F24652}" dt="2026-08-22T19:55:56.015" v="310"/>
        <pc:sldMkLst>
          <pc:docMk/>
          <pc:sldMk cId="112080231" sldId="390"/>
        </pc:sldMkLst>
      </pc:sldChg>
      <pc:sldChg chg="modSp add mod">
        <pc:chgData name="anaclaracosta116@gmail.com" userId="a793634777582c92" providerId="LiveId" clId="{F6EDA821-3DDF-45FF-A3F0-D4C1D6F24652}" dt="2026-08-22T19:40:32.631" v="39" actId="20577"/>
        <pc:sldMkLst>
          <pc:docMk/>
          <pc:sldMk cId="1426477925" sldId="397"/>
        </pc:sldMkLst>
        <pc:spChg chg="mod">
          <ac:chgData name="anaclaracosta116@gmail.com" userId="a793634777582c92" providerId="LiveId" clId="{F6EDA821-3DDF-45FF-A3F0-D4C1D6F24652}" dt="2026-08-22T19:40:32.631" v="39" actId="20577"/>
          <ac:spMkLst>
            <pc:docMk/>
            <pc:sldMk cId="1426477925" sldId="397"/>
            <ac:spMk id="3" creationId="{FC8F7E34-DB8C-1CEE-BAF4-E537563F9CD2}"/>
          </ac:spMkLst>
        </pc:spChg>
      </pc:sldChg>
      <pc:sldChg chg="addSp delSp modSp mod">
        <pc:chgData name="anaclaracosta116@gmail.com" userId="a793634777582c92" providerId="LiveId" clId="{F6EDA821-3DDF-45FF-A3F0-D4C1D6F24652}" dt="2026-08-22T20:08:41.905" v="344" actId="113"/>
        <pc:sldMkLst>
          <pc:docMk/>
          <pc:sldMk cId="3000991878" sldId="421"/>
        </pc:sldMkLst>
        <pc:spChg chg="mod">
          <ac:chgData name="anaclaracosta116@gmail.com" userId="a793634777582c92" providerId="LiveId" clId="{F6EDA821-3DDF-45FF-A3F0-D4C1D6F24652}" dt="2026-08-22T20:08:41.905" v="344" actId="113"/>
          <ac:spMkLst>
            <pc:docMk/>
            <pc:sldMk cId="3000991878" sldId="421"/>
            <ac:spMk id="3" creationId="{FC8F7E34-DB8C-1CEE-BAF4-E537563F9CD2}"/>
          </ac:spMkLst>
        </pc:spChg>
        <pc:spChg chg="add del">
          <ac:chgData name="anaclaracosta116@gmail.com" userId="a793634777582c92" providerId="LiveId" clId="{F6EDA821-3DDF-45FF-A3F0-D4C1D6F24652}" dt="2026-08-22T20:08:30.730" v="343" actId="478"/>
          <ac:spMkLst>
            <pc:docMk/>
            <pc:sldMk cId="3000991878" sldId="421"/>
            <ac:spMk id="5" creationId="{AC88FF9B-0EB7-EC11-54FC-D20A8DCB2A22}"/>
          </ac:spMkLst>
        </pc:spChg>
      </pc:sldChg>
      <pc:sldChg chg="del">
        <pc:chgData name="anaclaracosta116@gmail.com" userId="a793634777582c92" providerId="LiveId" clId="{F6EDA821-3DDF-45FF-A3F0-D4C1D6F24652}" dt="2026-08-22T20:12:33.354" v="362" actId="47"/>
        <pc:sldMkLst>
          <pc:docMk/>
          <pc:sldMk cId="1190763701" sldId="423"/>
        </pc:sldMkLst>
      </pc:sldChg>
      <pc:sldChg chg="modSp mod">
        <pc:chgData name="anaclaracosta116@gmail.com" userId="a793634777582c92" providerId="LiveId" clId="{F6EDA821-3DDF-45FF-A3F0-D4C1D6F24652}" dt="2026-08-22T19:41:15.356" v="66" actId="403"/>
        <pc:sldMkLst>
          <pc:docMk/>
          <pc:sldMk cId="3616559544" sldId="425"/>
        </pc:sldMkLst>
        <pc:spChg chg="mod">
          <ac:chgData name="anaclaracosta116@gmail.com" userId="a793634777582c92" providerId="LiveId" clId="{F6EDA821-3DDF-45FF-A3F0-D4C1D6F24652}" dt="2026-08-22T19:41:15.356" v="66" actId="403"/>
          <ac:spMkLst>
            <pc:docMk/>
            <pc:sldMk cId="3616559544" sldId="42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6-08-22T20:17:30.940" v="369" actId="47"/>
        <pc:sldMkLst>
          <pc:docMk/>
          <pc:sldMk cId="2742565861" sldId="432"/>
        </pc:sldMkLst>
      </pc:sldChg>
      <pc:sldChg chg="modSp mod">
        <pc:chgData name="anaclaracosta116@gmail.com" userId="a793634777582c92" providerId="LiveId" clId="{F6EDA821-3DDF-45FF-A3F0-D4C1D6F24652}" dt="2026-08-22T20:07:01.741" v="335" actId="20577"/>
        <pc:sldMkLst>
          <pc:docMk/>
          <pc:sldMk cId="3260503420" sldId="435"/>
        </pc:sldMkLst>
        <pc:spChg chg="mod">
          <ac:chgData name="anaclaracosta116@gmail.com" userId="a793634777582c92" providerId="LiveId" clId="{F6EDA821-3DDF-45FF-A3F0-D4C1D6F24652}" dt="2026-08-22T20:07:01.741" v="335" actId="20577"/>
          <ac:spMkLst>
            <pc:docMk/>
            <pc:sldMk cId="3260503420" sldId="435"/>
            <ac:spMk id="3" creationId="{F9B192DA-1C38-A4D7-6869-B3F552909D9D}"/>
          </ac:spMkLst>
        </pc:spChg>
      </pc:sldChg>
      <pc:sldChg chg="del">
        <pc:chgData name="anaclaracosta116@gmail.com" userId="a793634777582c92" providerId="LiveId" clId="{F6EDA821-3DDF-45FF-A3F0-D4C1D6F24652}" dt="2026-08-22T19:56:03.104" v="311" actId="47"/>
        <pc:sldMkLst>
          <pc:docMk/>
          <pc:sldMk cId="3496163428" sldId="444"/>
        </pc:sldMkLst>
      </pc:sldChg>
      <pc:sldChg chg="modSp mod">
        <pc:chgData name="anaclaracosta116@gmail.com" userId="a793634777582c92" providerId="LiveId" clId="{F6EDA821-3DDF-45FF-A3F0-D4C1D6F24652}" dt="2026-08-22T20:10:58.263" v="358" actId="20577"/>
        <pc:sldMkLst>
          <pc:docMk/>
          <pc:sldMk cId="2077542525" sldId="454"/>
        </pc:sldMkLst>
        <pc:spChg chg="mod">
          <ac:chgData name="anaclaracosta116@gmail.com" userId="a793634777582c92" providerId="LiveId" clId="{F6EDA821-3DDF-45FF-A3F0-D4C1D6F24652}" dt="2026-08-22T20:10:58.263" v="358" actId="20577"/>
          <ac:spMkLst>
            <pc:docMk/>
            <pc:sldMk cId="2077542525" sldId="454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F6EDA821-3DDF-45FF-A3F0-D4C1D6F24652}" dt="2026-08-22T20:17:27.567" v="367"/>
        <pc:sldMkLst>
          <pc:docMk/>
          <pc:sldMk cId="1666750330" sldId="471"/>
        </pc:sldMkLst>
      </pc:sldChg>
      <pc:sldChg chg="del">
        <pc:chgData name="anaclaracosta116@gmail.com" userId="a793634777582c92" providerId="LiveId" clId="{F6EDA821-3DDF-45FF-A3F0-D4C1D6F24652}" dt="2026-08-22T19:56:04.096" v="312" actId="47"/>
        <pc:sldMkLst>
          <pc:docMk/>
          <pc:sldMk cId="924766993" sldId="472"/>
        </pc:sldMkLst>
      </pc:sldChg>
      <pc:sldChg chg="add">
        <pc:chgData name="anaclaracosta116@gmail.com" userId="a793634777582c92" providerId="LiveId" clId="{F6EDA821-3DDF-45FF-A3F0-D4C1D6F24652}" dt="2026-08-22T20:17:27.567" v="367"/>
        <pc:sldMkLst>
          <pc:docMk/>
          <pc:sldMk cId="1549701264" sldId="472"/>
        </pc:sldMkLst>
      </pc:sldChg>
      <pc:sldChg chg="del">
        <pc:chgData name="anaclaracosta116@gmail.com" userId="a793634777582c92" providerId="LiveId" clId="{F6EDA821-3DDF-45FF-A3F0-D4C1D6F24652}" dt="2026-08-22T19:56:04.838" v="313" actId="47"/>
        <pc:sldMkLst>
          <pc:docMk/>
          <pc:sldMk cId="2577913203" sldId="473"/>
        </pc:sldMkLst>
      </pc:sldChg>
      <pc:sldChg chg="add">
        <pc:chgData name="anaclaracosta116@gmail.com" userId="a793634777582c92" providerId="LiveId" clId="{F6EDA821-3DDF-45FF-A3F0-D4C1D6F24652}" dt="2026-08-22T20:17:27.567" v="367"/>
        <pc:sldMkLst>
          <pc:docMk/>
          <pc:sldMk cId="3231591130" sldId="473"/>
        </pc:sldMkLst>
      </pc:sldChg>
      <pc:sldChg chg="add">
        <pc:chgData name="anaclaracosta116@gmail.com" userId="a793634777582c92" providerId="LiveId" clId="{F6EDA821-3DDF-45FF-A3F0-D4C1D6F24652}" dt="2026-08-22T20:17:27.567" v="367"/>
        <pc:sldMkLst>
          <pc:docMk/>
          <pc:sldMk cId="534088931" sldId="474"/>
        </pc:sldMkLst>
      </pc:sldChg>
      <pc:sldChg chg="del">
        <pc:chgData name="anaclaracosta116@gmail.com" userId="a793634777582c92" providerId="LiveId" clId="{F6EDA821-3DDF-45FF-A3F0-D4C1D6F24652}" dt="2026-08-22T19:56:09.737" v="314" actId="47"/>
        <pc:sldMkLst>
          <pc:docMk/>
          <pc:sldMk cId="2615573110" sldId="474"/>
        </pc:sldMkLst>
      </pc:sldChg>
      <pc:sldChg chg="del">
        <pc:chgData name="anaclaracosta116@gmail.com" userId="a793634777582c92" providerId="LiveId" clId="{F6EDA821-3DDF-45FF-A3F0-D4C1D6F24652}" dt="2026-08-22T19:56:10.918" v="315" actId="47"/>
        <pc:sldMkLst>
          <pc:docMk/>
          <pc:sldMk cId="3835765789" sldId="475"/>
        </pc:sldMkLst>
      </pc:sldChg>
      <pc:sldChg chg="del">
        <pc:chgData name="anaclaracosta116@gmail.com" userId="a793634777582c92" providerId="LiveId" clId="{F6EDA821-3DDF-45FF-A3F0-D4C1D6F24652}" dt="2026-08-22T19:56:17.640" v="316" actId="47"/>
        <pc:sldMkLst>
          <pc:docMk/>
          <pc:sldMk cId="407093357" sldId="476"/>
        </pc:sldMkLst>
      </pc:sldChg>
      <pc:sldChg chg="modSp mod">
        <pc:chgData name="anaclaracosta116@gmail.com" userId="a793634777582c92" providerId="LiveId" clId="{F6EDA821-3DDF-45FF-A3F0-D4C1D6F24652}" dt="2026-08-22T19:52:12.681" v="285" actId="27636"/>
        <pc:sldMkLst>
          <pc:docMk/>
          <pc:sldMk cId="3713170252" sldId="535"/>
        </pc:sldMkLst>
        <pc:spChg chg="mod">
          <ac:chgData name="anaclaracosta116@gmail.com" userId="a793634777582c92" providerId="LiveId" clId="{F6EDA821-3DDF-45FF-A3F0-D4C1D6F24652}" dt="2026-08-22T19:52:12.681" v="285" actId="27636"/>
          <ac:spMkLst>
            <pc:docMk/>
            <pc:sldMk cId="3713170252" sldId="53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6-08-22T20:17:30.390" v="368" actId="47"/>
        <pc:sldMkLst>
          <pc:docMk/>
          <pc:sldMk cId="3496581995" sldId="544"/>
        </pc:sldMkLst>
      </pc:sldChg>
      <pc:sldChg chg="del">
        <pc:chgData name="anaclaracosta116@gmail.com" userId="a793634777582c92" providerId="LiveId" clId="{F6EDA821-3DDF-45FF-A3F0-D4C1D6F24652}" dt="2026-08-22T19:52:14.628" v="286" actId="47"/>
        <pc:sldMkLst>
          <pc:docMk/>
          <pc:sldMk cId="3601456363" sldId="598"/>
        </pc:sldMkLst>
      </pc:sldChg>
      <pc:sldChg chg="del">
        <pc:chgData name="anaclaracosta116@gmail.com" userId="a793634777582c92" providerId="LiveId" clId="{F6EDA821-3DDF-45FF-A3F0-D4C1D6F24652}" dt="2026-08-22T19:52:15.065" v="287" actId="47"/>
        <pc:sldMkLst>
          <pc:docMk/>
          <pc:sldMk cId="1572523682" sldId="599"/>
        </pc:sldMkLst>
      </pc:sldChg>
      <pc:sldChg chg="del">
        <pc:chgData name="anaclaracosta116@gmail.com" userId="a793634777582c92" providerId="LiveId" clId="{F6EDA821-3DDF-45FF-A3F0-D4C1D6F24652}" dt="2026-08-22T20:13:08.567" v="363" actId="47"/>
        <pc:sldMkLst>
          <pc:docMk/>
          <pc:sldMk cId="830890087" sldId="600"/>
        </pc:sldMkLst>
      </pc:sldChg>
      <pc:sldChg chg="del">
        <pc:chgData name="anaclaracosta116@gmail.com" userId="a793634777582c92" providerId="LiveId" clId="{F6EDA821-3DDF-45FF-A3F0-D4C1D6F24652}" dt="2026-08-22T20:13:17.094" v="364" actId="47"/>
        <pc:sldMkLst>
          <pc:docMk/>
          <pc:sldMk cId="1002854648" sldId="601"/>
        </pc:sldMkLst>
      </pc:sldChg>
      <pc:sldChg chg="del">
        <pc:chgData name="anaclaracosta116@gmail.com" userId="a793634777582c92" providerId="LiveId" clId="{F6EDA821-3DDF-45FF-A3F0-D4C1D6F24652}" dt="2026-08-22T20:13:17.714" v="365" actId="47"/>
        <pc:sldMkLst>
          <pc:docMk/>
          <pc:sldMk cId="3268359787" sldId="602"/>
        </pc:sldMkLst>
      </pc:sldChg>
      <pc:sldChg chg="del">
        <pc:chgData name="anaclaracosta116@gmail.com" userId="a793634777582c92" providerId="LiveId" clId="{F6EDA821-3DDF-45FF-A3F0-D4C1D6F24652}" dt="2026-08-22T20:13:18.498" v="366" actId="47"/>
        <pc:sldMkLst>
          <pc:docMk/>
          <pc:sldMk cId="168174950" sldId="603"/>
        </pc:sldMkLst>
      </pc:sldChg>
      <pc:sldChg chg="add">
        <pc:chgData name="anaclaracosta116@gmail.com" userId="a793634777582c92" providerId="LiveId" clId="{F6EDA821-3DDF-45FF-A3F0-D4C1D6F24652}" dt="2026-08-22T20:17:27.567" v="367"/>
        <pc:sldMkLst>
          <pc:docMk/>
          <pc:sldMk cId="2159464433" sldId="605"/>
        </pc:sldMkLst>
      </pc:sldChg>
      <pc:sldChg chg="modSp add mod">
        <pc:chgData name="anaclaracosta116@gmail.com" userId="a793634777582c92" providerId="LiveId" clId="{F6EDA821-3DDF-45FF-A3F0-D4C1D6F24652}" dt="2026-08-22T19:40:59.605" v="58" actId="20577"/>
        <pc:sldMkLst>
          <pc:docMk/>
          <pc:sldMk cId="1700317518" sldId="606"/>
        </pc:sldMkLst>
        <pc:spChg chg="mod">
          <ac:chgData name="anaclaracosta116@gmail.com" userId="a793634777582c92" providerId="LiveId" clId="{F6EDA821-3DDF-45FF-A3F0-D4C1D6F24652}" dt="2026-08-22T19:40:59.605" v="58" actId="20577"/>
          <ac:spMkLst>
            <pc:docMk/>
            <pc:sldMk cId="1700317518" sldId="606"/>
            <ac:spMk id="3" creationId="{FC8F7E34-DB8C-1CEE-BAF4-E537563F9CD2}"/>
          </ac:spMkLst>
        </pc:spChg>
      </pc:sldChg>
      <pc:sldChg chg="add del">
        <pc:chgData name="anaclaracosta116@gmail.com" userId="a793634777582c92" providerId="LiveId" clId="{F6EDA821-3DDF-45FF-A3F0-D4C1D6F24652}" dt="2026-08-22T19:42:15.954" v="141"/>
        <pc:sldMkLst>
          <pc:docMk/>
          <pc:sldMk cId="1741469046" sldId="607"/>
        </pc:sldMkLst>
      </pc:sldChg>
      <pc:sldChg chg="modSp add mod">
        <pc:chgData name="anaclaracosta116@gmail.com" userId="a793634777582c92" providerId="LiveId" clId="{F6EDA821-3DDF-45FF-A3F0-D4C1D6F24652}" dt="2026-08-22T19:52:49.918" v="296"/>
        <pc:sldMkLst>
          <pc:docMk/>
          <pc:sldMk cId="3070228680" sldId="607"/>
        </pc:sldMkLst>
        <pc:spChg chg="mod">
          <ac:chgData name="anaclaracosta116@gmail.com" userId="a793634777582c92" providerId="LiveId" clId="{F6EDA821-3DDF-45FF-A3F0-D4C1D6F24652}" dt="2026-08-22T19:52:49.918" v="296"/>
          <ac:spMkLst>
            <pc:docMk/>
            <pc:sldMk cId="3070228680" sldId="607"/>
            <ac:spMk id="3" creationId="{3D99A631-D34C-9D19-5348-569A66734833}"/>
          </ac:spMkLst>
        </pc:spChg>
      </pc:sldChg>
      <pc:sldChg chg="add del">
        <pc:chgData name="anaclaracosta116@gmail.com" userId="a793634777582c92" providerId="LiveId" clId="{F6EDA821-3DDF-45FF-A3F0-D4C1D6F24652}" dt="2026-08-22T19:42:15.954" v="141"/>
        <pc:sldMkLst>
          <pc:docMk/>
          <pc:sldMk cId="971051694" sldId="608"/>
        </pc:sldMkLst>
      </pc:sldChg>
      <pc:sldChg chg="modSp add mod">
        <pc:chgData name="anaclaracosta116@gmail.com" userId="a793634777582c92" providerId="LiveId" clId="{F6EDA821-3DDF-45FF-A3F0-D4C1D6F24652}" dt="2026-08-22T19:53:32.188" v="298"/>
        <pc:sldMkLst>
          <pc:docMk/>
          <pc:sldMk cId="2378087878" sldId="608"/>
        </pc:sldMkLst>
        <pc:spChg chg="mod">
          <ac:chgData name="anaclaracosta116@gmail.com" userId="a793634777582c92" providerId="LiveId" clId="{F6EDA821-3DDF-45FF-A3F0-D4C1D6F24652}" dt="2026-08-22T19:53:32.188" v="298"/>
          <ac:spMkLst>
            <pc:docMk/>
            <pc:sldMk cId="2378087878" sldId="608"/>
            <ac:spMk id="3" creationId="{2014B22C-17D2-9398-9D44-B630BE1F36C0}"/>
          </ac:spMkLst>
        </pc:spChg>
      </pc:sldChg>
      <pc:sldChg chg="add ord">
        <pc:chgData name="anaclaracosta116@gmail.com" userId="a793634777582c92" providerId="LiveId" clId="{F6EDA821-3DDF-45FF-A3F0-D4C1D6F24652}" dt="2026-08-22T20:11:23.136" v="361"/>
        <pc:sldMkLst>
          <pc:docMk/>
          <pc:sldMk cId="2407518214" sldId="6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878262-F35A-4CC0-B9E8-7EFA18DE861F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A45C0-916B-41BD-8D4B-07FE816DD9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4272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A45C0-916B-41BD-8D4B-07FE816DD9E7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706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218E267-E878-ED9C-990B-4838ADE7E2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8" b="7462"/>
          <a:stretch>
            <a:fillRect/>
          </a:stretch>
        </p:blipFill>
        <p:spPr>
          <a:xfrm>
            <a:off x="-1" y="0"/>
            <a:ext cx="12192000" cy="692279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8558" y="1845129"/>
            <a:ext cx="927077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1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RECORDAMOS, SENHOR DEUS, VOSSA BONDADE EM MEIO AO VOSSO TEMPLO.</a:t>
            </a:r>
          </a:p>
          <a:p>
            <a:pPr algn="l"/>
            <a:endParaRPr lang="pt-BR" sz="66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GRANDE É O SENHOR E MUITO DIGNO DE LOUVORES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CIDADE ONDE ELE MORA</a:t>
            </a: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6" y="1108364"/>
            <a:ext cx="11516593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500" b="1" i="0" dirty="0">
                <a:solidFill>
                  <a:srgbClr val="000000"/>
                </a:solidFill>
                <a:effectLst/>
                <a:latin typeface="-apple-system"/>
              </a:rPr>
              <a:t>RECORDAMOS, SENHOR DEUS, VOSSA BONDADE EM MEIO AO VOSSO TEMPLO. (2X)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SEU MONTE SANTO, ESTA COLINA ENCANTADORA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É A ALEGRIA DO UNIVERSO.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27970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6000" dirty="0"/>
              <a:t>SENHOR, QUE VIESTES NÃO PARA CONDENAR MAS PARA PERDOAR, TENDE PIEDADE DE NÓS</a:t>
            </a:r>
          </a:p>
          <a:p>
            <a:pPr algn="just"/>
            <a:r>
              <a:rPr lang="pt-BR" sz="6000" b="1" dirty="0"/>
              <a:t>KYRIE ELEISON!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dirty="0"/>
              <a:t>CRISTO, QUE VOS ALEGRAIS PELO PECADOR ARREPENDIDO, TENDE PIEDADE DE NÓS</a:t>
            </a:r>
          </a:p>
          <a:p>
            <a:pPr algn="just"/>
            <a:r>
              <a:rPr lang="pt-BR" sz="6000" b="1" dirty="0"/>
              <a:t>CHRISTE ELEISON!</a:t>
            </a:r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SENHOR, QUE MUITO PERDOAIS A QUEM MUITO AMA, TENDE PIEDADE DE NÓS!</a:t>
            </a:r>
          </a:p>
          <a:p>
            <a:pPr algn="just"/>
            <a:r>
              <a:rPr lang="pt-BR" sz="6000" b="1" dirty="0"/>
              <a:t>KYRIE ELEISON!</a:t>
            </a:r>
          </a:p>
        </p:txBody>
      </p:sp>
    </p:spTree>
    <p:extLst>
      <p:ext uri="{BB962C8B-B14F-4D97-AF65-F5344CB8AC3E}">
        <p14:creationId xmlns:p14="http://schemas.microsoft.com/office/powerpoint/2010/main" val="1700317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500" dirty="0"/>
              <a:t>GLÓRIA A DEUS NAS ALTURAS 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6559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97694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  <a:endParaRPr lang="pt-BR" sz="6600" b="1" dirty="0"/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670595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  <a:p>
            <a:pPr algn="just"/>
            <a:r>
              <a:rPr lang="pt-BR" sz="6000" dirty="0"/>
              <a:t>SÓ VÓS SOIS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2788905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r>
              <a:rPr lang="pt-BR" sz="9600" dirty="0"/>
              <a:t>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1182347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i="0" dirty="0">
                <a:effectLst/>
              </a:rPr>
              <a:t>Ó SENHOR, VOSSA BONDADE SEMPRE! COMPLETAI EM MIM A OBRA COMEÇADA!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 (2X)</a:t>
            </a:r>
          </a:p>
          <a:p>
            <a:endParaRPr lang="pt-BR" sz="3600" b="1" dirty="0"/>
          </a:p>
          <a:p>
            <a:r>
              <a:rPr lang="pt-BR" sz="4800" dirty="0"/>
              <a:t>TU ÉS PEDRO, E SOBRE ESTA PEDRA EDIFICAREI MINHA IGREJA; OS PODERES DO REINO DAS TREVAS JAMAIS PODERÃO CONTRA ELA!</a:t>
            </a:r>
          </a:p>
          <a:p>
            <a:endParaRPr lang="pt-BR" sz="2800" b="1" dirty="0"/>
          </a:p>
          <a:p>
            <a:r>
              <a:rPr lang="pt-BR" sz="4800" b="1" dirty="0"/>
              <a:t>ALELUIA, ALELUIA, ALELUIA(2X)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QUE PODEREI RETRIBUIR AO SENHOR,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POR TUDO AQUILO QUE ELE ME DEU?</a:t>
            </a:r>
          </a:p>
          <a:p>
            <a:pPr algn="l"/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OFERECEREI O SEU SACRIFÍCIO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E INVOCAREI O SEU SANTO NOME.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713170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9CB09-AD89-E1A7-9543-EDA213356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1B830-C91E-E638-E959-91FC2D00F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99A631-D34C-9D19-5348-569A66734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QUE PODEREI OFERECER AO MEU DEUS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PELOS IMENSOS BENEFÍCIOS QUE ME FEZ?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OFERECEREI O SEU SACRIFÍCIO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E INVOCAREI O SEU SANTO NOME.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070228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D1CAC-1359-E2CB-B800-4FEB82460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A47D2-CAA0-ADC9-946D-563834FF7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14B22C-17D2-9398-9D44-B630BE1F36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EU CUMPRIREI MINHAS PROMESSAS AO SENHOR,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NA REUNIÃO DO POVO SANTO DE DEUS.</a:t>
            </a:r>
          </a:p>
          <a:p>
            <a:pPr algn="l"/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OFERECEREI O SEU SACRIFÍCIO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E INVOCAREI O SEU SANTO NOME.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378087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 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just"/>
            <a:r>
              <a:rPr lang="pt-BR" sz="6600" b="1" dirty="0"/>
              <a:t>HOSANA NAS ALTURAS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600" b="1" dirty="0"/>
              <a:t>TU ÉS PEDRO E SOBRE ESTA PEDRA CONSTRUIREI A MINHA IGREJA.</a:t>
            </a:r>
          </a:p>
          <a:p>
            <a:pPr algn="just"/>
            <a:r>
              <a:rPr lang="pt-BR" sz="6600" dirty="0"/>
              <a:t>Ó PASTOR DE ISRAEL PRESTAI OUVIDOS</a:t>
            </a:r>
          </a:p>
          <a:p>
            <a:pPr algn="just"/>
            <a:r>
              <a:rPr lang="pt-BR" sz="6600" dirty="0"/>
              <a:t>VÓS, QUE A JOSÉ APACENTAIS QUAL UM REBANHO</a:t>
            </a:r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VÓS QUE SOBRE OS QUERUBINS VOS ASSENTAIS</a:t>
            </a:r>
          </a:p>
          <a:p>
            <a:pPr algn="just"/>
            <a:r>
              <a:rPr lang="pt-BR" sz="5400" dirty="0"/>
              <a:t>APARECEI CHEIO DE GLÓRIA E EXPLENDOR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CONVERTEI-NOS, Ó SENHOR, DEUS DO UNIVERSO</a:t>
            </a:r>
          </a:p>
          <a:p>
            <a:pPr algn="just"/>
            <a:r>
              <a:rPr lang="pt-BR" sz="5400" dirty="0"/>
              <a:t>E SOBRE NÓS ILUMINAI A VOSSA FACE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27129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ARRANCASTE DO EGITO ESTA VIDEIRA, </a:t>
            </a:r>
          </a:p>
          <a:p>
            <a:pPr algn="just"/>
            <a:r>
              <a:rPr lang="pt-BR" sz="5400" dirty="0"/>
              <a:t>E EXPULSASTES AS NAÇÕES PARA PLANTÁ-LA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22872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DIANTE DELA PREPARASTES O TERRENO,</a:t>
            </a:r>
          </a:p>
          <a:p>
            <a:pPr algn="just"/>
            <a:r>
              <a:rPr lang="pt-BR" sz="5400" dirty="0"/>
              <a:t>LANÇOU RAÍZES E ENCHEU A TERRA INTEIRA.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2080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VOLTAI-VOS PARA NÓS, DEUS DO UNIVERSO,</a:t>
            </a:r>
          </a:p>
          <a:p>
            <a:pPr algn="just"/>
            <a:r>
              <a:rPr lang="pt-BR" sz="5400" dirty="0"/>
              <a:t>OLHAI DOS ALTOS CÉUS E OBSERVAI.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502426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VISITAI A VOSSA VINHA E PROTEGEI-A</a:t>
            </a:r>
          </a:p>
          <a:p>
            <a:pPr algn="just"/>
            <a:r>
              <a:rPr lang="pt-BR" sz="5400" dirty="0"/>
              <a:t>FOI A VOSSA MÃO DIREITA QUE A PLANTOU.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37405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571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8D08-951A-1FAF-47FD-6BCC8715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CFA9E-6733-25A6-D9E2-5952F8891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B192DA-1C38-A4D7-6869-B3F552909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DOCE É SENTIR EM MEU CORAÇÃO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HUMILDEMENTE VAI NASCENDO AMOR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DOCE É SABER NÃO ESTOU SOZINHO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SOU UMA PARTE DE UMA IMENSA VIDA</a:t>
            </a:r>
          </a:p>
          <a:p>
            <a:pPr algn="l"/>
            <a:endParaRPr lang="pt-BR" sz="66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5034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GENEROSA</a:t>
            </a:r>
          </a:p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RELUZ EM TORNO A MIM</a:t>
            </a:r>
          </a:p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IMENSO DOM</a:t>
            </a:r>
          </a:p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TEU AMOR SEM FIM</a:t>
            </a:r>
            <a:endParaRPr lang="pt-BR" sz="7200" b="1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918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 CÉU NOS DESTE E AS ESTRELAS CLARAS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NOSSO IRMÃO SOL, NOSSA IRMÃ LUA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NOSSA MÃE TERRA COM FRUTOS, CAMPOS, FLORES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 FOGO E O VENTO, O AR E A ÁGUA PURA</a:t>
            </a:r>
          </a:p>
        </p:txBody>
      </p:sp>
    </p:spTree>
    <p:extLst>
      <p:ext uri="{BB962C8B-B14F-4D97-AF65-F5344CB8AC3E}">
        <p14:creationId xmlns:p14="http://schemas.microsoft.com/office/powerpoint/2010/main" val="20775425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2F670-B860-6907-8FFA-2D155C0C4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59C54F-C9CE-9E91-DA6E-A6AAFC966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617E04-750B-2ABE-CAC7-BCDB29E0F5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GENEROSA</a:t>
            </a:r>
          </a:p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RELUZ EM TORNO A MIM</a:t>
            </a:r>
          </a:p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IMENSO DOM</a:t>
            </a:r>
          </a:p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TEU AMOR SEM FIM</a:t>
            </a:r>
            <a:endParaRPr lang="pt-BR" sz="7200" b="1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518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6800" b="1" dirty="0"/>
              <a:t>BEM MERECESTES TER COM AMOR</a:t>
            </a:r>
          </a:p>
          <a:p>
            <a:pPr algn="just"/>
            <a:r>
              <a:rPr lang="pt-BR" sz="6800" b="1" dirty="0"/>
              <a:t>EM VOSSOS BRAÇOS O SALVADOR</a:t>
            </a:r>
          </a:p>
          <a:p>
            <a:pPr algn="just"/>
            <a:r>
              <a:rPr lang="pt-BR" sz="6800" dirty="0"/>
              <a:t>SALVE, GRANDE ANTÔNIO, SANTO UNIVERSAL</a:t>
            </a:r>
          </a:p>
          <a:p>
            <a:pPr algn="just"/>
            <a:r>
              <a:rPr lang="pt-BR" sz="6800" dirty="0"/>
              <a:t>QUE AMPARAIS AFLITOS CONTRA TODO MAL</a:t>
            </a:r>
          </a:p>
        </p:txBody>
      </p:sp>
    </p:spTree>
    <p:extLst>
      <p:ext uri="{BB962C8B-B14F-4D97-AF65-F5344CB8AC3E}">
        <p14:creationId xmlns:p14="http://schemas.microsoft.com/office/powerpoint/2010/main" val="21594644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6800" b="1" dirty="0"/>
              <a:t>BEM MERECESTES TER COM AMOR</a:t>
            </a:r>
          </a:p>
          <a:p>
            <a:pPr algn="just"/>
            <a:r>
              <a:rPr lang="pt-BR" sz="6800" b="1" dirty="0"/>
              <a:t>EM VOSSOS BRAÇOS O SALVADOR</a:t>
            </a:r>
          </a:p>
          <a:p>
            <a:pPr algn="just"/>
            <a:r>
              <a:rPr lang="pt-BR" sz="6800" dirty="0"/>
              <a:t>DESPREZANDO AS HONRAS PELA SÃ POBREZA</a:t>
            </a:r>
          </a:p>
          <a:p>
            <a:pPr algn="just"/>
            <a:r>
              <a:rPr lang="pt-BR" sz="6800" dirty="0"/>
              <a:t>A JESUS VOS DESTES COM ARDOR E FIRMEZA</a:t>
            </a:r>
          </a:p>
        </p:txBody>
      </p:sp>
    </p:spTree>
    <p:extLst>
      <p:ext uri="{BB962C8B-B14F-4D97-AF65-F5344CB8AC3E}">
        <p14:creationId xmlns:p14="http://schemas.microsoft.com/office/powerpoint/2010/main" val="16667503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5"/>
            <a:ext cx="11471564" cy="568036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800" b="1" dirty="0"/>
              <a:t>BEM MERECESTES TER COM AMOR</a:t>
            </a:r>
          </a:p>
          <a:p>
            <a:pPr algn="just"/>
            <a:r>
              <a:rPr lang="pt-BR" sz="6800" b="1" dirty="0"/>
              <a:t>EM VOSSOS BRAÇOS O SALVADOR</a:t>
            </a:r>
          </a:p>
          <a:p>
            <a:pPr algn="just"/>
            <a:r>
              <a:rPr lang="pt-BR" sz="6800" dirty="0"/>
              <a:t>DO BERÇO SOIS GLÓRIA PARA OS LUSITANOS</a:t>
            </a:r>
          </a:p>
          <a:p>
            <a:pPr algn="just"/>
            <a:r>
              <a:rPr lang="pt-BR" sz="6800" dirty="0"/>
              <a:t>E DEPOIS GRANDEZA DOS ITALIANOS</a:t>
            </a:r>
          </a:p>
        </p:txBody>
      </p:sp>
    </p:spTree>
    <p:extLst>
      <p:ext uri="{BB962C8B-B14F-4D97-AF65-F5344CB8AC3E}">
        <p14:creationId xmlns:p14="http://schemas.microsoft.com/office/powerpoint/2010/main" val="15497012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6800" b="1" dirty="0"/>
              <a:t>BEM MERECESTES TER COM AMOR</a:t>
            </a:r>
          </a:p>
          <a:p>
            <a:pPr algn="just"/>
            <a:r>
              <a:rPr lang="pt-BR" sz="6800" b="1" dirty="0"/>
              <a:t>EM VOSSOS BRAÇOS O SALVADOR</a:t>
            </a:r>
          </a:p>
          <a:p>
            <a:pPr algn="just"/>
            <a:r>
              <a:rPr lang="pt-BR" sz="6800" dirty="0"/>
              <a:t>EM SANTAS MISSÕES, POVOS CONVERTEU</a:t>
            </a:r>
          </a:p>
          <a:p>
            <a:pPr algn="just"/>
            <a:r>
              <a:rPr lang="pt-BR" sz="6800" dirty="0"/>
              <a:t>VOSSA LÍNGUA SANTA QUE NÃO PERECEU</a:t>
            </a:r>
          </a:p>
        </p:txBody>
      </p:sp>
    </p:spTree>
    <p:extLst>
      <p:ext uri="{BB962C8B-B14F-4D97-AF65-F5344CB8AC3E}">
        <p14:creationId xmlns:p14="http://schemas.microsoft.com/office/powerpoint/2010/main" val="32315911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6800" b="1" dirty="0"/>
              <a:t>BEM MERECESTES TER COM AMOR</a:t>
            </a:r>
          </a:p>
          <a:p>
            <a:pPr algn="just"/>
            <a:r>
              <a:rPr lang="pt-BR" sz="6800" b="1" dirty="0"/>
              <a:t>EM VOSSOS BRAÇOS O SALVADOR</a:t>
            </a:r>
          </a:p>
          <a:p>
            <a:pPr algn="just"/>
            <a:r>
              <a:rPr lang="pt-BR" sz="6800" dirty="0"/>
              <a:t>IRMÃO PROTETOR SOIS DOS BRASILEIROS</a:t>
            </a:r>
          </a:p>
          <a:p>
            <a:pPr algn="just"/>
            <a:r>
              <a:rPr lang="pt-BR" sz="6800" dirty="0"/>
              <a:t>QUE MILAGRES CANTAM POR SÉCULOS INTEIROS</a:t>
            </a:r>
          </a:p>
        </p:txBody>
      </p:sp>
    </p:spTree>
    <p:extLst>
      <p:ext uri="{BB962C8B-B14F-4D97-AF65-F5344CB8AC3E}">
        <p14:creationId xmlns:p14="http://schemas.microsoft.com/office/powerpoint/2010/main" val="5340889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8760</TotalTime>
  <Words>838</Words>
  <Application>Microsoft Office PowerPoint</Application>
  <PresentationFormat>Widescreen</PresentationFormat>
  <Paragraphs>162</Paragraphs>
  <Slides>41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7" baseType="lpstr">
      <vt:lpstr>-apple-system</vt:lpstr>
      <vt:lpstr>Arial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ENTRADA</vt:lpstr>
      <vt:lpstr>ENTRADA</vt:lpstr>
      <vt:lpstr>ENTRADA</vt:lpstr>
      <vt:lpstr>ENTRADA</vt:lpstr>
      <vt:lpstr>ENTRADA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48</cp:revision>
  <dcterms:created xsi:type="dcterms:W3CDTF">2023-05-06T17:01:55Z</dcterms:created>
  <dcterms:modified xsi:type="dcterms:W3CDTF">2026-08-22T21:37:59Z</dcterms:modified>
</cp:coreProperties>
</file>