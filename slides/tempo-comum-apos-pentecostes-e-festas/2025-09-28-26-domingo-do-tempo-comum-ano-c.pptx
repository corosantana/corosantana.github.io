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525" r:id="rId4"/>
    <p:sldId id="526" r:id="rId5"/>
    <p:sldId id="258" r:id="rId6"/>
    <p:sldId id="410" r:id="rId7"/>
    <p:sldId id="527" r:id="rId8"/>
    <p:sldId id="528" r:id="rId9"/>
    <p:sldId id="260" r:id="rId10"/>
    <p:sldId id="539" r:id="rId11"/>
    <p:sldId id="540" r:id="rId12"/>
    <p:sldId id="541" r:id="rId13"/>
    <p:sldId id="542" r:id="rId14"/>
    <p:sldId id="432" r:id="rId15"/>
    <p:sldId id="461" r:id="rId16"/>
    <p:sldId id="264" r:id="rId17"/>
    <p:sldId id="265" r:id="rId18"/>
    <p:sldId id="266" r:id="rId19"/>
    <p:sldId id="267" r:id="rId20"/>
    <p:sldId id="271" r:id="rId21"/>
    <p:sldId id="269" r:id="rId22"/>
    <p:sldId id="376" r:id="rId23"/>
    <p:sldId id="426" r:id="rId24"/>
    <p:sldId id="391" r:id="rId25"/>
    <p:sldId id="427" r:id="rId26"/>
    <p:sldId id="415" r:id="rId27"/>
    <p:sldId id="428" r:id="rId28"/>
    <p:sldId id="417" r:id="rId29"/>
    <p:sldId id="292" r:id="rId30"/>
    <p:sldId id="275" r:id="rId31"/>
    <p:sldId id="363" r:id="rId32"/>
    <p:sldId id="361" r:id="rId33"/>
    <p:sldId id="362" r:id="rId34"/>
    <p:sldId id="529" r:id="rId35"/>
    <p:sldId id="543" r:id="rId36"/>
    <p:sldId id="544" r:id="rId37"/>
    <p:sldId id="545" r:id="rId38"/>
    <p:sldId id="546" r:id="rId39"/>
    <p:sldId id="547" r:id="rId40"/>
    <p:sldId id="548" r:id="rId41"/>
    <p:sldId id="404" r:id="rId42"/>
    <p:sldId id="511" r:id="rId43"/>
    <p:sldId id="537" r:id="rId44"/>
    <p:sldId id="538" r:id="rId45"/>
    <p:sldId id="429" r:id="rId46"/>
    <p:sldId id="550" r:id="rId47"/>
    <p:sldId id="549" r:id="rId48"/>
    <p:sldId id="441" r:id="rId49"/>
    <p:sldId id="374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F6499B5-857D-F3A5-A09D-F8B0EECB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6508"/>
            <a:ext cx="12191998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11491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68221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26º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1-SÓ VÓS SOIS MINHA FORÇA,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PRESERVAI-ME DE TODO O MAL!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4F2C-C1FE-9FDA-3B54-2C656F51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74761-9D08-3941-80DB-EFE27263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D5F3BE-E854-D6C2-2BAF-B454F6118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2-VÓS SOIS BOM, VÓS SOIS PAI,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DAI-ME LUZ, DAI-ME PAZ, DAI-ME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98743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578C-5B91-6880-D51B-BEB6839A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99E05-B6D7-BF5E-1D41-FE518C810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4CF24C-A6D3-AED6-D284-F6F4FB570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3-E EU QUERO CANTAR-VOS,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VOSSO NOME EU QUERO LOUVAR!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62306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VIESTES SALVAR OS CORAÇÕES ARREPENDIDOS,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765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DA98-0873-CF74-8837-2C9F9DA3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50A9-2093-0588-AA1A-ACF855DF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B56808-4970-9451-8C19-74E453D2E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CRISTO, QUE VIESTES CHAMAR OS PECADORES,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CHRISTE ELEISON (2X)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9810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E726-0F1A-52B9-5D68-98A43FB6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99A-E3E3-59F2-A9A8-A7D131C21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7ACE30-2CFF-8FAB-AF06-A74BB7D24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INTERCEDEIS P NÓS JUNTO DO PAI, TENDE PIEDADE DE NÓS.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075381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GLORIA IN EXCELSIS DEO ET IN TERRA PAX HOMINIBUS BONÆ VOLUNTATIS, BONÆ VOLUNTATIS!</a:t>
            </a:r>
          </a:p>
          <a:p>
            <a:pPr algn="just"/>
            <a:endParaRPr lang="pt-BR" sz="3600" b="1" dirty="0"/>
          </a:p>
          <a:p>
            <a:pPr algn="just"/>
            <a:r>
              <a:rPr lang="pt-BR" sz="9600" dirty="0">
                <a:solidFill>
                  <a:srgbClr val="FF0000"/>
                </a:solidFill>
              </a:rPr>
              <a:t>TRADUÇÃO:</a:t>
            </a:r>
          </a:p>
          <a:p>
            <a:pPr algn="just"/>
            <a:r>
              <a:rPr lang="pt-BR" sz="9600" dirty="0"/>
              <a:t>GLÓRIA A DEUS NAS ALTURAS E PAZ NA TERRA AOS HOMENS POR ELE AMADOS, POR ELE AMADOS!</a:t>
            </a:r>
          </a:p>
          <a:p>
            <a:pPr algn="just"/>
            <a:endParaRPr lang="pt-BR" sz="7200" dirty="0"/>
          </a:p>
          <a:p>
            <a:pPr algn="just"/>
            <a:r>
              <a:rPr lang="pt-BR" sz="17600" dirty="0"/>
              <a:t>SENHOR DEUS, REI DOS CÉUS, DEUS PAI TODO PODEROSO</a:t>
            </a:r>
            <a:endParaRPr lang="pt-BR" sz="12800" dirty="0"/>
          </a:p>
          <a:p>
            <a:pPr algn="just"/>
            <a:r>
              <a:rPr lang="pt-BR" sz="17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6324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228605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1296337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519322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</a:t>
            </a:r>
          </a:p>
          <a:p>
            <a:pPr algn="just"/>
            <a:endParaRPr lang="pt-BR" sz="135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66917-ADEA-8074-579F-B83B0BD4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4AE49-8675-F340-B223-D563A9248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B0D9A-9164-374D-7E24-15759A598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3500" b="1" dirty="0"/>
              <a:t>GLORIA IN EXCELSIS DEO ET IN TERRA PAX HOMINIBUS BONÆ VOLUNTATIS, BONÆ VOLUNTATIS!</a:t>
            </a:r>
          </a:p>
          <a:p>
            <a:pPr algn="l"/>
            <a:endParaRPr lang="pt-BR" sz="13500" b="1" dirty="0"/>
          </a:p>
          <a:p>
            <a:pPr algn="just"/>
            <a:r>
              <a:rPr lang="pt-BR" sz="13500" b="1" dirty="0"/>
              <a:t>AMÉM!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804559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 BENDIZE, MINHA ALMA, LOUVA AO SENHOR!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JESUS CRISTO, SENDO RICO, SE FEZ POBRE POR AMOR; PARA QUE SUA POBREZA NOS, ASSIM, ENRIQUECESSE.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50792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LOUVAI, LOUVAI, Ó SERVOS DO SENHOR, LOUVAI, LOUVAI O NOME DO SENHOR!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FF3F-9EF8-A4DD-3764-CE648DAB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D3253-A85A-346F-B2BE-BF8650596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31860C-7D98-D2CF-7032-5A2C96DA8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24989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BENDITO SEJA O NOME DO SENHOR,</a:t>
            </a:r>
          </a:p>
          <a:p>
            <a:pPr algn="l"/>
            <a:r>
              <a:rPr lang="pt-BR" sz="8000" dirty="0"/>
              <a:t>AGORA E POR TODA A ETERNIDADE!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68652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B52D-04BD-F343-8F88-F3C102CC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E51BF-E57D-2935-298A-74F378B8C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64C8D6-A570-7ADA-77B4-8E64B2521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8223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FDDF7-E57B-4ABD-8E64-A145FE05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9A6-E4AB-3019-DB67-34691BCCA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2D9BAA-3642-9E5C-D10A-5966396BE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O SENHOR ESTÁ ACIMA DAS NAÇÕES. </a:t>
            </a:r>
          </a:p>
          <a:p>
            <a:pPr algn="l"/>
            <a:r>
              <a:rPr lang="pt-BR" sz="8000" dirty="0"/>
              <a:t>SUA GLÓRIA VAI ALÉM DOS ALTOS CÉUS.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449555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16D4A-E944-712E-206F-FCD952E7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2EAB9-BA11-9983-DE60-6EEA8FAC0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624AC7-2F92-2DCA-B6B5-B82E6E851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7132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7FD3-BCCB-0F01-AC83-340CCDA3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01FBD-3BD8-0170-3107-4A5B93221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E69C76-26DB-3877-CFAA-CE631BAEC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QUEM PODE COMPARAR-SE AO NOSSO DEUS,</a:t>
            </a:r>
          </a:p>
          <a:p>
            <a:pPr algn="l"/>
            <a:r>
              <a:rPr lang="pt-BR" sz="8000" dirty="0"/>
              <a:t>QUE SE INCLINA PARA OLHAR O CÉU E A TERRA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893117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 A VOSSA GLÓRIA</a:t>
            </a:r>
          </a:p>
          <a:p>
            <a:pPr algn="just"/>
            <a:r>
              <a:rPr lang="pt-BR" sz="6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LEMBRAI-VOS DA PROMESSA AO VOSSO SERVO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PELA QUAL ME CUMULASTES DE ESPERANÇA.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O QUE ME ANIMA NA AFLIÇÃO É A CERTEZA: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VOSSA PALAVRA ME DÁ A VIDA, Ó SENHOR.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7DE0B-1B9F-6BB0-A2F5-55E78A7C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68BEE-DBF8-B291-26CB-B413F9152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158308-D62E-83A2-E787-637AFA84D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1. FELIZ O HOMEM SEM PECADO EM SEU CAMINHO,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QUE NA LEI DO SENHOR DEUS VAI PROGREDINDO!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FELIZ O HOMEM QUE OBSERVA SEUS PRECEITOS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E DE TODO O CORAÇÃO PROCURA A DEUS.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73776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DF83E-E2A6-1C11-0EAD-0ECC48AE2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67C1C-BB22-6644-5F27-576A80A0A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773529-B8B1-C130-706E-0B4EFA2B1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LEMBRAI-VOS DA PROMESSA AO VOSSO SERVO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PELA QUAL ME CUMULASTES DE ESPERANÇA.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O QUE ME ANIMA NA AFLIÇÃO É A CERTEZA: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VOSSA PALAVRA ME DÁ A VIDA, Ó SENHOR.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870785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7F0B-2589-1273-5694-17A5C549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D1CF5-F3EF-24D2-C18F-30FAEC056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F0B17A-F8D0-F11D-EECD-19D9D09C8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2. A MINHA ALMA ESTÁ PROSTRADA NA POEIRA,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VOSSA PALAVRA ME DEVOLVA A MINHA VIDA.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A MINHA ALMA CHORA E GEME DE TRISTEZA,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VOSSA PALAVRA ME CONSOLE E REANIME.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0028633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C23AD-DE99-D327-549D-53A17C354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26909-C25D-9E0F-AEB8-125D60258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2A02F1-C5B0-E7C4-AF28-53B42BAC2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LEMBRAI-VOS DA PROMESSA AO VOSSO SERVO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PELA QUAL ME CUMULASTES DE ESPERANÇA.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O QUE ME ANIMA NA AFLIÇÃO É A CERTEZA: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VOSSA PALAVRA ME DÁ A VIDA, Ó SENHOR.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35604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B4B9-0FF4-B3C1-122B-AED21FD1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3A594-4AC0-8CC1-FB2A-F593F000A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B3A45A-C838-4D24-CFB8-D1411621B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3. SENHOR, QUE DESÇA SOBRE MIM A VOSSA GRAÇA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E A VOSSA SALVAÇÃO QUE PROMETESTES!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VOSSOS FIEIS HÃO DE ME VER COM ALEGRIA,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POIS, NAS PALAVRAS QUE DISSESTES, ESPEREI.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149228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D5AE6-6579-7F88-7F0B-7A5F6C2AD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63395-A083-C57F-42D0-572045C96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381134-BF34-AFEF-275F-D88DD4444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LEMBRAI-VOS DA PROMESSA AO VOSSO SERVO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PELA QUAL ME CUMULASTES DE ESPERANÇA.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O QUE ME ANIMA NA AFLIÇÃO É A CERTEZA: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VOSSA PALAVRA ME DÁ A VIDA, Ó SENHOR.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535648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B206-05FF-1B6A-B633-2C337F056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6F6C2-733F-9908-BB34-0B0FAAF58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D34579-1062-652C-093E-A0D5B7748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4.VOSSO AMOR SEJA UM CONSOLO PARA MIM,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CONFORME A VOSSO SERVO PROMETESTES.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VÓS SOIS MEU PROTETOR E MEU ESCUDO,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VOSSA PALAVRA É PARA MIM A ESPERANÇA.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97011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E30-295F-DD39-B821-131CB996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EC1DF6-56CF-6C7C-BCCB-C87CAD0D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DO SEU AMOR? A TRIBULAÇÃO, TALVEZ A ESPADA? NEM A MORTE E NEM A VIDA NOS SEPARARÁ DO AMOR DE CRISTO, NOSSO SENHOR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727473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3653B-A037-E8B1-6569-8AAADC07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B7AF8F1-66AE-AD2E-B7B1-C70EBC4E6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DA SUA PAZ? A PERSEGUIÇÃO, TALVEZ A DOR? NENHUM PODER NOS SEPARARÁ DAQUELE QUE VENCEU A MORTE POR NÓS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2852515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F649-2CB6-C770-94BF-1B518450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D7AF8A-AEB1-4961-3350-525ED8805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QUEM NOS SEPARARÁ DA SUA ALEGRIA? QUEM PODERÁ TIRAR-NOS DO SEU PERDÃO? NINGUÉM NO MUNDO NOS AFASTARÁ DA VIDA EM CRISTO, NOSSO SENHOR.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8863331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E7D8-F82C-AD30-3A30-2BA73AAE9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7874F5-0EA7-C190-B4F3-25FF81D804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9B224D-34AD-C6F6-4B6B-EEBA907C2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886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63DED-2D13-9DA1-E7CD-E3472DCA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9BD4527-E509-FBF5-4574-9369496239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7692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MARIA DE NAZARÉ,</a:t>
            </a:r>
          </a:p>
          <a:p>
            <a:pPr algn="l"/>
            <a:r>
              <a:rPr lang="pt-BR" sz="12600" dirty="0"/>
              <a:t>MARIA ME CATIVOU</a:t>
            </a:r>
          </a:p>
          <a:p>
            <a:pPr algn="l"/>
            <a:r>
              <a:rPr lang="pt-BR" sz="12600" dirty="0"/>
              <a:t>FEZ MAIS FORTE A MINHA FÉ</a:t>
            </a:r>
          </a:p>
          <a:p>
            <a:pPr algn="l"/>
            <a:r>
              <a:rPr lang="pt-BR" sz="12600" dirty="0"/>
              <a:t>E POR FILHO ME ADOTOU</a:t>
            </a:r>
          </a:p>
          <a:p>
            <a:pPr algn="l"/>
            <a:r>
              <a:rPr lang="pt-BR" sz="12600" dirty="0"/>
              <a:t>ÀS VEZES EU PARO E FICO A PENSAR</a:t>
            </a:r>
          </a:p>
          <a:p>
            <a:pPr algn="l"/>
            <a:r>
              <a:rPr lang="pt-BR" sz="12600" dirty="0"/>
              <a:t>E SEM PERCEBER, ME VEJO A REZAR</a:t>
            </a:r>
          </a:p>
          <a:p>
            <a:pPr algn="l"/>
            <a:r>
              <a:rPr lang="pt-BR" sz="12600" dirty="0"/>
              <a:t>E MEU CORAÇÃO SE PÕE A CANTAR</a:t>
            </a:r>
          </a:p>
          <a:p>
            <a:pPr algn="l"/>
            <a:r>
              <a:rPr lang="pt-BR" sz="12600" dirty="0"/>
              <a:t>PRA VIRGEM DE NAZARÉ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0244621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dirty="0"/>
              <a:t>MENINA QUE DEUS AMOU E ESCOLHEU</a:t>
            </a:r>
          </a:p>
          <a:p>
            <a:pPr algn="l"/>
            <a:r>
              <a:rPr lang="pt-BR" sz="5400" dirty="0"/>
              <a:t>PRA MÃE DE JESUS, O FILHO DE DEUS</a:t>
            </a:r>
          </a:p>
          <a:p>
            <a:pPr algn="l"/>
            <a:r>
              <a:rPr lang="pt-BR" sz="5400" dirty="0"/>
              <a:t>MARIA QUE O POVO INTEIRO ELEGEU</a:t>
            </a:r>
          </a:p>
          <a:p>
            <a:pPr algn="l"/>
            <a:r>
              <a:rPr lang="pt-BR" sz="5400" dirty="0"/>
              <a:t>SENHORA E MÃE DO CÉU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AVE MARIA(3X)</a:t>
            </a:r>
          </a:p>
          <a:p>
            <a:pPr algn="l"/>
            <a:r>
              <a:rPr lang="pt-BR" sz="5400" b="1" dirty="0"/>
              <a:t>MÃE DE JESUS!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8483</TotalTime>
  <Words>1036</Words>
  <Application>Microsoft Office PowerPoint</Application>
  <PresentationFormat>Widescreen</PresentationFormat>
  <Paragraphs>165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6" baseType="lpstr">
      <vt:lpstr>-apple-system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54</cp:revision>
  <dcterms:created xsi:type="dcterms:W3CDTF">2023-05-06T17:01:55Z</dcterms:created>
  <dcterms:modified xsi:type="dcterms:W3CDTF">2025-09-27T21:46:09Z</dcterms:modified>
</cp:coreProperties>
</file>