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394" r:id="rId4"/>
    <p:sldId id="258" r:id="rId5"/>
    <p:sldId id="259" r:id="rId6"/>
    <p:sldId id="260" r:id="rId7"/>
    <p:sldId id="261" r:id="rId8"/>
    <p:sldId id="338" r:id="rId9"/>
    <p:sldId id="339" r:id="rId10"/>
    <p:sldId id="340" r:id="rId11"/>
    <p:sldId id="377" r:id="rId12"/>
    <p:sldId id="264" r:id="rId13"/>
    <p:sldId id="265" r:id="rId14"/>
    <p:sldId id="266" r:id="rId15"/>
    <p:sldId id="267" r:id="rId16"/>
    <p:sldId id="271" r:id="rId17"/>
    <p:sldId id="269" r:id="rId18"/>
    <p:sldId id="376" r:id="rId19"/>
    <p:sldId id="384" r:id="rId20"/>
    <p:sldId id="391" r:id="rId21"/>
    <p:sldId id="393" r:id="rId22"/>
    <p:sldId id="392" r:id="rId23"/>
    <p:sldId id="292" r:id="rId24"/>
    <p:sldId id="275" r:id="rId25"/>
    <p:sldId id="363" r:id="rId26"/>
    <p:sldId id="361" r:id="rId27"/>
    <p:sldId id="362" r:id="rId28"/>
    <p:sldId id="358" r:id="rId29"/>
    <p:sldId id="385" r:id="rId30"/>
    <p:sldId id="386" r:id="rId31"/>
    <p:sldId id="387" r:id="rId32"/>
    <p:sldId id="388" r:id="rId33"/>
    <p:sldId id="389" r:id="rId34"/>
    <p:sldId id="390" r:id="rId35"/>
    <p:sldId id="277" r:id="rId36"/>
    <p:sldId id="337" r:id="rId37"/>
    <p:sldId id="374" r:id="rId3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882" autoAdjust="0"/>
    <p:restoredTop sz="94660"/>
  </p:normalViewPr>
  <p:slideViewPr>
    <p:cSldViewPr snapToGrid="0">
      <p:cViewPr varScale="1">
        <p:scale>
          <a:sx n="69" d="100"/>
          <a:sy n="69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8B4B680B-D715-4537-94CA-CA52BDAE536D}"/>
    <pc:docChg chg="undo custSel addSld delSld modSld">
      <pc:chgData name="anaclaracosta116@gmail.com" userId="a793634777582c92" providerId="LiveId" clId="{8B4B680B-D715-4537-94CA-CA52BDAE536D}" dt="2023-08-12T15:56:37.831" v="199" actId="2696"/>
      <pc:docMkLst>
        <pc:docMk/>
      </pc:docMkLst>
      <pc:sldChg chg="modSp mod">
        <pc:chgData name="anaclaracosta116@gmail.com" userId="a793634777582c92" providerId="LiveId" clId="{8B4B680B-D715-4537-94CA-CA52BDAE536D}" dt="2023-08-12T15:56:26.958" v="197" actId="403"/>
        <pc:sldMkLst>
          <pc:docMk/>
          <pc:sldMk cId="2490480151" sldId="259"/>
        </pc:sldMkLst>
        <pc:spChg chg="mod">
          <ac:chgData name="anaclaracosta116@gmail.com" userId="a793634777582c92" providerId="LiveId" clId="{8B4B680B-D715-4537-94CA-CA52BDAE536D}" dt="2023-08-12T15:56:26.958" v="197" actId="403"/>
          <ac:spMkLst>
            <pc:docMk/>
            <pc:sldMk cId="2490480151" sldId="25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B4B680B-D715-4537-94CA-CA52BDAE536D}" dt="2023-08-12T15:53:29.118" v="44" actId="113"/>
        <pc:sldMkLst>
          <pc:docMk/>
          <pc:sldMk cId="880466366" sldId="354"/>
        </pc:sldMkLst>
        <pc:spChg chg="mod">
          <ac:chgData name="anaclaracosta116@gmail.com" userId="a793634777582c92" providerId="LiveId" clId="{8B4B680B-D715-4537-94CA-CA52BDAE536D}" dt="2023-08-12T15:53:29.118" v="44" actId="113"/>
          <ac:spMkLst>
            <pc:docMk/>
            <pc:sldMk cId="880466366" sldId="354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8B4B680B-D715-4537-94CA-CA52BDAE536D}" dt="2023-08-12T15:53:39.808" v="46" actId="2696"/>
        <pc:sldMkLst>
          <pc:docMk/>
          <pc:sldMk cId="4169432743" sldId="355"/>
        </pc:sldMkLst>
      </pc:sldChg>
      <pc:sldChg chg="del">
        <pc:chgData name="anaclaracosta116@gmail.com" userId="a793634777582c92" providerId="LiveId" clId="{8B4B680B-D715-4537-94CA-CA52BDAE536D}" dt="2023-08-12T15:56:35.105" v="198" actId="2696"/>
        <pc:sldMkLst>
          <pc:docMk/>
          <pc:sldMk cId="4223893755" sldId="371"/>
        </pc:sldMkLst>
      </pc:sldChg>
      <pc:sldChg chg="modSp mod">
        <pc:chgData name="anaclaracosta116@gmail.com" userId="a793634777582c92" providerId="LiveId" clId="{8B4B680B-D715-4537-94CA-CA52BDAE536D}" dt="2023-08-06T21:05:39.924" v="31" actId="20577"/>
        <pc:sldMkLst>
          <pc:docMk/>
          <pc:sldMk cId="1775942911" sldId="376"/>
        </pc:sldMkLst>
        <pc:spChg chg="mod">
          <ac:chgData name="anaclaracosta116@gmail.com" userId="a793634777582c92" providerId="LiveId" clId="{8B4B680B-D715-4537-94CA-CA52BDAE536D}" dt="2023-08-06T21:05:39.924" v="31" actId="20577"/>
          <ac:spMkLst>
            <pc:docMk/>
            <pc:sldMk cId="1775942911" sldId="376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8B4B680B-D715-4537-94CA-CA52BDAE536D}" dt="2023-08-12T15:53:43.247" v="47" actId="2696"/>
        <pc:sldMkLst>
          <pc:docMk/>
          <pc:sldMk cId="2440804338" sldId="379"/>
        </pc:sldMkLst>
      </pc:sldChg>
      <pc:sldChg chg="del">
        <pc:chgData name="anaclaracosta116@gmail.com" userId="a793634777582c92" providerId="LiveId" clId="{8B4B680B-D715-4537-94CA-CA52BDAE536D}" dt="2023-08-12T15:53:46.526" v="48" actId="2696"/>
        <pc:sldMkLst>
          <pc:docMk/>
          <pc:sldMk cId="908597493" sldId="380"/>
        </pc:sldMkLst>
      </pc:sldChg>
      <pc:sldChg chg="del">
        <pc:chgData name="anaclaracosta116@gmail.com" userId="a793634777582c92" providerId="LiveId" clId="{8B4B680B-D715-4537-94CA-CA52BDAE536D}" dt="2023-08-12T15:53:50.061" v="49" actId="2696"/>
        <pc:sldMkLst>
          <pc:docMk/>
          <pc:sldMk cId="647468354" sldId="381"/>
        </pc:sldMkLst>
      </pc:sldChg>
      <pc:sldChg chg="del">
        <pc:chgData name="anaclaracosta116@gmail.com" userId="a793634777582c92" providerId="LiveId" clId="{8B4B680B-D715-4537-94CA-CA52BDAE536D}" dt="2023-08-12T15:53:53.052" v="50" actId="2696"/>
        <pc:sldMkLst>
          <pc:docMk/>
          <pc:sldMk cId="3644047270" sldId="382"/>
        </pc:sldMkLst>
      </pc:sldChg>
      <pc:sldChg chg="del">
        <pc:chgData name="anaclaracosta116@gmail.com" userId="a793634777582c92" providerId="LiveId" clId="{8B4B680B-D715-4537-94CA-CA52BDAE536D}" dt="2023-08-12T15:56:37.831" v="199" actId="2696"/>
        <pc:sldMkLst>
          <pc:docMk/>
          <pc:sldMk cId="2221276915" sldId="383"/>
        </pc:sldMkLst>
      </pc:sldChg>
      <pc:sldChg chg="modSp mod">
        <pc:chgData name="anaclaracosta116@gmail.com" userId="a793634777582c92" providerId="LiveId" clId="{8B4B680B-D715-4537-94CA-CA52BDAE536D}" dt="2023-08-06T21:06:05.698" v="34" actId="20577"/>
        <pc:sldMkLst>
          <pc:docMk/>
          <pc:sldMk cId="1318393279" sldId="392"/>
        </pc:sldMkLst>
        <pc:spChg chg="mod">
          <ac:chgData name="anaclaracosta116@gmail.com" userId="a793634777582c92" providerId="LiveId" clId="{8B4B680B-D715-4537-94CA-CA52BDAE536D}" dt="2023-08-06T21:06:05.698" v="34" actId="20577"/>
          <ac:spMkLst>
            <pc:docMk/>
            <pc:sldMk cId="1318393279" sldId="392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8B4B680B-D715-4537-94CA-CA52BDAE536D}" dt="2023-08-12T15:55:10.348" v="61"/>
        <pc:sldMkLst>
          <pc:docMk/>
          <pc:sldMk cId="103931503" sldId="394"/>
        </pc:sldMkLst>
        <pc:spChg chg="mod">
          <ac:chgData name="anaclaracosta116@gmail.com" userId="a793634777582c92" providerId="LiveId" clId="{8B4B680B-D715-4537-94CA-CA52BDAE536D}" dt="2023-08-12T15:55:10.348" v="61"/>
          <ac:spMkLst>
            <pc:docMk/>
            <pc:sldMk cId="103931503" sldId="394"/>
            <ac:spMk id="3" creationId="{FC8F7E34-DB8C-1CEE-BAF4-E537563F9CD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12/08/2023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12/08/2023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12/08/2023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12/08/2023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12/08/2023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12/08/2023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12/08/2023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12/08/2023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12/08/2023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12/08/2023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12/08/2023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12/08/2023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200" b="1" dirty="0"/>
              <a:t>O SENHOR SE TORNOU PARA MIM O SALVADOR.</a:t>
            </a:r>
          </a:p>
          <a:p>
            <a:pPr algn="l"/>
            <a:endParaRPr lang="pt-BR" sz="7200" b="1" dirty="0"/>
          </a:p>
          <a:p>
            <a:pPr algn="l"/>
            <a:r>
              <a:rPr lang="pt-BR" sz="7200" dirty="0"/>
              <a:t>EU VOS AMO, Ó SENHOR, SOIS MINHA FORÇA, </a:t>
            </a:r>
          </a:p>
          <a:p>
            <a:pPr algn="l"/>
            <a:r>
              <a:rPr lang="pt-BR" sz="7200" dirty="0"/>
              <a:t>MINHA ROCHA, MEU REFÚGIO E SALVADOR. 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200" b="1" dirty="0"/>
              <a:t>O SENHOR SE TORNOU PARA MIM O SALVADOR.</a:t>
            </a:r>
          </a:p>
          <a:p>
            <a:pPr algn="l"/>
            <a:endParaRPr lang="pt-BR" sz="7200" b="1" dirty="0"/>
          </a:p>
          <a:p>
            <a:pPr algn="l"/>
            <a:r>
              <a:rPr lang="pt-BR" sz="7200" dirty="0"/>
              <a:t>MINHA FORÇA E PODEROSA SALVAÇÃO, </a:t>
            </a:r>
          </a:p>
          <a:p>
            <a:pPr algn="l"/>
            <a:r>
              <a:rPr lang="pt-BR" sz="7200" dirty="0"/>
              <a:t>SOIS MEU ESCUDO E PROTEÇÃO: EM VÓS ESPERO!  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03931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6600" b="1" dirty="0"/>
              <a:t>TENDE COMPAIXÃO DE NÓS, SENHOR</a:t>
            </a:r>
          </a:p>
          <a:p>
            <a:pPr algn="just"/>
            <a:r>
              <a:rPr lang="pt-BR" sz="6600" b="1" dirty="0"/>
              <a:t>PORQUE SOMOS PECADORES</a:t>
            </a:r>
          </a:p>
          <a:p>
            <a:pPr algn="just"/>
            <a:r>
              <a:rPr lang="pt-BR" sz="6600" b="1" dirty="0"/>
              <a:t>MANIFESTAI, SENHOR, A VOSSA MISERICÓRDIA</a:t>
            </a:r>
          </a:p>
          <a:p>
            <a:pPr algn="just"/>
            <a:r>
              <a:rPr lang="pt-BR" sz="6600" b="1" dirty="0"/>
              <a:t>E DAI-NOS A VOSSA SALVAÇÃO</a:t>
            </a:r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4932218"/>
          </a:xfrm>
        </p:spPr>
        <p:txBody>
          <a:bodyPr>
            <a:normAutofit/>
          </a:bodyPr>
          <a:lstStyle/>
          <a:p>
            <a:pPr algn="just"/>
            <a:r>
              <a:rPr lang="pt-BR" sz="6000" b="1" dirty="0"/>
              <a:t>GLÓRIA A DEUS NAS ALTURAS(2X)</a:t>
            </a:r>
          </a:p>
          <a:p>
            <a:pPr algn="just"/>
            <a:r>
              <a:rPr lang="pt-BR" sz="6000" dirty="0"/>
              <a:t>E PAZ NA TERRA AOS HOMENS POR ELE AMADOS</a:t>
            </a:r>
            <a:endParaRPr lang="pt-BR" sz="8000" dirty="0"/>
          </a:p>
          <a:p>
            <a:pPr algn="just"/>
            <a:r>
              <a:rPr lang="pt-BR" sz="6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6216732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SENHOR JESUS CRISTO, FILHO UNIGÊNITO</a:t>
            </a:r>
          </a:p>
          <a:p>
            <a:pPr algn="l"/>
            <a:r>
              <a:rPr lang="pt-BR" sz="5400" dirty="0"/>
              <a:t>SENHOR DEUS, CORDEIRO DE DEUS, FILHO DE DEUS PAI</a:t>
            </a:r>
          </a:p>
          <a:p>
            <a:pPr algn="l"/>
            <a:endParaRPr lang="pt-BR" sz="5400" dirty="0"/>
          </a:p>
          <a:p>
            <a:pPr algn="l"/>
            <a:r>
              <a:rPr lang="pt-BR" sz="5400" b="1" dirty="0"/>
              <a:t>GLÓRIA A DEUS NAS ALTURAS(2X)</a:t>
            </a:r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1400" dirty="0"/>
              <a:t>VÓS QUE TIRAIS O PECADO DO MUNDO,</a:t>
            </a:r>
          </a:p>
          <a:p>
            <a:pPr algn="l"/>
            <a:r>
              <a:rPr lang="pt-BR" sz="11400" dirty="0"/>
              <a:t>TENDE PIEDADE DE NÓS</a:t>
            </a:r>
            <a:endParaRPr lang="pt-BR" sz="13900" dirty="0"/>
          </a:p>
          <a:p>
            <a:pPr algn="just"/>
            <a:r>
              <a:rPr lang="pt-BR" sz="12300" dirty="0"/>
              <a:t>VÓS QUE TIRAIS O PECADO DO MUNDO, </a:t>
            </a:r>
          </a:p>
          <a:p>
            <a:pPr algn="just"/>
            <a:r>
              <a:rPr lang="pt-BR" sz="12300" dirty="0"/>
              <a:t>ACOLHEI A NOSSA SÚPLICA</a:t>
            </a:r>
          </a:p>
          <a:p>
            <a:pPr algn="just"/>
            <a:r>
              <a:rPr lang="pt-BR" sz="12300" dirty="0"/>
              <a:t>VÓS QUE ESTAIS À DIREITA DO PAI, </a:t>
            </a:r>
          </a:p>
          <a:p>
            <a:pPr algn="just"/>
            <a:r>
              <a:rPr lang="pt-BR" sz="123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9600" dirty="0"/>
              <a:t>SÓ VÓS SOIS SANTO, SÓ VÓS O SENHOR, SÓ VÓS O ALTÍSSIMO, JESUS CRISTO, COM O ESPÍRITO SANTO NA GLÓRIA DE DEUS PAI. </a:t>
            </a:r>
          </a:p>
          <a:p>
            <a:pPr algn="just"/>
            <a:r>
              <a:rPr lang="pt-BR" sz="9600" dirty="0"/>
              <a:t>AMÉM</a:t>
            </a:r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/>
          </a:bodyPr>
          <a:lstStyle/>
          <a:p>
            <a:r>
              <a:rPr lang="pt-BR" sz="5400" b="1" dirty="0"/>
              <a:t>DEUS É REI, É O ALTÍSSIMO, MUITO ACIMA DO UNIVERSO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EIS MEU FILHO MUITO AMADO, NELE ESTÁ MEU BEM QUERER, ESCUTAI-O, TODOS VÓS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800" b="1" dirty="0"/>
              <a:t>FICAI ATENTO AO CLAMOR DA MINHA PRECE, Ó MEU REI E MEU SENHOR</a:t>
            </a:r>
            <a:endParaRPr lang="pt-BR" sz="8800" dirty="0"/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ESCUTAI, Ó SENHOR DEUS, MINHAS PALAVRAS, ATENDEI AO MEU GEMIDO</a:t>
            </a:r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7759429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800" b="1" dirty="0"/>
              <a:t>FICAI ATENTO AO CLAMOR DA MINHA PRECE, Ó MEU REI E MEU SENHOR</a:t>
            </a:r>
            <a:endParaRPr lang="pt-BR" sz="8800" dirty="0"/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835145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É A VÓS QUE EU DIRIJO A MINHA PRECE, DE MANHÃ JÁ ME ESCUTAIS</a:t>
            </a:r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6686526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800" b="1" dirty="0"/>
              <a:t>FICAI ATENTO AO CLAMOR DA MINHA PRECE, Ó MEU REI E MEU SENHOR</a:t>
            </a:r>
            <a:endParaRPr lang="pt-BR" sz="8800" dirty="0"/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1726547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DESDE CEDO EU ME PREPARO PARA VÓS, NÃO SOIS UM DEUS A QUEM AGRADE A INIQUIDADE</a:t>
            </a:r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3183932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5400" b="1" dirty="0"/>
              <a:t>SANTO, SANTO, SANTO</a:t>
            </a:r>
          </a:p>
          <a:p>
            <a:pPr algn="just"/>
            <a:r>
              <a:rPr lang="pt-BR" sz="5400" dirty="0"/>
              <a:t>SENHOR DEUS DO UNIVERSO</a:t>
            </a:r>
          </a:p>
          <a:p>
            <a:pPr algn="just"/>
            <a:r>
              <a:rPr lang="pt-BR" sz="5400" dirty="0"/>
              <a:t>O CÉU E A TERRA PROCLAMAM</a:t>
            </a:r>
          </a:p>
          <a:p>
            <a:pPr algn="just"/>
            <a:r>
              <a:rPr lang="pt-BR" sz="5400" dirty="0"/>
              <a:t>PROCLAMAM A VOSSA GLÓRIA</a:t>
            </a:r>
          </a:p>
          <a:p>
            <a:pPr algn="just"/>
            <a:r>
              <a:rPr lang="pt-BR" sz="5400" b="1" dirty="0"/>
              <a:t>HOSANA NAS ALTURAS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5400" b="1" dirty="0"/>
              <a:t>SANTO, SANTO, SANTO</a:t>
            </a:r>
          </a:p>
          <a:p>
            <a:pPr algn="just"/>
            <a:endParaRPr lang="pt-BR" sz="5400" dirty="0"/>
          </a:p>
          <a:p>
            <a:pPr algn="just"/>
            <a:r>
              <a:rPr lang="pt-BR" sz="5400" dirty="0"/>
              <a:t>BENDITO O QUE VEM</a:t>
            </a:r>
          </a:p>
          <a:p>
            <a:pPr algn="just"/>
            <a:r>
              <a:rPr lang="pt-BR" sz="5400" dirty="0"/>
              <a:t>EM NOME DO SENHOR</a:t>
            </a:r>
          </a:p>
          <a:p>
            <a:pPr algn="just"/>
            <a:endParaRPr lang="pt-BR" sz="5400" dirty="0"/>
          </a:p>
          <a:p>
            <a:pPr algn="just"/>
            <a:r>
              <a:rPr lang="pt-BR" sz="5400" b="1" dirty="0"/>
              <a:t>HOSANA, HOSNA NAS ALTURAS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b="1" dirty="0"/>
              <a:t>ENTÃO DA NUVEM LUMINOSA</a:t>
            </a:r>
          </a:p>
          <a:p>
            <a:pPr algn="just"/>
            <a:r>
              <a:rPr lang="pt-BR" sz="6600" b="1" dirty="0"/>
              <a:t>DIZIA UMA VOZ </a:t>
            </a:r>
          </a:p>
          <a:p>
            <a:pPr algn="just"/>
            <a:r>
              <a:rPr lang="pt-BR" sz="6600" b="1" dirty="0"/>
              <a:t>ESTE É MEU FILHO AMADO</a:t>
            </a:r>
          </a:p>
          <a:p>
            <a:pPr algn="just"/>
            <a:r>
              <a:rPr lang="pt-BR" sz="6600" b="1" dirty="0"/>
              <a:t>ESCUTEM SEMPRE O QUE ELE DIZ </a:t>
            </a:r>
            <a:endParaRPr lang="pt-BR" sz="5400" b="1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000" dirty="0"/>
              <a:t>QUÃO AMÁVEL, Ó SENHOR, É A VOSSA CASA QUANTO EU AMO, SENHOR DEUS DO UNIVERSO</a:t>
            </a:r>
            <a:endParaRPr lang="pt-BR" sz="397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3486099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b="1" dirty="0"/>
              <a:t>ENTÃO DA NUVEM LUMINOSA</a:t>
            </a:r>
          </a:p>
          <a:p>
            <a:pPr algn="just"/>
            <a:r>
              <a:rPr lang="pt-BR" sz="6600" b="1" dirty="0"/>
              <a:t>DIZIA UMA VOZ </a:t>
            </a:r>
          </a:p>
          <a:p>
            <a:pPr algn="just"/>
            <a:r>
              <a:rPr lang="pt-BR" sz="6600" b="1" dirty="0"/>
              <a:t>ESTE É MEU FILHO AMADO</a:t>
            </a:r>
          </a:p>
          <a:p>
            <a:pPr algn="just"/>
            <a:r>
              <a:rPr lang="pt-BR" sz="6600" b="1" dirty="0"/>
              <a:t>ESCUTEM SEMPRE O QUE ELE DIZ </a:t>
            </a:r>
            <a:endParaRPr lang="pt-BR" sz="5400" b="1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1769547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MINHA ALMA DESFALECE DE SAUDADES E ANSEIA PELOS ÁTRIOS DO SENHOR</a:t>
            </a:r>
            <a:endParaRPr lang="pt-BR" sz="397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4863089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b="1" dirty="0"/>
              <a:t>ENTÃO DA NUVEM LUMINOSA</a:t>
            </a:r>
          </a:p>
          <a:p>
            <a:pPr algn="just"/>
            <a:r>
              <a:rPr lang="pt-BR" sz="6600" b="1" dirty="0"/>
              <a:t>DIZIA UMA VOZ </a:t>
            </a:r>
          </a:p>
          <a:p>
            <a:pPr algn="just"/>
            <a:r>
              <a:rPr lang="pt-BR" sz="6600" b="1" dirty="0"/>
              <a:t>ESTE É MEU FILHO AMADO</a:t>
            </a:r>
          </a:p>
          <a:p>
            <a:pPr algn="just"/>
            <a:r>
              <a:rPr lang="pt-BR" sz="6600" b="1" dirty="0"/>
              <a:t>ESCUTEM SEMPRE O QUE ELE DIZ </a:t>
            </a:r>
            <a:endParaRPr lang="pt-BR" sz="5400" b="1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86339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MEU CORAÇÃO E MINHA CARNE REJUBILAM A EXULTAM ALEGRIA NO DEUS VIVO</a:t>
            </a:r>
            <a:endParaRPr lang="pt-BR" sz="397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4757032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b="1" dirty="0"/>
              <a:t>ENTÃO DA NUVEM LUMINOSA</a:t>
            </a:r>
          </a:p>
          <a:p>
            <a:pPr algn="just"/>
            <a:r>
              <a:rPr lang="pt-BR" sz="6600" b="1" dirty="0"/>
              <a:t>DIZIA UMA VOZ </a:t>
            </a:r>
          </a:p>
          <a:p>
            <a:pPr algn="just"/>
            <a:r>
              <a:rPr lang="pt-BR" sz="6600" b="1" dirty="0"/>
              <a:t>ESTE É MEU FILHO AMADO</a:t>
            </a:r>
          </a:p>
          <a:p>
            <a:pPr algn="just"/>
            <a:r>
              <a:rPr lang="pt-BR" sz="6600" b="1" dirty="0"/>
              <a:t>ESCUTEM SEMPRE O QUE ELE DIZ </a:t>
            </a:r>
            <a:endParaRPr lang="pt-BR" sz="5400" b="1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7522511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DEUS DO UNIVERSO, ESCUTEI MINHA ORAÇÃO</a:t>
            </a:r>
          </a:p>
          <a:p>
            <a:pPr algn="l"/>
            <a:r>
              <a:rPr lang="pt-BR" sz="8000" dirty="0"/>
              <a:t>INCLINAI, DEUS DE JACÓ, O VOSSO OUVIDO</a:t>
            </a:r>
            <a:endParaRPr lang="pt-BR" sz="397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3328352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406085" cy="6338125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9600" b="1" dirty="0"/>
              <a:t>O SENHOR FEZ EM MIM MARAVILHOSAS, SANTO É SEU NOME. (BIS)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6" y="235526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6" y="893185"/>
            <a:ext cx="11173692" cy="5729289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5400" dirty="0"/>
              <a:t>A MINHA ALMA ENGRANDECE AO SENHOR</a:t>
            </a:r>
          </a:p>
          <a:p>
            <a:pPr algn="l"/>
            <a:r>
              <a:rPr lang="pt-BR" sz="5400" dirty="0"/>
              <a:t>E EXULTA MEU ESPÍRITO EM DEUS MEU SALVADOR</a:t>
            </a:r>
          </a:p>
          <a:p>
            <a:pPr algn="l"/>
            <a:r>
              <a:rPr lang="pt-BR" sz="5400" dirty="0"/>
              <a:t>PÔS OS OLHOS NA HUMILDADE DE SUA SERVA</a:t>
            </a:r>
          </a:p>
          <a:p>
            <a:pPr algn="l"/>
            <a:r>
              <a:rPr lang="pt-BR" sz="5400" dirty="0"/>
              <a:t>DORAVANTE TODA A TERRA CANTARÁ OS MEUS LOUVORES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14578280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8210</TotalTime>
  <Words>611</Words>
  <Application>Microsoft Office PowerPoint</Application>
  <PresentationFormat>Widescreen</PresentationFormat>
  <Paragraphs>119</Paragraphs>
  <Slides>37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37</vt:i4>
      </vt:variant>
    </vt:vector>
  </HeadingPairs>
  <TitlesOfParts>
    <vt:vector size="41" baseType="lpstr">
      <vt:lpstr>Arial</vt:lpstr>
      <vt:lpstr>Calibri</vt:lpstr>
      <vt:lpstr>Calibri Light</vt:lpstr>
      <vt:lpstr>Tema do Office</vt:lpstr>
      <vt:lpstr>Apresentação do PowerPoint</vt:lpstr>
      <vt:lpstr>ENTRADA</vt:lpstr>
      <vt:lpstr>ENTRADA</vt:lpstr>
      <vt:lpstr>Apresentação do PowerPoint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DAS OFERENDAS</vt:lpstr>
      <vt:lpstr>CANTO DAS OFERENDAS</vt:lpstr>
      <vt:lpstr>CANTO DAS OFERENDAS</vt:lpstr>
      <vt:lpstr>CANTO DAS OFERENDAS</vt:lpstr>
      <vt:lpstr>CANTO DAS OFERENDAS</vt:lpstr>
      <vt:lpstr>CANTO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29</cp:revision>
  <dcterms:created xsi:type="dcterms:W3CDTF">2023-05-06T17:01:55Z</dcterms:created>
  <dcterms:modified xsi:type="dcterms:W3CDTF">2023-08-12T15:56:40Z</dcterms:modified>
</cp:coreProperties>
</file>