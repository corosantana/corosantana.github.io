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572" r:id="rId4"/>
    <p:sldId id="258" r:id="rId5"/>
    <p:sldId id="439" r:id="rId6"/>
    <p:sldId id="370" r:id="rId7"/>
    <p:sldId id="450" r:id="rId8"/>
    <p:sldId id="261" r:id="rId9"/>
    <p:sldId id="338" r:id="rId10"/>
    <p:sldId id="339" r:id="rId11"/>
    <p:sldId id="340" r:id="rId12"/>
    <p:sldId id="377" r:id="rId13"/>
    <p:sldId id="264" r:id="rId14"/>
    <p:sldId id="265" r:id="rId15"/>
    <p:sldId id="266" r:id="rId16"/>
    <p:sldId id="267" r:id="rId17"/>
    <p:sldId id="429" r:id="rId18"/>
    <p:sldId id="425" r:id="rId19"/>
    <p:sldId id="598" r:id="rId20"/>
    <p:sldId id="442" r:id="rId21"/>
    <p:sldId id="292" r:id="rId22"/>
    <p:sldId id="275" r:id="rId23"/>
    <p:sldId id="363" r:id="rId24"/>
    <p:sldId id="361" r:id="rId25"/>
    <p:sldId id="532" r:id="rId26"/>
    <p:sldId id="446" r:id="rId27"/>
    <p:sldId id="447" r:id="rId28"/>
    <p:sldId id="448" r:id="rId29"/>
    <p:sldId id="449" r:id="rId30"/>
    <p:sldId id="277" r:id="rId31"/>
    <p:sldId id="582" r:id="rId32"/>
    <p:sldId id="583" r:id="rId33"/>
    <p:sldId id="584" r:id="rId34"/>
    <p:sldId id="585" r:id="rId35"/>
    <p:sldId id="271" r:id="rId36"/>
    <p:sldId id="430" r:id="rId37"/>
    <p:sldId id="337" r:id="rId38"/>
    <p:sldId id="571" r:id="rId3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F3673F0F-BC0B-4B99-8089-B22D2497C566}">
          <p14:sldIdLst>
            <p14:sldId id="375"/>
            <p14:sldId id="354"/>
            <p14:sldId id="572"/>
            <p14:sldId id="258"/>
            <p14:sldId id="439"/>
            <p14:sldId id="370"/>
            <p14:sldId id="450"/>
            <p14:sldId id="261"/>
            <p14:sldId id="338"/>
            <p14:sldId id="339"/>
            <p14:sldId id="340"/>
            <p14:sldId id="377"/>
            <p14:sldId id="264"/>
            <p14:sldId id="265"/>
            <p14:sldId id="266"/>
            <p14:sldId id="267"/>
            <p14:sldId id="429"/>
            <p14:sldId id="425"/>
            <p14:sldId id="598"/>
            <p14:sldId id="442"/>
            <p14:sldId id="292"/>
            <p14:sldId id="275"/>
            <p14:sldId id="363"/>
            <p14:sldId id="361"/>
            <p14:sldId id="532"/>
            <p14:sldId id="446"/>
            <p14:sldId id="447"/>
            <p14:sldId id="448"/>
            <p14:sldId id="449"/>
          </p14:sldIdLst>
        </p14:section>
        <p14:section name="Seção sem Título" id="{27480C16-F0CD-490F-AB38-93EE20CA0670}">
          <p14:sldIdLst>
            <p14:sldId id="277"/>
            <p14:sldId id="582"/>
            <p14:sldId id="583"/>
            <p14:sldId id="584"/>
            <p14:sldId id="585"/>
            <p14:sldId id="271"/>
            <p14:sldId id="430"/>
            <p14:sldId id="337"/>
            <p14:sldId id="5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12/09/2026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12/09/2026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12/09/2026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12/09/2026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12/09/2026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12/09/2026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12/09/2026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essoas sentadas em sofá&#10;&#10;O conteúdo gerado por IA pode estar incorreto.">
            <a:extLst>
              <a:ext uri="{FF2B5EF4-FFF2-40B4-BE49-F238E27FC236}">
                <a16:creationId xmlns:a16="http://schemas.microsoft.com/office/drawing/2014/main" id="{6E38E45C-22A4-9CA1-CCD9-6B362C778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" y="0"/>
            <a:ext cx="12188052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428975" y="3813022"/>
            <a:ext cx="11334045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/>
              </a:rPr>
              <a:t>24° DOMINGO DO TEMPO COMUM</a:t>
            </a:r>
            <a:endParaRPr lang="pt-BR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625" y="931669"/>
            <a:ext cx="11836853" cy="527476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pt-BR" sz="5400" b="1" dirty="0">
                <a:ea typeface="+mn-lt"/>
                <a:cs typeface="+mn-lt"/>
              </a:rPr>
              <a:t>COM A IGREJA SUBIREMOS AO ALTAR DO SENHOR</a:t>
            </a:r>
            <a:r>
              <a:rPr lang="pt-BR" sz="5400" b="1" dirty="0"/>
              <a:t> </a:t>
            </a:r>
          </a:p>
          <a:p>
            <a:pPr algn="l"/>
            <a:r>
              <a:rPr lang="pt-BR" sz="5400" dirty="0">
                <a:ea typeface="Calibri"/>
                <a:cs typeface="Calibri"/>
              </a:rPr>
              <a:t>TODA A IGREJA AQUI ESTÁ, PARA O ENCONTRO COM DEUS.</a:t>
            </a:r>
          </a:p>
          <a:p>
            <a:pPr algn="l"/>
            <a:r>
              <a:rPr lang="pt-BR" sz="5400" dirty="0">
                <a:ea typeface="Calibri"/>
                <a:cs typeface="Calibri"/>
              </a:rPr>
              <a:t>ELE MESMO O MARCOU, PARA NÓS, FILHOS SEUS.</a:t>
            </a:r>
            <a:endParaRPr lang="pt-BR" sz="7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625" y="931669"/>
            <a:ext cx="11836853" cy="527476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pt-BR" sz="5400" b="1" dirty="0">
                <a:ea typeface="+mn-lt"/>
                <a:cs typeface="+mn-lt"/>
              </a:rPr>
              <a:t>COM A IGREJA SUBIREMOS AO ALTAR DO SENHOR</a:t>
            </a:r>
            <a:r>
              <a:rPr lang="pt-BR" sz="5400" b="1" dirty="0"/>
              <a:t> </a:t>
            </a:r>
          </a:p>
          <a:p>
            <a:pPr algn="l"/>
            <a:r>
              <a:rPr lang="pt-BR" sz="5400" dirty="0">
                <a:ea typeface="Calibri"/>
                <a:cs typeface="Calibri"/>
              </a:rPr>
              <a:t>ENTRE NÓS E O PAI SANTO, ESTÁ JESUS, NOSSO IRMÃO: </a:t>
            </a:r>
          </a:p>
          <a:p>
            <a:pPr algn="l"/>
            <a:r>
              <a:rPr lang="pt-BR" sz="5400" dirty="0">
                <a:ea typeface="Calibri"/>
                <a:cs typeface="Calibri"/>
              </a:rPr>
              <a:t>MEDIADOR, SACERDOTE, NOSSO PONTO DE UNIÃO.</a:t>
            </a:r>
            <a:endParaRPr lang="pt-BR" sz="7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2830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000" dirty="0"/>
              <a:t>CONFESSO A DEUS TODO-PODEROSO</a:t>
            </a:r>
          </a:p>
          <a:p>
            <a:pPr algn="just"/>
            <a:r>
              <a:rPr lang="pt-BR" sz="6000" dirty="0"/>
              <a:t>E A VÓS, IRMÃOS E IRMÃS</a:t>
            </a:r>
          </a:p>
          <a:p>
            <a:pPr algn="just"/>
            <a:r>
              <a:rPr lang="pt-BR" sz="6000" dirty="0"/>
              <a:t>QUE PEQUEI MUITAS VEZES POR PENSAMENTOS, PALAVRAS, ATOS E OMISSÕES</a:t>
            </a:r>
          </a:p>
          <a:p>
            <a:pPr algn="just"/>
            <a:r>
              <a:rPr lang="pt-BR" sz="6000" dirty="0"/>
              <a:t>POR MINHA CULPA, MINHA CULPA, MINHA TÃO GRANDE CUPA</a:t>
            </a:r>
          </a:p>
        </p:txBody>
      </p:sp>
    </p:spTree>
    <p:extLst>
      <p:ext uri="{BB962C8B-B14F-4D97-AF65-F5344CB8AC3E}">
        <p14:creationId xmlns:p14="http://schemas.microsoft.com/office/powerpoint/2010/main" val="3962603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5517" y="180109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8" y="1052945"/>
            <a:ext cx="10976265" cy="5805055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E PEÇO A VIRGEM MARIA</a:t>
            </a:r>
          </a:p>
          <a:p>
            <a:pPr algn="just"/>
            <a:r>
              <a:rPr lang="pt-BR" sz="6000" dirty="0"/>
              <a:t>AOS ANJOS E SANTOS</a:t>
            </a:r>
          </a:p>
          <a:p>
            <a:pPr algn="just"/>
            <a:r>
              <a:rPr lang="pt-BR" sz="6000" dirty="0"/>
              <a:t>E A VÓS, IRMÃOS E IRMÃS</a:t>
            </a:r>
          </a:p>
          <a:p>
            <a:pPr algn="just"/>
            <a:r>
              <a:rPr lang="pt-BR" sz="6000" dirty="0"/>
              <a:t>QUE ROGUEIS POR MIM A DEUS, NOSSO SENHOR</a:t>
            </a:r>
          </a:p>
          <a:p>
            <a:pPr algn="just"/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437306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837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400" b="1" dirty="0"/>
              <a:t>GLÓRIA A DEUS NAS ALTURAS E PAZ NA TERRA AOS HOMENS POR ELE AMADOS!</a:t>
            </a:r>
            <a:r>
              <a:rPr lang="pt-BR" sz="9400" dirty="0"/>
              <a:t> </a:t>
            </a:r>
          </a:p>
          <a:p>
            <a:pPr algn="just"/>
            <a:endParaRPr lang="pt-BR" sz="6000" dirty="0"/>
          </a:p>
          <a:p>
            <a:pPr algn="just"/>
            <a:r>
              <a:rPr lang="pt-BR" sz="9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 (2X)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O SANTO, SÓ VÓS O SENHOR, SÓ VÓS O ALTÍSSIMO, JESUS CRISTO, 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dirty="0"/>
              <a:t>O SENHOR É BONDOSO, COMPASSIVO E CARINHOSO.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 </a:t>
            </a:r>
          </a:p>
          <a:p>
            <a:endParaRPr lang="pt-BR" sz="4800" b="1" dirty="0"/>
          </a:p>
          <a:p>
            <a:r>
              <a:rPr lang="pt-BR" sz="4800" dirty="0"/>
              <a:t>EU VOS DOU ESTE NOVO MANDAMENTO, NOVA ORDEM, AGORA, VOS DOU; QUE, TAMBÉM, VOS AMEIS UNS AOS OUTROS COMO EU VOS AMEI, DIZ O SENHOR.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938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1. A MESA SANTA QUE PREPARAMOS,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MÃOS QUE SE ELEVAM A TI, Ó SENHOR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O PÃO E O VINHO, FRUTOS DA TERRA,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DURO TRABALHO, CARINHO E AMOR.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Ô, Ô, Ô, RECEBE SENHOR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Ô, Ô RECEBE SENHOR (BIS)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905826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FLORES, ESPINHOS, DOR E ALEGRIA,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PAIS, MÃES E FILHOS DIANTE DO ALTAR.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A NOSSA OFERTA EM NOVA FESTA,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A NOSSA DOR, VEM SENHOR TRANSFORMAR</a:t>
            </a:r>
          </a:p>
          <a:p>
            <a:pPr algn="l"/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Ô, Ô, Ô, RECEBE SENHOR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Ô, Ô RECEBE SENHOR (BIS)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9248907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A VIDA NOVA, NOVA FAMÍLIA,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QUE CELEBRAMOS AQUI TEM LUGAR.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TUA BONDADE VEM COM FARTURA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É SÓ SABER REUNIR, PARTILHAR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Ô, Ô, Ô, RECEBE SENHOR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Ô, Ô RECEBE SENHOR (BIS)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572523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687" y="225630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687" y="696685"/>
            <a:ext cx="11076214" cy="654594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6500" b="1" dirty="0"/>
              <a:t>SANTO, SANTO, SANTO, SENHOR DEUS DO UNIVERSO</a:t>
            </a:r>
          </a:p>
          <a:p>
            <a:pPr algn="l"/>
            <a:r>
              <a:rPr lang="pt-BR" sz="16500" dirty="0"/>
              <a:t>O CÉU E A TERRA PROCLAMAM</a:t>
            </a:r>
          </a:p>
          <a:p>
            <a:pPr algn="l"/>
            <a:r>
              <a:rPr lang="pt-BR" sz="16500" dirty="0"/>
              <a:t>PROCLAMAM A VOSSA GLÓRIA </a:t>
            </a:r>
          </a:p>
          <a:p>
            <a:pPr algn="l"/>
            <a:r>
              <a:rPr lang="pt-BR" sz="16500" dirty="0"/>
              <a:t>HOSANA, HOSANA NAS ALTURAS (3X)</a:t>
            </a:r>
          </a:p>
          <a:p>
            <a:pPr algn="l"/>
            <a:r>
              <a:rPr lang="pt-BR" sz="16500" dirty="0"/>
              <a:t>HOSANA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10300" dirty="0"/>
              <a:t>BENDITO, BENDITO O QUE VEM EM NOME DO SENHOR </a:t>
            </a:r>
          </a:p>
          <a:p>
            <a:pPr algn="l"/>
            <a:r>
              <a:rPr lang="pt-BR" sz="9600" dirty="0"/>
              <a:t>HOSANA, HOSANA NAS ALTURAS (3X)</a:t>
            </a:r>
          </a:p>
          <a:p>
            <a:pPr algn="l"/>
            <a:r>
              <a:rPr lang="pt-BR" sz="9600" dirty="0"/>
              <a:t>HOSANA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1" i="0" dirty="0">
                <a:solidFill>
                  <a:srgbClr val="000000"/>
                </a:solidFill>
                <a:effectLst/>
                <a:latin typeface="-apple-system"/>
              </a:rPr>
              <a:t>BUSCAI EM PRIMEIRO LUGAR O REINO DE DEUS E A SUA JUSTIÇA, E TODAS ESTAS COISAS VOS SERÃO DADAS POR ACRÉSCIMO, ALELUIA.</a:t>
            </a:r>
          </a:p>
          <a:p>
            <a:pPr algn="l"/>
            <a:endParaRPr lang="pt-BR" sz="48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NÃO TE IRRITES COM AS OBRAS DOS MALVADOS *</a:t>
            </a: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NEM INVEJES AS PESSOAS DESONESTAS; R.</a:t>
            </a:r>
          </a:p>
        </p:txBody>
      </p:sp>
    </p:spTree>
    <p:extLst>
      <p:ext uri="{BB962C8B-B14F-4D97-AF65-F5344CB8AC3E}">
        <p14:creationId xmlns:p14="http://schemas.microsoft.com/office/powerpoint/2010/main" val="20634948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2E5E0-BE31-FDF5-20E3-CC5CE38D5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BA821-9A4E-FBEE-8C0D-0C017C9BF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EBC43F-6C1B-DE8C-8326-3D92AE5BE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1" i="0" dirty="0">
                <a:solidFill>
                  <a:srgbClr val="000000"/>
                </a:solidFill>
                <a:effectLst/>
                <a:latin typeface="-apple-system"/>
              </a:rPr>
              <a:t>BUSCAI EM PRIMEIRO LUGAR O REINO DE DEUS E A SUA JUSTIÇA, E TODAS ESTAS COISAS VOS SERÃO DADAS POR ACRÉSCIMO, ALELUIA.</a:t>
            </a:r>
          </a:p>
          <a:p>
            <a:pPr algn="l"/>
            <a:endParaRPr lang="pt-BR" sz="48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CONFIA NO SENHOR E FAZE O BEM, *</a:t>
            </a: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E SOBRE A TERRA HABITARÁS EM SEGURANÇA. R.</a:t>
            </a:r>
          </a:p>
          <a:p>
            <a:pPr algn="l"/>
            <a:endParaRPr lang="pt-BR" sz="48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123951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E0334-C25B-33ED-9B32-3C7D0F634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4A64F2-B0FE-FE63-AB32-7B8F85EFF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D388EB-3F7C-5C1C-B466-9510FB6E5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4800" b="1" i="0" dirty="0">
                <a:solidFill>
                  <a:srgbClr val="000000"/>
                </a:solidFill>
                <a:effectLst/>
                <a:latin typeface="-apple-system"/>
              </a:rPr>
              <a:t>BUSCAI EM PRIMEIRO LUGAR O REINO DE DEUS E A SUA JUSTIÇA, E TODAS ESTAS COISAS VOS SERÃO DADAS POR ACRÉSCIMO, ALELUIA.</a:t>
            </a:r>
          </a:p>
          <a:p>
            <a:pPr algn="l"/>
            <a:endParaRPr lang="pt-BR" sz="48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COLOCA NO SENHOR TUA ALEGRIA, *</a:t>
            </a: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E ELE DARÁ O QUE PEDIR TEU CORAÇÃO. R.</a:t>
            </a:r>
          </a:p>
        </p:txBody>
      </p:sp>
    </p:spTree>
    <p:extLst>
      <p:ext uri="{BB962C8B-B14F-4D97-AF65-F5344CB8AC3E}">
        <p14:creationId xmlns:p14="http://schemas.microsoft.com/office/powerpoint/2010/main" val="18102515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BED2F-5A8B-4140-13E3-5567D1274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95342-38BD-28B2-8E3B-B2FA6DE6D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527E42-21F5-E73D-C0BD-1563B3692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1" i="0" dirty="0">
                <a:solidFill>
                  <a:srgbClr val="000000"/>
                </a:solidFill>
                <a:effectLst/>
                <a:latin typeface="-apple-system"/>
              </a:rPr>
              <a:t>BUSCAI EM PRIMEIRO LUGAR O REINO DE DEUS E A SUA JUSTIÇA, E TODAS ESTAS COISAS VOS SERÃO DADAS POR ACRÉSCIMO, ALELUIA.</a:t>
            </a:r>
          </a:p>
          <a:p>
            <a:pPr algn="l"/>
            <a:endParaRPr lang="pt-BR" sz="48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DEIXA AOS CUIDADOS DO SENHOR O TEU DESTINO; *</a:t>
            </a: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CONFIA NELE, E COM CERTEZA ELE AGIRÁ. R.</a:t>
            </a:r>
          </a:p>
          <a:p>
            <a:pPr algn="l"/>
            <a:endParaRPr lang="pt-BR" sz="48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3434903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7C87B-FFBC-9EEE-0EDD-A56D26E2D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F1B52E-CB08-8923-A998-EE08A978F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E2647F-F2E1-1A05-0015-3713C441C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4800" b="1" i="0" dirty="0">
                <a:solidFill>
                  <a:srgbClr val="000000"/>
                </a:solidFill>
                <a:effectLst/>
                <a:latin typeface="-apple-system"/>
              </a:rPr>
              <a:t>BUSCAI EM PRIMEIRO LUGAR O REINO DE DEUS E A SUA JUSTIÇA, E TODAS ESTAS COISAS VOS SERÃO DADAS POR ACRÉSCIMO, ALELUIA.</a:t>
            </a:r>
          </a:p>
          <a:p>
            <a:pPr algn="l"/>
            <a:endParaRPr lang="pt-BR" sz="48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FARÁ BRILHAR TUA INOCÊNCIA COMO A LUZ, *</a:t>
            </a: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E O TEU DIREITO, COMO O SOL DO MEIO-DIA. R.</a:t>
            </a:r>
          </a:p>
        </p:txBody>
      </p:sp>
    </p:spTree>
    <p:extLst>
      <p:ext uri="{BB962C8B-B14F-4D97-AF65-F5344CB8AC3E}">
        <p14:creationId xmlns:p14="http://schemas.microsoft.com/office/powerpoint/2010/main" val="33783255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6500" dirty="0"/>
              <a:t>GLÓRIA A JESUS, NA HÓSTIA SANTA, </a:t>
            </a:r>
            <a:r>
              <a:rPr lang="pt-BR" sz="6500" b="0" i="0" dirty="0">
                <a:effectLst/>
              </a:rPr>
              <a:t>QUE SE CONSAGRA SOBRE O ALTAR</a:t>
            </a:r>
          </a:p>
          <a:p>
            <a:pPr algn="l"/>
            <a:r>
              <a:rPr lang="pt-BR" sz="6500" dirty="0"/>
              <a:t>E, AOS NOSSOS OLHOS, SE LEVANTA </a:t>
            </a:r>
            <a:r>
              <a:rPr lang="pt-BR" sz="6500" b="0" i="0" dirty="0">
                <a:effectLst/>
              </a:rPr>
              <a:t>PARA O BRASIL ABENÇOAR.</a:t>
            </a:r>
            <a:endParaRPr lang="pt-BR" sz="6500" b="1" dirty="0"/>
          </a:p>
        </p:txBody>
      </p:sp>
    </p:spTree>
    <p:extLst>
      <p:ext uri="{BB962C8B-B14F-4D97-AF65-F5344CB8AC3E}">
        <p14:creationId xmlns:p14="http://schemas.microsoft.com/office/powerpoint/2010/main" val="28788345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6600" b="1" dirty="0"/>
              <a:t>QUE O SANTO SACRAMENTO QUE É O PRÓPRIO CRISTO JESUS SEJA ADORADO E SEJA AMADO NESSA TERRA DE SANTA CRUZ</a:t>
            </a:r>
          </a:p>
        </p:txBody>
      </p:sp>
    </p:spTree>
    <p:extLst>
      <p:ext uri="{BB962C8B-B14F-4D97-AF65-F5344CB8AC3E}">
        <p14:creationId xmlns:p14="http://schemas.microsoft.com/office/powerpoint/2010/main" val="8954001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6500" dirty="0"/>
              <a:t>GLÓRIA A JESUS, PRISIONEIRO DO NOSSO AMOR, A ESPERAR</a:t>
            </a:r>
          </a:p>
          <a:p>
            <a:pPr algn="l"/>
            <a:r>
              <a:rPr lang="pt-BR" sz="6500" dirty="0"/>
              <a:t>LÁ NO SACRÁRIO, O DIA INTEIRO QUE O VAMOS TODOS PROCURAR</a:t>
            </a:r>
            <a:r>
              <a:rPr lang="pt-BR" sz="6500" b="0" i="0" dirty="0">
                <a:effectLst/>
              </a:rPr>
              <a:t>.</a:t>
            </a:r>
            <a:endParaRPr lang="pt-BR" sz="6500" b="1" dirty="0"/>
          </a:p>
        </p:txBody>
      </p:sp>
    </p:spTree>
    <p:extLst>
      <p:ext uri="{BB962C8B-B14F-4D97-AF65-F5344CB8AC3E}">
        <p14:creationId xmlns:p14="http://schemas.microsoft.com/office/powerpoint/2010/main" val="38198940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6600" b="1" dirty="0"/>
              <a:t>QUE O SANTO SACRAMENTO QUE É O PRÓPRIO CRISTO JESUS SEJA ADORADO E SEJA AMADO NESSA TERRA DE SANTA CRUZ</a:t>
            </a:r>
          </a:p>
        </p:txBody>
      </p:sp>
    </p:spTree>
    <p:extLst>
      <p:ext uri="{BB962C8B-B14F-4D97-AF65-F5344CB8AC3E}">
        <p14:creationId xmlns:p14="http://schemas.microsoft.com/office/powerpoint/2010/main" val="39263499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6500" b="0" i="0" dirty="0">
                <a:effectLst/>
              </a:rPr>
              <a:t>1. </a:t>
            </a:r>
            <a:r>
              <a:rPr lang="pt-BR" sz="6500" dirty="0"/>
              <a:t>O POVO DE DEUS NO DESERTO ANDAVA, MAS À SUA FRENTE ALGUÉM CAMINHAVA.</a:t>
            </a:r>
          </a:p>
          <a:p>
            <a:pPr algn="l"/>
            <a:r>
              <a:rPr lang="pt-BR" sz="6500" b="0" i="0" dirty="0">
                <a:effectLst/>
              </a:rPr>
              <a:t>O POVO DE DEUS ERA RICO EM NADA, SÓ TINHA ESPERANÇA E O PÓ DA ESTRADA.</a:t>
            </a:r>
            <a:endParaRPr lang="pt-BR" sz="6500" b="1" dirty="0"/>
          </a:p>
        </p:txBody>
      </p:sp>
    </p:spTree>
    <p:extLst>
      <p:ext uri="{BB962C8B-B14F-4D97-AF65-F5344CB8AC3E}">
        <p14:creationId xmlns:p14="http://schemas.microsoft.com/office/powerpoint/2010/main" val="7177400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6600" b="1" dirty="0"/>
              <a:t>TAMBÉM SOU TEU POVO, SENHOR, ESTOU NESSA ESTRADA, SOMENTE A TUA GRAÇA ME BASTA E MAIS NADA.</a:t>
            </a:r>
          </a:p>
        </p:txBody>
      </p:sp>
    </p:spTree>
    <p:extLst>
      <p:ext uri="{BB962C8B-B14F-4D97-AF65-F5344CB8AC3E}">
        <p14:creationId xmlns:p14="http://schemas.microsoft.com/office/powerpoint/2010/main" val="37284294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6500" b="0" i="0" dirty="0">
                <a:effectLst/>
              </a:rPr>
              <a:t>2. </a:t>
            </a:r>
            <a:r>
              <a:rPr lang="pt-BR" sz="6500" dirty="0"/>
              <a:t>O POVO DE DEUS TAMBÉM VACILAVA, E ÀS VEZES CUSTAVA CRER NO AMOR.</a:t>
            </a:r>
          </a:p>
          <a:p>
            <a:pPr algn="l"/>
            <a:r>
              <a:rPr lang="pt-BR" sz="6500" b="0" i="0" dirty="0">
                <a:effectLst/>
              </a:rPr>
              <a:t>O POVO DE DEUS, CHORANDO REZAVA, PEDIA PERDÃO E RECOMEÇAVA.</a:t>
            </a:r>
            <a:endParaRPr lang="pt-BR" sz="6500" b="1" dirty="0"/>
          </a:p>
        </p:txBody>
      </p:sp>
    </p:spTree>
    <p:extLst>
      <p:ext uri="{BB962C8B-B14F-4D97-AF65-F5344CB8AC3E}">
        <p14:creationId xmlns:p14="http://schemas.microsoft.com/office/powerpoint/2010/main" val="10501630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8681</TotalTime>
  <Words>954</Words>
  <Application>Microsoft Office PowerPoint</Application>
  <PresentationFormat>Widescreen</PresentationFormat>
  <Paragraphs>126</Paragraphs>
  <Slides>38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4" baseType="lpstr">
      <vt:lpstr>-apple-system</vt:lpstr>
      <vt:lpstr>Arial</vt:lpstr>
      <vt:lpstr>Bookman Old Style</vt:lpstr>
      <vt:lpstr>Calibri</vt:lpstr>
      <vt:lpstr>Calibri Light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PÓS COMUNHÃO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125</cp:revision>
  <dcterms:created xsi:type="dcterms:W3CDTF">2023-05-06T17:01:55Z</dcterms:created>
  <dcterms:modified xsi:type="dcterms:W3CDTF">2026-09-12T20:14:26Z</dcterms:modified>
</cp:coreProperties>
</file>