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75" r:id="rId2"/>
    <p:sldId id="354" r:id="rId3"/>
    <p:sldId id="406" r:id="rId4"/>
    <p:sldId id="258" r:id="rId5"/>
    <p:sldId id="397" r:id="rId6"/>
    <p:sldId id="425" r:id="rId7"/>
    <p:sldId id="426" r:id="rId8"/>
    <p:sldId id="260" r:id="rId9"/>
    <p:sldId id="261" r:id="rId10"/>
    <p:sldId id="338" r:id="rId11"/>
    <p:sldId id="339" r:id="rId12"/>
    <p:sldId id="340" r:id="rId13"/>
    <p:sldId id="377" r:id="rId14"/>
    <p:sldId id="264" r:id="rId15"/>
    <p:sldId id="265" r:id="rId16"/>
    <p:sldId id="266" r:id="rId17"/>
    <p:sldId id="267" r:id="rId18"/>
    <p:sldId id="271" r:id="rId19"/>
    <p:sldId id="530" r:id="rId20"/>
    <p:sldId id="531" r:id="rId21"/>
    <p:sldId id="442" r:id="rId22"/>
    <p:sldId id="443" r:id="rId23"/>
    <p:sldId id="444" r:id="rId24"/>
    <p:sldId id="445" r:id="rId25"/>
    <p:sldId id="484" r:id="rId26"/>
    <p:sldId id="485" r:id="rId27"/>
    <p:sldId id="292" r:id="rId28"/>
    <p:sldId id="275" r:id="rId29"/>
    <p:sldId id="363" r:id="rId30"/>
    <p:sldId id="361" r:id="rId31"/>
    <p:sldId id="532" r:id="rId32"/>
    <p:sldId id="446" r:id="rId33"/>
    <p:sldId id="447" r:id="rId34"/>
    <p:sldId id="448" r:id="rId35"/>
    <p:sldId id="449" r:id="rId36"/>
    <p:sldId id="430" r:id="rId37"/>
    <p:sldId id="477" r:id="rId38"/>
    <p:sldId id="486" r:id="rId39"/>
    <p:sldId id="487" r:id="rId40"/>
    <p:sldId id="488" r:id="rId41"/>
    <p:sldId id="404" r:id="rId42"/>
    <p:sldId id="337" r:id="rId43"/>
    <p:sldId id="374" r:id="rId44"/>
    <p:sldId id="533" r:id="rId45"/>
    <p:sldId id="534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86770" autoAdjust="0"/>
  </p:normalViewPr>
  <p:slideViewPr>
    <p:cSldViewPr snapToGrid="0">
      <p:cViewPr varScale="1">
        <p:scale>
          <a:sx n="56" d="100"/>
          <a:sy n="56" d="100"/>
        </p:scale>
        <p:origin x="3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custSel addSld delSld modSld sldOrd">
      <pc:chgData name="anaclaracosta116@gmail.com" userId="a793634777582c92" providerId="LiveId" clId="{F6EDA821-3DDF-45FF-A3F0-D4C1D6F24652}" dt="2025-10-18T20:06:03.947" v="728" actId="207"/>
      <pc:docMkLst>
        <pc:docMk/>
      </pc:docMkLst>
      <pc:sldChg chg="modSp mod">
        <pc:chgData name="anaclaracosta116@gmail.com" userId="a793634777582c92" providerId="LiveId" clId="{F6EDA821-3DDF-45FF-A3F0-D4C1D6F24652}" dt="2025-10-18T19:22:45.995" v="198" actId="20577"/>
        <pc:sldMkLst>
          <pc:docMk/>
          <pc:sldMk cId="3388034860" sldId="265"/>
        </pc:sldMkLst>
        <pc:spChg chg="mod">
          <ac:chgData name="anaclaracosta116@gmail.com" userId="a793634777582c92" providerId="LiveId" clId="{F6EDA821-3DDF-45FF-A3F0-D4C1D6F24652}" dt="2025-10-18T19:22:45.995" v="198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5-10-18T19:25:46.415" v="331" actId="27636"/>
        <pc:sldMkLst>
          <pc:docMk/>
          <pc:sldMk cId="2671817442" sldId="267"/>
        </pc:sldMkLst>
        <pc:spChg chg="mod">
          <ac:chgData name="anaclaracosta116@gmail.com" userId="a793634777582c92" providerId="LiveId" clId="{F6EDA821-3DDF-45FF-A3F0-D4C1D6F24652}" dt="2025-10-18T19:25:46.415" v="331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8T19:31:03.295" v="336" actId="47"/>
        <pc:sldMkLst>
          <pc:docMk/>
          <pc:sldMk cId="2786277918" sldId="269"/>
        </pc:sldMkLst>
      </pc:sldChg>
      <pc:sldChg chg="modSp mod">
        <pc:chgData name="anaclaracosta116@gmail.com" userId="a793634777582c92" providerId="LiveId" clId="{F6EDA821-3DDF-45FF-A3F0-D4C1D6F24652}" dt="2025-10-18T19:56:15.822" v="512" actId="20577"/>
        <pc:sldMkLst>
          <pc:docMk/>
          <pc:sldMk cId="4141278968" sldId="337"/>
        </pc:sldMkLst>
        <pc:spChg chg="mod">
          <ac:chgData name="anaclaracosta116@gmail.com" userId="a793634777582c92" providerId="LiveId" clId="{F6EDA821-3DDF-45FF-A3F0-D4C1D6F24652}" dt="2025-10-18T19:56:15.822" v="512" actId="20577"/>
          <ac:spMkLst>
            <pc:docMk/>
            <pc:sldMk cId="4141278968" sldId="33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8T19:33:13.227" v="341" actId="47"/>
        <pc:sldMkLst>
          <pc:docMk/>
          <pc:sldMk cId="2304799739" sldId="362"/>
        </pc:sldMkLst>
      </pc:sldChg>
      <pc:sldChg chg="modSp mod">
        <pc:chgData name="anaclaracosta116@gmail.com" userId="a793634777582c92" providerId="LiveId" clId="{F6EDA821-3DDF-45FF-A3F0-D4C1D6F24652}" dt="2025-10-18T19:57:08.831" v="596" actId="404"/>
        <pc:sldMkLst>
          <pc:docMk/>
          <pc:sldMk cId="1457828054" sldId="374"/>
        </pc:sldMkLst>
        <pc:spChg chg="mod">
          <ac:chgData name="anaclaracosta116@gmail.com" userId="a793634777582c92" providerId="LiveId" clId="{F6EDA821-3DDF-45FF-A3F0-D4C1D6F24652}" dt="2025-10-18T19:57:08.831" v="596" actId="404"/>
          <ac:spMkLst>
            <pc:docMk/>
            <pc:sldMk cId="1457828054" sldId="374"/>
            <ac:spMk id="3" creationId="{FC8F7E34-DB8C-1CEE-BAF4-E537563F9CD2}"/>
          </ac:spMkLst>
        </pc:spChg>
      </pc:sldChg>
      <pc:sldChg chg="addSp modSp mod">
        <pc:chgData name="anaclaracosta116@gmail.com" userId="a793634777582c92" providerId="LiveId" clId="{F6EDA821-3DDF-45FF-A3F0-D4C1D6F24652}" dt="2025-10-18T20:06:03.947" v="728" actId="207"/>
        <pc:sldMkLst>
          <pc:docMk/>
          <pc:sldMk cId="725659120" sldId="375"/>
        </pc:sldMkLst>
        <pc:spChg chg="mod">
          <ac:chgData name="anaclaracosta116@gmail.com" userId="a793634777582c92" providerId="LiveId" clId="{F6EDA821-3DDF-45FF-A3F0-D4C1D6F24652}" dt="2025-10-18T20:06:03.947" v="728" actId="207"/>
          <ac:spMkLst>
            <pc:docMk/>
            <pc:sldMk cId="725659120" sldId="375"/>
            <ac:spMk id="3" creationId="{FDE5B5AD-CD71-C2BA-2DE7-294D0B6E29B5}"/>
          </ac:spMkLst>
        </pc:spChg>
        <pc:picChg chg="add mod ord modCrop">
          <ac:chgData name="anaclaracosta116@gmail.com" userId="a793634777582c92" providerId="LiveId" clId="{F6EDA821-3DDF-45FF-A3F0-D4C1D6F24652}" dt="2025-10-18T20:05:37.817" v="686" actId="167"/>
          <ac:picMkLst>
            <pc:docMk/>
            <pc:sldMk cId="725659120" sldId="375"/>
            <ac:picMk id="2" creationId="{A51E21D3-15B9-3AB8-6B68-88EAA772CD0B}"/>
          </ac:picMkLst>
        </pc:picChg>
      </pc:sldChg>
      <pc:sldChg chg="modSp mod ord">
        <pc:chgData name="anaclaracosta116@gmail.com" userId="a793634777582c92" providerId="LiveId" clId="{F6EDA821-3DDF-45FF-A3F0-D4C1D6F24652}" dt="2025-10-18T19:14:55.595" v="38" actId="20577"/>
        <pc:sldMkLst>
          <pc:docMk/>
          <pc:sldMk cId="1426477925" sldId="397"/>
        </pc:sldMkLst>
        <pc:spChg chg="mod">
          <ac:chgData name="anaclaracosta116@gmail.com" userId="a793634777582c92" providerId="LiveId" clId="{F6EDA821-3DDF-45FF-A3F0-D4C1D6F24652}" dt="2025-10-18T19:14:55.595" v="38" actId="20577"/>
          <ac:spMkLst>
            <pc:docMk/>
            <pc:sldMk cId="1426477925" sldId="39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8T19:33:13.718" v="342" actId="47"/>
        <pc:sldMkLst>
          <pc:docMk/>
          <pc:sldMk cId="3606871705" sldId="414"/>
        </pc:sldMkLst>
      </pc:sldChg>
      <pc:sldChg chg="del">
        <pc:chgData name="anaclaracosta116@gmail.com" userId="a793634777582c92" providerId="LiveId" clId="{F6EDA821-3DDF-45FF-A3F0-D4C1D6F24652}" dt="2025-10-18T19:33:17.873" v="344" actId="47"/>
        <pc:sldMkLst>
          <pc:docMk/>
          <pc:sldMk cId="2415249330" sldId="415"/>
        </pc:sldMkLst>
      </pc:sldChg>
      <pc:sldChg chg="del">
        <pc:chgData name="anaclaracosta116@gmail.com" userId="a793634777582c92" providerId="LiveId" clId="{F6EDA821-3DDF-45FF-A3F0-D4C1D6F24652}" dt="2025-10-18T19:26:29.030" v="332" actId="47"/>
        <pc:sldMkLst>
          <pc:docMk/>
          <pc:sldMk cId="4133333837" sldId="417"/>
        </pc:sldMkLst>
      </pc:sldChg>
      <pc:sldChg chg="del">
        <pc:chgData name="anaclaracosta116@gmail.com" userId="a793634777582c92" providerId="LiveId" clId="{F6EDA821-3DDF-45FF-A3F0-D4C1D6F24652}" dt="2025-10-18T19:26:30.750" v="334" actId="47"/>
        <pc:sldMkLst>
          <pc:docMk/>
          <pc:sldMk cId="3253491697" sldId="418"/>
        </pc:sldMkLst>
      </pc:sldChg>
      <pc:sldChg chg="del">
        <pc:chgData name="anaclaracosta116@gmail.com" userId="a793634777582c92" providerId="LiveId" clId="{F6EDA821-3DDF-45FF-A3F0-D4C1D6F24652}" dt="2025-10-18T19:26:30.112" v="333" actId="47"/>
        <pc:sldMkLst>
          <pc:docMk/>
          <pc:sldMk cId="2032235790" sldId="419"/>
        </pc:sldMkLst>
      </pc:sldChg>
      <pc:sldChg chg="del">
        <pc:chgData name="anaclaracosta116@gmail.com" userId="a793634777582c92" providerId="LiveId" clId="{F6EDA821-3DDF-45FF-A3F0-D4C1D6F24652}" dt="2025-10-18T19:31:05.899" v="337" actId="47"/>
        <pc:sldMkLst>
          <pc:docMk/>
          <pc:sldMk cId="942629757" sldId="421"/>
        </pc:sldMkLst>
      </pc:sldChg>
      <pc:sldChg chg="modSp mod">
        <pc:chgData name="anaclaracosta116@gmail.com" userId="a793634777582c92" providerId="LiveId" clId="{F6EDA821-3DDF-45FF-A3F0-D4C1D6F24652}" dt="2025-10-18T19:15:06.875" v="53" actId="20577"/>
        <pc:sldMkLst>
          <pc:docMk/>
          <pc:sldMk cId="1700317518" sldId="425"/>
        </pc:sldMkLst>
        <pc:spChg chg="mod">
          <ac:chgData name="anaclaracosta116@gmail.com" userId="a793634777582c92" providerId="LiveId" clId="{F6EDA821-3DDF-45FF-A3F0-D4C1D6F24652}" dt="2025-10-18T19:15:06.875" v="53" actId="20577"/>
          <ac:spMkLst>
            <pc:docMk/>
            <pc:sldMk cId="1700317518" sldId="42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5-10-18T19:15:35.210" v="94" actId="120"/>
        <pc:sldMkLst>
          <pc:docMk/>
          <pc:sldMk cId="479079887" sldId="426"/>
        </pc:sldMkLst>
        <pc:spChg chg="mod">
          <ac:chgData name="anaclaracosta116@gmail.com" userId="a793634777582c92" providerId="LiveId" clId="{F6EDA821-3DDF-45FF-A3F0-D4C1D6F24652}" dt="2025-10-18T19:15:35.210" v="94" actId="120"/>
          <ac:spMkLst>
            <pc:docMk/>
            <pc:sldMk cId="479079887" sldId="42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8T19:31:06.439" v="338" actId="47"/>
        <pc:sldMkLst>
          <pc:docMk/>
          <pc:sldMk cId="2756775545" sldId="427"/>
        </pc:sldMkLst>
      </pc:sldChg>
      <pc:sldChg chg="del">
        <pc:chgData name="anaclaracosta116@gmail.com" userId="a793634777582c92" providerId="LiveId" clId="{F6EDA821-3DDF-45FF-A3F0-D4C1D6F24652}" dt="2025-10-18T19:31:07.406" v="339" actId="47"/>
        <pc:sldMkLst>
          <pc:docMk/>
          <pc:sldMk cId="3110185454" sldId="428"/>
        </pc:sldMkLst>
      </pc:sldChg>
      <pc:sldChg chg="del">
        <pc:chgData name="anaclaracosta116@gmail.com" userId="a793634777582c92" providerId="LiveId" clId="{F6EDA821-3DDF-45FF-A3F0-D4C1D6F24652}" dt="2025-10-18T19:33:14.466" v="343" actId="47"/>
        <pc:sldMkLst>
          <pc:docMk/>
          <pc:sldMk cId="1497504682" sldId="429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107057159" sldId="430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3507975256" sldId="442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4098624383" sldId="443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1384073570" sldId="444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2375914626" sldId="445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312395100" sldId="446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1810251533" sldId="447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3343490327" sldId="448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3378325552" sldId="449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1093983766" sldId="477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1147532210" sldId="484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107182208" sldId="485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4275190294" sldId="486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1914896933" sldId="487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2012402933" sldId="488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3905826755" sldId="530"/>
        </pc:sldMkLst>
      </pc:sldChg>
      <pc:sldChg chg="add">
        <pc:chgData name="anaclaracosta116@gmail.com" userId="a793634777582c92" providerId="LiveId" clId="{F6EDA821-3DDF-45FF-A3F0-D4C1D6F24652}" dt="2025-10-18T19:30:53.933" v="335"/>
        <pc:sldMkLst>
          <pc:docMk/>
          <pc:sldMk cId="1924890712" sldId="531"/>
        </pc:sldMkLst>
      </pc:sldChg>
      <pc:sldChg chg="add">
        <pc:chgData name="anaclaracosta116@gmail.com" userId="a793634777582c92" providerId="LiveId" clId="{F6EDA821-3DDF-45FF-A3F0-D4C1D6F24652}" dt="2025-10-18T19:33:07.856" v="340"/>
        <pc:sldMkLst>
          <pc:docMk/>
          <pc:sldMk cId="2063494839" sldId="532"/>
        </pc:sldMkLst>
      </pc:sldChg>
      <pc:sldChg chg="add ord">
        <pc:chgData name="anaclaracosta116@gmail.com" userId="a793634777582c92" providerId="LiveId" clId="{F6EDA821-3DDF-45FF-A3F0-D4C1D6F24652}" dt="2025-10-18T19:57:24.651" v="599"/>
        <pc:sldMkLst>
          <pc:docMk/>
          <pc:sldMk cId="98679979" sldId="533"/>
        </pc:sldMkLst>
      </pc:sldChg>
      <pc:sldChg chg="modSp add mod ord">
        <pc:chgData name="anaclaracosta116@gmail.com" userId="a793634777582c92" providerId="LiveId" clId="{F6EDA821-3DDF-45FF-A3F0-D4C1D6F24652}" dt="2025-10-18T19:58:08.770" v="677" actId="20577"/>
        <pc:sldMkLst>
          <pc:docMk/>
          <pc:sldMk cId="4043134573" sldId="534"/>
        </pc:sldMkLst>
        <pc:spChg chg="mod">
          <ac:chgData name="anaclaracosta116@gmail.com" userId="a793634777582c92" providerId="LiveId" clId="{F6EDA821-3DDF-45FF-A3F0-D4C1D6F24652}" dt="2025-10-18T19:58:08.770" v="677" actId="20577"/>
          <ac:spMkLst>
            <pc:docMk/>
            <pc:sldMk cId="4043134573" sldId="534"/>
            <ac:spMk id="3" creationId="{10B8E10B-4FD9-82E6-FBBE-C4170249D956}"/>
          </ac:spMkLst>
        </pc:spChg>
      </pc:sldChg>
    </pc:docChg>
  </pc:docChgLst>
  <pc:docChgLst>
    <pc:chgData name="anaclaracosta116@gmail.com" userId="a793634777582c92" providerId="LiveId" clId="{A9244524-7243-411D-BC54-3A25DD4B632D}"/>
    <pc:docChg chg="custSel addSld delSld modSld sldOrd">
      <pc:chgData name="anaclaracosta116@gmail.com" userId="a793634777582c92" providerId="LiveId" clId="{A9244524-7243-411D-BC54-3A25DD4B632D}" dt="2023-11-04T19:21:12.178" v="1015"/>
      <pc:docMkLst>
        <pc:docMk/>
      </pc:docMkLst>
      <pc:sldChg chg="modSp mod">
        <pc:chgData name="anaclaracosta116@gmail.com" userId="a793634777582c92" providerId="LiveId" clId="{A9244524-7243-411D-BC54-3A25DD4B632D}" dt="2023-10-21T20:07:48.489" v="79" actId="27636"/>
        <pc:sldMkLst>
          <pc:docMk/>
          <pc:sldMk cId="337661645" sldId="261"/>
        </pc:sldMkLst>
      </pc:sldChg>
      <pc:sldChg chg="modSp mod">
        <pc:chgData name="anaclaracosta116@gmail.com" userId="a793634777582c92" providerId="LiveId" clId="{A9244524-7243-411D-BC54-3A25DD4B632D}" dt="2023-10-21T20:09:47.341" v="169" actId="20577"/>
        <pc:sldMkLst>
          <pc:docMk/>
          <pc:sldMk cId="3388034860" sldId="265"/>
        </pc:sldMkLst>
      </pc:sldChg>
      <pc:sldChg chg="modSp mod">
        <pc:chgData name="anaclaracosta116@gmail.com" userId="a793634777582c92" providerId="LiveId" clId="{A9244524-7243-411D-BC54-3A25DD4B632D}" dt="2023-10-21T20:17:28.667" v="345" actId="20577"/>
        <pc:sldMkLst>
          <pc:docMk/>
          <pc:sldMk cId="2671817442" sldId="267"/>
        </pc:sldMkLst>
      </pc:sldChg>
      <pc:sldChg chg="modSp mod">
        <pc:chgData name="anaclaracosta116@gmail.com" userId="a793634777582c92" providerId="LiveId" clId="{A9244524-7243-411D-BC54-3A25DD4B632D}" dt="2023-10-21T20:20:11.367" v="433" actId="403"/>
        <pc:sldMkLst>
          <pc:docMk/>
          <pc:sldMk cId="2786277918" sldId="269"/>
        </pc:sldMkLst>
      </pc:sldChg>
      <pc:sldChg chg="modSp mod">
        <pc:chgData name="anaclaracosta116@gmail.com" userId="a793634777582c92" providerId="LiveId" clId="{A9244524-7243-411D-BC54-3A25DD4B632D}" dt="2023-10-21T20:07:57.922" v="82" actId="27636"/>
        <pc:sldMkLst>
          <pc:docMk/>
          <pc:sldMk cId="1733667129" sldId="338"/>
        </pc:sldMkLst>
      </pc:sldChg>
      <pc:sldChg chg="modSp mod">
        <pc:chgData name="anaclaracosta116@gmail.com" userId="a793634777582c92" providerId="LiveId" clId="{A9244524-7243-411D-BC54-3A25DD4B632D}" dt="2023-10-21T20:08:25.246" v="93" actId="14100"/>
        <pc:sldMkLst>
          <pc:docMk/>
          <pc:sldMk cId="2703894855" sldId="339"/>
        </pc:sldMkLst>
      </pc:sldChg>
      <pc:sldChg chg="modSp mod">
        <pc:chgData name="anaclaracosta116@gmail.com" userId="a793634777582c92" providerId="LiveId" clId="{A9244524-7243-411D-BC54-3A25DD4B632D}" dt="2023-10-21T20:08:55.169" v="105" actId="20577"/>
        <pc:sldMkLst>
          <pc:docMk/>
          <pc:sldMk cId="641955455" sldId="340"/>
        </pc:sldMkLst>
      </pc:sldChg>
      <pc:sldChg chg="modSp mod">
        <pc:chgData name="anaclaracosta116@gmail.com" userId="a793634777582c92" providerId="LiveId" clId="{A9244524-7243-411D-BC54-3A25DD4B632D}" dt="2023-10-21T20:26:38.456" v="710" actId="20577"/>
        <pc:sldMkLst>
          <pc:docMk/>
          <pc:sldMk cId="2304799739" sldId="362"/>
        </pc:sldMkLst>
      </pc:sldChg>
      <pc:sldChg chg="ord">
        <pc:chgData name="anaclaracosta116@gmail.com" userId="a793634777582c92" providerId="LiveId" clId="{A9244524-7243-411D-BC54-3A25DD4B632D}" dt="2023-11-04T19:21:12.178" v="1015"/>
        <pc:sldMkLst>
          <pc:docMk/>
          <pc:sldMk cId="725659120" sldId="375"/>
        </pc:sldMkLst>
      </pc:sldChg>
      <pc:sldChg chg="modSp mod">
        <pc:chgData name="anaclaracosta116@gmail.com" userId="a793634777582c92" providerId="LiveId" clId="{A9244524-7243-411D-BC54-3A25DD4B632D}" dt="2023-10-21T20:09:28.893" v="118" actId="20577"/>
        <pc:sldMkLst>
          <pc:docMk/>
          <pc:sldMk cId="3733524150" sldId="377"/>
        </pc:sldMkLst>
      </pc:sldChg>
      <pc:sldChg chg="modSp mod">
        <pc:chgData name="anaclaracosta116@gmail.com" userId="a793634777582c92" providerId="LiveId" clId="{A9244524-7243-411D-BC54-3A25DD4B632D}" dt="2023-10-21T20:05:25.270" v="60"/>
        <pc:sldMkLst>
          <pc:docMk/>
          <pc:sldMk cId="1426477925" sldId="397"/>
        </pc:sldMkLst>
      </pc:sldChg>
      <pc:sldChg chg="modSp mod">
        <pc:chgData name="anaclaracosta116@gmail.com" userId="a793634777582c92" providerId="LiveId" clId="{A9244524-7243-411D-BC54-3A25DD4B632D}" dt="2023-10-21T20:27:28.628" v="862" actId="20577"/>
        <pc:sldMkLst>
          <pc:docMk/>
          <pc:sldMk cId="3606871705" sldId="414"/>
        </pc:sldMkLst>
      </pc:sldChg>
      <pc:sldChg chg="modSp mod">
        <pc:chgData name="anaclaracosta116@gmail.com" userId="a793634777582c92" providerId="LiveId" clId="{A9244524-7243-411D-BC54-3A25DD4B632D}" dt="2023-10-21T20:28:15.246" v="1007" actId="20577"/>
        <pc:sldMkLst>
          <pc:docMk/>
          <pc:sldMk cId="2415249330" sldId="415"/>
        </pc:sldMkLst>
      </pc:sldChg>
      <pc:sldChg chg="del">
        <pc:chgData name="anaclaracosta116@gmail.com" userId="a793634777582c92" providerId="LiveId" clId="{A9244524-7243-411D-BC54-3A25DD4B632D}" dt="2023-10-21T20:28:31.522" v="1013" actId="2696"/>
        <pc:sldMkLst>
          <pc:docMk/>
          <pc:sldMk cId="3975066000" sldId="416"/>
        </pc:sldMkLst>
      </pc:sldChg>
      <pc:sldChg chg="modSp mod">
        <pc:chgData name="anaclaracosta116@gmail.com" userId="a793634777582c92" providerId="LiveId" clId="{A9244524-7243-411D-BC54-3A25DD4B632D}" dt="2023-10-21T20:20:51.201" v="503" actId="1076"/>
        <pc:sldMkLst>
          <pc:docMk/>
          <pc:sldMk cId="942629757" sldId="421"/>
        </pc:sldMkLst>
      </pc:sldChg>
      <pc:sldChg chg="del">
        <pc:chgData name="anaclaracosta116@gmail.com" userId="a793634777582c92" providerId="LiveId" clId="{A9244524-7243-411D-BC54-3A25DD4B632D}" dt="2023-10-21T20:21:14.869" v="508" actId="2696"/>
        <pc:sldMkLst>
          <pc:docMk/>
          <pc:sldMk cId="3965872633" sldId="422"/>
        </pc:sldMkLst>
      </pc:sldChg>
      <pc:sldChg chg="del">
        <pc:chgData name="anaclaracosta116@gmail.com" userId="a793634777582c92" providerId="LiveId" clId="{A9244524-7243-411D-BC54-3A25DD4B632D}" dt="2023-10-21T20:28:19.635" v="1008" actId="2696"/>
        <pc:sldMkLst>
          <pc:docMk/>
          <pc:sldMk cId="2009354503" sldId="423"/>
        </pc:sldMkLst>
      </pc:sldChg>
      <pc:sldChg chg="del">
        <pc:chgData name="anaclaracosta116@gmail.com" userId="a793634777582c92" providerId="LiveId" clId="{A9244524-7243-411D-BC54-3A25DD4B632D}" dt="2023-10-21T20:28:29.526" v="1012" actId="2696"/>
        <pc:sldMkLst>
          <pc:docMk/>
          <pc:sldMk cId="510832438" sldId="424"/>
        </pc:sldMkLst>
      </pc:sldChg>
      <pc:sldChg chg="modSp mod">
        <pc:chgData name="anaclaracosta116@gmail.com" userId="a793634777582c92" providerId="LiveId" clId="{A9244524-7243-411D-BC54-3A25DD4B632D}" dt="2023-10-21T20:06:03.113" v="66" actId="14100"/>
        <pc:sldMkLst>
          <pc:docMk/>
          <pc:sldMk cId="1700317518" sldId="425"/>
        </pc:sldMkLst>
      </pc:sldChg>
      <pc:sldChg chg="modSp add mod">
        <pc:chgData name="anaclaracosta116@gmail.com" userId="a793634777582c92" providerId="LiveId" clId="{A9244524-7243-411D-BC54-3A25DD4B632D}" dt="2023-10-21T20:06:48.655" v="70" actId="20577"/>
        <pc:sldMkLst>
          <pc:docMk/>
          <pc:sldMk cId="479079887" sldId="426"/>
        </pc:sldMkLst>
      </pc:sldChg>
      <pc:sldChg chg="add ord">
        <pc:chgData name="anaclaracosta116@gmail.com" userId="a793634777582c92" providerId="LiveId" clId="{A9244524-7243-411D-BC54-3A25DD4B632D}" dt="2023-10-21T20:21:09.743" v="507"/>
        <pc:sldMkLst>
          <pc:docMk/>
          <pc:sldMk cId="2756775545" sldId="427"/>
        </pc:sldMkLst>
      </pc:sldChg>
      <pc:sldChg chg="modSp add mod">
        <pc:chgData name="anaclaracosta116@gmail.com" userId="a793634777582c92" providerId="LiveId" clId="{A9244524-7243-411D-BC54-3A25DD4B632D}" dt="2023-10-21T20:21:51.411" v="570" actId="20577"/>
        <pc:sldMkLst>
          <pc:docMk/>
          <pc:sldMk cId="3110185454" sldId="428"/>
        </pc:sldMkLst>
      </pc:sldChg>
      <pc:sldChg chg="add ord">
        <pc:chgData name="anaclaracosta116@gmail.com" userId="a793634777582c92" providerId="LiveId" clId="{A9244524-7243-411D-BC54-3A25DD4B632D}" dt="2023-10-21T20:28:24.833" v="1011"/>
        <pc:sldMkLst>
          <pc:docMk/>
          <pc:sldMk cId="1497504682" sldId="4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8406A-9A67-444E-AC4B-ACED30F7D40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36F37-211B-48DC-9473-7C8BCCF4FD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53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6F37-211B-48DC-9473-7C8BCCF4FD08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54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51E21D3-15B9-3AB8-6B68-88EAA772CD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10" b="809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54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RECORDAMOS, SENHOR DEUS, VOSSA BONDADE EM MEIO AO VOSSO TEMPLO. (2X)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GRANDE É O SENHOR E MUITO DIGNO DE LOUVORES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CIDADE ONDE ELE MORA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6" y="1108364"/>
            <a:ext cx="11516593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5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MONTE SANTO, ESTA COLINA ENCANTADORA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É A ALEGRIA DO UNIVERSO.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effectLst/>
                <a:latin typeface="arial" panose="020B0604020202020204" pitchFamily="34" charset="0"/>
              </a:rPr>
              <a:t>SENHOR QUE VIESTES SALVAR OS CORAÇÕES ARREPENDIDOS</a:t>
            </a:r>
            <a:r>
              <a:rPr lang="pt-BR" sz="7200" dirty="0"/>
              <a:t>, TENDE PIEDADE DE NÓS</a:t>
            </a:r>
          </a:p>
          <a:p>
            <a:pPr algn="just"/>
            <a:r>
              <a:rPr lang="pt-BR" sz="7200" b="1" dirty="0"/>
              <a:t>KYRIE ELEISON, KYRIE</a:t>
            </a:r>
          </a:p>
          <a:p>
            <a:pPr algn="just"/>
            <a:r>
              <a:rPr lang="pt-BR" sz="7200" b="1" dirty="0"/>
              <a:t>ELEISON</a:t>
            </a:r>
            <a:endParaRPr lang="pt-BR" sz="163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950498" cy="572705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dirty="0"/>
              <a:t>CRISTO QUE VIESTES CHAMAR OS PECADORES, TENDE PIEDADE DE NÓS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CHRISTE ELEISON, CHRISTE</a:t>
            </a:r>
          </a:p>
          <a:p>
            <a:pPr algn="l"/>
            <a:r>
              <a:rPr lang="pt-BR" sz="7200" b="1" dirty="0"/>
              <a:t>ELEISON</a:t>
            </a:r>
            <a:endParaRPr lang="pt-BR" sz="20800" b="1" dirty="0"/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effectLst/>
                <a:latin typeface="arial" panose="020B0604020202020204" pitchFamily="34" charset="0"/>
              </a:rPr>
              <a:t>SENHOR QUE INTERCEDEIS POR NÓS JUNTO DO PAI, TENDE PIEDADE DE NÓS.</a:t>
            </a:r>
          </a:p>
          <a:p>
            <a:pPr algn="just"/>
            <a:endParaRPr lang="pt-BR" sz="7200" b="1" dirty="0"/>
          </a:p>
          <a:p>
            <a:pPr algn="l"/>
            <a:r>
              <a:rPr lang="pt-BR" sz="7200" b="1" dirty="0"/>
              <a:t>KYRIE ELEISON, KYRIE ELEISON</a:t>
            </a:r>
            <a:endParaRPr lang="pt-BR" sz="17600" b="1" dirty="0"/>
          </a:p>
        </p:txBody>
      </p:sp>
    </p:spTree>
    <p:extLst>
      <p:ext uri="{BB962C8B-B14F-4D97-AF65-F5344CB8AC3E}">
        <p14:creationId xmlns:p14="http://schemas.microsoft.com/office/powerpoint/2010/main" val="47907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4142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b="1" dirty="0"/>
              <a:t>GLÓRIA A DEUS NAS ALTURAS</a:t>
            </a:r>
          </a:p>
          <a:p>
            <a:pPr algn="just"/>
            <a:r>
              <a:rPr lang="pt-BR" sz="9600" b="1" dirty="0"/>
              <a:t>E PAZ NA TERRA AOS HOMENS POR ELE AMADOS!</a:t>
            </a:r>
            <a:endParaRPr lang="pt-BR" sz="9600" dirty="0"/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sz="9600" dirty="0"/>
          </a:p>
          <a:p>
            <a:pPr algn="l"/>
            <a:r>
              <a:rPr lang="pt-BR" sz="9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1" y="886691"/>
            <a:ext cx="11382499" cy="597130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SENHOR DEUS, CORDEIRO DE DEUS, FILHO DE DEUS PAI</a:t>
            </a:r>
          </a:p>
          <a:p>
            <a:pPr algn="l"/>
            <a:endParaRPr lang="pt-BR" sz="8000" dirty="0"/>
          </a:p>
          <a:p>
            <a:pPr algn="just"/>
            <a:r>
              <a:rPr lang="pt-BR" sz="8000" b="1" dirty="0"/>
              <a:t>GLÓRIA A DEUS NAS ALTURAS</a:t>
            </a:r>
          </a:p>
          <a:p>
            <a:pPr algn="just"/>
            <a:r>
              <a:rPr lang="pt-BR" sz="8000" b="1" dirty="0"/>
              <a:t>E PAZ NA TERRA AOS HOMENS POR ELE AMADOS!</a:t>
            </a:r>
            <a:endParaRPr lang="pt-BR" sz="8000" dirty="0"/>
          </a:p>
          <a:p>
            <a:pPr algn="l"/>
            <a:endParaRPr lang="pt-BR" sz="8000" dirty="0"/>
          </a:p>
          <a:p>
            <a:pPr algn="l"/>
            <a:r>
              <a:rPr lang="pt-BR" sz="8000" dirty="0"/>
              <a:t>VÓS QUE TIRAIS O PECADO DO MUNDO,</a:t>
            </a:r>
          </a:p>
          <a:p>
            <a:pPr algn="l"/>
            <a:r>
              <a:rPr lang="pt-BR" sz="80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SÓ VÓS O ALTÍSSIMO, JESUS CRISTO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 A DEUS NAS ALTURAS</a:t>
            </a:r>
          </a:p>
          <a:p>
            <a:pPr algn="just"/>
            <a:r>
              <a:rPr lang="pt-BR" sz="9600" b="1" dirty="0"/>
              <a:t>E PAZ NA TERRA AOS HOMENS POR ELE AMADOS! AMÉM!</a:t>
            </a:r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i="0" dirty="0">
                <a:effectLst/>
              </a:rPr>
              <a:t>DO SENHOR É QUE ME VEM O MEU SOCORRO, DO SENHOR QUE FEZ O CÉU E FEZ A TERRA.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2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A PALAVRA DE DEUS É VIVA E EFICAZ EM SUAS AÇÕES; </a:t>
            </a:r>
          </a:p>
          <a:p>
            <a:endParaRPr lang="pt-BR" sz="4800" dirty="0"/>
          </a:p>
          <a:p>
            <a:r>
              <a:rPr lang="pt-BR" sz="4800" dirty="0"/>
              <a:t>PENETRANDO OS SENTIMENTOS, VAI AO ÍNTIMO DOS CORAÇÕES.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marL="1143000" indent="-1143000" algn="l">
              <a:buAutoNum type="arabicPeriod"/>
            </a:pP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LOUVAI, LOUVAI, Ó SERVOS DO SENHOR.</a:t>
            </a:r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 LOUVAI</a:t>
            </a:r>
            <a:r>
              <a:rPr lang="pt-BR" sz="6000" dirty="0">
                <a:solidFill>
                  <a:srgbClr val="000000"/>
                </a:solidFill>
                <a:latin typeface="-apple-system"/>
              </a:rPr>
              <a:t>, LOUVAI O NOME DO SENHOR.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206A2-EE44-1BF5-2FE5-723FA46D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0D6F-EEDA-E6A5-B8A3-8327DA97A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255823-62DD-F9F1-AD4E-8F1E071DB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507975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3B65-EAB2-8F2E-0ECC-C99D581B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5AFD8-1B7F-3E9C-24B0-06BA1E6FD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D751C-1CDC-02B3-0C80-34FC76EB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BENDITO SEJA O NOME DO SENHOR, AGORA E POR TODA ETERNIDADE.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98624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C8EA-5A8B-B274-2E84-FFCEA317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83F33-BB25-AA8E-567C-0EF56CF07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4039E4-45C6-6F50-CA6B-51874775D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84073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1430-5603-ABC2-2CFD-9393978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BA0F0-1D4D-FD13-9889-F8CA56F8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32F7F1-1B3E-1ABB-894E-887DDDD78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rgbClr val="000000"/>
                </a:solidFill>
                <a:latin typeface="-apple-system"/>
              </a:rPr>
              <a:t>3</a:t>
            </a: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. O SENHOR ESTÁ ACIMA DAS NAÇÕES, SUA GLÓRIA VAI ALÉM DOS ALTOS CÉUS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75914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A85C-5A4B-6AB1-6926-8C3D23EC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9BE08-6E47-C907-EFC7-2F5D57E1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5EA9B-9361-EA0F-CA01-2ABC51621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147532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14D8-D6D4-D4C7-9AF8-3B698C5E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2CCA-4228-CA89-3745-47761F21D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15550-4837-FB1A-C299-9B4959B0E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4.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QUEM PODE COMPARAR-SE AO NOSSO DEUS, QUE SE INCLINA PARA OLHAR O CÉU E A TERRA?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7182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NÃO TE IRRITES COM AS OBRAS DOS MALVADOS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NEM INVEJES AS PESSOAS DESONESTAS; R.</a:t>
            </a:r>
          </a:p>
        </p:txBody>
      </p:sp>
    </p:spTree>
    <p:extLst>
      <p:ext uri="{BB962C8B-B14F-4D97-AF65-F5344CB8AC3E}">
        <p14:creationId xmlns:p14="http://schemas.microsoft.com/office/powerpoint/2010/main" val="2063494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E5E0-BE31-FDF5-20E3-CC5CE38D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BA821-9A4E-FBEE-8C0D-0C017C9BF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EBC43F-6C1B-DE8C-8326-3D92AE5BE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NO SENHOR E FAZE O BEM,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SOBRE A TERRA HABITARÁS EM SEGURANÇA.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395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0334-C25B-33ED-9B32-3C7D0F63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A64F2-B0FE-FE63-AB32-7B8F85EFF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D388EB-3F7C-5C1C-B466-9510FB6E5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COLOCA NO SENHOR TUA ALEGRIA,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ELE DARÁ O QUE PEDIR TEU CORAÇÃO. R.</a:t>
            </a:r>
          </a:p>
        </p:txBody>
      </p:sp>
    </p:spTree>
    <p:extLst>
      <p:ext uri="{BB962C8B-B14F-4D97-AF65-F5344CB8AC3E}">
        <p14:creationId xmlns:p14="http://schemas.microsoft.com/office/powerpoint/2010/main" val="1810251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D2F-5A8B-4140-13E3-5567D127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95342-38BD-28B2-8E3B-B2FA6DE6D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527E42-21F5-E73D-C0BD-1563B369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DEIXA AOS CUIDADOS DO SENHOR O TEU DESTINO;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CONFIA NELE, E COM CERTEZA ELE AGIRÁ. R.</a:t>
            </a:r>
          </a:p>
          <a:p>
            <a:pPr algn="l"/>
            <a:endParaRPr lang="pt-BR" sz="48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43490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C87B-FFBC-9EEE-0EDD-A56D26E2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1B52E-CB08-8923-A998-EE08A978F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E2647F-F2E1-1A05-0015-3713C441C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b="1" i="0" dirty="0">
                <a:solidFill>
                  <a:srgbClr val="000000"/>
                </a:solidFill>
                <a:effectLst/>
                <a:latin typeface="-apple-system"/>
              </a:rPr>
              <a:t>BUSCAI EM PRIMEIRO LUGAR O REINO DE DEUS E A SUA JUSTIÇA, E TODAS ESTAS COISAS VOS SERÃO DADAS POR ACRÉSCIMO, ALELUIA.</a:t>
            </a:r>
          </a:p>
          <a:p>
            <a:pPr algn="l"/>
            <a:endParaRPr lang="pt-BR" sz="48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FARÁ BRILHAR TUA INOCÊNCIA COMO A LUZ, *</a:t>
            </a:r>
          </a:p>
          <a:p>
            <a:pPr algn="l"/>
            <a:r>
              <a:rPr lang="pt-BR" sz="4800" i="0" dirty="0">
                <a:solidFill>
                  <a:srgbClr val="000000"/>
                </a:solidFill>
                <a:effectLst/>
                <a:latin typeface="-apple-system"/>
              </a:rPr>
              <a:t>E O TEU DIREITO, COMO O SOL DO MEIO-DIA. R.</a:t>
            </a:r>
          </a:p>
        </p:txBody>
      </p:sp>
    </p:spTree>
    <p:extLst>
      <p:ext uri="{BB962C8B-B14F-4D97-AF65-F5344CB8AC3E}">
        <p14:creationId xmlns:p14="http://schemas.microsoft.com/office/powerpoint/2010/main" val="3378325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DOS ANJOS O TESOURO E DOS HOMENS O DULÇOR.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NA VIDA ALENTO E FORÇA,</a:t>
            </a:r>
          </a:p>
          <a:p>
            <a:pPr algn="l"/>
            <a:r>
              <a:rPr lang="pt-BR" sz="15000" dirty="0"/>
              <a:t>E NA MORTE O DEFENSOR.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EU TE ADORO, HÓSTIA DIVINA,</a:t>
            </a:r>
          </a:p>
          <a:p>
            <a:pPr algn="l"/>
            <a:r>
              <a:rPr lang="pt-BR" sz="6600" dirty="0"/>
              <a:t>EU TE ADORO, HÓSTIA DE AMOR!</a:t>
            </a:r>
          </a:p>
          <a:p>
            <a:pPr algn="l"/>
            <a:r>
              <a:rPr lang="pt-BR" sz="6600" dirty="0"/>
              <a:t>ÉS NA TERRA FIEL AMIGO,</a:t>
            </a:r>
          </a:p>
          <a:p>
            <a:pPr algn="l"/>
            <a:r>
              <a:rPr lang="pt-BR" sz="6600" dirty="0"/>
              <a:t>E DO CÉU, FELIZ PENHOR.</a:t>
            </a: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EU TE ADORO, HÓSTIA DIVINA,</a:t>
            </a:r>
            <a:br>
              <a:rPr lang="pt-BR" sz="6600" dirty="0"/>
            </a:br>
            <a:r>
              <a:rPr lang="pt-BR" sz="6600" dirty="0"/>
              <a:t>EU TE ADORO, HÓSTIA DE AMOR!</a:t>
            </a:r>
            <a:br>
              <a:rPr lang="pt-BR" sz="6600" dirty="0"/>
            </a:br>
            <a:r>
              <a:rPr lang="pt-BR" sz="6600" dirty="0"/>
              <a:t>ÉS MEU DEUS, EXCELSO E GRANDE,</a:t>
            </a:r>
            <a:br>
              <a:rPr lang="pt-BR" sz="6600" dirty="0"/>
            </a:br>
            <a:r>
              <a:rPr lang="pt-BR" sz="6600" dirty="0"/>
              <a:t>E DOS SÉCULOS, O SENHOR.</a:t>
            </a:r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DOS POVOS TODOS, MISSIONÁRIOS DA ESPERANÇA.</a:t>
            </a:r>
          </a:p>
          <a:p>
            <a:pPr algn="l"/>
            <a:r>
              <a:rPr lang="pt-BR" sz="6600" b="1" dirty="0"/>
              <a:t>EM NOVOS RUMOS, NAS PEGADAS DO SENHOR.</a:t>
            </a:r>
          </a:p>
          <a:p>
            <a:pPr algn="l"/>
            <a:r>
              <a:rPr lang="pt-BR" sz="6600" b="1" dirty="0"/>
              <a:t>ILUMINADOS PELA LUZ QUE O MUNDO ALCANÇA,</a:t>
            </a:r>
          </a:p>
          <a:p>
            <a:pPr algn="l"/>
            <a:r>
              <a:rPr lang="pt-BR" sz="6600" b="1" dirty="0"/>
              <a:t>NA MAESTIA DO CUIDADO E DO LOUVOR.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 QUEM SE PÕE A CAMINHAR NA CONFIANÇA, E A PROCLAMAR O EVANGELHO DA ESPERANÇA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A4DA-EDA7-555C-BC1B-F6322454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71DFF-0B45-0F22-1331-6A679F07D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2227C3-467F-56A9-F1D2-EA8DC6EF1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DOS POVOS TODOS, MISSIONÁRIOS DA ESPERANÇA.</a:t>
            </a:r>
          </a:p>
          <a:p>
            <a:pPr algn="l"/>
            <a:r>
              <a:rPr lang="pt-BR" sz="6600" b="1" dirty="0"/>
              <a:t>EM NOVOS RUMOS, NAS PEGADAS DO SENHOR.</a:t>
            </a:r>
          </a:p>
          <a:p>
            <a:pPr algn="l"/>
            <a:r>
              <a:rPr lang="pt-BR" sz="6600" b="1" dirty="0"/>
              <a:t>ILUMINADOS PELA LUZ QUE O MUNDO ALCANÇA,</a:t>
            </a:r>
          </a:p>
          <a:p>
            <a:pPr algn="l"/>
            <a:r>
              <a:rPr lang="pt-BR" sz="6600" b="1" dirty="0"/>
              <a:t>NA MAESTIA DO CUIDADO E DO LOUVOR.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986799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2C88-6174-E6AF-5CA4-32170BDC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0639F-37D8-9F49-30F5-A6D693AF8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B8E10B-4FD9-82E6-FBBE-C4170249D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VEM ADIANTE O ESTANDARTE DA MISSÃO, MARCANDO ESPAÇO EM NOSSA PEREGRINAÇÃO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4043134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8474</TotalTime>
  <Words>1004</Words>
  <Application>Microsoft Office PowerPoint</Application>
  <PresentationFormat>Widescreen</PresentationFormat>
  <Paragraphs>155</Paragraphs>
  <Slides>45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3" baseType="lpstr">
      <vt:lpstr>-apple-system</vt:lpstr>
      <vt:lpstr>Arial</vt:lpstr>
      <vt:lpstr>Arial</vt:lpstr>
      <vt:lpstr>Calibri</vt:lpstr>
      <vt:lpstr>Calibri Light</vt:lpstr>
      <vt:lpstr>Roboto</vt:lpstr>
      <vt:lpstr>Verdana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38</cp:revision>
  <dcterms:created xsi:type="dcterms:W3CDTF">2023-05-06T17:01:55Z</dcterms:created>
  <dcterms:modified xsi:type="dcterms:W3CDTF">2025-10-18T20:06:07Z</dcterms:modified>
</cp:coreProperties>
</file>