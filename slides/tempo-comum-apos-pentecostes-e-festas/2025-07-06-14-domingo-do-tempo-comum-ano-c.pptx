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24" r:id="rId3"/>
    <p:sldId id="433" r:id="rId4"/>
    <p:sldId id="258" r:id="rId5"/>
    <p:sldId id="439" r:id="rId6"/>
    <p:sldId id="370" r:id="rId7"/>
    <p:sldId id="260" r:id="rId8"/>
    <p:sldId id="434" r:id="rId9"/>
    <p:sldId id="435" r:id="rId10"/>
    <p:sldId id="436" r:id="rId11"/>
    <p:sldId id="437" r:id="rId12"/>
    <p:sldId id="438" r:id="rId13"/>
    <p:sldId id="264" r:id="rId14"/>
    <p:sldId id="265" r:id="rId15"/>
    <p:sldId id="266" r:id="rId16"/>
    <p:sldId id="267" r:id="rId17"/>
    <p:sldId id="271" r:id="rId18"/>
    <p:sldId id="425" r:id="rId19"/>
    <p:sldId id="426" r:id="rId20"/>
    <p:sldId id="427" r:id="rId21"/>
    <p:sldId id="428" r:id="rId22"/>
    <p:sldId id="292" r:id="rId23"/>
    <p:sldId id="275" r:id="rId24"/>
    <p:sldId id="361" r:id="rId25"/>
    <p:sldId id="362" r:id="rId26"/>
    <p:sldId id="429" r:id="rId27"/>
    <p:sldId id="430" r:id="rId28"/>
    <p:sldId id="431" r:id="rId29"/>
    <p:sldId id="404" r:id="rId30"/>
    <p:sldId id="420" r:id="rId31"/>
    <p:sldId id="421" r:id="rId32"/>
    <p:sldId id="422" r:id="rId33"/>
    <p:sldId id="423" r:id="rId34"/>
    <p:sldId id="419" r:id="rId35"/>
    <p:sldId id="337" r:id="rId36"/>
    <p:sldId id="432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424"/>
            <p14:sldId id="433"/>
            <p14:sldId id="258"/>
            <p14:sldId id="439"/>
            <p14:sldId id="370"/>
            <p14:sldId id="260"/>
            <p14:sldId id="434"/>
            <p14:sldId id="435"/>
            <p14:sldId id="436"/>
            <p14:sldId id="437"/>
            <p14:sldId id="438"/>
            <p14:sldId id="264"/>
            <p14:sldId id="265"/>
            <p14:sldId id="266"/>
            <p14:sldId id="267"/>
            <p14:sldId id="271"/>
            <p14:sldId id="425"/>
            <p14:sldId id="426"/>
            <p14:sldId id="427"/>
            <p14:sldId id="428"/>
            <p14:sldId id="292"/>
            <p14:sldId id="275"/>
            <p14:sldId id="361"/>
            <p14:sldId id="362"/>
            <p14:sldId id="429"/>
            <p14:sldId id="430"/>
            <p14:sldId id="431"/>
            <p14:sldId id="404"/>
            <p14:sldId id="420"/>
            <p14:sldId id="421"/>
            <p14:sldId id="422"/>
            <p14:sldId id="423"/>
            <p14:sldId id="419"/>
            <p14:sldId id="337"/>
            <p14:sldId id="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83AAE5C-01D8-0854-F320-73E7468F0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4156351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14º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Ó PAI, SOMOS NÓS O POVO ELEITO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CRISTO VEIO REUNIR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PRA VIVER DA SUA VIDA, ALELUIA</a:t>
            </a:r>
          </a:p>
          <a:p>
            <a:pPr algn="l"/>
            <a:r>
              <a:rPr lang="pt-BR" sz="6600" dirty="0"/>
              <a:t>O SENHOR NOS ENVIOU, ALELUIA</a:t>
            </a:r>
          </a:p>
        </p:txBody>
      </p:sp>
    </p:spTree>
    <p:extLst>
      <p:ext uri="{BB962C8B-B14F-4D97-AF65-F5344CB8AC3E}">
        <p14:creationId xmlns:p14="http://schemas.microsoft.com/office/powerpoint/2010/main" val="195647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FCB0-C1DC-B407-A573-5DA5A951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459B5-1D3F-7121-DFC1-7DF7EEA74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A26AD7-2585-E18F-0839-43D77A734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Ó PAI, SOMOS NÓS O POVO ELEITO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QUE CRISTO VEIO REUNIR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PRA SER IGREJA PEREGRINA, ALELUIA</a:t>
            </a:r>
          </a:p>
          <a:p>
            <a:pPr algn="l"/>
            <a:r>
              <a:rPr lang="pt-BR" sz="6600" dirty="0"/>
              <a:t>O SENHOR NOS ENVIOU, ALELUIA</a:t>
            </a:r>
          </a:p>
        </p:txBody>
      </p:sp>
    </p:spTree>
    <p:extLst>
      <p:ext uri="{BB962C8B-B14F-4D97-AF65-F5344CB8AC3E}">
        <p14:creationId xmlns:p14="http://schemas.microsoft.com/office/powerpoint/2010/main" val="167295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396260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fr-FR" sz="9600" b="1" dirty="0"/>
              <a:t>GLORIA IN EXCELSIS DEO ET IN TERRA PAX HOMINIBUS BONAE VOLUNTATIS, BONAE VOLUNTATIS</a:t>
            </a:r>
            <a:endParaRPr lang="pt-BR" sz="9600" b="1" dirty="0"/>
          </a:p>
          <a:p>
            <a:pPr algn="just"/>
            <a:r>
              <a:rPr lang="pt-BR" sz="3800" b="1" dirty="0">
                <a:solidFill>
                  <a:srgbClr val="FF0000"/>
                </a:solidFill>
              </a:rPr>
              <a:t>TRADUÇÃO</a:t>
            </a:r>
          </a:p>
          <a:p>
            <a:pPr algn="just"/>
            <a:r>
              <a:rPr lang="pt-BR" sz="5800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ACLAMAI O SENHOR DEUS, Ó TERRA INTEIRA.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A PAZ DE CRISTO REINE EM VOSSOS CORAÇÕES; RICAMENTE HABITE EM VÓS SUA PALAVRA!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COMO TUAS OBRAS ME ALEGRAM,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OS TEUS PRODÍGIOS SUSCITAM LOUVOR.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PRESENÇA EU CONTEMPLO NO CÉU,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TU ENGRANDECES O HOMEM MORTAL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DA NATUREZA ELE É REI E SENHOR.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 HONRA O COROASTE, DE GLÓRIA E PODER,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POUCO MENOS QUE AOS ANJOS DO CÉU.</a:t>
            </a:r>
          </a:p>
        </p:txBody>
      </p:sp>
    </p:spTree>
    <p:extLst>
      <p:ext uri="{BB962C8B-B14F-4D97-AF65-F5344CB8AC3E}">
        <p14:creationId xmlns:p14="http://schemas.microsoft.com/office/powerpoint/2010/main" val="2959604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</a:t>
            </a:r>
          </a:p>
          <a:p>
            <a:pPr algn="just"/>
            <a:endParaRPr lang="pt-BR" sz="20000" dirty="0"/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 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CANTAR A BELEZA DA VIDA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PRESENTE DO AMOR SEM IGUAL,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SEU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VEM LIVRAR-NOS DO MAL.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F3D8-BBD1-8A49-A4BF-802D0CBA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65E99-CCBE-24A5-A157-7E0551893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E030AA-106F-77D5-3416-9FF390189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FALAR DO TEU FILHO ÀS NAÇÕES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VIVENDO COMO ELE VIVEU,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TEU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VEM CUIDAR QUE É TEU.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61731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C1BFA-5756-AC93-0B96-5B5AF1E3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8BC84-8EC2-AF14-E77D-58462CEEF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8FF2F7-FD9C-9921-465B-33F7C5BC3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VIVER O PERDÃO SEM MEDIDA,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SERVIR SEM JAMAIS CONDENAR,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TEU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VEM CONOSCO FICAR.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82421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F0CD-3166-BB74-0527-CCF5D6FA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E8E91-8FFC-B7CC-48FC-E8E5C650A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A56739-76F6-6764-BB6D-287BA4714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ERGUER OS QUE SÃO HUMILHADOS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DOAR-SE AOS PEQUENOS, AOS POBRES,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TEU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NOSSAS FORÇAS REDOBRE.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8035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dirty="0"/>
              <a:t>O POVO DE DEUS NO DESERTO ANDAVA</a:t>
            </a:r>
          </a:p>
          <a:p>
            <a:pPr algn="l"/>
            <a:r>
              <a:rPr lang="pt-BR" sz="6600" dirty="0"/>
              <a:t>MAS À SUA FRENTE ALGUÉM CAMINHAVA</a:t>
            </a:r>
          </a:p>
          <a:p>
            <a:pPr algn="l"/>
            <a:r>
              <a:rPr lang="pt-BR" sz="6600" dirty="0"/>
              <a:t>O POVO DE DEUS ERA RICO DE NADA</a:t>
            </a:r>
          </a:p>
          <a:p>
            <a:pPr algn="l"/>
            <a:r>
              <a:rPr lang="pt-BR" sz="6600" dirty="0"/>
              <a:t>SÓ TINHA A ESPERANÇA E O PÓ DA ESTRADA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B5-164C-5E27-6372-06E04EB9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A12B-4BC2-44B5-E723-79806739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CA27F-4EA7-0D6D-D986-0B22A40F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O POVO DE DEUS TAMBÉM VACILAVA</a:t>
            </a:r>
          </a:p>
          <a:p>
            <a:pPr algn="l"/>
            <a:r>
              <a:rPr lang="pt-BR" sz="6600" dirty="0"/>
              <a:t>ÀS VEZES CUSTAVA A CRER NO AMOR</a:t>
            </a:r>
          </a:p>
          <a:p>
            <a:pPr algn="l"/>
            <a:r>
              <a:rPr lang="pt-BR" sz="6600" dirty="0"/>
              <a:t>O POVO DE DEUS, CHORANDO, REZAVA</a:t>
            </a:r>
          </a:p>
          <a:p>
            <a:pPr algn="l"/>
            <a:r>
              <a:rPr lang="pt-BR" sz="6600" dirty="0"/>
              <a:t>PEDIA PERDÃO E RECOMEÇAVA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TAMBÉM SOU TEU POVO, SENHOR</a:t>
            </a:r>
          </a:p>
          <a:p>
            <a:pPr algn="l"/>
            <a:r>
              <a:rPr lang="pt-BR" sz="6600" b="1" dirty="0"/>
              <a:t>E ESTOU NESSA ESTRADA</a:t>
            </a:r>
          </a:p>
          <a:p>
            <a:pPr algn="l"/>
            <a:r>
              <a:rPr lang="pt-BR" sz="6600" b="1" dirty="0"/>
              <a:t>SOMENTE A TUA GRAÇA ME BASTA E MAIS NADA!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42565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8321</TotalTime>
  <Words>868</Words>
  <Application>Microsoft Office PowerPoint</Application>
  <PresentationFormat>Widescreen</PresentationFormat>
  <Paragraphs>161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44</cp:revision>
  <dcterms:created xsi:type="dcterms:W3CDTF">2023-05-06T17:01:55Z</dcterms:created>
  <dcterms:modified xsi:type="dcterms:W3CDTF">2026-08-08T19:50:12Z</dcterms:modified>
</cp:coreProperties>
</file>