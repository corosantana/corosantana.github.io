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55" r:id="rId4"/>
    <p:sldId id="366" r:id="rId5"/>
    <p:sldId id="367" r:id="rId6"/>
    <p:sldId id="368" r:id="rId7"/>
    <p:sldId id="369" r:id="rId8"/>
    <p:sldId id="258" r:id="rId9"/>
    <p:sldId id="259" r:id="rId10"/>
    <p:sldId id="370" r:id="rId11"/>
    <p:sldId id="260" r:id="rId12"/>
    <p:sldId id="371" r:id="rId13"/>
    <p:sldId id="376" r:id="rId14"/>
    <p:sldId id="261" r:id="rId15"/>
    <p:sldId id="338" r:id="rId16"/>
    <p:sldId id="339" r:id="rId17"/>
    <p:sldId id="340" r:id="rId18"/>
    <p:sldId id="377" r:id="rId19"/>
    <p:sldId id="360" r:id="rId20"/>
    <p:sldId id="264" r:id="rId21"/>
    <p:sldId id="265" r:id="rId22"/>
    <p:sldId id="266" r:id="rId23"/>
    <p:sldId id="267" r:id="rId24"/>
    <p:sldId id="271" r:id="rId25"/>
    <p:sldId id="269" r:id="rId26"/>
    <p:sldId id="356" r:id="rId27"/>
    <p:sldId id="372" r:id="rId28"/>
    <p:sldId id="357" r:id="rId29"/>
    <p:sldId id="292" r:id="rId30"/>
    <p:sldId id="275" r:id="rId31"/>
    <p:sldId id="363" r:id="rId32"/>
    <p:sldId id="361" r:id="rId33"/>
    <p:sldId id="362" r:id="rId34"/>
    <p:sldId id="358" r:id="rId35"/>
    <p:sldId id="373" r:id="rId36"/>
    <p:sldId id="277" r:id="rId37"/>
    <p:sldId id="337" r:id="rId38"/>
    <p:sldId id="374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14B63204-B01D-4025-8325-751E6254A72F}"/>
    <pc:docChg chg="addSld modSld sldOrd">
      <pc:chgData name="anaclaracosta116@gmail.com" userId="a793634777582c92" providerId="LiveId" clId="{14B63204-B01D-4025-8325-751E6254A72F}" dt="2023-07-02T20:56:20.504" v="18" actId="20577"/>
      <pc:docMkLst>
        <pc:docMk/>
      </pc:docMkLst>
      <pc:sldChg chg="modSp mod">
        <pc:chgData name="anaclaracosta116@gmail.com" userId="a793634777582c92" providerId="LiveId" clId="{14B63204-B01D-4025-8325-751E6254A72F}" dt="2023-07-02T20:56:20.504" v="18" actId="20577"/>
        <pc:sldMkLst>
          <pc:docMk/>
          <pc:sldMk cId="2490480151" sldId="259"/>
        </pc:sldMkLst>
        <pc:spChg chg="mod">
          <ac:chgData name="anaclaracosta116@gmail.com" userId="a793634777582c92" providerId="LiveId" clId="{14B63204-B01D-4025-8325-751E6254A72F}" dt="2023-07-02T20:55:55.481" v="11" actId="1076"/>
          <ac:spMkLst>
            <pc:docMk/>
            <pc:sldMk cId="2490480151" sldId="259"/>
            <ac:spMk id="2" creationId="{F0E406B4-85AC-B67B-F9E2-21AAF8067483}"/>
          </ac:spMkLst>
        </pc:spChg>
        <pc:spChg chg="mod">
          <ac:chgData name="anaclaracosta116@gmail.com" userId="a793634777582c92" providerId="LiveId" clId="{14B63204-B01D-4025-8325-751E6254A72F}" dt="2023-07-02T20:56:20.504" v="18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B63204-B01D-4025-8325-751E6254A72F}" dt="2023-07-02T20:55:18.237" v="7" actId="20577"/>
        <pc:sldMkLst>
          <pc:docMk/>
          <pc:sldMk cId="880466366" sldId="354"/>
        </pc:sldMkLst>
        <pc:spChg chg="mod">
          <ac:chgData name="anaclaracosta116@gmail.com" userId="a793634777582c92" providerId="LiveId" clId="{14B63204-B01D-4025-8325-751E6254A72F}" dt="2023-07-02T20:55:18.237" v="7" actId="20577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B63204-B01D-4025-8325-751E6254A72F}" dt="2023-07-02T20:55:36.509" v="8" actId="20577"/>
        <pc:sldMkLst>
          <pc:docMk/>
          <pc:sldMk cId="145340590" sldId="366"/>
        </pc:sldMkLst>
        <pc:spChg chg="mod">
          <ac:chgData name="anaclaracosta116@gmail.com" userId="a793634777582c92" providerId="LiveId" clId="{14B63204-B01D-4025-8325-751E6254A72F}" dt="2023-07-02T20:55:36.509" v="8" actId="20577"/>
          <ac:spMkLst>
            <pc:docMk/>
            <pc:sldMk cId="145340590" sldId="366"/>
            <ac:spMk id="3" creationId="{FC8F7E34-DB8C-1CEE-BAF4-E537563F9CD2}"/>
          </ac:spMkLst>
        </pc:spChg>
      </pc:sldChg>
      <pc:sldChg chg="addSp modSp new mod ord">
        <pc:chgData name="anaclaracosta116@gmail.com" userId="a793634777582c92" providerId="LiveId" clId="{14B63204-B01D-4025-8325-751E6254A72F}" dt="2023-07-02T20:54:39.035" v="6" actId="14100"/>
        <pc:sldMkLst>
          <pc:docMk/>
          <pc:sldMk cId="725659120" sldId="375"/>
        </pc:sldMkLst>
        <pc:picChg chg="add mod">
          <ac:chgData name="anaclaracosta116@gmail.com" userId="a793634777582c92" providerId="LiveId" clId="{14B63204-B01D-4025-8325-751E6254A72F}" dt="2023-07-02T20:54:39.035" v="6" actId="14100"/>
          <ac:picMkLst>
            <pc:docMk/>
            <pc:sldMk cId="725659120" sldId="375"/>
            <ac:picMk id="2" creationId="{402DAEC8-8512-2724-CF99-98EA786AC21D}"/>
          </ac:picMkLst>
        </pc:picChg>
      </pc:sldChg>
    </pc:docChg>
  </pc:docChgLst>
  <pc:docChgLst>
    <pc:chgData name="anaclaracosta116@gmail.com" userId="a793634777582c92" providerId="LiveId" clId="{5BF17B44-4EEE-4E98-8841-3897B755E143}"/>
    <pc:docChg chg="undo custSel addSld modSld sldOrd">
      <pc:chgData name="anaclaracosta116@gmail.com" userId="a793634777582c92" providerId="LiveId" clId="{5BF17B44-4EEE-4E98-8841-3897B755E143}" dt="2024-06-29T18:51:05.521" v="187" actId="404"/>
      <pc:docMkLst>
        <pc:docMk/>
      </pc:docMkLst>
      <pc:sldChg chg="modSp mod">
        <pc:chgData name="anaclaracosta116@gmail.com" userId="a793634777582c92" providerId="LiveId" clId="{5BF17B44-4EEE-4E98-8841-3897B755E143}" dt="2024-06-29T18:43:16.727" v="14" actId="20577"/>
        <pc:sldMkLst>
          <pc:docMk/>
          <pc:sldMk cId="2490480151" sldId="259"/>
        </pc:sldMkLst>
        <pc:spChg chg="mod">
          <ac:chgData name="anaclaracosta116@gmail.com" userId="a793634777582c92" providerId="LiveId" clId="{5BF17B44-4EEE-4E98-8841-3897B755E143}" dt="2024-06-29T18:43:16.727" v="14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5BF17B44-4EEE-4E98-8841-3897B755E143}" dt="2024-06-29T18:43:31.320" v="17"/>
        <pc:sldMkLst>
          <pc:docMk/>
          <pc:sldMk cId="3723452890" sldId="260"/>
        </pc:sldMkLst>
      </pc:sldChg>
      <pc:sldChg chg="modSp mod">
        <pc:chgData name="anaclaracosta116@gmail.com" userId="a793634777582c92" providerId="LiveId" clId="{5BF17B44-4EEE-4E98-8841-3897B755E143}" dt="2024-06-29T18:46:04.257" v="121" actId="404"/>
        <pc:sldMkLst>
          <pc:docMk/>
          <pc:sldMk cId="337661645" sldId="261"/>
        </pc:sldMkLst>
        <pc:spChg chg="mod">
          <ac:chgData name="anaclaracosta116@gmail.com" userId="a793634777582c92" providerId="LiveId" clId="{5BF17B44-4EEE-4E98-8841-3897B755E143}" dt="2024-06-29T18:46:04.257" v="121" actId="404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BF17B44-4EEE-4E98-8841-3897B755E143}" dt="2024-06-29T18:46:57.831" v="124" actId="27636"/>
        <pc:sldMkLst>
          <pc:docMk/>
          <pc:sldMk cId="1733667129" sldId="338"/>
        </pc:sldMkLst>
        <pc:spChg chg="mod">
          <ac:chgData name="anaclaracosta116@gmail.com" userId="a793634777582c92" providerId="LiveId" clId="{5BF17B44-4EEE-4E98-8841-3897B755E143}" dt="2024-06-29T18:46:57.831" v="124" actId="27636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BF17B44-4EEE-4E98-8841-3897B755E143}" dt="2024-06-29T18:48:44.744" v="140" actId="20577"/>
        <pc:sldMkLst>
          <pc:docMk/>
          <pc:sldMk cId="2703894855" sldId="339"/>
        </pc:sldMkLst>
        <pc:spChg chg="mod">
          <ac:chgData name="anaclaracosta116@gmail.com" userId="a793634777582c92" providerId="LiveId" clId="{5BF17B44-4EEE-4E98-8841-3897B755E143}" dt="2024-06-29T18:48:44.744" v="140" actId="20577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BF17B44-4EEE-4E98-8841-3897B755E143}" dt="2024-06-29T18:49:32.300" v="156" actId="403"/>
        <pc:sldMkLst>
          <pc:docMk/>
          <pc:sldMk cId="641955455" sldId="340"/>
        </pc:sldMkLst>
        <pc:spChg chg="mod">
          <ac:chgData name="anaclaracosta116@gmail.com" userId="a793634777582c92" providerId="LiveId" clId="{5BF17B44-4EEE-4E98-8841-3897B755E143}" dt="2024-06-29T18:49:32.300" v="156" actId="403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BF17B44-4EEE-4E98-8841-3897B755E143}" dt="2024-06-29T18:51:05.521" v="187" actId="404"/>
        <pc:sldMkLst>
          <pc:docMk/>
          <pc:sldMk cId="3233214545" sldId="360"/>
        </pc:sldMkLst>
        <pc:spChg chg="mod">
          <ac:chgData name="anaclaracosta116@gmail.com" userId="a793634777582c92" providerId="LiveId" clId="{5BF17B44-4EEE-4E98-8841-3897B755E143}" dt="2024-06-29T18:51:05.521" v="187" actId="404"/>
          <ac:spMkLst>
            <pc:docMk/>
            <pc:sldMk cId="3233214545" sldId="36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BF17B44-4EEE-4E98-8841-3897B755E143}" dt="2024-06-29T18:44:12.224" v="38" actId="20577"/>
        <pc:sldMkLst>
          <pc:docMk/>
          <pc:sldMk cId="4223893755" sldId="371"/>
        </pc:sldMkLst>
        <pc:spChg chg="mod">
          <ac:chgData name="anaclaracosta116@gmail.com" userId="a793634777582c92" providerId="LiveId" clId="{5BF17B44-4EEE-4E98-8841-3897B755E143}" dt="2024-06-29T18:44:12.224" v="38" actId="20577"/>
          <ac:spMkLst>
            <pc:docMk/>
            <pc:sldMk cId="4223893755" sldId="371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5BF17B44-4EEE-4E98-8841-3897B755E143}" dt="2024-06-29T18:43:25.595" v="15" actId="2890"/>
        <pc:sldMkLst>
          <pc:docMk/>
          <pc:sldMk cId="3815688353" sldId="376"/>
        </pc:sldMkLst>
      </pc:sldChg>
      <pc:sldChg chg="modSp add mod">
        <pc:chgData name="anaclaracosta116@gmail.com" userId="a793634777582c92" providerId="LiveId" clId="{5BF17B44-4EEE-4E98-8841-3897B755E143}" dt="2024-06-29T18:50:28.047" v="169" actId="403"/>
        <pc:sldMkLst>
          <pc:docMk/>
          <pc:sldMk cId="4232525647" sldId="377"/>
        </pc:sldMkLst>
        <pc:spChg chg="mod">
          <ac:chgData name="anaclaracosta116@gmail.com" userId="a793634777582c92" providerId="LiveId" clId="{5BF17B44-4EEE-4E98-8841-3897B755E143}" dt="2024-06-29T18:50:28.047" v="169" actId="403"/>
          <ac:spMkLst>
            <pc:docMk/>
            <pc:sldMk cId="4232525647" sldId="377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4011A085-1600-4BA1-B1DB-0DDD06439EFD}"/>
    <pc:docChg chg="custSel addSld delSld modSld">
      <pc:chgData name="anaclaracosta116@gmail.com" userId="a793634777582c92" providerId="LiveId" clId="{4011A085-1600-4BA1-B1DB-0DDD06439EFD}" dt="2023-06-17T20:26:05.085" v="798" actId="20577"/>
      <pc:docMkLst>
        <pc:docMk/>
      </pc:docMkLst>
      <pc:sldChg chg="del">
        <pc:chgData name="anaclaracosta116@gmail.com" userId="a793634777582c92" providerId="LiveId" clId="{4011A085-1600-4BA1-B1DB-0DDD06439EFD}" dt="2023-06-17T20:08:00.555" v="17" actId="2696"/>
        <pc:sldMkLst>
          <pc:docMk/>
          <pc:sldMk cId="1071343473" sldId="268"/>
        </pc:sldMkLst>
      </pc:sldChg>
      <pc:sldChg chg="modSp mod">
        <pc:chgData name="anaclaracosta116@gmail.com" userId="a793634777582c92" providerId="LiveId" clId="{4011A085-1600-4BA1-B1DB-0DDD06439EFD}" dt="2023-06-17T20:11:09.294" v="142" actId="113"/>
        <pc:sldMkLst>
          <pc:docMk/>
          <pc:sldMk cId="2786277918" sldId="269"/>
        </pc:sldMkLst>
        <pc:spChg chg="mod">
          <ac:chgData name="anaclaracosta116@gmail.com" userId="a793634777582c92" providerId="LiveId" clId="{4011A085-1600-4BA1-B1DB-0DDD06439EFD}" dt="2023-06-17T20:11:09.294" v="142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4011A085-1600-4BA1-B1DB-0DDD06439EFD}" dt="2023-06-17T20:07:12.942" v="11" actId="2696"/>
        <pc:sldMkLst>
          <pc:docMk/>
          <pc:sldMk cId="1261703118" sldId="272"/>
        </pc:sldMkLst>
      </pc:sldChg>
      <pc:sldChg chg="del">
        <pc:chgData name="anaclaracosta116@gmail.com" userId="a793634777582c92" providerId="LiveId" clId="{4011A085-1600-4BA1-B1DB-0DDD06439EFD}" dt="2023-06-17T20:07:08.108" v="10" actId="2696"/>
        <pc:sldMkLst>
          <pc:docMk/>
          <pc:sldMk cId="1344366557" sldId="273"/>
        </pc:sldMkLst>
      </pc:sldChg>
      <pc:sldChg chg="modSp mod">
        <pc:chgData name="anaclaracosta116@gmail.com" userId="a793634777582c92" providerId="LiveId" clId="{4011A085-1600-4BA1-B1DB-0DDD06439EFD}" dt="2023-06-17T20:20:24.374" v="553" actId="113"/>
        <pc:sldMkLst>
          <pc:docMk/>
          <pc:sldMk cId="1963412704" sldId="275"/>
        </pc:sldMkLst>
        <pc:spChg chg="mod">
          <ac:chgData name="anaclaracosta116@gmail.com" userId="a793634777582c92" providerId="LiveId" clId="{4011A085-1600-4BA1-B1DB-0DDD06439EFD}" dt="2023-06-17T20:20:24.374" v="553" actId="113"/>
          <ac:spMkLst>
            <pc:docMk/>
            <pc:sldMk cId="1963412704" sldId="27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4011A085-1600-4BA1-B1DB-0DDD06439EFD}" dt="2023-06-17T20:07:24.444" v="12" actId="2696"/>
        <pc:sldMkLst>
          <pc:docMk/>
          <pc:sldMk cId="176718355" sldId="286"/>
        </pc:sldMkLst>
      </pc:sldChg>
      <pc:sldChg chg="del">
        <pc:chgData name="anaclaracosta116@gmail.com" userId="a793634777582c92" providerId="LiveId" clId="{4011A085-1600-4BA1-B1DB-0DDD06439EFD}" dt="2023-06-17T20:07:41.461" v="13" actId="2696"/>
        <pc:sldMkLst>
          <pc:docMk/>
          <pc:sldMk cId="1017133680" sldId="291"/>
        </pc:sldMkLst>
      </pc:sldChg>
      <pc:sldChg chg="del">
        <pc:chgData name="anaclaracosta116@gmail.com" userId="a793634777582c92" providerId="LiveId" clId="{4011A085-1600-4BA1-B1DB-0DDD06439EFD}" dt="2023-06-17T20:07:46.258" v="14" actId="2696"/>
        <pc:sldMkLst>
          <pc:docMk/>
          <pc:sldMk cId="4143859156" sldId="293"/>
        </pc:sldMkLst>
      </pc:sldChg>
      <pc:sldChg chg="del">
        <pc:chgData name="anaclaracosta116@gmail.com" userId="a793634777582c92" providerId="LiveId" clId="{4011A085-1600-4BA1-B1DB-0DDD06439EFD}" dt="2023-06-17T20:07:50.727" v="15" actId="2696"/>
        <pc:sldMkLst>
          <pc:docMk/>
          <pc:sldMk cId="3724422753" sldId="294"/>
        </pc:sldMkLst>
      </pc:sldChg>
      <pc:sldChg chg="del">
        <pc:chgData name="anaclaracosta116@gmail.com" userId="a793634777582c92" providerId="LiveId" clId="{4011A085-1600-4BA1-B1DB-0DDD06439EFD}" dt="2023-06-17T20:07:57.556" v="16" actId="2696"/>
        <pc:sldMkLst>
          <pc:docMk/>
          <pc:sldMk cId="1347936316" sldId="295"/>
        </pc:sldMkLst>
      </pc:sldChg>
      <pc:sldChg chg="del">
        <pc:chgData name="anaclaracosta116@gmail.com" userId="a793634777582c92" providerId="LiveId" clId="{4011A085-1600-4BA1-B1DB-0DDD06439EFD}" dt="2023-06-17T20:06:17.499" v="5" actId="2696"/>
        <pc:sldMkLst>
          <pc:docMk/>
          <pc:sldMk cId="80886998" sldId="296"/>
        </pc:sldMkLst>
      </pc:sldChg>
      <pc:sldChg chg="del">
        <pc:chgData name="anaclaracosta116@gmail.com" userId="a793634777582c92" providerId="LiveId" clId="{4011A085-1600-4BA1-B1DB-0DDD06439EFD}" dt="2023-06-17T20:06:42.351" v="9" actId="2696"/>
        <pc:sldMkLst>
          <pc:docMk/>
          <pc:sldMk cId="4031044423" sldId="297"/>
        </pc:sldMkLst>
      </pc:sldChg>
      <pc:sldChg chg="del">
        <pc:chgData name="anaclaracosta116@gmail.com" userId="a793634777582c92" providerId="LiveId" clId="{4011A085-1600-4BA1-B1DB-0DDD06439EFD}" dt="2023-06-17T20:06:19.960" v="6" actId="2696"/>
        <pc:sldMkLst>
          <pc:docMk/>
          <pc:sldMk cId="1722660175" sldId="298"/>
        </pc:sldMkLst>
      </pc:sldChg>
      <pc:sldChg chg="del">
        <pc:chgData name="anaclaracosta116@gmail.com" userId="a793634777582c92" providerId="LiveId" clId="{4011A085-1600-4BA1-B1DB-0DDD06439EFD}" dt="2023-06-17T20:06:23.423" v="7" actId="2696"/>
        <pc:sldMkLst>
          <pc:docMk/>
          <pc:sldMk cId="3729203954" sldId="299"/>
        </pc:sldMkLst>
      </pc:sldChg>
      <pc:sldChg chg="del">
        <pc:chgData name="anaclaracosta116@gmail.com" userId="a793634777582c92" providerId="LiveId" clId="{4011A085-1600-4BA1-B1DB-0DDD06439EFD}" dt="2023-06-17T20:06:34.176" v="8" actId="2696"/>
        <pc:sldMkLst>
          <pc:docMk/>
          <pc:sldMk cId="1409772320" sldId="300"/>
        </pc:sldMkLst>
      </pc:sldChg>
      <pc:sldChg chg="del">
        <pc:chgData name="anaclaracosta116@gmail.com" userId="a793634777582c92" providerId="LiveId" clId="{4011A085-1600-4BA1-B1DB-0DDD06439EFD}" dt="2023-06-17T20:11:15.377" v="143" actId="2696"/>
        <pc:sldMkLst>
          <pc:docMk/>
          <pc:sldMk cId="1412503802" sldId="328"/>
        </pc:sldMkLst>
      </pc:sldChg>
      <pc:sldChg chg="del">
        <pc:chgData name="anaclaracosta116@gmail.com" userId="a793634777582c92" providerId="LiveId" clId="{4011A085-1600-4BA1-B1DB-0DDD06439EFD}" dt="2023-06-17T20:20:30.217" v="554" actId="2696"/>
        <pc:sldMkLst>
          <pc:docMk/>
          <pc:sldMk cId="3697510110" sldId="330"/>
        </pc:sldMkLst>
      </pc:sldChg>
      <pc:sldChg chg="del">
        <pc:chgData name="anaclaracosta116@gmail.com" userId="a793634777582c92" providerId="LiveId" clId="{4011A085-1600-4BA1-B1DB-0DDD06439EFD}" dt="2023-06-17T20:20:34.328" v="555" actId="2696"/>
        <pc:sldMkLst>
          <pc:docMk/>
          <pc:sldMk cId="974336783" sldId="331"/>
        </pc:sldMkLst>
      </pc:sldChg>
      <pc:sldChg chg="del">
        <pc:chgData name="anaclaracosta116@gmail.com" userId="a793634777582c92" providerId="LiveId" clId="{4011A085-1600-4BA1-B1DB-0DDD06439EFD}" dt="2023-06-17T20:20:40.323" v="557" actId="2696"/>
        <pc:sldMkLst>
          <pc:docMk/>
          <pc:sldMk cId="3332244882" sldId="332"/>
        </pc:sldMkLst>
      </pc:sldChg>
      <pc:sldChg chg="modSp mod">
        <pc:chgData name="anaclaracosta116@gmail.com" userId="a793634777582c92" providerId="LiveId" clId="{4011A085-1600-4BA1-B1DB-0DDD06439EFD}" dt="2023-06-17T20:26:05.085" v="798" actId="20577"/>
        <pc:sldMkLst>
          <pc:docMk/>
          <pc:sldMk cId="2546663264" sldId="334"/>
        </pc:sldMkLst>
        <pc:spChg chg="mod">
          <ac:chgData name="anaclaracosta116@gmail.com" userId="a793634777582c92" providerId="LiveId" clId="{4011A085-1600-4BA1-B1DB-0DDD06439EFD}" dt="2023-06-17T20:26:05.085" v="798" actId="20577"/>
          <ac:spMkLst>
            <pc:docMk/>
            <pc:sldMk cId="2546663264" sldId="334"/>
            <ac:spMk id="2" creationId="{F0E406B4-85AC-B67B-F9E2-21AAF8067483}"/>
          </ac:spMkLst>
        </pc:spChg>
        <pc:spChg chg="mod">
          <ac:chgData name="anaclaracosta116@gmail.com" userId="a793634777582c92" providerId="LiveId" clId="{4011A085-1600-4BA1-B1DB-0DDD06439EFD}" dt="2023-06-17T20:24:56.766" v="785" actId="14100"/>
          <ac:spMkLst>
            <pc:docMk/>
            <pc:sldMk cId="2546663264" sldId="33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4011A085-1600-4BA1-B1DB-0DDD06439EFD}" dt="2023-06-17T20:25:59.071" v="793" actId="20577"/>
        <pc:sldMkLst>
          <pc:docMk/>
          <pc:sldMk cId="4141278968" sldId="337"/>
        </pc:sldMkLst>
        <pc:spChg chg="mod">
          <ac:chgData name="anaclaracosta116@gmail.com" userId="a793634777582c92" providerId="LiveId" clId="{4011A085-1600-4BA1-B1DB-0DDD06439EFD}" dt="2023-06-17T20:25:59.071" v="793" actId="20577"/>
          <ac:spMkLst>
            <pc:docMk/>
            <pc:sldMk cId="4141278968" sldId="337"/>
            <ac:spMk id="2" creationId="{F0E406B4-85AC-B67B-F9E2-21AAF8067483}"/>
          </ac:spMkLst>
        </pc:spChg>
        <pc:spChg chg="mod">
          <ac:chgData name="anaclaracosta116@gmail.com" userId="a793634777582c92" providerId="LiveId" clId="{4011A085-1600-4BA1-B1DB-0DDD06439EFD}" dt="2023-06-17T20:25:49.037" v="788" actId="120"/>
          <ac:spMkLst>
            <pc:docMk/>
            <pc:sldMk cId="4141278968" sldId="33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4011A085-1600-4BA1-B1DB-0DDD06439EFD}" dt="2023-06-17T20:11:18.054" v="144" actId="2696"/>
        <pc:sldMkLst>
          <pc:docMk/>
          <pc:sldMk cId="288703700" sldId="347"/>
        </pc:sldMkLst>
      </pc:sldChg>
      <pc:sldChg chg="del">
        <pc:chgData name="anaclaracosta116@gmail.com" userId="a793634777582c92" providerId="LiveId" clId="{4011A085-1600-4BA1-B1DB-0DDD06439EFD}" dt="2023-06-17T20:11:23.205" v="146" actId="2696"/>
        <pc:sldMkLst>
          <pc:docMk/>
          <pc:sldMk cId="880806815" sldId="348"/>
        </pc:sldMkLst>
      </pc:sldChg>
      <pc:sldChg chg="del">
        <pc:chgData name="anaclaracosta116@gmail.com" userId="a793634777582c92" providerId="LiveId" clId="{4011A085-1600-4BA1-B1DB-0DDD06439EFD}" dt="2023-06-17T20:20:37.329" v="556" actId="2696"/>
        <pc:sldMkLst>
          <pc:docMk/>
          <pc:sldMk cId="2827982560" sldId="349"/>
        </pc:sldMkLst>
      </pc:sldChg>
      <pc:sldChg chg="del">
        <pc:chgData name="anaclaracosta116@gmail.com" userId="a793634777582c92" providerId="LiveId" clId="{4011A085-1600-4BA1-B1DB-0DDD06439EFD}" dt="2023-06-17T20:20:43.026" v="558" actId="2696"/>
        <pc:sldMkLst>
          <pc:docMk/>
          <pc:sldMk cId="604138009" sldId="350"/>
        </pc:sldMkLst>
      </pc:sldChg>
      <pc:sldChg chg="del">
        <pc:chgData name="anaclaracosta116@gmail.com" userId="a793634777582c92" providerId="LiveId" clId="{4011A085-1600-4BA1-B1DB-0DDD06439EFD}" dt="2023-06-17T20:20:45.924" v="559" actId="2696"/>
        <pc:sldMkLst>
          <pc:docMk/>
          <pc:sldMk cId="2797335110" sldId="351"/>
        </pc:sldMkLst>
      </pc:sldChg>
      <pc:sldChg chg="del">
        <pc:chgData name="anaclaracosta116@gmail.com" userId="a793634777582c92" providerId="LiveId" clId="{4011A085-1600-4BA1-B1DB-0DDD06439EFD}" dt="2023-06-17T20:20:48.581" v="560" actId="2696"/>
        <pc:sldMkLst>
          <pc:docMk/>
          <pc:sldMk cId="4182326288" sldId="352"/>
        </pc:sldMkLst>
      </pc:sldChg>
      <pc:sldChg chg="del">
        <pc:chgData name="anaclaracosta116@gmail.com" userId="a793634777582c92" providerId="LiveId" clId="{4011A085-1600-4BA1-B1DB-0DDD06439EFD}" dt="2023-06-17T20:25:40.650" v="786" actId="2696"/>
        <pc:sldMkLst>
          <pc:docMk/>
          <pc:sldMk cId="3425029961" sldId="353"/>
        </pc:sldMkLst>
      </pc:sldChg>
      <pc:sldChg chg="del">
        <pc:chgData name="anaclaracosta116@gmail.com" userId="a793634777582c92" providerId="LiveId" clId="{4011A085-1600-4BA1-B1DB-0DDD06439EFD}" dt="2023-06-17T20:11:20.728" v="145" actId="2696"/>
        <pc:sldMkLst>
          <pc:docMk/>
          <pc:sldMk cId="3616741893" sldId="356"/>
        </pc:sldMkLst>
      </pc:sldChg>
      <pc:sldChg chg="modSp add mod">
        <pc:chgData name="anaclaracosta116@gmail.com" userId="a793634777582c92" providerId="LiveId" clId="{4011A085-1600-4BA1-B1DB-0DDD06439EFD}" dt="2023-06-17T20:13:33.449" v="209" actId="20577"/>
        <pc:sldMkLst>
          <pc:docMk/>
          <pc:sldMk cId="3892079405" sldId="356"/>
        </pc:sldMkLst>
        <pc:spChg chg="mod">
          <ac:chgData name="anaclaracosta116@gmail.com" userId="a793634777582c92" providerId="LiveId" clId="{4011A085-1600-4BA1-B1DB-0DDD06439EFD}" dt="2023-06-17T20:13:33.449" v="209" actId="20577"/>
          <ac:spMkLst>
            <pc:docMk/>
            <pc:sldMk cId="3892079405" sldId="35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4011A085-1600-4BA1-B1DB-0DDD06439EFD}" dt="2023-06-17T20:11:26.082" v="147" actId="2696"/>
        <pc:sldMkLst>
          <pc:docMk/>
          <pc:sldMk cId="1868546529" sldId="357"/>
        </pc:sldMkLst>
      </pc:sldChg>
      <pc:sldChg chg="modSp add mod">
        <pc:chgData name="anaclaracosta116@gmail.com" userId="a793634777582c92" providerId="LiveId" clId="{4011A085-1600-4BA1-B1DB-0DDD06439EFD}" dt="2023-06-17T20:14:16.903" v="296" actId="20577"/>
        <pc:sldMkLst>
          <pc:docMk/>
          <pc:sldMk cId="3737255884" sldId="357"/>
        </pc:sldMkLst>
        <pc:spChg chg="mod">
          <ac:chgData name="anaclaracosta116@gmail.com" userId="a793634777582c92" providerId="LiveId" clId="{4011A085-1600-4BA1-B1DB-0DDD06439EFD}" dt="2023-06-17T20:14:16.903" v="296" actId="20577"/>
          <ac:spMkLst>
            <pc:docMk/>
            <pc:sldMk cId="3737255884" sldId="35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4011A085-1600-4BA1-B1DB-0DDD06439EFD}" dt="2023-06-17T20:21:45.358" v="678" actId="20577"/>
        <pc:sldMkLst>
          <pc:docMk/>
          <pc:sldMk cId="3348609962" sldId="358"/>
        </pc:sldMkLst>
        <pc:spChg chg="mod">
          <ac:chgData name="anaclaracosta116@gmail.com" userId="a793634777582c92" providerId="LiveId" clId="{4011A085-1600-4BA1-B1DB-0DDD06439EFD}" dt="2023-06-17T20:21:45.358" v="678" actId="20577"/>
          <ac:spMkLst>
            <pc:docMk/>
            <pc:sldMk cId="3348609962" sldId="35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4011A085-1600-4BA1-B1DB-0DDD06439EFD}" dt="2023-06-17T20:05:54.761" v="0" actId="2696"/>
        <pc:sldMkLst>
          <pc:docMk/>
          <pc:sldMk cId="3615607279" sldId="358"/>
        </pc:sldMkLst>
      </pc:sldChg>
      <pc:sldChg chg="del">
        <pc:chgData name="anaclaracosta116@gmail.com" userId="a793634777582c92" providerId="LiveId" clId="{4011A085-1600-4BA1-B1DB-0DDD06439EFD}" dt="2023-06-17T20:06:10.358" v="4" actId="2696"/>
        <pc:sldMkLst>
          <pc:docMk/>
          <pc:sldMk cId="2362129440" sldId="359"/>
        </pc:sldMkLst>
      </pc:sldChg>
      <pc:sldChg chg="modSp add mod">
        <pc:chgData name="anaclaracosta116@gmail.com" userId="a793634777582c92" providerId="LiveId" clId="{4011A085-1600-4BA1-B1DB-0DDD06439EFD}" dt="2023-06-17T20:22:37.094" v="780" actId="20577"/>
        <pc:sldMkLst>
          <pc:docMk/>
          <pc:sldMk cId="3332050220" sldId="359"/>
        </pc:sldMkLst>
        <pc:spChg chg="mod">
          <ac:chgData name="anaclaracosta116@gmail.com" userId="a793634777582c92" providerId="LiveId" clId="{4011A085-1600-4BA1-B1DB-0DDD06439EFD}" dt="2023-06-17T20:22:37.094" v="780" actId="20577"/>
          <ac:spMkLst>
            <pc:docMk/>
            <pc:sldMk cId="3332050220" sldId="35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4011A085-1600-4BA1-B1DB-0DDD06439EFD}" dt="2023-06-17T20:06:00.182" v="1" actId="2696"/>
        <pc:sldMkLst>
          <pc:docMk/>
          <pc:sldMk cId="3226460551" sldId="360"/>
        </pc:sldMkLst>
      </pc:sldChg>
      <pc:sldChg chg="del">
        <pc:chgData name="anaclaracosta116@gmail.com" userId="a793634777582c92" providerId="LiveId" clId="{4011A085-1600-4BA1-B1DB-0DDD06439EFD}" dt="2023-06-17T20:06:03.184" v="2" actId="2696"/>
        <pc:sldMkLst>
          <pc:docMk/>
          <pc:sldMk cId="75751925" sldId="361"/>
        </pc:sldMkLst>
      </pc:sldChg>
      <pc:sldChg chg="del">
        <pc:chgData name="anaclaracosta116@gmail.com" userId="a793634777582c92" providerId="LiveId" clId="{4011A085-1600-4BA1-B1DB-0DDD06439EFD}" dt="2023-06-17T20:06:07.195" v="3" actId="2696"/>
        <pc:sldMkLst>
          <pc:docMk/>
          <pc:sldMk cId="3809211250" sldId="3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29/06/2024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02DAEC8-8512-2724-CF99-98EA786AC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OS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SENHOR, VÓS ME SONDAIS E ME CONHECEIS</a:t>
            </a:r>
          </a:p>
          <a:p>
            <a:pPr algn="l"/>
            <a:r>
              <a:rPr lang="pt-BR" sz="21600" dirty="0"/>
              <a:t>SABEIS QUANDO ME SENTO OU ME LEVANTO</a:t>
            </a:r>
          </a:p>
        </p:txBody>
      </p:sp>
    </p:spTree>
    <p:extLst>
      <p:ext uri="{BB962C8B-B14F-4D97-AF65-F5344CB8AC3E}">
        <p14:creationId xmlns:p14="http://schemas.microsoft.com/office/powerpoint/2010/main" val="41694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4534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PERCEBEIS QUANDO ME DEITO E QUANDO ANDO, OS MEUS CAMINHOS VOS SÃO TODOS CONHECIDOS</a:t>
            </a:r>
          </a:p>
        </p:txBody>
      </p:sp>
    </p:spTree>
    <p:extLst>
      <p:ext uri="{BB962C8B-B14F-4D97-AF65-F5344CB8AC3E}">
        <p14:creationId xmlns:p14="http://schemas.microsoft.com/office/powerpoint/2010/main" val="129575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89690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ESTA VERDADE É POR DEMAIS MARAVILHOSA</a:t>
            </a:r>
          </a:p>
          <a:p>
            <a:pPr algn="l"/>
            <a:r>
              <a:rPr lang="pt-BR" sz="21600" dirty="0"/>
              <a:t>É TÃO SUBLIME QUE NÃO POSSO COMPREENDÊ-LO</a:t>
            </a:r>
          </a:p>
        </p:txBody>
      </p:sp>
    </p:spTree>
    <p:extLst>
      <p:ext uri="{BB962C8B-B14F-4D97-AF65-F5344CB8AC3E}">
        <p14:creationId xmlns:p14="http://schemas.microsoft.com/office/powerpoint/2010/main" val="93285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PEQUEI MUITAS VEZES POR PENSAMENTOS, PALAVRAS, ATOS E OMISSÕES</a:t>
            </a:r>
          </a:p>
          <a:p>
            <a:pPr algn="just"/>
            <a:r>
              <a:rPr lang="pt-BR" sz="6000" dirty="0"/>
              <a:t>POR MINHA CULPA, MINHA CULPA, MINHA TÃO GRANDE CUPA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517" y="1801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8" y="1052945"/>
            <a:ext cx="10976265" cy="58050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E PEÇO A VIRGEM MARIA</a:t>
            </a:r>
          </a:p>
          <a:p>
            <a:pPr algn="just"/>
            <a:r>
              <a:rPr lang="pt-BR" sz="6000" dirty="0"/>
              <a:t>AOS ANJOS E SANTOS</a:t>
            </a:r>
          </a:p>
          <a:p>
            <a:pPr algn="just"/>
            <a:r>
              <a:rPr lang="pt-BR" sz="6000" dirty="0"/>
              <a:t>E A VÓS, IRMÃOS E IRMÃS</a:t>
            </a:r>
          </a:p>
          <a:p>
            <a:pPr algn="just"/>
            <a:r>
              <a:rPr lang="pt-BR" sz="6000" dirty="0"/>
              <a:t>QUE ROGUEIS POR MIM A DEUS, NOSSO SENHOR</a:t>
            </a:r>
          </a:p>
          <a:p>
            <a:pPr algn="just"/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43730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7897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24000"/>
            <a:ext cx="10976265" cy="4641273"/>
          </a:xfrm>
        </p:spPr>
        <p:txBody>
          <a:bodyPr>
            <a:normAutofit/>
          </a:bodyPr>
          <a:lstStyle/>
          <a:p>
            <a:r>
              <a:rPr lang="pt-BR" sz="8000" b="1" dirty="0"/>
              <a:t>KYRIE ELEISON (3X)</a:t>
            </a:r>
          </a:p>
          <a:p>
            <a:r>
              <a:rPr lang="pt-BR" sz="8000" b="1" dirty="0"/>
              <a:t>CHRISTE ELEISON (3X)</a:t>
            </a:r>
          </a:p>
          <a:p>
            <a:r>
              <a:rPr lang="pt-BR" sz="8000" b="1" dirty="0"/>
              <a:t>KYRIE ELEISON (3X)</a:t>
            </a:r>
          </a:p>
        </p:txBody>
      </p:sp>
    </p:spTree>
    <p:extLst>
      <p:ext uri="{BB962C8B-B14F-4D97-AF65-F5344CB8AC3E}">
        <p14:creationId xmlns:p14="http://schemas.microsoft.com/office/powerpoint/2010/main" val="4223893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688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0900" b="1" dirty="0"/>
              <a:t>GLÓRIA, GLÓRIA, GLÓRIA A DEUS </a:t>
            </a:r>
          </a:p>
          <a:p>
            <a:pPr algn="just"/>
            <a:r>
              <a:rPr lang="pt-BR" sz="10900" b="1" dirty="0"/>
              <a:t>GLÓRIA A DEUS NAS ALTURAS (2X)</a:t>
            </a:r>
          </a:p>
          <a:p>
            <a:pPr algn="just"/>
            <a:endParaRPr lang="pt-BR" sz="5400" dirty="0"/>
          </a:p>
          <a:p>
            <a:pPr algn="just"/>
            <a:r>
              <a:rPr lang="pt-BR" sz="8500" dirty="0"/>
              <a:t>E PAZ NA TERRA AOS HOMENS POR ELE AMADOS</a:t>
            </a:r>
          </a:p>
          <a:p>
            <a:pPr algn="just"/>
            <a:endParaRPr lang="pt-BR" sz="9600" dirty="0"/>
          </a:p>
          <a:p>
            <a:pPr algn="just"/>
            <a:r>
              <a:rPr lang="pt-BR" sz="80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Autofit/>
          </a:bodyPr>
          <a:lstStyle/>
          <a:p>
            <a:pPr algn="just"/>
            <a:r>
              <a:rPr lang="pt-BR" sz="5000" b="1" dirty="0"/>
              <a:t>GLÓRIA, GLÓRIA, GLÓRIA A DEUS </a:t>
            </a:r>
          </a:p>
          <a:p>
            <a:pPr algn="just"/>
            <a:r>
              <a:rPr lang="pt-BR" sz="5000" b="1" dirty="0"/>
              <a:t>GLÓRIA A DEUS NAS ALTURAS (2X)</a:t>
            </a:r>
            <a:endParaRPr lang="pt-BR" sz="5000" dirty="0"/>
          </a:p>
          <a:p>
            <a:pPr algn="l"/>
            <a:endParaRPr lang="pt-BR" sz="5000" dirty="0"/>
          </a:p>
          <a:p>
            <a:pPr algn="l"/>
            <a:r>
              <a:rPr lang="pt-BR" sz="5000" dirty="0"/>
              <a:t>SENHOR JESUS CRISTO, FILHO UNIGÊNITO</a:t>
            </a:r>
          </a:p>
          <a:p>
            <a:pPr algn="l"/>
            <a:endParaRPr lang="pt-BR" sz="5000" dirty="0"/>
          </a:p>
          <a:p>
            <a:pPr algn="l"/>
            <a:r>
              <a:rPr lang="pt-BR" sz="5000" dirty="0"/>
              <a:t>SENHOR DEUS, CORDEIRO DE DEUS, FILHO DE DEUS PAI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endParaRPr lang="pt-BR" sz="9600" dirty="0"/>
          </a:p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123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3500" b="1" dirty="0"/>
              <a:t>GLÓRIA, GLÓRIA, GLÓRIA A DEUS </a:t>
            </a:r>
          </a:p>
          <a:p>
            <a:pPr algn="just"/>
            <a:r>
              <a:rPr lang="pt-BR" sz="13500" b="1" dirty="0"/>
              <a:t>GLÓRIA A DEUS NAS ALTURAS (2X)</a:t>
            </a:r>
            <a:endParaRPr lang="pt-BR" sz="13500" dirty="0"/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SOIS SANTO, SÓ VÓS O SENHOR, 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O ALTÍSSIMO, JESUS CRISTO 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COM O ESPÍRITO SANTO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4232525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500" b="1" dirty="0"/>
              <a:t>GLÓRIA, GLÓRIA, GLÓRIA A DEUS </a:t>
            </a:r>
          </a:p>
          <a:p>
            <a:pPr algn="just"/>
            <a:r>
              <a:rPr lang="pt-BR" sz="6500" b="1" dirty="0"/>
              <a:t>GLÓRIA A DEUS NAS ALTURAS (2X)</a:t>
            </a:r>
            <a:endParaRPr lang="pt-BR" sz="6500" dirty="0"/>
          </a:p>
          <a:p>
            <a:pPr algn="just"/>
            <a:endParaRPr lang="pt-BR" sz="12300" b="1" dirty="0"/>
          </a:p>
          <a:p>
            <a:pPr algn="just"/>
            <a:r>
              <a:rPr lang="pt-BR" sz="8600" b="1" dirty="0"/>
              <a:t>AMÉM! (2X)</a:t>
            </a:r>
          </a:p>
        </p:txBody>
      </p:sp>
    </p:spTree>
    <p:extLst>
      <p:ext uri="{BB962C8B-B14F-4D97-AF65-F5344CB8AC3E}">
        <p14:creationId xmlns:p14="http://schemas.microsoft.com/office/powerpoint/2010/main" val="3233214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DE TODOS OS TEMORES ME LIVROU O SENHOR DEUS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TU ÉS PEDRO E SOBRE ESTA PEDRA EU IREI CONSTRUIR A MINHA IGREJA, E AS PORTAS DO INFERNO NÃO IRÃO DERROTÁ-LA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NEM A ESPADA, OU PERIGO,</a:t>
            </a:r>
          </a:p>
          <a:p>
            <a:pPr algn="l"/>
            <a:r>
              <a:rPr lang="pt-BR" sz="6600" dirty="0"/>
              <a:t>NEM OS ERROS DO MEU IRMÃO</a:t>
            </a:r>
          </a:p>
          <a:p>
            <a:pPr algn="l"/>
            <a:r>
              <a:rPr lang="pt-BR" sz="6600" dirty="0"/>
              <a:t>NENHUMA DAS CRIATURAS</a:t>
            </a:r>
          </a:p>
          <a:p>
            <a:pPr algn="l"/>
            <a:r>
              <a:rPr lang="pt-BR" sz="6600" dirty="0"/>
              <a:t>NEM A CONDENAÇÃO</a:t>
            </a:r>
          </a:p>
        </p:txBody>
      </p:sp>
    </p:spTree>
    <p:extLst>
      <p:ext uri="{BB962C8B-B14F-4D97-AF65-F5344CB8AC3E}">
        <p14:creationId xmlns:p14="http://schemas.microsoft.com/office/powerpoint/2010/main" val="3892079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90669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NEM A VIDA, NEM A MORTE,</a:t>
            </a:r>
          </a:p>
          <a:p>
            <a:pPr algn="l"/>
            <a:r>
              <a:rPr lang="pt-BR" sz="6600" dirty="0"/>
              <a:t>A TRISTEZA OU A AFLIÇÃO,</a:t>
            </a:r>
          </a:p>
          <a:p>
            <a:pPr algn="l"/>
            <a:r>
              <a:rPr lang="pt-BR" sz="6600" dirty="0"/>
              <a:t>NEM O PASSADO, NEM O PRESENTE,</a:t>
            </a:r>
          </a:p>
          <a:p>
            <a:pPr algn="l"/>
            <a:r>
              <a:rPr lang="pt-BR" sz="6600" dirty="0"/>
              <a:t>O FUTURO, NEM OPRESSÃO</a:t>
            </a:r>
          </a:p>
        </p:txBody>
      </p:sp>
    </p:spTree>
    <p:extLst>
      <p:ext uri="{BB962C8B-B14F-4D97-AF65-F5344CB8AC3E}">
        <p14:creationId xmlns:p14="http://schemas.microsoft.com/office/powerpoint/2010/main" val="3737255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600" b="1" dirty="0"/>
              <a:t>TU ÉS PEDRO E SOBRE ESTA PEDRA CONSTRUIREI A MINHA IGREJA.</a:t>
            </a:r>
          </a:p>
          <a:p>
            <a:pPr algn="just"/>
            <a:r>
              <a:rPr lang="pt-BR" sz="6600" dirty="0"/>
              <a:t>Ó PASTOR DE ISRAEL PRESTAI OIVIDOS</a:t>
            </a:r>
          </a:p>
          <a:p>
            <a:pPr algn="just"/>
            <a:r>
              <a:rPr lang="pt-BR" sz="6600" dirty="0"/>
              <a:t>VÓS, QUE A JOSÉ APACENTAIS QUAL UM REBANHO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VÓS QUE SOBRE OS QUERUBINS VOS ASSENTAIS</a:t>
            </a:r>
          </a:p>
          <a:p>
            <a:pPr algn="just"/>
            <a:r>
              <a:rPr lang="pt-BR" sz="5400" dirty="0"/>
              <a:t>APARECI CHEIO DE GLÓRIA E EXPLENDOR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CONVERTEI-NOS, Ó SENHOR, DEUS DO UNIVERSO</a:t>
            </a:r>
          </a:p>
          <a:p>
            <a:pPr algn="just"/>
            <a:r>
              <a:rPr lang="pt-BR" sz="5400" dirty="0"/>
              <a:t>E SOBRE NÓS ILUMINAI A VOSSA FACE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TODA A IGREJA UNIDA CELEBRA</a:t>
            </a:r>
          </a:p>
          <a:p>
            <a:pPr algn="l"/>
            <a:r>
              <a:rPr lang="pt-BR" sz="21600" b="1" dirty="0"/>
              <a:t>A MEMÓRIA PASCAL DO CORDEIRO</a:t>
            </a:r>
          </a:p>
          <a:p>
            <a:pPr algn="l"/>
            <a:r>
              <a:rPr lang="pt-BR" sz="21600" b="1" dirty="0"/>
              <a:t>IRMANADA COM PEDRO E COM PAULO, QUE SEGUIRAM A CRISTO POR PRIMEIRO!</a:t>
            </a:r>
          </a:p>
          <a:p>
            <a:pPr algn="l"/>
            <a:r>
              <a:rPr lang="pt-BR" sz="21600" dirty="0"/>
              <a:t>1. PUBLICAI EM TODA TERRA OS PRODÍGIOS DO SENHOR.</a:t>
            </a:r>
          </a:p>
          <a:p>
            <a:pPr algn="l"/>
            <a:r>
              <a:rPr lang="pt-BR" sz="21600" dirty="0"/>
              <a:t>REUNIU SEU POVO AMADO PARA O CANTO DO LOUVOR.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TODA A IGREJA UNIDA CELEBRA</a:t>
            </a:r>
          </a:p>
          <a:p>
            <a:pPr algn="l"/>
            <a:r>
              <a:rPr lang="pt-BR" sz="21600" b="1" dirty="0"/>
              <a:t>A MEMÓRIA PASCAL DO CORDEIRO</a:t>
            </a:r>
          </a:p>
          <a:p>
            <a:pPr algn="l"/>
            <a:r>
              <a:rPr lang="pt-BR" sz="21600" b="1" dirty="0"/>
              <a:t>IRMANADA COM PEDRO E COM PAULO, QUE SEGUIRAM A CRISTO POR PRIMEIRO!</a:t>
            </a:r>
          </a:p>
          <a:p>
            <a:pPr algn="l"/>
            <a:r>
              <a:rPr lang="pt-BR" sz="21600" dirty="0"/>
              <a:t>2. BENDIZEI, LOUVAI POR PEDRO, PELA FÉ QUE PROFESSOU</a:t>
            </a:r>
          </a:p>
          <a:p>
            <a:pPr algn="l"/>
            <a:r>
              <a:rPr lang="pt-BR" sz="21600" dirty="0"/>
              <a:t>ESSA FÉ É A ROCHA FIRME DA IGREJA DO SENHOR..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7947</TotalTime>
  <Words>837</Words>
  <Application>Microsoft Office PowerPoint</Application>
  <PresentationFormat>Widescreen</PresentationFormat>
  <Paragraphs>161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14</cp:revision>
  <dcterms:created xsi:type="dcterms:W3CDTF">2023-05-06T17:01:55Z</dcterms:created>
  <dcterms:modified xsi:type="dcterms:W3CDTF">2024-06-29T18:51:07Z</dcterms:modified>
</cp:coreProperties>
</file>