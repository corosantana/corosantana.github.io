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54" r:id="rId3"/>
    <p:sldId id="355" r:id="rId4"/>
    <p:sldId id="377" r:id="rId5"/>
    <p:sldId id="378" r:id="rId6"/>
    <p:sldId id="390" r:id="rId7"/>
    <p:sldId id="389" r:id="rId8"/>
    <p:sldId id="388" r:id="rId9"/>
    <p:sldId id="391" r:id="rId10"/>
    <p:sldId id="392" r:id="rId11"/>
    <p:sldId id="393" r:id="rId12"/>
    <p:sldId id="394" r:id="rId13"/>
    <p:sldId id="258" r:id="rId14"/>
    <p:sldId id="259" r:id="rId15"/>
    <p:sldId id="379" r:id="rId16"/>
    <p:sldId id="371" r:id="rId17"/>
    <p:sldId id="260" r:id="rId18"/>
    <p:sldId id="261" r:id="rId19"/>
    <p:sldId id="338" r:id="rId20"/>
    <p:sldId id="339" r:id="rId21"/>
    <p:sldId id="340" r:id="rId22"/>
    <p:sldId id="264" r:id="rId23"/>
    <p:sldId id="265" r:id="rId24"/>
    <p:sldId id="266" r:id="rId25"/>
    <p:sldId id="267" r:id="rId26"/>
    <p:sldId id="271" r:id="rId27"/>
    <p:sldId id="269" r:id="rId28"/>
    <p:sldId id="376" r:id="rId29"/>
    <p:sldId id="380" r:id="rId30"/>
    <p:sldId id="381" r:id="rId31"/>
    <p:sldId id="382" r:id="rId32"/>
    <p:sldId id="292" r:id="rId33"/>
    <p:sldId id="275" r:id="rId34"/>
    <p:sldId id="363" r:id="rId35"/>
    <p:sldId id="361" r:id="rId36"/>
    <p:sldId id="362" r:id="rId37"/>
    <p:sldId id="358" r:id="rId38"/>
    <p:sldId id="395" r:id="rId39"/>
    <p:sldId id="396" r:id="rId40"/>
    <p:sldId id="397" r:id="rId41"/>
    <p:sldId id="398" r:id="rId42"/>
    <p:sldId id="399" r:id="rId43"/>
    <p:sldId id="400" r:id="rId44"/>
    <p:sldId id="401" r:id="rId45"/>
    <p:sldId id="402" r:id="rId46"/>
    <p:sldId id="403" r:id="rId47"/>
    <p:sldId id="404" r:id="rId48"/>
    <p:sldId id="405" r:id="rId49"/>
    <p:sldId id="406" r:id="rId50"/>
    <p:sldId id="407" r:id="rId51"/>
    <p:sldId id="408" r:id="rId52"/>
    <p:sldId id="409" r:id="rId53"/>
    <p:sldId id="410" r:id="rId54"/>
    <p:sldId id="411" r:id="rId55"/>
    <p:sldId id="412" r:id="rId56"/>
    <p:sldId id="413" r:id="rId57"/>
    <p:sldId id="277" r:id="rId58"/>
    <p:sldId id="384" r:id="rId59"/>
    <p:sldId id="385" r:id="rId60"/>
    <p:sldId id="386" r:id="rId61"/>
    <p:sldId id="387" r:id="rId62"/>
    <p:sldId id="383" r:id="rId63"/>
    <p:sldId id="337" r:id="rId64"/>
    <p:sldId id="374" r:id="rId65"/>
    <p:sldId id="414" r:id="rId6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147" autoAdjust="0"/>
    <p:restoredTop sz="94660"/>
  </p:normalViewPr>
  <p:slideViewPr>
    <p:cSldViewPr snapToGrid="0">
      <p:cViewPr varScale="1">
        <p:scale>
          <a:sx n="69" d="100"/>
          <a:sy n="69" d="100"/>
        </p:scale>
        <p:origin x="57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FECC147B-888D-4936-BEA6-2E9874D1022E}"/>
    <pc:docChg chg="undo custSel addSld modSld sldOrd">
      <pc:chgData name="anaclaracosta116@gmail.com" userId="a793634777582c92" providerId="LiveId" clId="{FECC147B-888D-4936-BEA6-2E9874D1022E}" dt="2024-07-06T20:18:23.468" v="216" actId="1037"/>
      <pc:docMkLst>
        <pc:docMk/>
      </pc:docMkLst>
      <pc:sldChg chg="modSp mod">
        <pc:chgData name="anaclaracosta116@gmail.com" userId="a793634777582c92" providerId="LiveId" clId="{FECC147B-888D-4936-BEA6-2E9874D1022E}" dt="2024-07-06T20:05:20.861" v="10" actId="20577"/>
        <pc:sldMkLst>
          <pc:docMk/>
          <pc:sldMk cId="1963412704" sldId="275"/>
        </pc:sldMkLst>
        <pc:spChg chg="mod">
          <ac:chgData name="anaclaracosta116@gmail.com" userId="a793634777582c92" providerId="LiveId" clId="{FECC147B-888D-4936-BEA6-2E9874D1022E}" dt="2024-07-06T20:05:20.861" v="10" actId="20577"/>
          <ac:spMkLst>
            <pc:docMk/>
            <pc:sldMk cId="1963412704" sldId="27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FECC147B-888D-4936-BEA6-2E9874D1022E}" dt="2024-07-06T20:11:59.659" v="64"/>
        <pc:sldMkLst>
          <pc:docMk/>
          <pc:sldMk cId="4141278968" sldId="337"/>
        </pc:sldMkLst>
        <pc:spChg chg="mod">
          <ac:chgData name="anaclaracosta116@gmail.com" userId="a793634777582c92" providerId="LiveId" clId="{FECC147B-888D-4936-BEA6-2E9874D1022E}" dt="2024-07-06T20:11:59.659" v="64"/>
          <ac:spMkLst>
            <pc:docMk/>
            <pc:sldMk cId="4141278968" sldId="33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FECC147B-888D-4936-BEA6-2E9874D1022E}" dt="2024-07-06T20:05:36.246" v="17" actId="20577"/>
        <pc:sldMkLst>
          <pc:docMk/>
          <pc:sldMk cId="496775209" sldId="363"/>
        </pc:sldMkLst>
        <pc:spChg chg="mod">
          <ac:chgData name="anaclaracosta116@gmail.com" userId="a793634777582c92" providerId="LiveId" clId="{FECC147B-888D-4936-BEA6-2E9874D1022E}" dt="2024-07-06T20:05:36.246" v="17" actId="20577"/>
          <ac:spMkLst>
            <pc:docMk/>
            <pc:sldMk cId="496775209" sldId="36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FECC147B-888D-4936-BEA6-2E9874D1022E}" dt="2024-07-06T20:12:23.961" v="69" actId="113"/>
        <pc:sldMkLst>
          <pc:docMk/>
          <pc:sldMk cId="1457828054" sldId="374"/>
        </pc:sldMkLst>
        <pc:spChg chg="mod">
          <ac:chgData name="anaclaracosta116@gmail.com" userId="a793634777582c92" providerId="LiveId" clId="{FECC147B-888D-4936-BEA6-2E9874D1022E}" dt="2024-07-06T20:12:23.961" v="69" actId="113"/>
          <ac:spMkLst>
            <pc:docMk/>
            <pc:sldMk cId="1457828054" sldId="374"/>
            <ac:spMk id="3" creationId="{FC8F7E34-DB8C-1CEE-BAF4-E537563F9CD2}"/>
          </ac:spMkLst>
        </pc:spChg>
      </pc:sldChg>
      <pc:sldChg chg="addSp delSp modSp mod">
        <pc:chgData name="anaclaracosta116@gmail.com" userId="a793634777582c92" providerId="LiveId" clId="{FECC147B-888D-4936-BEA6-2E9874D1022E}" dt="2024-07-06T20:18:23.468" v="216" actId="1037"/>
        <pc:sldMkLst>
          <pc:docMk/>
          <pc:sldMk cId="725659120" sldId="375"/>
        </pc:sldMkLst>
        <pc:spChg chg="add del">
          <ac:chgData name="anaclaracosta116@gmail.com" userId="a793634777582c92" providerId="LiveId" clId="{FECC147B-888D-4936-BEA6-2E9874D1022E}" dt="2024-07-06T20:15:27.075" v="71" actId="478"/>
          <ac:spMkLst>
            <pc:docMk/>
            <pc:sldMk cId="725659120" sldId="375"/>
            <ac:spMk id="2" creationId="{6887A117-D94E-6957-2A98-75CF2A8BF227}"/>
          </ac:spMkLst>
        </pc:spChg>
        <pc:spChg chg="add del mod">
          <ac:chgData name="anaclaracosta116@gmail.com" userId="a793634777582c92" providerId="LiveId" clId="{FECC147B-888D-4936-BEA6-2E9874D1022E}" dt="2024-07-06T20:18:23.468" v="216" actId="1037"/>
          <ac:spMkLst>
            <pc:docMk/>
            <pc:sldMk cId="725659120" sldId="375"/>
            <ac:spMk id="3" creationId="{FDE5B5AD-CD71-C2BA-2DE7-294D0B6E29B5}"/>
          </ac:spMkLst>
        </pc:spChg>
        <pc:picChg chg="add">
          <ac:chgData name="anaclaracosta116@gmail.com" userId="a793634777582c92" providerId="LiveId" clId="{FECC147B-888D-4936-BEA6-2E9874D1022E}" dt="2024-07-06T20:15:39.216" v="73"/>
          <ac:picMkLst>
            <pc:docMk/>
            <pc:sldMk cId="725659120" sldId="375"/>
            <ac:picMk id="1028" creationId="{47D155E4-AD5C-25BF-DC9F-3861486040E0}"/>
          </ac:picMkLst>
        </pc:picChg>
        <pc:picChg chg="add mod">
          <ac:chgData name="anaclaracosta116@gmail.com" userId="a793634777582c92" providerId="LiveId" clId="{FECC147B-888D-4936-BEA6-2E9874D1022E}" dt="2024-07-06T20:16:07.150" v="78" actId="167"/>
          <ac:picMkLst>
            <pc:docMk/>
            <pc:sldMk cId="725659120" sldId="375"/>
            <ac:picMk id="1030" creationId="{958A38EA-AD5B-0F52-2C68-ABD148779E42}"/>
          </ac:picMkLst>
        </pc:picChg>
      </pc:sldChg>
      <pc:sldChg chg="modSp add mod">
        <pc:chgData name="anaclaracosta116@gmail.com" userId="a793634777582c92" providerId="LiveId" clId="{FECC147B-888D-4936-BEA6-2E9874D1022E}" dt="2024-07-06T20:03:40.360" v="2" actId="27636"/>
        <pc:sldMkLst>
          <pc:docMk/>
          <pc:sldMk cId="859612431" sldId="380"/>
        </pc:sldMkLst>
        <pc:spChg chg="mod">
          <ac:chgData name="anaclaracosta116@gmail.com" userId="a793634777582c92" providerId="LiveId" clId="{FECC147B-888D-4936-BEA6-2E9874D1022E}" dt="2024-07-06T20:03:40.360" v="2" actId="27636"/>
          <ac:spMkLst>
            <pc:docMk/>
            <pc:sldMk cId="859612431" sldId="380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FECC147B-888D-4936-BEA6-2E9874D1022E}" dt="2024-07-06T20:03:54.744" v="3" actId="2890"/>
        <pc:sldMkLst>
          <pc:docMk/>
          <pc:sldMk cId="3146935610" sldId="381"/>
        </pc:sldMkLst>
      </pc:sldChg>
      <pc:sldChg chg="modSp add mod">
        <pc:chgData name="anaclaracosta116@gmail.com" userId="a793634777582c92" providerId="LiveId" clId="{FECC147B-888D-4936-BEA6-2E9874D1022E}" dt="2024-07-06T20:04:19.670" v="8"/>
        <pc:sldMkLst>
          <pc:docMk/>
          <pc:sldMk cId="945899681" sldId="382"/>
        </pc:sldMkLst>
        <pc:spChg chg="mod">
          <ac:chgData name="anaclaracosta116@gmail.com" userId="a793634777582c92" providerId="LiveId" clId="{FECC147B-888D-4936-BEA6-2E9874D1022E}" dt="2024-07-06T20:04:19.670" v="8"/>
          <ac:spMkLst>
            <pc:docMk/>
            <pc:sldMk cId="945899681" sldId="382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FECC147B-888D-4936-BEA6-2E9874D1022E}" dt="2024-07-06T20:05:51.423" v="18" actId="2890"/>
        <pc:sldMkLst>
          <pc:docMk/>
          <pc:sldMk cId="3942346262" sldId="383"/>
        </pc:sldMkLst>
      </pc:sldChg>
      <pc:sldChg chg="modSp add mod ord">
        <pc:chgData name="anaclaracosta116@gmail.com" userId="a793634777582c92" providerId="LiveId" clId="{FECC147B-888D-4936-BEA6-2E9874D1022E}" dt="2024-07-06T20:08:48.513" v="43"/>
        <pc:sldMkLst>
          <pc:docMk/>
          <pc:sldMk cId="2703296813" sldId="384"/>
        </pc:sldMkLst>
        <pc:spChg chg="mod">
          <ac:chgData name="anaclaracosta116@gmail.com" userId="a793634777582c92" providerId="LiveId" clId="{FECC147B-888D-4936-BEA6-2E9874D1022E}" dt="2024-07-06T20:06:12.669" v="40" actId="20577"/>
          <ac:spMkLst>
            <pc:docMk/>
            <pc:sldMk cId="2703296813" sldId="384"/>
            <ac:spMk id="2" creationId="{F0E406B4-85AC-B67B-F9E2-21AAF8067483}"/>
          </ac:spMkLst>
        </pc:spChg>
        <pc:spChg chg="mod">
          <ac:chgData name="anaclaracosta116@gmail.com" userId="a793634777582c92" providerId="LiveId" clId="{FECC147B-888D-4936-BEA6-2E9874D1022E}" dt="2024-07-06T20:08:48.513" v="43"/>
          <ac:spMkLst>
            <pc:docMk/>
            <pc:sldMk cId="2703296813" sldId="384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FECC147B-888D-4936-BEA6-2E9874D1022E}" dt="2024-07-06T20:10:35.418" v="60" actId="27636"/>
        <pc:sldMkLst>
          <pc:docMk/>
          <pc:sldMk cId="2732653773" sldId="385"/>
        </pc:sldMkLst>
        <pc:spChg chg="mod">
          <ac:chgData name="anaclaracosta116@gmail.com" userId="a793634777582c92" providerId="LiveId" clId="{FECC147B-888D-4936-BEA6-2E9874D1022E}" dt="2024-07-06T20:10:35.418" v="60" actId="27636"/>
          <ac:spMkLst>
            <pc:docMk/>
            <pc:sldMk cId="2732653773" sldId="385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FECC147B-888D-4936-BEA6-2E9874D1022E}" dt="2024-07-06T20:09:58.635" v="53" actId="1076"/>
        <pc:sldMkLst>
          <pc:docMk/>
          <pc:sldMk cId="2114761110" sldId="386"/>
        </pc:sldMkLst>
        <pc:spChg chg="mod">
          <ac:chgData name="anaclaracosta116@gmail.com" userId="a793634777582c92" providerId="LiveId" clId="{FECC147B-888D-4936-BEA6-2E9874D1022E}" dt="2024-07-06T20:09:58.635" v="53" actId="1076"/>
          <ac:spMkLst>
            <pc:docMk/>
            <pc:sldMk cId="2114761110" sldId="386"/>
            <ac:spMk id="2" creationId="{F0E406B4-85AC-B67B-F9E2-21AAF8067483}"/>
          </ac:spMkLst>
        </pc:spChg>
        <pc:spChg chg="mod">
          <ac:chgData name="anaclaracosta116@gmail.com" userId="a793634777582c92" providerId="LiveId" clId="{FECC147B-888D-4936-BEA6-2E9874D1022E}" dt="2024-07-06T20:09:54.839" v="52" actId="14100"/>
          <ac:spMkLst>
            <pc:docMk/>
            <pc:sldMk cId="2114761110" sldId="386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FECC147B-888D-4936-BEA6-2E9874D1022E}" dt="2024-07-06T20:10:26.513" v="58" actId="27636"/>
        <pc:sldMkLst>
          <pc:docMk/>
          <pc:sldMk cId="4243718677" sldId="387"/>
        </pc:sldMkLst>
        <pc:spChg chg="mod">
          <ac:chgData name="anaclaracosta116@gmail.com" userId="a793634777582c92" providerId="LiveId" clId="{FECC147B-888D-4936-BEA6-2E9874D1022E}" dt="2024-07-06T20:10:26.513" v="58" actId="27636"/>
          <ac:spMkLst>
            <pc:docMk/>
            <pc:sldMk cId="4243718677" sldId="387"/>
            <ac:spMk id="3" creationId="{FC8F7E34-DB8C-1CEE-BAF4-E537563F9CD2}"/>
          </ac:spMkLst>
        </pc:spChg>
      </pc:sldChg>
    </pc:docChg>
  </pc:docChgLst>
  <pc:docChgLst>
    <pc:chgData name="anaclaracosta116@gmail.com" userId="a793634777582c92" providerId="LiveId" clId="{C713416A-3FB9-47F0-9E89-CE1C49DE6C4D}"/>
    <pc:docChg chg="undo redo custSel addSld delSld modSld">
      <pc:chgData name="anaclaracosta116@gmail.com" userId="a793634777582c92" providerId="LiveId" clId="{C713416A-3FB9-47F0-9E89-CE1C49DE6C4D}" dt="2024-07-07T18:57:50.651" v="1657"/>
      <pc:docMkLst>
        <pc:docMk/>
      </pc:docMkLst>
      <pc:sldChg chg="modSp mod">
        <pc:chgData name="anaclaracosta116@gmail.com" userId="a793634777582c92" providerId="LiveId" clId="{C713416A-3FB9-47F0-9E89-CE1C49DE6C4D}" dt="2024-07-07T17:55:06.194" v="398" actId="27636"/>
        <pc:sldMkLst>
          <pc:docMk/>
          <pc:sldMk cId="2490480151" sldId="259"/>
        </pc:sldMkLst>
        <pc:spChg chg="mod">
          <ac:chgData name="anaclaracosta116@gmail.com" userId="a793634777582c92" providerId="LiveId" clId="{C713416A-3FB9-47F0-9E89-CE1C49DE6C4D}" dt="2024-07-07T17:55:06.194" v="398" actId="27636"/>
          <ac:spMkLst>
            <pc:docMk/>
            <pc:sldMk cId="2490480151" sldId="25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713416A-3FB9-47F0-9E89-CE1C49DE6C4D}" dt="2024-07-07T17:57:32.854" v="534" actId="20577"/>
        <pc:sldMkLst>
          <pc:docMk/>
          <pc:sldMk cId="337661645" sldId="261"/>
        </pc:sldMkLst>
        <pc:spChg chg="mod">
          <ac:chgData name="anaclaracosta116@gmail.com" userId="a793634777582c92" providerId="LiveId" clId="{C713416A-3FB9-47F0-9E89-CE1C49DE6C4D}" dt="2024-07-07T17:57:32.854" v="534" actId="20577"/>
          <ac:spMkLst>
            <pc:docMk/>
            <pc:sldMk cId="337661645" sldId="261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713416A-3FB9-47F0-9E89-CE1C49DE6C4D}" dt="2024-07-07T18:31:38.594" v="1106" actId="20577"/>
        <pc:sldMkLst>
          <pc:docMk/>
          <pc:sldMk cId="3388034860" sldId="265"/>
        </pc:sldMkLst>
        <pc:spChg chg="mod">
          <ac:chgData name="anaclaracosta116@gmail.com" userId="a793634777582c92" providerId="LiveId" clId="{C713416A-3FB9-47F0-9E89-CE1C49DE6C4D}" dt="2024-07-07T18:31:38.594" v="1106" actId="20577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713416A-3FB9-47F0-9E89-CE1C49DE6C4D}" dt="2024-07-07T18:27:11.488" v="1103" actId="20577"/>
        <pc:sldMkLst>
          <pc:docMk/>
          <pc:sldMk cId="2671817442" sldId="267"/>
        </pc:sldMkLst>
        <pc:spChg chg="mod">
          <ac:chgData name="anaclaracosta116@gmail.com" userId="a793634777582c92" providerId="LiveId" clId="{C713416A-3FB9-47F0-9E89-CE1C49DE6C4D}" dt="2024-07-07T18:27:11.488" v="1103" actId="20577"/>
          <ac:spMkLst>
            <pc:docMk/>
            <pc:sldMk cId="2671817442" sldId="26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713416A-3FB9-47F0-9E89-CE1C49DE6C4D}" dt="2024-07-07T18:56:22.139" v="1598" actId="6549"/>
        <pc:sldMkLst>
          <pc:docMk/>
          <pc:sldMk cId="4141278968" sldId="337"/>
        </pc:sldMkLst>
        <pc:spChg chg="mod">
          <ac:chgData name="anaclaracosta116@gmail.com" userId="a793634777582c92" providerId="LiveId" clId="{C713416A-3FB9-47F0-9E89-CE1C49DE6C4D}" dt="2024-07-07T18:56:22.139" v="1598" actId="6549"/>
          <ac:spMkLst>
            <pc:docMk/>
            <pc:sldMk cId="4141278968" sldId="33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713416A-3FB9-47F0-9E89-CE1C49DE6C4D}" dt="2024-07-07T18:21:11.792" v="1085" actId="20577"/>
        <pc:sldMkLst>
          <pc:docMk/>
          <pc:sldMk cId="2703894855" sldId="339"/>
        </pc:sldMkLst>
        <pc:spChg chg="mod">
          <ac:chgData name="anaclaracosta116@gmail.com" userId="a793634777582c92" providerId="LiveId" clId="{C713416A-3FB9-47F0-9E89-CE1C49DE6C4D}" dt="2024-07-07T18:21:11.792" v="1085" actId="20577"/>
          <ac:spMkLst>
            <pc:docMk/>
            <pc:sldMk cId="2703894855" sldId="33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713416A-3FB9-47F0-9E89-CE1C49DE6C4D}" dt="2024-07-07T18:08:02.108" v="750" actId="403"/>
        <pc:sldMkLst>
          <pc:docMk/>
          <pc:sldMk cId="3348609962" sldId="358"/>
        </pc:sldMkLst>
        <pc:spChg chg="mod">
          <ac:chgData name="anaclaracosta116@gmail.com" userId="a793634777582c92" providerId="LiveId" clId="{C713416A-3FB9-47F0-9E89-CE1C49DE6C4D}" dt="2024-07-07T18:08:02.108" v="750" actId="403"/>
          <ac:spMkLst>
            <pc:docMk/>
            <pc:sldMk cId="3348609962" sldId="35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713416A-3FB9-47F0-9E89-CE1C49DE6C4D}" dt="2024-07-07T18:06:18.115" v="666" actId="20577"/>
        <pc:sldMkLst>
          <pc:docMk/>
          <pc:sldMk cId="2304799739" sldId="362"/>
        </pc:sldMkLst>
        <pc:spChg chg="mod">
          <ac:chgData name="anaclaracosta116@gmail.com" userId="a793634777582c92" providerId="LiveId" clId="{C713416A-3FB9-47F0-9E89-CE1C49DE6C4D}" dt="2024-07-07T18:06:18.115" v="666" actId="20577"/>
          <ac:spMkLst>
            <pc:docMk/>
            <pc:sldMk cId="2304799739" sldId="36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713416A-3FB9-47F0-9E89-CE1C49DE6C4D}" dt="2024-07-07T17:56:50.803" v="533" actId="20577"/>
        <pc:sldMkLst>
          <pc:docMk/>
          <pc:sldMk cId="4223893755" sldId="371"/>
        </pc:sldMkLst>
        <pc:spChg chg="mod">
          <ac:chgData name="anaclaracosta116@gmail.com" userId="a793634777582c92" providerId="LiveId" clId="{C713416A-3FB9-47F0-9E89-CE1C49DE6C4D}" dt="2024-07-07T17:56:50.803" v="533" actId="20577"/>
          <ac:spMkLst>
            <pc:docMk/>
            <pc:sldMk cId="4223893755" sldId="371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C713416A-3FB9-47F0-9E89-CE1C49DE6C4D}" dt="2024-07-07T18:09:01.916" v="825" actId="47"/>
        <pc:sldMkLst>
          <pc:docMk/>
          <pc:sldMk cId="3327129825" sldId="373"/>
        </pc:sldMkLst>
      </pc:sldChg>
      <pc:sldChg chg="modSp mod">
        <pc:chgData name="anaclaracosta116@gmail.com" userId="a793634777582c92" providerId="LiveId" clId="{C713416A-3FB9-47F0-9E89-CE1C49DE6C4D}" dt="2024-07-07T18:56:50.947" v="1656" actId="113"/>
        <pc:sldMkLst>
          <pc:docMk/>
          <pc:sldMk cId="1457828054" sldId="374"/>
        </pc:sldMkLst>
        <pc:spChg chg="mod">
          <ac:chgData name="anaclaracosta116@gmail.com" userId="a793634777582c92" providerId="LiveId" clId="{C713416A-3FB9-47F0-9E89-CE1C49DE6C4D}" dt="2024-07-07T18:56:50.947" v="1656" actId="113"/>
          <ac:spMkLst>
            <pc:docMk/>
            <pc:sldMk cId="1457828054" sldId="374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713416A-3FB9-47F0-9E89-CE1C49DE6C4D}" dt="2024-07-07T18:31:19.109" v="1105" actId="20577"/>
        <pc:sldMkLst>
          <pc:docMk/>
          <pc:sldMk cId="1775942911" sldId="376"/>
        </pc:sldMkLst>
        <pc:spChg chg="mod">
          <ac:chgData name="anaclaracosta116@gmail.com" userId="a793634777582c92" providerId="LiveId" clId="{C713416A-3FB9-47F0-9E89-CE1C49DE6C4D}" dt="2024-07-07T18:31:19.109" v="1105" actId="20577"/>
          <ac:spMkLst>
            <pc:docMk/>
            <pc:sldMk cId="1775942911" sldId="376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713416A-3FB9-47F0-9E89-CE1C49DE6C4D}" dt="2024-07-07T17:48:57.711" v="155" actId="20577"/>
        <pc:sldMkLst>
          <pc:docMk/>
          <pc:sldMk cId="685280842" sldId="378"/>
        </pc:sldMkLst>
        <pc:spChg chg="mod">
          <ac:chgData name="anaclaracosta116@gmail.com" userId="a793634777582c92" providerId="LiveId" clId="{C713416A-3FB9-47F0-9E89-CE1C49DE6C4D}" dt="2024-07-07T17:48:57.711" v="155" actId="20577"/>
          <ac:spMkLst>
            <pc:docMk/>
            <pc:sldMk cId="685280842" sldId="37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C713416A-3FB9-47F0-9E89-CE1C49DE6C4D}" dt="2024-07-07T17:56:01.116" v="463" actId="120"/>
        <pc:sldMkLst>
          <pc:docMk/>
          <pc:sldMk cId="3280349174" sldId="379"/>
        </pc:sldMkLst>
        <pc:spChg chg="mod">
          <ac:chgData name="anaclaracosta116@gmail.com" userId="a793634777582c92" providerId="LiveId" clId="{C713416A-3FB9-47F0-9E89-CE1C49DE6C4D}" dt="2024-07-07T17:56:01.116" v="463" actId="120"/>
          <ac:spMkLst>
            <pc:docMk/>
            <pc:sldMk cId="3280349174" sldId="379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C713416A-3FB9-47F0-9E89-CE1C49DE6C4D}" dt="2024-07-07T17:42:09.150" v="4"/>
        <pc:sldMkLst>
          <pc:docMk/>
          <pc:sldMk cId="3806646740" sldId="388"/>
        </pc:sldMkLst>
      </pc:sldChg>
      <pc:sldChg chg="add">
        <pc:chgData name="anaclaracosta116@gmail.com" userId="a793634777582c92" providerId="LiveId" clId="{C713416A-3FB9-47F0-9E89-CE1C49DE6C4D}" dt="2024-07-07T17:48:26.418" v="68"/>
        <pc:sldMkLst>
          <pc:docMk/>
          <pc:sldMk cId="3484285016" sldId="389"/>
        </pc:sldMkLst>
      </pc:sldChg>
      <pc:sldChg chg="add">
        <pc:chgData name="anaclaracosta116@gmail.com" userId="a793634777582c92" providerId="LiveId" clId="{C713416A-3FB9-47F0-9E89-CE1C49DE6C4D}" dt="2024-07-07T17:49:43.909" v="156"/>
        <pc:sldMkLst>
          <pc:docMk/>
          <pc:sldMk cId="3722716862" sldId="390"/>
        </pc:sldMkLst>
      </pc:sldChg>
      <pc:sldChg chg="modSp add mod">
        <pc:chgData name="anaclaracosta116@gmail.com" userId="a793634777582c92" providerId="LiveId" clId="{C713416A-3FB9-47F0-9E89-CE1C49DE6C4D}" dt="2024-07-07T17:50:26.610" v="221" actId="20577"/>
        <pc:sldMkLst>
          <pc:docMk/>
          <pc:sldMk cId="2393481781" sldId="391"/>
        </pc:sldMkLst>
        <pc:spChg chg="mod">
          <ac:chgData name="anaclaracosta116@gmail.com" userId="a793634777582c92" providerId="LiveId" clId="{C713416A-3FB9-47F0-9E89-CE1C49DE6C4D}" dt="2024-07-07T17:50:26.610" v="221" actId="20577"/>
          <ac:spMkLst>
            <pc:docMk/>
            <pc:sldMk cId="2393481781" sldId="391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C713416A-3FB9-47F0-9E89-CE1C49DE6C4D}" dt="2024-07-07T17:50:55.684" v="222"/>
        <pc:sldMkLst>
          <pc:docMk/>
          <pc:sldMk cId="1240642688" sldId="392"/>
        </pc:sldMkLst>
      </pc:sldChg>
      <pc:sldChg chg="modSp add mod">
        <pc:chgData name="anaclaracosta116@gmail.com" userId="a793634777582c92" providerId="LiveId" clId="{C713416A-3FB9-47F0-9E89-CE1C49DE6C4D}" dt="2024-07-07T17:52:46.975" v="308" actId="20577"/>
        <pc:sldMkLst>
          <pc:docMk/>
          <pc:sldMk cId="2208112554" sldId="393"/>
        </pc:sldMkLst>
        <pc:spChg chg="mod">
          <ac:chgData name="anaclaracosta116@gmail.com" userId="a793634777582c92" providerId="LiveId" clId="{C713416A-3FB9-47F0-9E89-CE1C49DE6C4D}" dt="2024-07-07T17:52:46.975" v="308" actId="20577"/>
          <ac:spMkLst>
            <pc:docMk/>
            <pc:sldMk cId="2208112554" sldId="393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C713416A-3FB9-47F0-9E89-CE1C49DE6C4D}" dt="2024-07-07T17:52:52.611" v="309"/>
        <pc:sldMkLst>
          <pc:docMk/>
          <pc:sldMk cId="2240005234" sldId="394"/>
        </pc:sldMkLst>
      </pc:sldChg>
      <pc:sldChg chg="add">
        <pc:chgData name="anaclaracosta116@gmail.com" userId="a793634777582c92" providerId="LiveId" clId="{C713416A-3FB9-47F0-9E89-CE1C49DE6C4D}" dt="2024-07-07T18:08:18.056" v="751"/>
        <pc:sldMkLst>
          <pc:docMk/>
          <pc:sldMk cId="2328189161" sldId="395"/>
        </pc:sldMkLst>
      </pc:sldChg>
      <pc:sldChg chg="modSp add mod">
        <pc:chgData name="anaclaracosta116@gmail.com" userId="a793634777582c92" providerId="LiveId" clId="{C713416A-3FB9-47F0-9E89-CE1C49DE6C4D}" dt="2024-07-07T18:08:51.640" v="822" actId="20577"/>
        <pc:sldMkLst>
          <pc:docMk/>
          <pc:sldMk cId="2037810869" sldId="396"/>
        </pc:sldMkLst>
        <pc:spChg chg="mod">
          <ac:chgData name="anaclaracosta116@gmail.com" userId="a793634777582c92" providerId="LiveId" clId="{C713416A-3FB9-47F0-9E89-CE1C49DE6C4D}" dt="2024-07-07T18:08:51.640" v="822" actId="20577"/>
          <ac:spMkLst>
            <pc:docMk/>
            <pc:sldMk cId="2037810869" sldId="396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C713416A-3FB9-47F0-9E89-CE1C49DE6C4D}" dt="2024-07-07T18:08:55.505" v="823"/>
        <pc:sldMkLst>
          <pc:docMk/>
          <pc:sldMk cId="3386869368" sldId="397"/>
        </pc:sldMkLst>
      </pc:sldChg>
      <pc:sldChg chg="modSp add mod">
        <pc:chgData name="anaclaracosta116@gmail.com" userId="a793634777582c92" providerId="LiveId" clId="{C713416A-3FB9-47F0-9E89-CE1C49DE6C4D}" dt="2024-07-07T18:10:16.021" v="894" actId="20577"/>
        <pc:sldMkLst>
          <pc:docMk/>
          <pc:sldMk cId="3704126370" sldId="398"/>
        </pc:sldMkLst>
        <pc:spChg chg="mod">
          <ac:chgData name="anaclaracosta116@gmail.com" userId="a793634777582c92" providerId="LiveId" clId="{C713416A-3FB9-47F0-9E89-CE1C49DE6C4D}" dt="2024-07-07T18:10:16.021" v="894" actId="20577"/>
          <ac:spMkLst>
            <pc:docMk/>
            <pc:sldMk cId="3704126370" sldId="398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C713416A-3FB9-47F0-9E89-CE1C49DE6C4D}" dt="2024-07-07T18:10:26.758" v="895"/>
        <pc:sldMkLst>
          <pc:docMk/>
          <pc:sldMk cId="959942956" sldId="399"/>
        </pc:sldMkLst>
      </pc:sldChg>
      <pc:sldChg chg="modSp add mod">
        <pc:chgData name="anaclaracosta116@gmail.com" userId="a793634777582c92" providerId="LiveId" clId="{C713416A-3FB9-47F0-9E89-CE1C49DE6C4D}" dt="2024-07-07T18:11:48.331" v="985" actId="20577"/>
        <pc:sldMkLst>
          <pc:docMk/>
          <pc:sldMk cId="2400400170" sldId="400"/>
        </pc:sldMkLst>
        <pc:spChg chg="mod">
          <ac:chgData name="anaclaracosta116@gmail.com" userId="a793634777582c92" providerId="LiveId" clId="{C713416A-3FB9-47F0-9E89-CE1C49DE6C4D}" dt="2024-07-07T18:11:48.331" v="985" actId="20577"/>
          <ac:spMkLst>
            <pc:docMk/>
            <pc:sldMk cId="2400400170" sldId="400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C713416A-3FB9-47F0-9E89-CE1C49DE6C4D}" dt="2024-07-07T18:11:53.255" v="986"/>
        <pc:sldMkLst>
          <pc:docMk/>
          <pc:sldMk cId="2448306598" sldId="401"/>
        </pc:sldMkLst>
      </pc:sldChg>
      <pc:sldChg chg="modSp add mod">
        <pc:chgData name="anaclaracosta116@gmail.com" userId="a793634777582c92" providerId="LiveId" clId="{C713416A-3FB9-47F0-9E89-CE1C49DE6C4D}" dt="2024-07-07T18:13:23.762" v="1078" actId="20577"/>
        <pc:sldMkLst>
          <pc:docMk/>
          <pc:sldMk cId="3546558572" sldId="402"/>
        </pc:sldMkLst>
        <pc:spChg chg="mod">
          <ac:chgData name="anaclaracosta116@gmail.com" userId="a793634777582c92" providerId="LiveId" clId="{C713416A-3FB9-47F0-9E89-CE1C49DE6C4D}" dt="2024-07-07T18:13:23.762" v="1078" actId="20577"/>
          <ac:spMkLst>
            <pc:docMk/>
            <pc:sldMk cId="3546558572" sldId="402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C713416A-3FB9-47F0-9E89-CE1C49DE6C4D}" dt="2024-07-07T18:14:03.538" v="1079"/>
        <pc:sldMkLst>
          <pc:docMk/>
          <pc:sldMk cId="240421353" sldId="403"/>
        </pc:sldMkLst>
      </pc:sldChg>
      <pc:sldChg chg="modSp add mod">
        <pc:chgData name="anaclaracosta116@gmail.com" userId="a793634777582c92" providerId="LiveId" clId="{C713416A-3FB9-47F0-9E89-CE1C49DE6C4D}" dt="2024-07-07T18:50:02.214" v="1211" actId="20577"/>
        <pc:sldMkLst>
          <pc:docMk/>
          <pc:sldMk cId="1516832882" sldId="404"/>
        </pc:sldMkLst>
        <pc:spChg chg="mod">
          <ac:chgData name="anaclaracosta116@gmail.com" userId="a793634777582c92" providerId="LiveId" clId="{C713416A-3FB9-47F0-9E89-CE1C49DE6C4D}" dt="2024-07-07T18:50:02.214" v="1211" actId="20577"/>
          <ac:spMkLst>
            <pc:docMk/>
            <pc:sldMk cId="1516832882" sldId="404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C713416A-3FB9-47F0-9E89-CE1C49DE6C4D}" dt="2024-07-07T18:50:05.818" v="1212"/>
        <pc:sldMkLst>
          <pc:docMk/>
          <pc:sldMk cId="2672951339" sldId="405"/>
        </pc:sldMkLst>
      </pc:sldChg>
      <pc:sldChg chg="modSp add mod">
        <pc:chgData name="anaclaracosta116@gmail.com" userId="a793634777582c92" providerId="LiveId" clId="{C713416A-3FB9-47F0-9E89-CE1C49DE6C4D}" dt="2024-07-07T18:50:37.929" v="1292" actId="20577"/>
        <pc:sldMkLst>
          <pc:docMk/>
          <pc:sldMk cId="872968054" sldId="406"/>
        </pc:sldMkLst>
        <pc:spChg chg="mod">
          <ac:chgData name="anaclaracosta116@gmail.com" userId="a793634777582c92" providerId="LiveId" clId="{C713416A-3FB9-47F0-9E89-CE1C49DE6C4D}" dt="2024-07-07T18:50:37.929" v="1292" actId="20577"/>
          <ac:spMkLst>
            <pc:docMk/>
            <pc:sldMk cId="872968054" sldId="406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C713416A-3FB9-47F0-9E89-CE1C49DE6C4D}" dt="2024-07-07T18:50:53.613" v="1306" actId="20577"/>
        <pc:sldMkLst>
          <pc:docMk/>
          <pc:sldMk cId="4034478206" sldId="407"/>
        </pc:sldMkLst>
        <pc:spChg chg="mod">
          <ac:chgData name="anaclaracosta116@gmail.com" userId="a793634777582c92" providerId="LiveId" clId="{C713416A-3FB9-47F0-9E89-CE1C49DE6C4D}" dt="2024-07-07T18:50:53.613" v="1306" actId="20577"/>
          <ac:spMkLst>
            <pc:docMk/>
            <pc:sldMk cId="4034478206" sldId="407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C713416A-3FB9-47F0-9E89-CE1C49DE6C4D}" dt="2024-07-07T18:51:54.997" v="1395" actId="20577"/>
        <pc:sldMkLst>
          <pc:docMk/>
          <pc:sldMk cId="1095988811" sldId="408"/>
        </pc:sldMkLst>
        <pc:spChg chg="mod">
          <ac:chgData name="anaclaracosta116@gmail.com" userId="a793634777582c92" providerId="LiveId" clId="{C713416A-3FB9-47F0-9E89-CE1C49DE6C4D}" dt="2024-07-07T18:51:54.997" v="1395" actId="20577"/>
          <ac:spMkLst>
            <pc:docMk/>
            <pc:sldMk cId="1095988811" sldId="408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C713416A-3FB9-47F0-9E89-CE1C49DE6C4D}" dt="2024-07-07T18:51:58.922" v="1396"/>
        <pc:sldMkLst>
          <pc:docMk/>
          <pc:sldMk cId="92853563" sldId="409"/>
        </pc:sldMkLst>
      </pc:sldChg>
      <pc:sldChg chg="modSp add mod">
        <pc:chgData name="anaclaracosta116@gmail.com" userId="a793634777582c92" providerId="LiveId" clId="{C713416A-3FB9-47F0-9E89-CE1C49DE6C4D}" dt="2024-07-07T18:53:00.064" v="1499" actId="20577"/>
        <pc:sldMkLst>
          <pc:docMk/>
          <pc:sldMk cId="1870822329" sldId="410"/>
        </pc:sldMkLst>
        <pc:spChg chg="mod">
          <ac:chgData name="anaclaracosta116@gmail.com" userId="a793634777582c92" providerId="LiveId" clId="{C713416A-3FB9-47F0-9E89-CE1C49DE6C4D}" dt="2024-07-07T18:53:00.064" v="1499" actId="20577"/>
          <ac:spMkLst>
            <pc:docMk/>
            <pc:sldMk cId="1870822329" sldId="410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C713416A-3FB9-47F0-9E89-CE1C49DE6C4D}" dt="2024-07-07T18:53:03.246" v="1500"/>
        <pc:sldMkLst>
          <pc:docMk/>
          <pc:sldMk cId="3927789736" sldId="411"/>
        </pc:sldMkLst>
      </pc:sldChg>
      <pc:sldChg chg="modSp add mod">
        <pc:chgData name="anaclaracosta116@gmail.com" userId="a793634777582c92" providerId="LiveId" clId="{C713416A-3FB9-47F0-9E89-CE1C49DE6C4D}" dt="2024-07-07T18:53:31.007" v="1586" actId="20577"/>
        <pc:sldMkLst>
          <pc:docMk/>
          <pc:sldMk cId="255496695" sldId="412"/>
        </pc:sldMkLst>
        <pc:spChg chg="mod">
          <ac:chgData name="anaclaracosta116@gmail.com" userId="a793634777582c92" providerId="LiveId" clId="{C713416A-3FB9-47F0-9E89-CE1C49DE6C4D}" dt="2024-07-07T18:53:31.007" v="1586" actId="20577"/>
          <ac:spMkLst>
            <pc:docMk/>
            <pc:sldMk cId="255496695" sldId="412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C713416A-3FB9-47F0-9E89-CE1C49DE6C4D}" dt="2024-07-07T18:53:34.783" v="1587"/>
        <pc:sldMkLst>
          <pc:docMk/>
          <pc:sldMk cId="3189482943" sldId="413"/>
        </pc:sldMkLst>
      </pc:sldChg>
      <pc:sldChg chg="add">
        <pc:chgData name="anaclaracosta116@gmail.com" userId="a793634777582c92" providerId="LiveId" clId="{C713416A-3FB9-47F0-9E89-CE1C49DE6C4D}" dt="2024-07-07T18:57:50.651" v="1657"/>
        <pc:sldMkLst>
          <pc:docMk/>
          <pc:sldMk cId="3216208943" sldId="41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07/07/2024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07/07/2024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07/07/2024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07/07/2024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07/07/2024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07/07/2024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07/07/2024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07/07/2024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Reflexão para o XIV Domingo do Tempo Comum- Marcos 6,1-6 (ANO B)">
            <a:extLst>
              <a:ext uri="{FF2B5EF4-FFF2-40B4-BE49-F238E27FC236}">
                <a16:creationId xmlns:a16="http://schemas.microsoft.com/office/drawing/2014/main" id="{958A38EA-AD5B-0F52-2C68-ABD148779E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36255"/>
            <a:ext cx="12192000" cy="8130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3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8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14°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350337" cy="5749636"/>
          </a:xfrm>
        </p:spPr>
        <p:txBody>
          <a:bodyPr>
            <a:normAutofit fontScale="92500"/>
          </a:bodyPr>
          <a:lstStyle/>
          <a:p>
            <a:pPr algn="l"/>
            <a:r>
              <a:rPr lang="pt-BR" sz="9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</a:rPr>
              <a:t>RECORDAMOS, SENHOR DEUS, VOSSA BONDADE EM MEIO AO VOSSO TEMPLO.</a:t>
            </a:r>
            <a:endParaRPr lang="pt-BR" sz="11500" b="1" dirty="0"/>
          </a:p>
        </p:txBody>
      </p:sp>
    </p:spTree>
    <p:extLst>
      <p:ext uri="{BB962C8B-B14F-4D97-AF65-F5344CB8AC3E}">
        <p14:creationId xmlns:p14="http://schemas.microsoft.com/office/powerpoint/2010/main" val="880466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652" y="4294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2" y="1475077"/>
            <a:ext cx="11035148" cy="550761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</a:rPr>
              <a:t>GRANDE É O SENHOR E MUITO DIGNO DE LOUVORES</a:t>
            </a:r>
            <a:br>
              <a:rPr lang="pt-BR" sz="8000" dirty="0"/>
            </a:br>
            <a:r>
              <a:rPr lang="pt-BR" sz="8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</a:rPr>
              <a:t>NA CIDADE ONDE ELE MORA;</a:t>
            </a:r>
            <a:endParaRPr lang="pt-BR" sz="21600" dirty="0"/>
          </a:p>
        </p:txBody>
      </p:sp>
    </p:spTree>
    <p:extLst>
      <p:ext uri="{BB962C8B-B14F-4D97-AF65-F5344CB8AC3E}">
        <p14:creationId xmlns:p14="http://schemas.microsoft.com/office/powerpoint/2010/main" val="4169432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350337" cy="5749636"/>
          </a:xfrm>
        </p:spPr>
        <p:txBody>
          <a:bodyPr>
            <a:normAutofit fontScale="92500"/>
          </a:bodyPr>
          <a:lstStyle/>
          <a:p>
            <a:pPr algn="l"/>
            <a:r>
              <a:rPr lang="pt-BR" sz="9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</a:rPr>
              <a:t>RECORDAMOS, SENHOR DEUS, VOSSA BONDADE EM MEIO AO VOSSO TEMPLO.</a:t>
            </a:r>
            <a:endParaRPr lang="pt-BR" sz="11500" b="1" dirty="0"/>
          </a:p>
        </p:txBody>
      </p:sp>
    </p:spTree>
    <p:extLst>
      <p:ext uri="{BB962C8B-B14F-4D97-AF65-F5344CB8AC3E}">
        <p14:creationId xmlns:p14="http://schemas.microsoft.com/office/powerpoint/2010/main" val="238008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652" y="4294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2" y="1475077"/>
            <a:ext cx="11035148" cy="550761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</a:rPr>
              <a:t>COMO OUVIMOS DOS ANTIGOS, CONTEMPLAMOS:</a:t>
            </a:r>
          </a:p>
          <a:p>
            <a:pPr algn="l"/>
            <a:r>
              <a:rPr lang="pt-BR" sz="8000" dirty="0">
                <a:solidFill>
                  <a:srgbClr val="000000"/>
                </a:solidFill>
                <a:highlight>
                  <a:srgbClr val="FFFFFF"/>
                </a:highlight>
                <a:latin typeface="-apple-system"/>
              </a:rPr>
              <a:t>DEUS HABITA ESTA CIDADE!</a:t>
            </a:r>
            <a:endParaRPr lang="pt-BR" sz="31100" dirty="0"/>
          </a:p>
        </p:txBody>
      </p:sp>
    </p:spTree>
    <p:extLst>
      <p:ext uri="{BB962C8B-B14F-4D97-AF65-F5344CB8AC3E}">
        <p14:creationId xmlns:p14="http://schemas.microsoft.com/office/powerpoint/2010/main" val="685280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350337" cy="5749636"/>
          </a:xfrm>
        </p:spPr>
        <p:txBody>
          <a:bodyPr>
            <a:normAutofit fontScale="92500"/>
          </a:bodyPr>
          <a:lstStyle/>
          <a:p>
            <a:pPr algn="l"/>
            <a:r>
              <a:rPr lang="pt-BR" sz="9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</a:rPr>
              <a:t>RECORDAMOS, SENHOR DEUS, VOSSA BONDADE EM MEIO AO VOSSO TEMPLO.</a:t>
            </a:r>
            <a:endParaRPr lang="pt-BR" sz="11500" b="1" dirty="0"/>
          </a:p>
        </p:txBody>
      </p:sp>
    </p:spTree>
    <p:extLst>
      <p:ext uri="{BB962C8B-B14F-4D97-AF65-F5344CB8AC3E}">
        <p14:creationId xmlns:p14="http://schemas.microsoft.com/office/powerpoint/2010/main" val="3722716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652" y="4294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2" y="1475077"/>
            <a:ext cx="11035148" cy="5507614"/>
          </a:xfrm>
        </p:spPr>
        <p:txBody>
          <a:bodyPr>
            <a:normAutofit/>
          </a:bodyPr>
          <a:lstStyle/>
          <a:p>
            <a:pPr algn="l"/>
            <a:r>
              <a:rPr lang="pt-BR" sz="8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</a:rPr>
              <a:t>A CIDADE DO SENHOR ONIPOTENTE, </a:t>
            </a:r>
          </a:p>
          <a:p>
            <a:pPr algn="l"/>
            <a:r>
              <a:rPr lang="pt-BR" sz="8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</a:rPr>
              <a:t>QUE ELE A GUARDE ETERNAMENTE!</a:t>
            </a:r>
            <a:endParaRPr lang="pt-BR" sz="31100" dirty="0"/>
          </a:p>
        </p:txBody>
      </p:sp>
    </p:spTree>
    <p:extLst>
      <p:ext uri="{BB962C8B-B14F-4D97-AF65-F5344CB8AC3E}">
        <p14:creationId xmlns:p14="http://schemas.microsoft.com/office/powerpoint/2010/main" val="34842850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350337" cy="5749636"/>
          </a:xfrm>
        </p:spPr>
        <p:txBody>
          <a:bodyPr>
            <a:normAutofit fontScale="92500"/>
          </a:bodyPr>
          <a:lstStyle/>
          <a:p>
            <a:pPr algn="l"/>
            <a:r>
              <a:rPr lang="pt-BR" sz="9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</a:rPr>
              <a:t>RECORDAMOS, SENHOR DEUS, VOSSA BONDADE EM MEIO AO VOSSO TEMPLO.</a:t>
            </a:r>
            <a:endParaRPr lang="pt-BR" sz="11500" b="1" dirty="0"/>
          </a:p>
        </p:txBody>
      </p:sp>
    </p:spTree>
    <p:extLst>
      <p:ext uri="{BB962C8B-B14F-4D97-AF65-F5344CB8AC3E}">
        <p14:creationId xmlns:p14="http://schemas.microsoft.com/office/powerpoint/2010/main" val="3806646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652" y="4294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2" y="1475077"/>
            <a:ext cx="11035148" cy="5507614"/>
          </a:xfrm>
        </p:spPr>
        <p:txBody>
          <a:bodyPr>
            <a:normAutofit/>
          </a:bodyPr>
          <a:lstStyle/>
          <a:p>
            <a:pPr algn="l"/>
            <a:r>
              <a:rPr lang="pt-BR" sz="8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</a:rPr>
              <a:t>VOSSA DIREITA ESTÁ REPLETA DE JUSTIÇA,</a:t>
            </a:r>
          </a:p>
          <a:p>
            <a:pPr algn="l"/>
            <a:r>
              <a:rPr lang="pt-BR" sz="8000" dirty="0">
                <a:solidFill>
                  <a:srgbClr val="000000"/>
                </a:solidFill>
                <a:highlight>
                  <a:srgbClr val="FFFFFF"/>
                </a:highlight>
                <a:latin typeface="-apple-system"/>
              </a:rPr>
              <a:t>EXULTE O MONTE DE SIÃO!</a:t>
            </a:r>
            <a:endParaRPr lang="pt-BR" sz="31100" dirty="0"/>
          </a:p>
        </p:txBody>
      </p:sp>
    </p:spTree>
    <p:extLst>
      <p:ext uri="{BB962C8B-B14F-4D97-AF65-F5344CB8AC3E}">
        <p14:creationId xmlns:p14="http://schemas.microsoft.com/office/powerpoint/2010/main" val="2393481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350337" cy="5749636"/>
          </a:xfrm>
        </p:spPr>
        <p:txBody>
          <a:bodyPr>
            <a:normAutofit fontScale="92500"/>
          </a:bodyPr>
          <a:lstStyle/>
          <a:p>
            <a:pPr algn="l"/>
            <a:r>
              <a:rPr lang="pt-BR" sz="9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</a:rPr>
              <a:t>RECORDAMOS, SENHOR DEUS, VOSSA BONDADE EM MEIO AO VOSSO TEMPLO.</a:t>
            </a:r>
            <a:endParaRPr lang="pt-BR" sz="11500" b="1" dirty="0"/>
          </a:p>
        </p:txBody>
      </p:sp>
    </p:spTree>
    <p:extLst>
      <p:ext uri="{BB962C8B-B14F-4D97-AF65-F5344CB8AC3E}">
        <p14:creationId xmlns:p14="http://schemas.microsoft.com/office/powerpoint/2010/main" val="1240642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652" y="429490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9652" y="1475077"/>
            <a:ext cx="11035148" cy="5507614"/>
          </a:xfrm>
        </p:spPr>
        <p:txBody>
          <a:bodyPr>
            <a:normAutofit/>
          </a:bodyPr>
          <a:lstStyle/>
          <a:p>
            <a:pPr algn="l"/>
            <a:r>
              <a:rPr lang="pt-BR" sz="80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</a:rPr>
              <a:t>O </a:t>
            </a:r>
            <a:r>
              <a:rPr lang="pt-BR" sz="8000" dirty="0">
                <a:solidFill>
                  <a:srgbClr val="000000"/>
                </a:solidFill>
                <a:highlight>
                  <a:srgbClr val="FFFFFF"/>
                </a:highlight>
                <a:latin typeface="-apple-system"/>
              </a:rPr>
              <a:t>NOSSO DEUS É DESDE SEMPRE E PARA SEMPRE:</a:t>
            </a:r>
          </a:p>
          <a:p>
            <a:pPr algn="l"/>
            <a:r>
              <a:rPr lang="pt-BR" sz="8000" dirty="0">
                <a:solidFill>
                  <a:srgbClr val="000000"/>
                </a:solidFill>
                <a:highlight>
                  <a:srgbClr val="FFFFFF"/>
                </a:highlight>
                <a:latin typeface="-apple-system"/>
              </a:rPr>
              <a:t>SERÁ ELE O NOSSO GUIA!</a:t>
            </a:r>
            <a:endParaRPr lang="pt-BR" sz="31100" dirty="0"/>
          </a:p>
        </p:txBody>
      </p:sp>
    </p:spTree>
    <p:extLst>
      <p:ext uri="{BB962C8B-B14F-4D97-AF65-F5344CB8AC3E}">
        <p14:creationId xmlns:p14="http://schemas.microsoft.com/office/powerpoint/2010/main" val="2208112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350337" cy="5749636"/>
          </a:xfrm>
        </p:spPr>
        <p:txBody>
          <a:bodyPr>
            <a:normAutofit fontScale="92500"/>
          </a:bodyPr>
          <a:lstStyle/>
          <a:p>
            <a:pPr algn="l"/>
            <a:r>
              <a:rPr lang="pt-BR" sz="9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</a:rPr>
              <a:t>RECORDAMOS, SENHOR DEUS, VOSSA BONDADE EM MEIO AO VOSSO TEMPLO.</a:t>
            </a:r>
            <a:endParaRPr lang="pt-BR" sz="11500" b="1" dirty="0"/>
          </a:p>
        </p:txBody>
      </p:sp>
    </p:spTree>
    <p:extLst>
      <p:ext uri="{BB962C8B-B14F-4D97-AF65-F5344CB8AC3E}">
        <p14:creationId xmlns:p14="http://schemas.microsoft.com/office/powerpoint/2010/main" val="2240005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SENHOR, QUE VIESTES NÃO PARA CONDENAR, MAS PARA PERDOAR, TENDE PIEDADE DE NÓS.</a:t>
            </a:r>
          </a:p>
          <a:p>
            <a:pPr algn="just"/>
            <a:endParaRPr lang="pt-BR" sz="6000" dirty="0"/>
          </a:p>
          <a:p>
            <a:pPr algn="just"/>
            <a:r>
              <a:rPr lang="pt-BR" sz="6000" b="1" dirty="0"/>
              <a:t>KYRIE ELEISON, KYRIE ELEISON.</a:t>
            </a:r>
          </a:p>
          <a:p>
            <a:pPr algn="just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CRISTO, QUE VOS ALEGRAIS PELO PECADOR ARREPENDIDO, TENDE PIEDADE DE NÓS.</a:t>
            </a:r>
          </a:p>
          <a:p>
            <a:pPr algn="just"/>
            <a:endParaRPr lang="pt-BR" sz="6000" dirty="0"/>
          </a:p>
          <a:p>
            <a:pPr algn="l"/>
            <a:r>
              <a:rPr lang="pt-BR" sz="6000" b="1" dirty="0"/>
              <a:t>CHRISTE ELEISON, CHRISTE ELEISON.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3280349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0099" y="789709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524000"/>
            <a:ext cx="10976265" cy="4641273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8000" dirty="0"/>
              <a:t>SENHOR, QUE MUITO PERDOAIS A QUEM MUITO AMA, TENDE PIEDADE DE NÓS.</a:t>
            </a:r>
          </a:p>
          <a:p>
            <a:pPr algn="just"/>
            <a:endParaRPr lang="pt-BR" sz="8000" dirty="0"/>
          </a:p>
          <a:p>
            <a:pPr algn="just"/>
            <a:r>
              <a:rPr lang="pt-BR" sz="8000" b="1" dirty="0"/>
              <a:t>KYRIE ELEISON, KYRIE ELEISON.</a:t>
            </a:r>
          </a:p>
        </p:txBody>
      </p:sp>
    </p:spTree>
    <p:extLst>
      <p:ext uri="{BB962C8B-B14F-4D97-AF65-F5344CB8AC3E}">
        <p14:creationId xmlns:p14="http://schemas.microsoft.com/office/powerpoint/2010/main" val="4223893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sz="7800" b="1" dirty="0"/>
              <a:t>GLÓRIA A DEUS NAS ALTURAS (3X)</a:t>
            </a:r>
          </a:p>
          <a:p>
            <a:pPr algn="just"/>
            <a:endParaRPr lang="pt-BR" sz="7800" dirty="0"/>
          </a:p>
          <a:p>
            <a:pPr algn="just"/>
            <a:r>
              <a:rPr lang="pt-BR" sz="7800" dirty="0"/>
              <a:t>E PAZ NA TERRA AOS HOMENS POR ELE AMADOS</a:t>
            </a:r>
            <a:endParaRPr lang="pt-BR" sz="9600" dirty="0"/>
          </a:p>
          <a:p>
            <a:pPr algn="just"/>
            <a:r>
              <a:rPr lang="pt-BR" sz="80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 </a:t>
            </a:r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6216732"/>
          </a:xfrm>
        </p:spPr>
        <p:txBody>
          <a:bodyPr>
            <a:normAutofit/>
          </a:bodyPr>
          <a:lstStyle/>
          <a:p>
            <a:pPr algn="l"/>
            <a:r>
              <a:rPr lang="pt-BR" sz="5400" dirty="0"/>
              <a:t>SENHOR JESUS CRISTO, FILHO UNIGÊNITO, SENHOR DEUS, </a:t>
            </a:r>
          </a:p>
          <a:p>
            <a:pPr algn="l"/>
            <a:r>
              <a:rPr lang="pt-BR" sz="5400" dirty="0"/>
              <a:t>CORDEIRO DE DEUS, FILHO DE DEUS PAI</a:t>
            </a:r>
          </a:p>
          <a:p>
            <a:pPr algn="l"/>
            <a:r>
              <a:rPr lang="pt-BR" sz="5400" dirty="0"/>
              <a:t>VÓS QUE TIRAIS O PECADO DO MUNDO, 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0000" lnSpcReduction="20000"/>
          </a:bodyPr>
          <a:lstStyle/>
          <a:p>
            <a:pPr algn="just"/>
            <a:r>
              <a:rPr lang="pt-BR" sz="12300" dirty="0"/>
              <a:t>VÓS QUE TIRAIS O PECADO DO MUNDO, </a:t>
            </a:r>
          </a:p>
          <a:p>
            <a:pPr algn="just"/>
            <a:r>
              <a:rPr lang="pt-BR" sz="12300" dirty="0"/>
              <a:t>ACOLHEI A NOSSA SÚPLICA</a:t>
            </a:r>
          </a:p>
          <a:p>
            <a:pPr algn="just"/>
            <a:r>
              <a:rPr lang="pt-BR" sz="12300" dirty="0"/>
              <a:t>VÓS QUE ESTAIS À DIREITA DO PAI, </a:t>
            </a:r>
          </a:p>
          <a:p>
            <a:pPr algn="just"/>
            <a:r>
              <a:rPr lang="pt-BR" sz="12300" dirty="0"/>
              <a:t>TENDE PIEDADE DE NÓS</a:t>
            </a:r>
          </a:p>
          <a:p>
            <a:pPr algn="just"/>
            <a:endParaRPr lang="pt-BR" sz="12300" dirty="0"/>
          </a:p>
          <a:p>
            <a:pPr algn="just"/>
            <a:r>
              <a:rPr lang="pt-BR" sz="12300" dirty="0"/>
              <a:t>SÓ VÓS SOIS SANTO, SÓ VÓS O SENHOR, SÓ VÓS O ALTÍSSIMO, JESUS CRISTO, COM O ESPÍRITO SANTO NA GLÓRIA DE DEUS PAI. </a:t>
            </a:r>
          </a:p>
          <a:p>
            <a:pPr algn="just"/>
            <a:r>
              <a:rPr lang="pt-BR" sz="12300" dirty="0"/>
              <a:t>AMÉM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 fontScale="92500" lnSpcReduction="20000"/>
          </a:bodyPr>
          <a:lstStyle/>
          <a:p>
            <a:r>
              <a:rPr lang="pt-BR" sz="5400" b="1" dirty="0"/>
              <a:t>OS NOSSOS OLHOS, ESTÃO FITOS NO SENHOR; TENDE PIEDADE, Ó SENHOR, TENDE PIEDADE!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 lnSpcReduction="10000"/>
          </a:bodyPr>
          <a:lstStyle/>
          <a:p>
            <a:r>
              <a:rPr lang="pt-BR" sz="4800" b="1" dirty="0"/>
              <a:t>ALELUIA, ALELUIA, ALELUIA</a:t>
            </a:r>
          </a:p>
          <a:p>
            <a:endParaRPr lang="pt-BR" sz="4800" b="1" dirty="0"/>
          </a:p>
          <a:p>
            <a:r>
              <a:rPr lang="pt-BR" sz="4800" dirty="0"/>
              <a:t>O ESPÍRITO DO SENHOR, SOBRE MIM FEZ A SUA UNÇÃO; ENVIOU-ME AOS EMPOBRECIDOS A FAZER FELIZ PROCLAMAÇÃO.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600" b="1" dirty="0"/>
              <a:t>QUEM ME PROTEGE E ME AMPARA É MEU DEUS</a:t>
            </a:r>
          </a:p>
          <a:p>
            <a:pPr algn="l"/>
            <a:r>
              <a:rPr lang="pt-BR" sz="6600" b="1" dirty="0"/>
              <a:t>É O SENHOR  QUEM SUSTENTA A MINHA VIDA</a:t>
            </a:r>
          </a:p>
          <a:p>
            <a:pPr algn="l"/>
            <a:r>
              <a:rPr lang="pt-BR" sz="6600" dirty="0"/>
              <a:t>POR VOSSO NOME SALVAI-ME, SENHOR</a:t>
            </a:r>
          </a:p>
          <a:p>
            <a:pPr algn="l"/>
            <a:r>
              <a:rPr lang="pt-BR" sz="6600" dirty="0"/>
              <a:t>E DAI-ME A VOSSA JUSTIÇA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6600" b="1" dirty="0"/>
              <a:t>QUEM ME PROTEGE E ME AMPARA É MEU DEUS</a:t>
            </a:r>
          </a:p>
          <a:p>
            <a:pPr algn="l"/>
            <a:r>
              <a:rPr lang="pt-BR" sz="6600" b="1" dirty="0"/>
              <a:t>É O SENHOR  QUEM SUSTENTA A MINHA VIDA</a:t>
            </a:r>
          </a:p>
          <a:p>
            <a:pPr algn="l"/>
            <a:r>
              <a:rPr lang="pt-BR" sz="6600" dirty="0"/>
              <a:t>Ó MEU DEUS, ATENDEI A MINHA PRECE</a:t>
            </a:r>
          </a:p>
          <a:p>
            <a:pPr algn="l"/>
            <a:r>
              <a:rPr lang="pt-BR" sz="6600" dirty="0"/>
              <a:t>ESCUTAI AS PALAVRAS QUE EU DIGO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759429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b="1" dirty="0"/>
              <a:t>QUEM ME PROTEGE E ME AMPARA É MEU DEUS</a:t>
            </a:r>
          </a:p>
          <a:p>
            <a:pPr algn="l"/>
            <a:r>
              <a:rPr lang="pt-BR" sz="6600" b="1" dirty="0"/>
              <a:t>É O SENHOR  QUEM SUSTENTA A MINHA VIDA</a:t>
            </a:r>
          </a:p>
          <a:p>
            <a:pPr algn="l"/>
            <a:r>
              <a:rPr lang="pt-BR" sz="6600" dirty="0"/>
              <a:t>QUERO OFERTAR-VOS O MEU SACRIFÍCIO</a:t>
            </a:r>
          </a:p>
          <a:p>
            <a:pPr algn="l"/>
            <a:r>
              <a:rPr lang="pt-BR" sz="6600" dirty="0"/>
              <a:t>DE CORAÇÃO E COM MUITA ALEGRIA;</a:t>
            </a:r>
          </a:p>
        </p:txBody>
      </p:sp>
    </p:spTree>
    <p:extLst>
      <p:ext uri="{BB962C8B-B14F-4D97-AF65-F5344CB8AC3E}">
        <p14:creationId xmlns:p14="http://schemas.microsoft.com/office/powerpoint/2010/main" val="8596124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b="1" dirty="0"/>
              <a:t>QUEM ME PROTEGE E ME AMPARA É MEU DEUS</a:t>
            </a:r>
          </a:p>
          <a:p>
            <a:pPr algn="l"/>
            <a:r>
              <a:rPr lang="pt-BR" sz="6600" b="1" dirty="0"/>
              <a:t>É O SENHOR  QUEM SUSTENTA A MINHA VIDA</a:t>
            </a:r>
          </a:p>
          <a:p>
            <a:pPr algn="l"/>
            <a:r>
              <a:rPr lang="pt-BR" sz="6600" dirty="0"/>
              <a:t>QUERO OFERTAR-VOS O MEU SACRIFÍCIO</a:t>
            </a:r>
          </a:p>
          <a:p>
            <a:pPr algn="l"/>
            <a:r>
              <a:rPr lang="pt-BR" sz="6600" dirty="0"/>
              <a:t>DE CORAÇÃO E COM MUITA ALEGRIA;</a:t>
            </a:r>
          </a:p>
        </p:txBody>
      </p:sp>
    </p:spTree>
    <p:extLst>
      <p:ext uri="{BB962C8B-B14F-4D97-AF65-F5344CB8AC3E}">
        <p14:creationId xmlns:p14="http://schemas.microsoft.com/office/powerpoint/2010/main" val="31469356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6600" b="1" dirty="0"/>
              <a:t>QUEM ME PROTEGE E ME AMPARA É MEU DEUS</a:t>
            </a:r>
          </a:p>
          <a:p>
            <a:pPr algn="l"/>
            <a:r>
              <a:rPr lang="pt-BR" sz="6600" b="1" dirty="0"/>
              <a:t>É O SENHOR  QUEM SUSTENTA A MINHA VIDA</a:t>
            </a:r>
          </a:p>
          <a:p>
            <a:pPr algn="l"/>
            <a:r>
              <a:rPr lang="pt-BR" sz="6600" dirty="0"/>
              <a:t>QUERO LOUVAR, Ó SENHOR, VOSSO NOME,</a:t>
            </a:r>
          </a:p>
          <a:p>
            <a:pPr algn="l"/>
            <a:r>
              <a:rPr lang="pt-BR" sz="6600" dirty="0"/>
              <a:t>QUERO CANTAR VOSSO NOME QUE É BOM!</a:t>
            </a:r>
          </a:p>
        </p:txBody>
      </p:sp>
    </p:spTree>
    <p:extLst>
      <p:ext uri="{BB962C8B-B14F-4D97-AF65-F5344CB8AC3E}">
        <p14:creationId xmlns:p14="http://schemas.microsoft.com/office/powerpoint/2010/main" val="9458996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b="1" dirty="0"/>
              <a:t>SANTO, SANTO, SANTO</a:t>
            </a:r>
          </a:p>
          <a:p>
            <a:pPr algn="just"/>
            <a:r>
              <a:rPr lang="pt-BR" sz="5400" dirty="0"/>
              <a:t>SENHOR DEUS DO UNIVERSO</a:t>
            </a:r>
          </a:p>
          <a:p>
            <a:pPr algn="just"/>
            <a:r>
              <a:rPr lang="pt-BR" sz="5400" dirty="0"/>
              <a:t>O CÉU E A TERRA PROCLAMAM</a:t>
            </a:r>
          </a:p>
          <a:p>
            <a:pPr algn="just"/>
            <a:r>
              <a:rPr lang="pt-BR" sz="5400" dirty="0"/>
              <a:t>A VOSSA GLÓRIA</a:t>
            </a:r>
          </a:p>
          <a:p>
            <a:pPr algn="just"/>
            <a:r>
              <a:rPr lang="pt-BR" sz="5400" b="1" dirty="0"/>
              <a:t>HOSANA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5400" dirty="0"/>
              <a:t>BENDITO O QUE VEM</a:t>
            </a:r>
          </a:p>
          <a:p>
            <a:pPr algn="just"/>
            <a:r>
              <a:rPr lang="pt-BR" sz="5400" dirty="0"/>
              <a:t>EM NOME DO SENHOR</a:t>
            </a:r>
          </a:p>
          <a:p>
            <a:pPr algn="just"/>
            <a:r>
              <a:rPr lang="pt-BR" sz="5400" b="1" dirty="0"/>
              <a:t>HOSANA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dirty="0"/>
              <a:t>BUSCAI EM PRIMEIRO LUGAR </a:t>
            </a:r>
          </a:p>
          <a:p>
            <a:pPr algn="l"/>
            <a:r>
              <a:rPr lang="pt-BR" sz="6600" b="1" dirty="0"/>
              <a:t>O REINO DE DEUS E A SUA JUSTIÇA</a:t>
            </a:r>
          </a:p>
          <a:p>
            <a:pPr algn="l"/>
            <a:r>
              <a:rPr lang="pt-BR" sz="6600" b="1" dirty="0"/>
              <a:t>E TODAS ESTAS COISAS VOS SERÃO DADAS POR ACRÉSCIMO,</a:t>
            </a:r>
          </a:p>
          <a:p>
            <a:pPr algn="l"/>
            <a:r>
              <a:rPr lang="pt-BR" sz="6600" b="1" dirty="0"/>
              <a:t>ALELUIA</a:t>
            </a:r>
            <a:endParaRPr lang="pt-BR" sz="5400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047997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NÃO TE IRRITES COM AS OBRAS DOS MALVADOS, NEM INVEJES AS PESSOAS DESONESTAS.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486099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dirty="0"/>
              <a:t>BUSCAI EM PRIMEIRO LUGAR </a:t>
            </a:r>
          </a:p>
          <a:p>
            <a:pPr algn="l"/>
            <a:r>
              <a:rPr lang="pt-BR" sz="6600" b="1" dirty="0"/>
              <a:t>O REINO DE DEUS E A SUA JUSTIÇA</a:t>
            </a:r>
          </a:p>
          <a:p>
            <a:pPr algn="l"/>
            <a:r>
              <a:rPr lang="pt-BR" sz="6600" b="1" dirty="0"/>
              <a:t>E TODAS ESTAS COISAS VOS SERÃO DADAS POR ACRÉSCIMO,</a:t>
            </a:r>
          </a:p>
          <a:p>
            <a:pPr algn="l"/>
            <a:r>
              <a:rPr lang="pt-BR" sz="6600" b="1" dirty="0"/>
              <a:t>ALELUIA</a:t>
            </a:r>
            <a:endParaRPr lang="pt-BR" sz="5400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3281891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CONFIA NO SENHOR E FAZE O BEM, E SOBRE A TERRA HABITARÁS EM SEGURANÇA.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0378108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dirty="0"/>
              <a:t>BUSCAI EM PRIMEIRO LUGAR </a:t>
            </a:r>
          </a:p>
          <a:p>
            <a:pPr algn="l"/>
            <a:r>
              <a:rPr lang="pt-BR" sz="6600" b="1" dirty="0"/>
              <a:t>O REINO DE DEUS E A SUA JUSTIÇA</a:t>
            </a:r>
          </a:p>
          <a:p>
            <a:pPr algn="l"/>
            <a:r>
              <a:rPr lang="pt-BR" sz="6600" b="1" dirty="0"/>
              <a:t>E TODAS ESTAS COISAS VOS SERÃO DADAS POR ACRÉSCIMO,</a:t>
            </a:r>
          </a:p>
          <a:p>
            <a:pPr algn="l"/>
            <a:r>
              <a:rPr lang="pt-BR" sz="6600" b="1" dirty="0"/>
              <a:t>ALELUIA</a:t>
            </a:r>
            <a:endParaRPr lang="pt-BR" sz="5400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3868693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COLOCA NO SENHOR TUA ALEGRIA, E ELE DARÁ O QUE PEDIR TEU CORAÇÃO.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70412637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dirty="0"/>
              <a:t>BUSCAI EM PRIMEIRO LUGAR </a:t>
            </a:r>
          </a:p>
          <a:p>
            <a:pPr algn="l"/>
            <a:r>
              <a:rPr lang="pt-BR" sz="6600" b="1" dirty="0"/>
              <a:t>O REINO DE DEUS E A SUA JUSTIÇA</a:t>
            </a:r>
          </a:p>
          <a:p>
            <a:pPr algn="l"/>
            <a:r>
              <a:rPr lang="pt-BR" sz="6600" b="1" dirty="0"/>
              <a:t>E TODAS ESTAS COISAS VOS SERÃO DADAS POR ACRÉSCIMO,</a:t>
            </a:r>
          </a:p>
          <a:p>
            <a:pPr algn="l"/>
            <a:r>
              <a:rPr lang="pt-BR" sz="6600" b="1" dirty="0"/>
              <a:t>ALELUIA</a:t>
            </a:r>
            <a:endParaRPr lang="pt-BR" sz="5400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9599429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DEIXA AOS CUIDADOS DO SENHOR O TEU DESTINO; CONFIA NELE, E COM CERTEZA ELE AGIRÁ.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4004001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dirty="0"/>
              <a:t>BUSCAI EM PRIMEIRO LUGAR </a:t>
            </a:r>
          </a:p>
          <a:p>
            <a:pPr algn="l"/>
            <a:r>
              <a:rPr lang="pt-BR" sz="6600" b="1" dirty="0"/>
              <a:t>O REINO DE DEUS E A SUA JUSTIÇA</a:t>
            </a:r>
          </a:p>
          <a:p>
            <a:pPr algn="l"/>
            <a:r>
              <a:rPr lang="pt-BR" sz="6600" b="1" dirty="0"/>
              <a:t>E TODAS ESTAS COISAS VOS SERÃO DADAS POR ACRÉSCIMO,</a:t>
            </a:r>
          </a:p>
          <a:p>
            <a:pPr algn="l"/>
            <a:r>
              <a:rPr lang="pt-BR" sz="6600" b="1" dirty="0"/>
              <a:t>ALELUIA</a:t>
            </a:r>
            <a:endParaRPr lang="pt-BR" sz="5400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4483065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FARÁ BRILHAR TUA INOCÊNCIA COMO A LUZ, E O TEU DIREITO, COMO O SOL DO MEIO DIA.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5465585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dirty="0"/>
              <a:t>BUSCAI EM PRIMEIRO LUGAR </a:t>
            </a:r>
          </a:p>
          <a:p>
            <a:pPr algn="l"/>
            <a:r>
              <a:rPr lang="pt-BR" sz="6600" b="1" dirty="0"/>
              <a:t>O REINO DE DEUS E A SUA JUSTIÇA</a:t>
            </a:r>
          </a:p>
          <a:p>
            <a:pPr algn="l"/>
            <a:r>
              <a:rPr lang="pt-BR" sz="6600" b="1" dirty="0"/>
              <a:t>E TODAS ESTAS COISAS VOS SERÃO DADAS POR ACRÉSCIMO,</a:t>
            </a:r>
          </a:p>
          <a:p>
            <a:pPr algn="l"/>
            <a:r>
              <a:rPr lang="pt-BR" sz="6600" b="1" dirty="0"/>
              <a:t>ALELUIA</a:t>
            </a:r>
            <a:endParaRPr lang="pt-BR" sz="5400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404213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dirty="0"/>
              <a:t>OS POUCOS BENS DO HOMEM JUSTO VALEM MAIS</a:t>
            </a:r>
          </a:p>
          <a:p>
            <a:pPr algn="l"/>
            <a:r>
              <a:rPr lang="pt-BR" sz="8000" dirty="0"/>
              <a:t>DO QUE A FORTUNA FABULOSA DOS INÍQUOS.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5168328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dirty="0"/>
              <a:t>BUSCAI EM PRIMEIRO LUGAR </a:t>
            </a:r>
          </a:p>
          <a:p>
            <a:pPr algn="l"/>
            <a:r>
              <a:rPr lang="pt-BR" sz="6600" b="1" dirty="0"/>
              <a:t>O REINO DE DEUS E A SUA JUSTIÇA</a:t>
            </a:r>
          </a:p>
          <a:p>
            <a:pPr algn="l"/>
            <a:r>
              <a:rPr lang="pt-BR" sz="6600" b="1" dirty="0"/>
              <a:t>E TODAS ESTAS COISAS VOS SERÃO DADAS POR ACRÉSCIMO,</a:t>
            </a:r>
          </a:p>
          <a:p>
            <a:pPr algn="l"/>
            <a:r>
              <a:rPr lang="pt-BR" sz="6600" b="1" dirty="0"/>
              <a:t>ALELUIA</a:t>
            </a:r>
            <a:endParaRPr lang="pt-BR" sz="5400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6729513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dirty="0"/>
              <a:t>O SENHOR CUIDA DA VIDA DOS HONESTOS,</a:t>
            </a:r>
          </a:p>
          <a:p>
            <a:pPr algn="l"/>
            <a:r>
              <a:rPr lang="pt-BR" sz="8000" dirty="0"/>
              <a:t>E SUA HERANÇA PERMANECE ETERNAMENTE.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8729680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dirty="0"/>
              <a:t>BUSCAI EM PRIMEIRO LUGAR </a:t>
            </a:r>
          </a:p>
          <a:p>
            <a:pPr algn="l"/>
            <a:r>
              <a:rPr lang="pt-BR" sz="6600" b="1" dirty="0"/>
              <a:t>O REINO DE DEUS E A SUA JUSTIÇA</a:t>
            </a:r>
          </a:p>
          <a:p>
            <a:pPr algn="l"/>
            <a:r>
              <a:rPr lang="pt-BR" sz="6600" b="1" dirty="0"/>
              <a:t>E TODAS ESTAS COISAS VOS SERÃO DADAS POR ACRÉSCIMO,</a:t>
            </a:r>
          </a:p>
          <a:p>
            <a:pPr algn="l"/>
            <a:r>
              <a:rPr lang="pt-BR" sz="6600" b="1" dirty="0"/>
              <a:t>ALELUIA</a:t>
            </a:r>
            <a:endParaRPr lang="pt-BR" sz="5400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0344782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dirty="0"/>
              <a:t>É O SENHOR QUEM FIRMA OS PASSOS DOS MORTAIS</a:t>
            </a:r>
          </a:p>
          <a:p>
            <a:pPr algn="l"/>
            <a:r>
              <a:rPr lang="pt-BR" sz="8000" dirty="0"/>
              <a:t>E DIRIGE O CAMINHAR DOS QUE LHE AGRADAM.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0959888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dirty="0"/>
              <a:t>BUSCAI EM PRIMEIRO LUGAR </a:t>
            </a:r>
          </a:p>
          <a:p>
            <a:pPr algn="l"/>
            <a:r>
              <a:rPr lang="pt-BR" sz="6600" b="1" dirty="0"/>
              <a:t>O REINO DE DEUS E A SUA JUSTIÇA</a:t>
            </a:r>
          </a:p>
          <a:p>
            <a:pPr algn="l"/>
            <a:r>
              <a:rPr lang="pt-BR" sz="6600" b="1" dirty="0"/>
              <a:t>E TODAS ESTAS COISAS VOS SERÃO DADAS POR ACRÉSCIMO,</a:t>
            </a:r>
          </a:p>
          <a:p>
            <a:pPr algn="l"/>
            <a:r>
              <a:rPr lang="pt-BR" sz="6600" b="1" dirty="0"/>
              <a:t>ALELUIA</a:t>
            </a:r>
            <a:endParaRPr lang="pt-BR" sz="5400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928535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dirty="0"/>
              <a:t>MESMO SE CAEM, NÃO IRÃO FICAR PROSTRADOS,</a:t>
            </a:r>
          </a:p>
          <a:p>
            <a:pPr algn="l"/>
            <a:r>
              <a:rPr lang="pt-BR" sz="8000" dirty="0"/>
              <a:t>POIS É O SENHOR QUEM OS SUSTENTA PELA MÃO.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87082232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dirty="0"/>
              <a:t>BUSCAI EM PRIMEIRO LUGAR </a:t>
            </a:r>
          </a:p>
          <a:p>
            <a:pPr algn="l"/>
            <a:r>
              <a:rPr lang="pt-BR" sz="6600" b="1" dirty="0"/>
              <a:t>O REINO DE DEUS E A SUA JUSTIÇA</a:t>
            </a:r>
          </a:p>
          <a:p>
            <a:pPr algn="l"/>
            <a:r>
              <a:rPr lang="pt-BR" sz="6600" b="1" dirty="0"/>
              <a:t>E TODAS ESTAS COISAS VOS SERÃO DADAS POR ACRÉSCIMO,</a:t>
            </a:r>
          </a:p>
          <a:p>
            <a:pPr algn="l"/>
            <a:r>
              <a:rPr lang="pt-BR" sz="6600" b="1" dirty="0"/>
              <a:t>ALELUIA</a:t>
            </a:r>
            <a:endParaRPr lang="pt-BR" sz="5400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92778973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dirty="0"/>
              <a:t>NUNCA VI UM HOMEM JUSTO ABANDONADO,</a:t>
            </a:r>
          </a:p>
          <a:p>
            <a:pPr algn="l"/>
            <a:r>
              <a:rPr lang="pt-BR" sz="8000" dirty="0"/>
              <a:t>NEM SEUS FILHOS MENDIGANDO O PRÓPRIO PÃO.</a:t>
            </a:r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5549669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0851573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dirty="0"/>
              <a:t>BUSCAI EM PRIMEIRO LUGAR </a:t>
            </a:r>
          </a:p>
          <a:p>
            <a:pPr algn="l"/>
            <a:r>
              <a:rPr lang="pt-BR" sz="6600" b="1" dirty="0"/>
              <a:t>O REINO DE DEUS E A SUA JUSTIÇA</a:t>
            </a:r>
          </a:p>
          <a:p>
            <a:pPr algn="l"/>
            <a:r>
              <a:rPr lang="pt-BR" sz="6600" b="1" dirty="0"/>
              <a:t>E TODAS ESTAS COISAS VOS SERÃO DADAS POR ACRÉSCIMO,</a:t>
            </a:r>
          </a:p>
          <a:p>
            <a:pPr algn="l"/>
            <a:r>
              <a:rPr lang="pt-BR" sz="6600" b="1" dirty="0"/>
              <a:t>ALELUIA</a:t>
            </a:r>
            <a:endParaRPr lang="pt-BR" sz="5400" dirty="0"/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18948294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406085" cy="6338125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21600" b="1" dirty="0"/>
              <a:t>ALMA DE CRISTO, SANTIFICAI-ME</a:t>
            </a:r>
          </a:p>
          <a:p>
            <a:pPr algn="l"/>
            <a:r>
              <a:rPr lang="pt-BR" sz="21600" b="1" dirty="0"/>
              <a:t>CORPO DE CRISTO, SALVAI-ME</a:t>
            </a:r>
          </a:p>
          <a:p>
            <a:pPr algn="l"/>
            <a:r>
              <a:rPr lang="pt-BR" sz="21600" b="1" dirty="0"/>
              <a:t>SANGUE DE CRISTO, INEBRIAI-ME</a:t>
            </a:r>
          </a:p>
          <a:p>
            <a:pPr algn="l"/>
            <a:r>
              <a:rPr lang="pt-BR" sz="21600" b="1" dirty="0"/>
              <a:t>ÁGUA DO LADO DE CRISTO, LAVAI-ME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70329681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406085" cy="6338125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000" b="1" dirty="0"/>
              <a:t>PAIXÃO DE CRISTO, CONFORTAI-ME</a:t>
            </a:r>
          </a:p>
          <a:p>
            <a:pPr algn="l"/>
            <a:r>
              <a:rPr lang="pt-BR" sz="8000" b="1" dirty="0"/>
              <a:t>Ó BOM JESUS, OUVI-ME</a:t>
            </a:r>
          </a:p>
          <a:p>
            <a:pPr algn="l"/>
            <a:r>
              <a:rPr lang="pt-BR" sz="8000" b="1" dirty="0"/>
              <a:t>DENTRO DE VOSSAS CHAGAS, ESCONDEI-ME, ESCONDEI-ME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273265377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381988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1163782"/>
            <a:ext cx="11406085" cy="5861131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21600" b="1" dirty="0"/>
              <a:t>NÃO PERMITAIS QUE EU ME SEPARE DE VÓS</a:t>
            </a:r>
          </a:p>
          <a:p>
            <a:pPr algn="l"/>
            <a:r>
              <a:rPr lang="pt-BR" sz="21600" b="1" dirty="0"/>
              <a:t>DO ESPÍRITO MALIGNO DEFENDEI-ME</a:t>
            </a:r>
          </a:p>
          <a:p>
            <a:pPr algn="l"/>
            <a:r>
              <a:rPr lang="pt-BR" sz="21600" b="1" dirty="0"/>
              <a:t>NA HORA DA MORTE</a:t>
            </a:r>
          </a:p>
          <a:p>
            <a:pPr algn="l"/>
            <a:r>
              <a:rPr lang="pt-BR" sz="21600" b="1" dirty="0"/>
              <a:t>CHAMAI-ME, CHAMAI-ME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11476111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381988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1163782"/>
            <a:ext cx="11406085" cy="5861131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21600" b="1" dirty="0"/>
              <a:t>E MANDAI-ME IR PARA VÓS</a:t>
            </a:r>
          </a:p>
          <a:p>
            <a:pPr algn="l"/>
            <a:r>
              <a:rPr lang="pt-BR" sz="21600" b="1" dirty="0"/>
              <a:t>PARA QUE COM VOSSOS SANTOS VOS LOUVE</a:t>
            </a:r>
          </a:p>
          <a:p>
            <a:pPr algn="l"/>
            <a:r>
              <a:rPr lang="pt-BR" sz="21600" b="1" dirty="0"/>
              <a:t>POR TODOS OS SÉCULOS DOS SÉCULOS, AMÉM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24371867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234626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406085" cy="6338125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dirty="0"/>
              <a:t>MARIA DE NAZARÉ,</a:t>
            </a:r>
          </a:p>
          <a:p>
            <a:pPr algn="l"/>
            <a:r>
              <a:rPr lang="pt-BR" sz="21600" dirty="0"/>
              <a:t>MARIA ME CATIVOU</a:t>
            </a:r>
          </a:p>
          <a:p>
            <a:pPr algn="l"/>
            <a:r>
              <a:rPr lang="pt-BR" sz="21600" dirty="0"/>
              <a:t>FEZ MAIS FORTE A MINHA FÉ</a:t>
            </a:r>
          </a:p>
          <a:p>
            <a:pPr algn="l"/>
            <a:r>
              <a:rPr lang="pt-BR" sz="21600" dirty="0"/>
              <a:t>E POR FILHO ME ADOTOU</a:t>
            </a:r>
          </a:p>
          <a:p>
            <a:pPr algn="l"/>
            <a:r>
              <a:rPr lang="pt-BR" sz="21600" dirty="0"/>
              <a:t>AS VEZES EU PARO E FICO A PENSAR</a:t>
            </a:r>
          </a:p>
          <a:p>
            <a:pPr algn="l"/>
            <a:r>
              <a:rPr lang="pt-BR" sz="21600" dirty="0"/>
              <a:t>E SEM PERCEBER, ME VEJO A REZAR</a:t>
            </a:r>
          </a:p>
          <a:p>
            <a:pPr algn="l"/>
            <a:r>
              <a:rPr lang="pt-BR" sz="21600" dirty="0"/>
              <a:t>E MEU CORAÇÃO SE PÕE A CANTAR</a:t>
            </a:r>
          </a:p>
          <a:p>
            <a:pPr algn="l"/>
            <a:r>
              <a:rPr lang="pt-BR" sz="21600" dirty="0"/>
              <a:t>PRA VIRGEM DE NAZARÉ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6" y="235526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6" y="920895"/>
            <a:ext cx="10910456" cy="5424487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dirty="0"/>
              <a:t>MENINA QUE DEUS AMOU E ESCOLHEU</a:t>
            </a:r>
          </a:p>
          <a:p>
            <a:pPr algn="l"/>
            <a:r>
              <a:rPr lang="pt-BR" sz="21600" dirty="0"/>
              <a:t>PRA MÃE DE JESUS, O FILHO DE DEUS</a:t>
            </a:r>
          </a:p>
          <a:p>
            <a:pPr algn="l"/>
            <a:r>
              <a:rPr lang="pt-BR" sz="21600" dirty="0"/>
              <a:t>MARIA QUE O POVO INTEIRO ELEGEU</a:t>
            </a:r>
          </a:p>
          <a:p>
            <a:pPr algn="l"/>
            <a:r>
              <a:rPr lang="pt-BR" sz="21600" dirty="0"/>
              <a:t>SENHORA E MÃE DO CÉU</a:t>
            </a:r>
          </a:p>
          <a:p>
            <a:pPr algn="l"/>
            <a:endParaRPr lang="pt-BR" sz="21600" dirty="0"/>
          </a:p>
          <a:p>
            <a:pPr algn="l"/>
            <a:r>
              <a:rPr lang="pt-BR" sz="21600" b="1" dirty="0"/>
              <a:t>AVE MARIA, AVE MARIA, AVE MARIA.</a:t>
            </a:r>
          </a:p>
          <a:p>
            <a:pPr algn="l"/>
            <a:r>
              <a:rPr lang="pt-BR" sz="21600" b="1" dirty="0"/>
              <a:t>MÃE DE JESUS.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856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856" y="686788"/>
            <a:ext cx="11406085" cy="6338125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dirty="0"/>
              <a:t>MARIA DE NAZARÉ,</a:t>
            </a:r>
          </a:p>
          <a:p>
            <a:pPr algn="l"/>
            <a:r>
              <a:rPr lang="pt-BR" sz="21600" dirty="0"/>
              <a:t>MARIA ME CATIVOU</a:t>
            </a:r>
          </a:p>
          <a:p>
            <a:pPr algn="l"/>
            <a:r>
              <a:rPr lang="pt-BR" sz="21600" dirty="0"/>
              <a:t>FEZ MAIS FORTE A MINHA FÉ</a:t>
            </a:r>
          </a:p>
          <a:p>
            <a:pPr algn="l"/>
            <a:r>
              <a:rPr lang="pt-BR" sz="21600" dirty="0"/>
              <a:t>E POR FILHO ME ADOTOU</a:t>
            </a:r>
          </a:p>
          <a:p>
            <a:pPr algn="l"/>
            <a:r>
              <a:rPr lang="pt-BR" sz="21600" dirty="0"/>
              <a:t>AS VEZES EU PARO E FICO A PENSAR</a:t>
            </a:r>
          </a:p>
          <a:p>
            <a:pPr algn="l"/>
            <a:r>
              <a:rPr lang="pt-BR" sz="21600" dirty="0"/>
              <a:t>E SEM PERCEBER, ME VEJO A REZAR</a:t>
            </a:r>
          </a:p>
          <a:p>
            <a:pPr algn="l"/>
            <a:r>
              <a:rPr lang="pt-BR" sz="21600" dirty="0"/>
              <a:t>E MEU CORAÇÃO SE PÕE A CANTAR</a:t>
            </a:r>
          </a:p>
          <a:p>
            <a:pPr algn="l"/>
            <a:r>
              <a:rPr lang="pt-BR" sz="21600" dirty="0"/>
              <a:t>PRA VIRGEM DE NAZARÉ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2162089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8187</TotalTime>
  <Words>1287</Words>
  <Application>Microsoft Office PowerPoint</Application>
  <PresentationFormat>Widescreen</PresentationFormat>
  <Paragraphs>263</Paragraphs>
  <Slides>65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65</vt:i4>
      </vt:variant>
    </vt:vector>
  </HeadingPairs>
  <TitlesOfParts>
    <vt:vector size="71" baseType="lpstr">
      <vt:lpstr>-apple-system</vt:lpstr>
      <vt:lpstr>Arial</vt:lpstr>
      <vt:lpstr>Calibri</vt:lpstr>
      <vt:lpstr>Calibri Light</vt:lpstr>
      <vt:lpstr>Times New Roman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18</cp:revision>
  <dcterms:created xsi:type="dcterms:W3CDTF">2023-05-06T17:01:55Z</dcterms:created>
  <dcterms:modified xsi:type="dcterms:W3CDTF">2024-07-07T18:59:04Z</dcterms:modified>
</cp:coreProperties>
</file>