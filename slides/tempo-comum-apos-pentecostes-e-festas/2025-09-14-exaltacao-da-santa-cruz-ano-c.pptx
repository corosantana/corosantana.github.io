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39" r:id="rId3"/>
    <p:sldId id="525" r:id="rId4"/>
    <p:sldId id="539" r:id="rId5"/>
    <p:sldId id="540" r:id="rId6"/>
    <p:sldId id="541" r:id="rId7"/>
    <p:sldId id="542" r:id="rId8"/>
    <p:sldId id="543" r:id="rId9"/>
    <p:sldId id="258" r:id="rId10"/>
    <p:sldId id="410" r:id="rId11"/>
    <p:sldId id="527" r:id="rId12"/>
    <p:sldId id="528" r:id="rId13"/>
    <p:sldId id="260" r:id="rId14"/>
    <p:sldId id="544" r:id="rId15"/>
    <p:sldId id="545" r:id="rId16"/>
    <p:sldId id="546" r:id="rId17"/>
    <p:sldId id="547" r:id="rId18"/>
    <p:sldId id="548" r:id="rId19"/>
    <p:sldId id="264" r:id="rId20"/>
    <p:sldId id="265" r:id="rId21"/>
    <p:sldId id="266" r:id="rId22"/>
    <p:sldId id="267" r:id="rId23"/>
    <p:sldId id="271" r:id="rId24"/>
    <p:sldId id="269" r:id="rId25"/>
    <p:sldId id="549" r:id="rId26"/>
    <p:sldId id="550" r:id="rId27"/>
    <p:sldId id="292" r:id="rId28"/>
    <p:sldId id="275" r:id="rId29"/>
    <p:sldId id="363" r:id="rId30"/>
    <p:sldId id="361" r:id="rId31"/>
    <p:sldId id="362" r:id="rId32"/>
    <p:sldId id="551" r:id="rId33"/>
    <p:sldId id="552" r:id="rId34"/>
    <p:sldId id="553" r:id="rId35"/>
    <p:sldId id="554" r:id="rId36"/>
    <p:sldId id="404" r:id="rId37"/>
    <p:sldId id="477" r:id="rId38"/>
    <p:sldId id="479" r:id="rId39"/>
    <p:sldId id="480" r:id="rId40"/>
    <p:sldId id="481" r:id="rId41"/>
    <p:sldId id="429" r:id="rId42"/>
    <p:sldId id="337" r:id="rId43"/>
    <p:sldId id="555" r:id="rId44"/>
    <p:sldId id="556" r:id="rId4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88D0B34-843A-0A52-108A-143B7D45C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1999" cy="685649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11491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187459" y="4054751"/>
            <a:ext cx="1020303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FESTA DA EXALTAÇÃO DA SANTA CRUZ</a:t>
            </a:r>
          </a:p>
        </p:txBody>
      </p:sp>
      <p:sp>
        <p:nvSpPr>
          <p:cNvPr id="6" name="Seta: Pentágono 5">
            <a:extLst>
              <a:ext uri="{FF2B5EF4-FFF2-40B4-BE49-F238E27FC236}">
                <a16:creationId xmlns:a16="http://schemas.microsoft.com/office/drawing/2014/main" id="{51C0EB5A-D46F-9D07-DC2F-7640A0D52AAD}"/>
              </a:ext>
            </a:extLst>
          </p:cNvPr>
          <p:cNvSpPr/>
          <p:nvPr/>
        </p:nvSpPr>
        <p:spPr>
          <a:xfrm rot="5400000">
            <a:off x="10251441" y="568959"/>
            <a:ext cx="1817512" cy="679591"/>
          </a:xfrm>
          <a:prstGeom prst="homePlat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QUANTO A NÓS DEVEMOS GLORIAR-NOS NA CRUZ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DE NOSSO SENHOR JESUS CRISTO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QUE É NOSSA SALVAÇÃO, NOSSA VIDA,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NOSSA ESPERANÇA DE RESSUREIÇÃO,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PELO QUAL FOMOS SALVOS E LIBERTOS.</a:t>
            </a: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53541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04F2C-C1FE-9FDA-3B54-2C656F51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74761-9D08-3941-80DB-EFE27263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D5F3BE-E854-D6C2-2BAF-B454F6118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053748" cy="5749636"/>
          </a:xfrm>
        </p:spPr>
        <p:txBody>
          <a:bodyPr>
            <a:normAutofit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1. QUE DEUS NOS DÊ A SUA GRAÇA E SUA BÊNÇÃO,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SUA FACE RESPLANDEÇA SOBRE NÓS!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98743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E1559-A693-E20E-634C-58BD106EB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39EA7-82E9-4BCA-5D10-E364C859D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9435C0-6A36-95AC-6C40-20F04C1136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QUANTO A NÓS DEVEMOS GLORIAR-NOS NA CRUZ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DE NOSSO SENHOR JESUS CRISTO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QUE É NOSSA SALVAÇÃO, NOSSA VIDA,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NOSSA ESPERANÇA DE RESSUREIÇÃO,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PELO QUAL FOMOS SALVOS E LIBERTOS.</a:t>
            </a: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043346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F0F18-C5DA-60B3-5843-A970374CA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1A776-FE44-76C7-921E-13CBC5C1A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E4943D-CC8B-64CA-5ED3-AE23DC12B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053748" cy="5749636"/>
          </a:xfrm>
        </p:spPr>
        <p:txBody>
          <a:bodyPr>
            <a:normAutofit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QUE NA TERRA SE CONHEÇA O SEU CAMINHO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A SUA SALVAÇÃO POR ENTRE OS POVOS,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POR ENTRE OS POVOS.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968874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9B966-DB3E-B505-653B-DEBE57DF9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F16BBA-9AE8-2616-4F9D-593FCDDA7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764719-0B00-70AF-44EA-454361F28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QUANTO A NÓS DEVEMOS GLORIAR-NOS NA CRUZ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DE NOSSO SENHOR JESUS CRISTO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QUE É NOSSA SALVAÇÃO, NOSSA VIDA,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NOSSA ESPERANÇA DE RESSUREIÇÃO,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PELO QUAL FOMOS SALVOS E LIBERTOS.</a:t>
            </a: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751821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C93D2-D09E-32E6-9355-8E393F29D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CC6DB-F1CE-82CF-A00C-6E4F6B70E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0297A5-DC85-90C6-DFBF-21F9745D1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053748" cy="5749636"/>
          </a:xfrm>
        </p:spPr>
        <p:txBody>
          <a:bodyPr>
            <a:normAutofit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OS POVOS GOVERNAIS COM RETIDÃO,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GUIAIS, EM TODA A TERRA, AS NAÇÕES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156842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4C0B-6828-5990-6563-0415A9EFF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54544-F8AF-E723-8ADB-801C87571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20B5E6-9607-BC4E-E12F-B0FE253BE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QUANTO A NÓS DEVEMOS GLORIAR-NOS NA CRUZ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DE NOSSO SENHOR JESUS CRISTO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QUE É NOSSA SALVAÇÃO, NOSSA VIDA,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NOSSA ESPERANÇA DE RESSUREIÇÃO,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PELO QUAL FOMOS SALVOS E LIBERTOS.</a:t>
            </a: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671588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QUE VIESTES SALVAR OS CORAÇÕES ARREPENDIDOS, TENDE PIEDADE DE NÓS. 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KYRIE ELEISON (2X)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7651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DA98-0873-CF74-8837-2C9F9DA3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050A9-2093-0588-AA1A-ACF855DF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B56808-4970-9451-8C19-74E453D2E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CRISTO, QUE VIESTES CHAMAR OS PECADORES, TENDE PIEDADE DE NÓS. 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CHRISTE ELEISON (2X)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98100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E726-0F1A-52B9-5D68-98A43FB6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2799A-E3E3-59F2-A9A8-A7D131C21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7ACE30-2CFF-8FAB-AF06-A74BB7D24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QUE INTERCEDEIS P NÓS JUNTO DO PAI, TENDE PIEDADE DE NÓS.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KYRIE ELEISON (2X)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075381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37772" cy="526524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1600" b="1" dirty="0"/>
              <a:t>GLÓRIA, GLÓRIA, GLÓRIA A DEUS! GLÓRIA A DEUS NAS ALTURAS! (2X)</a:t>
            </a:r>
          </a:p>
          <a:p>
            <a:pPr algn="just"/>
            <a:endParaRPr lang="pt-BR" sz="11200" b="1" dirty="0"/>
          </a:p>
          <a:p>
            <a:pPr algn="just"/>
            <a:r>
              <a:rPr lang="pt-BR" sz="21600" dirty="0"/>
              <a:t>E PAZ NA TERRA AOS HOMENS POR ELE AMADOS.</a:t>
            </a:r>
          </a:p>
          <a:p>
            <a:pPr algn="just"/>
            <a:r>
              <a:rPr lang="pt-BR" sz="21600" dirty="0"/>
              <a:t>SENHOR DEUS, REI DOS CÉUS, DEUS PAI TODO-PODEROSO:</a:t>
            </a:r>
          </a:p>
          <a:p>
            <a:pPr algn="just"/>
            <a:r>
              <a:rPr lang="pt-BR" sz="21600" dirty="0"/>
              <a:t>NÓS VOS LOUVAMOS, NÓS VOS BENDIZEMOS,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1595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ADORAMOS, NÓS VOS GLORIFICAMOS,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3730378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487064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dirty="0"/>
              <a:t>SENHOR JESUS CRISTO, FILHO UNIGÊNITO,</a:t>
            </a:r>
          </a:p>
          <a:p>
            <a:pPr algn="l"/>
            <a:r>
              <a:rPr lang="pt-BR" sz="7200" dirty="0"/>
              <a:t>SENHOR DEUS, CORDEIRO DE DEUS, FILHO DE DEUS PAI.</a:t>
            </a:r>
          </a:p>
          <a:p>
            <a:pPr algn="l"/>
            <a:r>
              <a:rPr lang="pt-BR" sz="7200" dirty="0"/>
              <a:t>VÓS QUE TIRAIS O PECADO DO MUNDO,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1864914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dirty="0"/>
              <a:t>VÓS QUE TIRAIS O PECADO DO MUNDO, ACOLHEI A NOSSA SÚPLICA.</a:t>
            </a:r>
          </a:p>
          <a:p>
            <a:pPr algn="l"/>
            <a:r>
              <a:rPr lang="pt-BR" sz="12600" dirty="0"/>
              <a:t>VÓS QUE ESTAIS À DIREITA DO PAI, TENDE PIEDADE DE NÓS.</a:t>
            </a:r>
          </a:p>
          <a:p>
            <a:pPr algn="l"/>
            <a:endParaRPr lang="pt-BR" sz="12600" dirty="0"/>
          </a:p>
          <a:p>
            <a:pPr algn="l"/>
            <a:r>
              <a:rPr lang="pt-BR" sz="126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3087243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dirty="0"/>
              <a:t>SÓ VÓS SOIS O SANTO, SÓ VÓS O SENHOR,</a:t>
            </a:r>
          </a:p>
          <a:p>
            <a:pPr algn="just"/>
            <a:r>
              <a:rPr lang="pt-BR" sz="5400" dirty="0"/>
              <a:t>SÓ VÓS O ALTÍSSIMO, JESUS CRISTO,</a:t>
            </a:r>
          </a:p>
          <a:p>
            <a:pPr algn="just"/>
            <a:r>
              <a:rPr lang="pt-BR" sz="5400" dirty="0"/>
              <a:t>COM O ESPÍRITO SANTO, NA GLÓRIA DE DEUS PAI.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GLÓRIA, GLÓRIA, GLÓRIA A DEUS! GLÓRIA A DEUS NAS ALTURAS! (2X)</a:t>
            </a:r>
          </a:p>
          <a:p>
            <a:pPr algn="just"/>
            <a:r>
              <a:rPr lang="pt-BR" sz="5400" b="1" dirty="0"/>
              <a:t>AMÉM! AMÉM!</a:t>
            </a:r>
          </a:p>
        </p:txBody>
      </p:sp>
    </p:spTree>
    <p:extLst>
      <p:ext uri="{BB962C8B-B14F-4D97-AF65-F5344CB8AC3E}">
        <p14:creationId xmlns:p14="http://schemas.microsoft.com/office/powerpoint/2010/main" val="2455795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 DAS OBRAS DO SENHOR, Ó MEU POVO, NÃO TE ESQUEÇAS!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 NÓS VOS ADORAMOS, SENHOR JESUS CRISTO, E VOS BENDIZEMOS, PORQUE PELA CRUZ REMISTES O MUNDO!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NOSSA GLÓRIA É A CRUZ, ONDE NOS SALVOU JESUS.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1. NÓS DEVEMOS GLORIAR-NOS </a:t>
            </a:r>
          </a:p>
          <a:p>
            <a:pPr algn="l"/>
            <a:r>
              <a:rPr lang="pt-BR" sz="8800" dirty="0"/>
              <a:t>NESTA CRUZ DE SALVAÇÃO:</a:t>
            </a:r>
          </a:p>
          <a:p>
            <a:pPr algn="l"/>
            <a:r>
              <a:rPr lang="pt-BR" sz="8800" dirty="0"/>
              <a:t>TRAZ-NOS VIDA E LIBERDADE</a:t>
            </a:r>
          </a:p>
          <a:p>
            <a:pPr algn="l"/>
            <a:r>
              <a:rPr lang="pt-BR" sz="8800" dirty="0"/>
              <a:t>E NOS DÁ RESSURREIÇÃO.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60366-9B13-6A99-943E-3D4A97A9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8A42A-7069-9BAD-89C1-8D5F3D3DB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096A73-1047-3ADD-ACCB-E93F033E8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NOSSA GLÓRIA É A CRUZ, ONDE NOS SALVOU JESUS.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2. FOI PRECISO AO SENHOR, </a:t>
            </a:r>
          </a:p>
          <a:p>
            <a:pPr algn="l"/>
            <a:r>
              <a:rPr lang="pt-BR" sz="8800" dirty="0"/>
              <a:t>PARA ENTRAR NA SUA GLÓRIA, </a:t>
            </a:r>
          </a:p>
          <a:p>
            <a:pPr algn="l"/>
            <a:r>
              <a:rPr lang="pt-BR" sz="8800" dirty="0"/>
              <a:t>SER NA CRUZ CRUCIFICADO: </a:t>
            </a:r>
          </a:p>
          <a:p>
            <a:pPr algn="l"/>
            <a:r>
              <a:rPr lang="pt-BR" sz="8800" dirty="0"/>
              <a:t>É O CAMINHO DA VITÓRIA.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548166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9D0E-083F-09F1-FE34-3A2B1DE5D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01CCB-A66F-7BFF-A660-809F5626C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690B62-25F1-C069-B30A-D1211F4C2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NOSSA GLÓRIA É A CRUZ, ONDE NOS SALVOU JESUS.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3. E QUEM QUER VIVER UNIDA </a:t>
            </a:r>
          </a:p>
          <a:p>
            <a:pPr algn="l"/>
            <a:r>
              <a:rPr lang="pt-BR" sz="8800" dirty="0"/>
              <a:t>SUA VIDA À DE JESUS, </a:t>
            </a:r>
          </a:p>
          <a:p>
            <a:pPr algn="l"/>
            <a:r>
              <a:rPr lang="pt-BR" sz="8800" dirty="0"/>
              <a:t>NÃO TERÁ OUTRO CAMINHO: </a:t>
            </a:r>
          </a:p>
          <a:p>
            <a:pPr algn="l"/>
            <a:r>
              <a:rPr lang="pt-BR" sz="8800" dirty="0"/>
              <a:t>"PELA CRUZ SE CHEGA À LUZ!"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00455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SANTO, SANTO, SANTO</a:t>
            </a:r>
          </a:p>
          <a:p>
            <a:pPr algn="just"/>
            <a:r>
              <a:rPr lang="pt-BR" sz="6000" dirty="0"/>
              <a:t>SENHOR DEUS DO UNIVERSO</a:t>
            </a:r>
          </a:p>
          <a:p>
            <a:pPr algn="just"/>
            <a:r>
              <a:rPr lang="pt-BR" sz="6000" dirty="0"/>
              <a:t>O CÉU E A TERRA PROCLAMAM A VOSSA GLÓRIA</a:t>
            </a:r>
          </a:p>
          <a:p>
            <a:pPr algn="just"/>
            <a:r>
              <a:rPr lang="pt-BR" sz="60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</a:t>
            </a:r>
          </a:p>
          <a:p>
            <a:pPr algn="just"/>
            <a:r>
              <a:rPr lang="pt-BR" sz="72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PELO SINAL DA SANTA CRUZ LIVRAI-NOS, DEUS, NOSSO SENHOR, DE NOSSOS INIMIGOS, DE NOSSOS INIMIGOS.</a:t>
            </a:r>
          </a:p>
          <a:p>
            <a:pPr algn="l"/>
            <a:endParaRPr lang="pt-BR" sz="600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sz="6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EU VOS AMO, Ó SENHOR! SOIS MINHA FORÇA, MINHA ROCHA, MEU REFÚGIO E SALVADOR! R.</a:t>
            </a:r>
            <a:endParaRPr lang="pt-BR" sz="19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54FD9-A466-F00C-DC1B-B70452BDF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91486-354F-8042-E3A6-66250ACA5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D4282C-EB2E-0B13-FF75-E618094C4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PELO SINAL DA SANTA CRUZ LIVRAI-NOS, DEUS, NOSSO SENHOR, DE NOSSOS INIMIGOS, DE NOSSOS INIMIGOS.</a:t>
            </a:r>
          </a:p>
          <a:p>
            <a:pPr algn="l"/>
            <a:endParaRPr lang="pt-BR" sz="600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sz="6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Ó MEU DEUS, SOIS O ROCHEDO QUE ME ABRIGA, MINHA FORÇA E PODEROSA SALVAÇÃO. R.</a:t>
            </a:r>
            <a:endParaRPr lang="pt-BR" sz="19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7222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D154-3B60-6C43-9673-F4A79B755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25E71-74C4-8A88-8E81-156463D8D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C88D5F-A552-B206-45DF-1002BC6DD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PELO SINAL DA SANTA CRUZ LIVRAI-NOS, DEUS, NOSSO SENHOR, DE NOSSOS INIMIGOS, DE NOSSOS INIMIGOS.</a:t>
            </a:r>
          </a:p>
          <a:p>
            <a:pPr algn="l"/>
            <a:endParaRPr lang="pt-BR" sz="600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sz="6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INVOCAREI O MEU SENHOR: A ELE A GLÓRIA! * E DOS MEUS PERSEGUIDORES SEREI SALVO! </a:t>
            </a:r>
            <a:endParaRPr lang="pt-BR" sz="19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4275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B33B7-BAE9-5538-100E-44C3FEBD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63F0D-EB72-595E-E2B0-CD207548F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26B219-E8F9-90D9-6758-1E562A9DF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PELO SINAL DA SANTA CRUZ LIVRAI-NOS, DEUS, NOSSO SENHOR, DE NOSSOS INIMIGOS, DE NOSSOS INIMIGOS.</a:t>
            </a:r>
          </a:p>
          <a:p>
            <a:pPr algn="l"/>
            <a:endParaRPr lang="pt-BR" sz="600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sz="6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LIBERTOU-ME DO INIMIGO PODEROSO E DE RIVAIS MUITO MAIS FORTES DO QUE EU. </a:t>
            </a:r>
            <a:endParaRPr lang="pt-BR" sz="19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4901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51B24-3945-923E-53D5-89DE51DF6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592E1-F64B-F688-6051-62429E83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951651-864D-62B3-704C-1B57347C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50854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PELO SINAL DA SANTA CRUZ LIVRAI-NOS, DEUS, NOSSO SENHOR, DE NOSSOS INIMIGOS, DE NOSSOS INIMIGOS.</a:t>
            </a:r>
          </a:p>
          <a:p>
            <a:pPr algn="l"/>
            <a:endParaRPr lang="pt-BR" sz="600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sz="6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PERSEGUI MEUS INIMIGOS E ALCANCEI-OS, NÃO VOLTEI SEM OS HAVER EXTERMINADO.</a:t>
            </a:r>
            <a:endParaRPr lang="pt-BR" sz="19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953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DEUS DE AMOR, NÓS TE ADORAMOS NESTE SACRAMENTO</a:t>
            </a:r>
          </a:p>
          <a:p>
            <a:pPr algn="l"/>
            <a:r>
              <a:rPr lang="pt-BR" sz="6000" dirty="0"/>
              <a:t>CORPO E SANGUE QUE FIZESTE NOSSO ALIMENTO</a:t>
            </a:r>
          </a:p>
          <a:p>
            <a:pPr algn="l"/>
            <a:r>
              <a:rPr lang="pt-BR" sz="6000" dirty="0"/>
              <a:t>ÉS O DEUS ESCONDIDO, VIVO E VENCEDOR</a:t>
            </a:r>
          </a:p>
          <a:p>
            <a:pPr algn="l"/>
            <a:r>
              <a:rPr lang="pt-BR" sz="6000" dirty="0"/>
              <a:t>A TEUS PÉS DEPOSITAMOS TODO NOSSO AMOR.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59903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MEUS PECADOS REDIMISTE SOB A TUA CRUZ</a:t>
            </a:r>
          </a:p>
          <a:p>
            <a:pPr algn="l"/>
            <a:r>
              <a:rPr lang="pt-BR" sz="6000" dirty="0"/>
              <a:t>COM TEU CORPO E COM TEU SANGUE, Ó SENHOR JESUS!</a:t>
            </a:r>
          </a:p>
          <a:p>
            <a:pPr algn="l"/>
            <a:r>
              <a:rPr lang="pt-BR" sz="6000" dirty="0"/>
              <a:t>SOBRE OS NOSSOS ALTARES, VÍTIMA SEM PAR</a:t>
            </a:r>
          </a:p>
          <a:p>
            <a:pPr algn="l"/>
            <a:r>
              <a:rPr lang="pt-BR" sz="6000" dirty="0"/>
              <a:t>TEU DIVINO SACRIFÍCIO QUERES RENOVAR!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739626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NO CALVÁRIO SE ESCONDIA TUA DIVINDADE</a:t>
            </a:r>
          </a:p>
          <a:p>
            <a:pPr algn="l"/>
            <a:r>
              <a:rPr lang="pt-BR" sz="6000" dirty="0"/>
              <a:t>MAS AQUI TAMBÉM SE ESCONDE TUA HUMANIDADE</a:t>
            </a:r>
          </a:p>
          <a:p>
            <a:pPr algn="l"/>
            <a:r>
              <a:rPr lang="pt-BR" sz="6000" dirty="0"/>
              <a:t>CREIO EM AMBAS E PEÇO, COMO O BOM LADRÃO</a:t>
            </a:r>
          </a:p>
          <a:p>
            <a:pPr algn="l"/>
            <a:r>
              <a:rPr lang="pt-BR" sz="6000" dirty="0"/>
              <a:t>NO TEU REINO, ETERNAMENTE, TUA SALVAÇÃO!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7564113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CREIO EM TI RESSUSCITADO, MAIS QUE SÃO TOMÉ</a:t>
            </a:r>
          </a:p>
          <a:p>
            <a:pPr algn="l"/>
            <a:r>
              <a:rPr lang="pt-BR" sz="6000" dirty="0"/>
              <a:t>MAS AUMENTA NA MINH'ALMA O PODER DA FÉ</a:t>
            </a:r>
          </a:p>
          <a:p>
            <a:pPr algn="l"/>
            <a:r>
              <a:rPr lang="pt-BR" sz="6000" dirty="0"/>
              <a:t>GUARDA A MINHA ESPERANÇA, CRESCE O MEU AMOR</a:t>
            </a:r>
          </a:p>
          <a:p>
            <a:pPr algn="l"/>
            <a:r>
              <a:rPr lang="pt-BR" sz="6000" dirty="0"/>
              <a:t>CREIO EM TI RESSUSCITADO, MEU DEUS E SENHOR!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24030974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BA02-669A-524C-4601-D028BE6F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F9BD71-2335-E696-27B9-6118A3A3EA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779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VITÓRIA! TU REINARÁS!</a:t>
            </a:r>
          </a:p>
          <a:p>
            <a:pPr algn="l"/>
            <a:r>
              <a:rPr lang="pt-BR" sz="6600" b="1" dirty="0"/>
              <a:t>Ó CRUZ, TU NOS SALVARÁS! (BIS)</a:t>
            </a:r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1. NÓS VAMOS À CIDADE E LÁ EU IREI SOFRER.</a:t>
            </a:r>
          </a:p>
          <a:p>
            <a:pPr algn="l"/>
            <a:r>
              <a:rPr lang="pt-BR" sz="6600" dirty="0"/>
              <a:t>SEREI CRUCIFICADO MAIS HEI DE REVIVER!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E9580-14C1-9A7C-CDE2-EE31C25E4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8F458-A569-0E65-9D42-F15DB2726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11E7CF-3F1D-B964-12CE-F1B4D9E07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VITÓRIA! TU REINARÁS!</a:t>
            </a:r>
          </a:p>
          <a:p>
            <a:pPr algn="l"/>
            <a:r>
              <a:rPr lang="pt-BR" sz="6600" b="1" dirty="0"/>
              <a:t>Ó CRUZ, TU NOS SALVARÁS! (BIS)</a:t>
            </a:r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2. VOCÊS NÃO SÃO DO MUNDO, DO MUNDO OS ESCOLHI</a:t>
            </a:r>
          </a:p>
          <a:p>
            <a:pPr algn="l"/>
            <a:r>
              <a:rPr lang="pt-BR" sz="6600" dirty="0"/>
              <a:t>SE O MUNDO OS ODEIA, PRIMEIRO ODIOU A MIM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39559317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9393-E75E-D0D6-00D3-2BC3AF843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84587B-6E77-0498-B1FC-DC94EA972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305C58-5EBC-42CD-5977-9D11966CE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dirty="0"/>
              <a:t>VITÓRIA! TU REINARÁS!</a:t>
            </a:r>
          </a:p>
          <a:p>
            <a:pPr algn="l"/>
            <a:r>
              <a:rPr lang="pt-BR" sz="6600" b="1" dirty="0"/>
              <a:t>Ó CRUZ, TU NOS SALVARÁS! (BIS)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3. VOCÊS VÃO TER NO MUNDO, TRISTEZAS E AFLIÇÃO</a:t>
            </a:r>
          </a:p>
          <a:p>
            <a:pPr algn="l"/>
            <a:r>
              <a:rPr lang="pt-BR" sz="6600" dirty="0"/>
              <a:t>MAS EU VENCI O MUNDO CORAGEM E VENCERÃO.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27502280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8470</TotalTime>
  <Words>1123</Words>
  <Application>Microsoft Office PowerPoint</Application>
  <PresentationFormat>Widescreen</PresentationFormat>
  <Paragraphs>172</Paragraphs>
  <Slides>44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1" baseType="lpstr">
      <vt:lpstr>-apple-system</vt:lpstr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53</cp:revision>
  <dcterms:created xsi:type="dcterms:W3CDTF">2023-05-06T17:01:55Z</dcterms:created>
  <dcterms:modified xsi:type="dcterms:W3CDTF">2025-09-13T21:52:23Z</dcterms:modified>
</cp:coreProperties>
</file>