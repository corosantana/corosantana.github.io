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41" r:id="rId3"/>
    <p:sldId id="354" r:id="rId4"/>
    <p:sldId id="258" r:id="rId5"/>
    <p:sldId id="397" r:id="rId6"/>
    <p:sldId id="425" r:id="rId7"/>
    <p:sldId id="260" r:id="rId8"/>
    <p:sldId id="261" r:id="rId9"/>
    <p:sldId id="338" r:id="rId10"/>
    <p:sldId id="339" r:id="rId11"/>
    <p:sldId id="340" r:id="rId12"/>
    <p:sldId id="377" r:id="rId13"/>
    <p:sldId id="442" r:id="rId14"/>
    <p:sldId id="264" r:id="rId15"/>
    <p:sldId id="265" r:id="rId16"/>
    <p:sldId id="266" r:id="rId17"/>
    <p:sldId id="267" r:id="rId18"/>
    <p:sldId id="271" r:id="rId19"/>
    <p:sldId id="269" r:id="rId20"/>
    <p:sldId id="443" r:id="rId21"/>
    <p:sldId id="444" r:id="rId22"/>
    <p:sldId id="445" r:id="rId23"/>
    <p:sldId id="292" r:id="rId24"/>
    <p:sldId id="275" r:id="rId25"/>
    <p:sldId id="363" r:id="rId26"/>
    <p:sldId id="361" r:id="rId27"/>
    <p:sldId id="362" r:id="rId28"/>
    <p:sldId id="446" r:id="rId29"/>
    <p:sldId id="447" r:id="rId30"/>
    <p:sldId id="448" r:id="rId31"/>
    <p:sldId id="449" r:id="rId32"/>
    <p:sldId id="430" r:id="rId33"/>
    <p:sldId id="477" r:id="rId34"/>
    <p:sldId id="486" r:id="rId35"/>
    <p:sldId id="487" r:id="rId36"/>
    <p:sldId id="488" r:id="rId37"/>
    <p:sldId id="404" r:id="rId38"/>
    <p:sldId id="489" r:id="rId39"/>
    <p:sldId id="490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2" autoAdjust="0"/>
    <p:restoredTop sz="86770" autoAdjust="0"/>
  </p:normalViewPr>
  <p:slideViewPr>
    <p:cSldViewPr snapToGrid="0">
      <p:cViewPr varScale="1">
        <p:scale>
          <a:sx n="59" d="100"/>
          <a:sy n="59" d="100"/>
        </p:scale>
        <p:origin x="9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7DB2A2B0-A96E-4583-BA90-136BF9C6E935}"/>
    <pc:docChg chg="custSel addSld delSld modSld sldOrd">
      <pc:chgData name="anaclaracosta116@gmail.com" userId="a793634777582c92" providerId="LiveId" clId="{7DB2A2B0-A96E-4583-BA90-136BF9C6E935}" dt="2025-08-23T20:04:33.771" v="430" actId="47"/>
      <pc:docMkLst>
        <pc:docMk/>
      </pc:docMkLst>
      <pc:sldChg chg="modSp mod">
        <pc:chgData name="anaclaracosta116@gmail.com" userId="a793634777582c92" providerId="LiveId" clId="{7DB2A2B0-A96E-4583-BA90-136BF9C6E935}" dt="2025-08-23T19:22:42.450" v="208" actId="27636"/>
        <pc:sldMkLst>
          <pc:docMk/>
          <pc:sldMk cId="337661645" sldId="261"/>
        </pc:sldMkLst>
        <pc:spChg chg="mod">
          <ac:chgData name="anaclaracosta116@gmail.com" userId="a793634777582c92" providerId="LiveId" clId="{7DB2A2B0-A96E-4583-BA90-136BF9C6E935}" dt="2025-08-23T19:22:42.450" v="208" actId="27636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DB2A2B0-A96E-4583-BA90-136BF9C6E935}" dt="2025-08-23T19:25:29.995" v="266" actId="20577"/>
        <pc:sldMkLst>
          <pc:docMk/>
          <pc:sldMk cId="3388034860" sldId="265"/>
        </pc:sldMkLst>
        <pc:spChg chg="mod">
          <ac:chgData name="anaclaracosta116@gmail.com" userId="a793634777582c92" providerId="LiveId" clId="{7DB2A2B0-A96E-4583-BA90-136BF9C6E935}" dt="2025-08-23T19:25:29.995" v="266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DB2A2B0-A96E-4583-BA90-136BF9C6E935}" dt="2025-08-23T19:27:15.320" v="340" actId="20577"/>
        <pc:sldMkLst>
          <pc:docMk/>
          <pc:sldMk cId="2671817442" sldId="267"/>
        </pc:sldMkLst>
        <pc:spChg chg="mod">
          <ac:chgData name="anaclaracosta116@gmail.com" userId="a793634777582c92" providerId="LiveId" clId="{7DB2A2B0-A96E-4583-BA90-136BF9C6E935}" dt="2025-08-23T19:27:15.320" v="340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DB2A2B0-A96E-4583-BA90-136BF9C6E935}" dt="2025-08-23T19:38:08.979" v="356" actId="113"/>
        <pc:sldMkLst>
          <pc:docMk/>
          <pc:sldMk cId="2786277918" sldId="269"/>
        </pc:sldMkLst>
        <pc:spChg chg="mod">
          <ac:chgData name="anaclaracosta116@gmail.com" userId="a793634777582c92" providerId="LiveId" clId="{7DB2A2B0-A96E-4583-BA90-136BF9C6E935}" dt="2025-08-23T19:38:08.979" v="356" actId="113"/>
          <ac:spMkLst>
            <pc:docMk/>
            <pc:sldMk cId="2786277918" sldId="269"/>
            <ac:spMk id="3" creationId="{FC8F7E34-DB8C-1CEE-BAF4-E537563F9CD2}"/>
          </ac:spMkLst>
        </pc:spChg>
      </pc:sldChg>
      <pc:sldChg chg="ord">
        <pc:chgData name="anaclaracosta116@gmail.com" userId="a793634777582c92" providerId="LiveId" clId="{7DB2A2B0-A96E-4583-BA90-136BF9C6E935}" dt="2025-08-23T19:28:57.668" v="342"/>
        <pc:sldMkLst>
          <pc:docMk/>
          <pc:sldMk cId="2728156593" sldId="271"/>
        </pc:sldMkLst>
      </pc:sldChg>
      <pc:sldChg chg="del">
        <pc:chgData name="anaclaracosta116@gmail.com" userId="a793634777582c92" providerId="LiveId" clId="{7DB2A2B0-A96E-4583-BA90-136BF9C6E935}" dt="2025-08-23T20:04:26.945" v="427" actId="47"/>
        <pc:sldMkLst>
          <pc:docMk/>
          <pc:sldMk cId="4141278968" sldId="337"/>
        </pc:sldMkLst>
      </pc:sldChg>
      <pc:sldChg chg="modSp mod">
        <pc:chgData name="anaclaracosta116@gmail.com" userId="a793634777582c92" providerId="LiveId" clId="{7DB2A2B0-A96E-4583-BA90-136BF9C6E935}" dt="2025-08-23T19:22:56.269" v="211" actId="27636"/>
        <pc:sldMkLst>
          <pc:docMk/>
          <pc:sldMk cId="1733667129" sldId="338"/>
        </pc:sldMkLst>
        <pc:spChg chg="mod">
          <ac:chgData name="anaclaracosta116@gmail.com" userId="a793634777582c92" providerId="LiveId" clId="{7DB2A2B0-A96E-4583-BA90-136BF9C6E935}" dt="2025-08-23T19:22:56.269" v="211" actId="27636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DB2A2B0-A96E-4583-BA90-136BF9C6E935}" dt="2025-08-23T19:23:07.292" v="217" actId="27636"/>
        <pc:sldMkLst>
          <pc:docMk/>
          <pc:sldMk cId="2703894855" sldId="339"/>
        </pc:sldMkLst>
        <pc:spChg chg="mod">
          <ac:chgData name="anaclaracosta116@gmail.com" userId="a793634777582c92" providerId="LiveId" clId="{7DB2A2B0-A96E-4583-BA90-136BF9C6E935}" dt="2025-08-23T19:23:07.292" v="217" actId="27636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DB2A2B0-A96E-4583-BA90-136BF9C6E935}" dt="2025-08-23T19:23:12.242" v="219" actId="27636"/>
        <pc:sldMkLst>
          <pc:docMk/>
          <pc:sldMk cId="641955455" sldId="340"/>
        </pc:sldMkLst>
        <pc:spChg chg="mod">
          <ac:chgData name="anaclaracosta116@gmail.com" userId="a793634777582c92" providerId="LiveId" clId="{7DB2A2B0-A96E-4583-BA90-136BF9C6E935}" dt="2025-08-23T19:23:12.242" v="219" actId="27636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DB2A2B0-A96E-4583-BA90-136BF9C6E935}" dt="2025-08-23T19:48:01.676" v="394" actId="113"/>
        <pc:sldMkLst>
          <pc:docMk/>
          <pc:sldMk cId="2304799739" sldId="362"/>
        </pc:sldMkLst>
        <pc:spChg chg="mod">
          <ac:chgData name="anaclaracosta116@gmail.com" userId="a793634777582c92" providerId="LiveId" clId="{7DB2A2B0-A96E-4583-BA90-136BF9C6E935}" dt="2025-08-23T19:48:01.676" v="394" actId="113"/>
          <ac:spMkLst>
            <pc:docMk/>
            <pc:sldMk cId="2304799739" sldId="36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7DB2A2B0-A96E-4583-BA90-136BF9C6E935}" dt="2025-08-23T20:04:27.354" v="428" actId="47"/>
        <pc:sldMkLst>
          <pc:docMk/>
          <pc:sldMk cId="1457828054" sldId="374"/>
        </pc:sldMkLst>
      </pc:sldChg>
      <pc:sldChg chg="modSp mod">
        <pc:chgData name="anaclaracosta116@gmail.com" userId="a793634777582c92" providerId="LiveId" clId="{7DB2A2B0-A96E-4583-BA90-136BF9C6E935}" dt="2025-08-23T19:23:18.411" v="223" actId="27636"/>
        <pc:sldMkLst>
          <pc:docMk/>
          <pc:sldMk cId="3733524150" sldId="377"/>
        </pc:sldMkLst>
        <pc:spChg chg="mod">
          <ac:chgData name="anaclaracosta116@gmail.com" userId="a793634777582c92" providerId="LiveId" clId="{7DB2A2B0-A96E-4583-BA90-136BF9C6E935}" dt="2025-08-23T19:23:18.411" v="223" actId="27636"/>
          <ac:spMkLst>
            <pc:docMk/>
            <pc:sldMk cId="3733524150" sldId="37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DB2A2B0-A96E-4583-BA90-136BF9C6E935}" dt="2025-08-23T19:19:04.928" v="178" actId="20577"/>
        <pc:sldMkLst>
          <pc:docMk/>
          <pc:sldMk cId="1426477925" sldId="397"/>
        </pc:sldMkLst>
        <pc:spChg chg="mod">
          <ac:chgData name="anaclaracosta116@gmail.com" userId="a793634777582c92" providerId="LiveId" clId="{7DB2A2B0-A96E-4583-BA90-136BF9C6E935}" dt="2025-08-23T19:19:04.928" v="178" actId="20577"/>
          <ac:spMkLst>
            <pc:docMk/>
            <pc:sldMk cId="1426477925" sldId="397"/>
            <ac:spMk id="3" creationId="{FC8F7E34-DB8C-1CEE-BAF4-E537563F9CD2}"/>
          </ac:spMkLst>
        </pc:spChg>
      </pc:sldChg>
      <pc:sldChg chg="modSp del mod">
        <pc:chgData name="anaclaracosta116@gmail.com" userId="a793634777582c92" providerId="LiveId" clId="{7DB2A2B0-A96E-4583-BA90-136BF9C6E935}" dt="2025-08-23T19:48:09.487" v="397" actId="47"/>
        <pc:sldMkLst>
          <pc:docMk/>
          <pc:sldMk cId="3606871705" sldId="414"/>
        </pc:sldMkLst>
        <pc:spChg chg="mod">
          <ac:chgData name="anaclaracosta116@gmail.com" userId="a793634777582c92" providerId="LiveId" clId="{7DB2A2B0-A96E-4583-BA90-136BF9C6E935}" dt="2025-08-23T19:48:06.253" v="396" actId="27636"/>
          <ac:spMkLst>
            <pc:docMk/>
            <pc:sldMk cId="3606871705" sldId="41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7DB2A2B0-A96E-4583-BA90-136BF9C6E935}" dt="2025-08-23T19:48:10.949" v="399" actId="47"/>
        <pc:sldMkLst>
          <pc:docMk/>
          <pc:sldMk cId="2415249330" sldId="415"/>
        </pc:sldMkLst>
      </pc:sldChg>
      <pc:sldChg chg="del">
        <pc:chgData name="anaclaracosta116@gmail.com" userId="a793634777582c92" providerId="LiveId" clId="{7DB2A2B0-A96E-4583-BA90-136BF9C6E935}" dt="2025-08-23T19:48:12.543" v="401" actId="47"/>
        <pc:sldMkLst>
          <pc:docMk/>
          <pc:sldMk cId="3975066000" sldId="416"/>
        </pc:sldMkLst>
      </pc:sldChg>
      <pc:sldChg chg="del">
        <pc:chgData name="anaclaracosta116@gmail.com" userId="a793634777582c92" providerId="LiveId" clId="{7DB2A2B0-A96E-4583-BA90-136BF9C6E935}" dt="2025-08-23T19:37:57.122" v="348" actId="47"/>
        <pc:sldMkLst>
          <pc:docMk/>
          <pc:sldMk cId="942629757" sldId="421"/>
        </pc:sldMkLst>
      </pc:sldChg>
      <pc:sldChg chg="del">
        <pc:chgData name="anaclaracosta116@gmail.com" userId="a793634777582c92" providerId="LiveId" clId="{7DB2A2B0-A96E-4583-BA90-136BF9C6E935}" dt="2025-08-23T19:48:10.342" v="398" actId="47"/>
        <pc:sldMkLst>
          <pc:docMk/>
          <pc:sldMk cId="2009354503" sldId="423"/>
        </pc:sldMkLst>
      </pc:sldChg>
      <pc:sldChg chg="del">
        <pc:chgData name="anaclaracosta116@gmail.com" userId="a793634777582c92" providerId="LiveId" clId="{7DB2A2B0-A96E-4583-BA90-136BF9C6E935}" dt="2025-08-23T19:48:11.844" v="400" actId="47"/>
        <pc:sldMkLst>
          <pc:docMk/>
          <pc:sldMk cId="510832438" sldId="424"/>
        </pc:sldMkLst>
      </pc:sldChg>
      <pc:sldChg chg="modSp mod">
        <pc:chgData name="anaclaracosta116@gmail.com" userId="a793634777582c92" providerId="LiveId" clId="{7DB2A2B0-A96E-4583-BA90-136BF9C6E935}" dt="2025-08-23T19:19:17.512" v="195" actId="20577"/>
        <pc:sldMkLst>
          <pc:docMk/>
          <pc:sldMk cId="1700317518" sldId="425"/>
        </pc:sldMkLst>
        <pc:spChg chg="mod">
          <ac:chgData name="anaclaracosta116@gmail.com" userId="a793634777582c92" providerId="LiveId" clId="{7DB2A2B0-A96E-4583-BA90-136BF9C6E935}" dt="2025-08-23T19:19:17.512" v="195" actId="20577"/>
          <ac:spMkLst>
            <pc:docMk/>
            <pc:sldMk cId="1700317518" sldId="42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7DB2A2B0-A96E-4583-BA90-136BF9C6E935}" dt="2025-08-23T20:04:27.967" v="429" actId="47"/>
        <pc:sldMkLst>
          <pc:docMk/>
          <pc:sldMk cId="680610435" sldId="427"/>
        </pc:sldMkLst>
      </pc:sldChg>
      <pc:sldChg chg="del">
        <pc:chgData name="anaclaracosta116@gmail.com" userId="a793634777582c92" providerId="LiveId" clId="{7DB2A2B0-A96E-4583-BA90-136BF9C6E935}" dt="2025-08-23T20:04:33.771" v="430" actId="47"/>
        <pc:sldMkLst>
          <pc:docMk/>
          <pc:sldMk cId="2441191348" sldId="428"/>
        </pc:sldMkLst>
      </pc:sldChg>
      <pc:sldChg chg="del">
        <pc:chgData name="anaclaracosta116@gmail.com" userId="a793634777582c92" providerId="LiveId" clId="{7DB2A2B0-A96E-4583-BA90-136BF9C6E935}" dt="2025-08-23T19:54:08.845" v="422" actId="47"/>
        <pc:sldMkLst>
          <pc:docMk/>
          <pc:sldMk cId="1245949580" sldId="429"/>
        </pc:sldMkLst>
      </pc:sldChg>
      <pc:sldChg chg="del">
        <pc:chgData name="anaclaracosta116@gmail.com" userId="a793634777582c92" providerId="LiveId" clId="{7DB2A2B0-A96E-4583-BA90-136BF9C6E935}" dt="2025-08-23T19:54:09.745" v="423" actId="47"/>
        <pc:sldMkLst>
          <pc:docMk/>
          <pc:sldMk cId="2489476448" sldId="431"/>
        </pc:sldMkLst>
      </pc:sldChg>
      <pc:sldChg chg="del">
        <pc:chgData name="anaclaracosta116@gmail.com" userId="a793634777582c92" providerId="LiveId" clId="{7DB2A2B0-A96E-4583-BA90-136BF9C6E935}" dt="2025-08-23T19:54:11.052" v="425" actId="47"/>
        <pc:sldMkLst>
          <pc:docMk/>
          <pc:sldMk cId="2322097561" sldId="432"/>
        </pc:sldMkLst>
      </pc:sldChg>
      <pc:sldChg chg="del">
        <pc:chgData name="anaclaracosta116@gmail.com" userId="a793634777582c92" providerId="LiveId" clId="{7DB2A2B0-A96E-4583-BA90-136BF9C6E935}" dt="2025-08-23T19:54:10.378" v="424" actId="47"/>
        <pc:sldMkLst>
          <pc:docMk/>
          <pc:sldMk cId="1464872003" sldId="433"/>
        </pc:sldMkLst>
      </pc:sldChg>
      <pc:sldChg chg="del">
        <pc:chgData name="anaclaracosta116@gmail.com" userId="a793634777582c92" providerId="LiveId" clId="{7DB2A2B0-A96E-4583-BA90-136BF9C6E935}" dt="2025-08-23T19:37:57.674" v="349" actId="47"/>
        <pc:sldMkLst>
          <pc:docMk/>
          <pc:sldMk cId="2126163992" sldId="434"/>
        </pc:sldMkLst>
      </pc:sldChg>
      <pc:sldChg chg="del">
        <pc:chgData name="anaclaracosta116@gmail.com" userId="a793634777582c92" providerId="LiveId" clId="{7DB2A2B0-A96E-4583-BA90-136BF9C6E935}" dt="2025-08-23T19:37:58.444" v="350" actId="47"/>
        <pc:sldMkLst>
          <pc:docMk/>
          <pc:sldMk cId="3268309162" sldId="435"/>
        </pc:sldMkLst>
      </pc:sldChg>
      <pc:sldChg chg="del">
        <pc:chgData name="anaclaracosta116@gmail.com" userId="a793634777582c92" providerId="LiveId" clId="{7DB2A2B0-A96E-4583-BA90-136BF9C6E935}" dt="2025-08-23T19:37:59.009" v="351" actId="47"/>
        <pc:sldMkLst>
          <pc:docMk/>
          <pc:sldMk cId="1681204222" sldId="436"/>
        </pc:sldMkLst>
      </pc:sldChg>
      <pc:sldChg chg="del">
        <pc:chgData name="anaclaracosta116@gmail.com" userId="a793634777582c92" providerId="LiveId" clId="{7DB2A2B0-A96E-4583-BA90-136BF9C6E935}" dt="2025-08-23T19:37:59.628" v="352" actId="47"/>
        <pc:sldMkLst>
          <pc:docMk/>
          <pc:sldMk cId="2297108391" sldId="437"/>
        </pc:sldMkLst>
      </pc:sldChg>
      <pc:sldChg chg="del">
        <pc:chgData name="anaclaracosta116@gmail.com" userId="a793634777582c92" providerId="LiveId" clId="{7DB2A2B0-A96E-4583-BA90-136BF9C6E935}" dt="2025-08-23T19:38:00.307" v="353" actId="47"/>
        <pc:sldMkLst>
          <pc:docMk/>
          <pc:sldMk cId="1216206219" sldId="438"/>
        </pc:sldMkLst>
      </pc:sldChg>
      <pc:sldChg chg="del">
        <pc:chgData name="anaclaracosta116@gmail.com" userId="a793634777582c92" providerId="LiveId" clId="{7DB2A2B0-A96E-4583-BA90-136BF9C6E935}" dt="2025-08-23T19:38:00.836" v="354" actId="47"/>
        <pc:sldMkLst>
          <pc:docMk/>
          <pc:sldMk cId="1419161310" sldId="439"/>
        </pc:sldMkLst>
      </pc:sldChg>
      <pc:sldChg chg="del">
        <pc:chgData name="anaclaracosta116@gmail.com" userId="a793634777582c92" providerId="LiveId" clId="{7DB2A2B0-A96E-4583-BA90-136BF9C6E935}" dt="2025-08-23T19:38:01.870" v="355" actId="47"/>
        <pc:sldMkLst>
          <pc:docMk/>
          <pc:sldMk cId="123473616" sldId="440"/>
        </pc:sldMkLst>
      </pc:sldChg>
      <pc:sldChg chg="modSp mod">
        <pc:chgData name="anaclaracosta116@gmail.com" userId="a793634777582c92" providerId="LiveId" clId="{7DB2A2B0-A96E-4583-BA90-136BF9C6E935}" dt="2025-08-23T19:23:24.410" v="225" actId="27636"/>
        <pc:sldMkLst>
          <pc:docMk/>
          <pc:sldMk cId="1592412898" sldId="442"/>
        </pc:sldMkLst>
        <pc:spChg chg="mod">
          <ac:chgData name="anaclaracosta116@gmail.com" userId="a793634777582c92" providerId="LiveId" clId="{7DB2A2B0-A96E-4583-BA90-136BF9C6E935}" dt="2025-08-23T19:23:24.410" v="225" actId="27636"/>
          <ac:spMkLst>
            <pc:docMk/>
            <pc:sldMk cId="1592412898" sldId="442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DB2A2B0-A96E-4583-BA90-136BF9C6E935}" dt="2025-08-23T19:40:51.140" v="361"/>
        <pc:sldMkLst>
          <pc:docMk/>
          <pc:sldMk cId="3248560022" sldId="443"/>
        </pc:sldMkLst>
        <pc:spChg chg="mod">
          <ac:chgData name="anaclaracosta116@gmail.com" userId="a793634777582c92" providerId="LiveId" clId="{7DB2A2B0-A96E-4583-BA90-136BF9C6E935}" dt="2025-08-23T19:40:51.140" v="361"/>
          <ac:spMkLst>
            <pc:docMk/>
            <pc:sldMk cId="3248560022" sldId="443"/>
            <ac:spMk id="3" creationId="{4052A74D-E196-B865-21C6-0BBC49FCE4F3}"/>
          </ac:spMkLst>
        </pc:spChg>
      </pc:sldChg>
      <pc:sldChg chg="new del">
        <pc:chgData name="anaclaracosta116@gmail.com" userId="a793634777582c92" providerId="LiveId" clId="{7DB2A2B0-A96E-4583-BA90-136BF9C6E935}" dt="2025-08-23T19:32:06.736" v="344" actId="47"/>
        <pc:sldMkLst>
          <pc:docMk/>
          <pc:sldMk cId="3743319665" sldId="443"/>
        </pc:sldMkLst>
      </pc:sldChg>
      <pc:sldChg chg="modSp add mod">
        <pc:chgData name="anaclaracosta116@gmail.com" userId="a793634777582c92" providerId="LiveId" clId="{7DB2A2B0-A96E-4583-BA90-136BF9C6E935}" dt="2025-08-23T19:41:48.452" v="368"/>
        <pc:sldMkLst>
          <pc:docMk/>
          <pc:sldMk cId="2093198835" sldId="444"/>
        </pc:sldMkLst>
        <pc:spChg chg="mod">
          <ac:chgData name="anaclaracosta116@gmail.com" userId="a793634777582c92" providerId="LiveId" clId="{7DB2A2B0-A96E-4583-BA90-136BF9C6E935}" dt="2025-08-23T19:41:48.452" v="368"/>
          <ac:spMkLst>
            <pc:docMk/>
            <pc:sldMk cId="2093198835" sldId="444"/>
            <ac:spMk id="3" creationId="{B55A64A6-4B61-FE43-A6AD-7B473823F355}"/>
          </ac:spMkLst>
        </pc:spChg>
      </pc:sldChg>
      <pc:sldChg chg="modSp add mod">
        <pc:chgData name="anaclaracosta116@gmail.com" userId="a793634777582c92" providerId="LiveId" clId="{7DB2A2B0-A96E-4583-BA90-136BF9C6E935}" dt="2025-08-23T19:42:17.807" v="371"/>
        <pc:sldMkLst>
          <pc:docMk/>
          <pc:sldMk cId="4186025105" sldId="445"/>
        </pc:sldMkLst>
        <pc:spChg chg="mod">
          <ac:chgData name="anaclaracosta116@gmail.com" userId="a793634777582c92" providerId="LiveId" clId="{7DB2A2B0-A96E-4583-BA90-136BF9C6E935}" dt="2025-08-23T19:42:17.807" v="371"/>
          <ac:spMkLst>
            <pc:docMk/>
            <pc:sldMk cId="4186025105" sldId="445"/>
            <ac:spMk id="3" creationId="{145EAD25-27D3-7853-AE1E-C845B5EB93CD}"/>
          </ac:spMkLst>
        </pc:spChg>
      </pc:sldChg>
      <pc:sldChg chg="modSp add mod">
        <pc:chgData name="anaclaracosta116@gmail.com" userId="a793634777582c92" providerId="LiveId" clId="{7DB2A2B0-A96E-4583-BA90-136BF9C6E935}" dt="2025-08-23T19:48:49.158" v="407" actId="27636"/>
        <pc:sldMkLst>
          <pc:docMk/>
          <pc:sldMk cId="312395100" sldId="446"/>
        </pc:sldMkLst>
        <pc:spChg chg="mod">
          <ac:chgData name="anaclaracosta116@gmail.com" userId="a793634777582c92" providerId="LiveId" clId="{7DB2A2B0-A96E-4583-BA90-136BF9C6E935}" dt="2025-08-23T19:48:49.158" v="407" actId="27636"/>
          <ac:spMkLst>
            <pc:docMk/>
            <pc:sldMk cId="312395100" sldId="446"/>
            <ac:spMk id="3" creationId="{C0EBC43F-6C1B-DE8C-8326-3D92AE5BE4C9}"/>
          </ac:spMkLst>
        </pc:spChg>
      </pc:sldChg>
      <pc:sldChg chg="modSp add mod">
        <pc:chgData name="anaclaracosta116@gmail.com" userId="a793634777582c92" providerId="LiveId" clId="{7DB2A2B0-A96E-4583-BA90-136BF9C6E935}" dt="2025-08-23T19:49:16.222" v="410"/>
        <pc:sldMkLst>
          <pc:docMk/>
          <pc:sldMk cId="1810251533" sldId="447"/>
        </pc:sldMkLst>
        <pc:spChg chg="mod">
          <ac:chgData name="anaclaracosta116@gmail.com" userId="a793634777582c92" providerId="LiveId" clId="{7DB2A2B0-A96E-4583-BA90-136BF9C6E935}" dt="2025-08-23T19:49:16.222" v="410"/>
          <ac:spMkLst>
            <pc:docMk/>
            <pc:sldMk cId="1810251533" sldId="447"/>
            <ac:spMk id="3" creationId="{86D388EB-3F7C-5C1C-B466-9510FB6E5D93}"/>
          </ac:spMkLst>
        </pc:spChg>
      </pc:sldChg>
      <pc:sldChg chg="modSp add mod">
        <pc:chgData name="anaclaracosta116@gmail.com" userId="a793634777582c92" providerId="LiveId" clId="{7DB2A2B0-A96E-4583-BA90-136BF9C6E935}" dt="2025-08-23T19:49:51.542" v="415" actId="20577"/>
        <pc:sldMkLst>
          <pc:docMk/>
          <pc:sldMk cId="3343490327" sldId="448"/>
        </pc:sldMkLst>
        <pc:spChg chg="mod">
          <ac:chgData name="anaclaracosta116@gmail.com" userId="a793634777582c92" providerId="LiveId" clId="{7DB2A2B0-A96E-4583-BA90-136BF9C6E935}" dt="2025-08-23T19:49:51.542" v="415" actId="20577"/>
          <ac:spMkLst>
            <pc:docMk/>
            <pc:sldMk cId="3343490327" sldId="448"/>
            <ac:spMk id="3" creationId="{04527E42-21F5-E73D-C0BD-1563B3692371}"/>
          </ac:spMkLst>
        </pc:spChg>
      </pc:sldChg>
      <pc:sldChg chg="modSp add mod">
        <pc:chgData name="anaclaracosta116@gmail.com" userId="a793634777582c92" providerId="LiveId" clId="{7DB2A2B0-A96E-4583-BA90-136BF9C6E935}" dt="2025-08-23T19:50:25.728" v="420" actId="27636"/>
        <pc:sldMkLst>
          <pc:docMk/>
          <pc:sldMk cId="3378325552" sldId="449"/>
        </pc:sldMkLst>
        <pc:spChg chg="mod">
          <ac:chgData name="anaclaracosta116@gmail.com" userId="a793634777582c92" providerId="LiveId" clId="{7DB2A2B0-A96E-4583-BA90-136BF9C6E935}" dt="2025-08-23T19:50:25.728" v="420" actId="27636"/>
          <ac:spMkLst>
            <pc:docMk/>
            <pc:sldMk cId="3378325552" sldId="449"/>
            <ac:spMk id="3" creationId="{9DE2647F-F2E1-1A05-0015-3713C441C995}"/>
          </ac:spMkLst>
        </pc:spChg>
      </pc:sldChg>
      <pc:sldChg chg="add">
        <pc:chgData name="anaclaracosta116@gmail.com" userId="a793634777582c92" providerId="LiveId" clId="{7DB2A2B0-A96E-4583-BA90-136BF9C6E935}" dt="2025-08-23T19:54:04.974" v="421"/>
        <pc:sldMkLst>
          <pc:docMk/>
          <pc:sldMk cId="1093983766" sldId="477"/>
        </pc:sldMkLst>
      </pc:sldChg>
      <pc:sldChg chg="add">
        <pc:chgData name="anaclaracosta116@gmail.com" userId="a793634777582c92" providerId="LiveId" clId="{7DB2A2B0-A96E-4583-BA90-136BF9C6E935}" dt="2025-08-23T19:54:04.974" v="421"/>
        <pc:sldMkLst>
          <pc:docMk/>
          <pc:sldMk cId="4275190294" sldId="486"/>
        </pc:sldMkLst>
      </pc:sldChg>
      <pc:sldChg chg="add">
        <pc:chgData name="anaclaracosta116@gmail.com" userId="a793634777582c92" providerId="LiveId" clId="{7DB2A2B0-A96E-4583-BA90-136BF9C6E935}" dt="2025-08-23T19:54:04.974" v="421"/>
        <pc:sldMkLst>
          <pc:docMk/>
          <pc:sldMk cId="1914896933" sldId="487"/>
        </pc:sldMkLst>
      </pc:sldChg>
      <pc:sldChg chg="add">
        <pc:chgData name="anaclaracosta116@gmail.com" userId="a793634777582c92" providerId="LiveId" clId="{7DB2A2B0-A96E-4583-BA90-136BF9C6E935}" dt="2025-08-23T19:54:04.974" v="421"/>
        <pc:sldMkLst>
          <pc:docMk/>
          <pc:sldMk cId="2012402933" sldId="488"/>
        </pc:sldMkLst>
      </pc:sldChg>
      <pc:sldChg chg="add">
        <pc:chgData name="anaclaracosta116@gmail.com" userId="a793634777582c92" providerId="LiveId" clId="{7DB2A2B0-A96E-4583-BA90-136BF9C6E935}" dt="2025-08-23T20:04:23.220" v="426"/>
        <pc:sldMkLst>
          <pc:docMk/>
          <pc:sldMk cId="446744004" sldId="489"/>
        </pc:sldMkLst>
      </pc:sldChg>
      <pc:sldChg chg="add">
        <pc:chgData name="anaclaracosta116@gmail.com" userId="a793634777582c92" providerId="LiveId" clId="{7DB2A2B0-A96E-4583-BA90-136BF9C6E935}" dt="2025-08-23T20:04:23.220" v="426"/>
        <pc:sldMkLst>
          <pc:docMk/>
          <pc:sldMk cId="1640170339" sldId="49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B641DFB-ED0D-B922-7AAB-3A52C9D7D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870" y="-1"/>
            <a:ext cx="12225869" cy="6858001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tx1">
              <a:alpha val="5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631266" y="2028615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RECORDAMOS, SENHOR DEUS, VOSSA BONDADE EM MEIO AO VOSSO TEMPLO.</a:t>
            </a:r>
          </a:p>
          <a:p>
            <a:pPr algn="l"/>
            <a:endParaRPr lang="pt-BR" sz="66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GRANDE É O SENHOR E MUITO DIGNO DE LOUVORES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CIDADE ONDE ELE MORA;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0361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RECORDAMOS, SENHOR DEUS, VOSSA BONDADE EM MEIO AO VOSSO TEMPLO.</a:t>
            </a:r>
          </a:p>
          <a:p>
            <a:pPr algn="l"/>
            <a:endParaRPr lang="pt-BR" sz="66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SEU MONTE SANTO, ESTA COLINA ENCANTADORA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É A ALEGRIA DO UNIVERSO. R.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000" dirty="0"/>
              <a:t>SENHOR, QUE VIESTES NÃO PARA CONDENAR, MAS PARA PERDOAR, TENDE PIEDADE DE NÓS</a:t>
            </a:r>
          </a:p>
          <a:p>
            <a:pPr algn="just"/>
            <a:r>
              <a:rPr lang="pt-BR" sz="6000" b="1" dirty="0"/>
              <a:t>KYRIE ELEISON, KYRIE ELEISON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CRISTO, QUE VOS ALEGRAIS PELO PECADOR ARREPENDIDO</a:t>
            </a:r>
          </a:p>
          <a:p>
            <a:pPr algn="just"/>
            <a:r>
              <a:rPr lang="pt-BR" sz="6000" b="1" dirty="0"/>
              <a:t>CHRISTE ELEISON, CHRISTE ELEISON</a:t>
            </a:r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SENHOR, QUE MUITO PERDOAIS A QUEM MUITO AMA, TENDE PIEDADE DE NÓS</a:t>
            </a:r>
          </a:p>
          <a:p>
            <a:pPr algn="just"/>
            <a:r>
              <a:rPr lang="pt-BR" sz="6000" b="1" dirty="0"/>
              <a:t>KYRIE ELEISON, KYRIE ELEISON.</a:t>
            </a:r>
          </a:p>
        </p:txBody>
      </p:sp>
    </p:spTree>
    <p:extLst>
      <p:ext uri="{BB962C8B-B14F-4D97-AF65-F5344CB8AC3E}">
        <p14:creationId xmlns:p14="http://schemas.microsoft.com/office/powerpoint/2010/main" val="1700317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0900" b="1" dirty="0"/>
              <a:t>GLÓRIA A DEUS NAS ALTURAS E PAZ NA TERRA AOS HOMENS POR ELE AMADOS!</a:t>
            </a:r>
          </a:p>
          <a:p>
            <a:pPr algn="just"/>
            <a:endParaRPr lang="pt-BR" sz="6000" dirty="0"/>
          </a:p>
          <a:p>
            <a:pPr algn="just"/>
            <a:r>
              <a:rPr lang="pt-BR" sz="11100" dirty="0"/>
              <a:t>SENHOR DEUS, REI DOS CÉUS, DEUS PAI TODO PODEROSO</a:t>
            </a:r>
          </a:p>
          <a:p>
            <a:pPr algn="just"/>
            <a:endParaRPr lang="pt-BR" sz="11100" dirty="0"/>
          </a:p>
          <a:p>
            <a:pPr algn="l"/>
            <a:r>
              <a:rPr lang="pt-BR" sz="111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just"/>
            <a:endParaRPr lang="pt-BR" sz="11000" dirty="0"/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5818909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000" dirty="0"/>
              <a:t>SENHOR DEUS, CORDEIRO DE DEUS, FILHO DE DEUS PAI</a:t>
            </a:r>
          </a:p>
          <a:p>
            <a:pPr algn="l"/>
            <a:endParaRPr lang="pt-BR" sz="8000" dirty="0"/>
          </a:p>
          <a:p>
            <a:pPr algn="l"/>
            <a:r>
              <a:rPr lang="pt-BR" sz="9600" b="1" dirty="0"/>
              <a:t>GLÓRIA A DEUS NAS ALTURAS E PAZ NA TERRA AOS HOMENS POR ELE AMADOS!</a:t>
            </a:r>
          </a:p>
          <a:p>
            <a:pPr algn="l"/>
            <a:endParaRPr lang="pt-BR" sz="8000" dirty="0"/>
          </a:p>
          <a:p>
            <a:pPr algn="l"/>
            <a:r>
              <a:rPr lang="pt-BR" sz="8000" dirty="0"/>
              <a:t>VÓS QUE TIRAIS O PECADO DO MUNDO,</a:t>
            </a:r>
          </a:p>
          <a:p>
            <a:pPr algn="l"/>
            <a:r>
              <a:rPr lang="pt-BR" sz="80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2300" dirty="0"/>
              <a:t>VÓS QUE TIRAIS O PECADO DO MUNDO,  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TENDE PIEDADE DE NÓS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510306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dirty="0"/>
              <a:t>SÓ VÓS SOIS SANTO, SÓ VÓS O SENHOR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O ALTÍSSIMO, JESUS CRISTO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</a:t>
            </a:r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510306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9600" b="1" dirty="0"/>
              <a:t>GLÓRIA A DEUS NAS ALTURAS E PAZ NA TERRA AOS HOMENS POR ELE AMADOS!</a:t>
            </a:r>
          </a:p>
          <a:p>
            <a:pPr algn="l"/>
            <a:r>
              <a:rPr lang="pt-BR" sz="8600" b="1" dirty="0"/>
              <a:t>AMÉM!</a:t>
            </a:r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1592412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PROCLAMAI O EVANGELHO A TODA CRIATURA!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 (2X)</a:t>
            </a:r>
          </a:p>
          <a:p>
            <a:endParaRPr lang="pt-BR" sz="4800" b="1" dirty="0"/>
          </a:p>
          <a:p>
            <a:r>
              <a:rPr lang="pt-BR" sz="4800" dirty="0"/>
              <a:t>EU SOU O CAMINHO, A VERDADE E A VIDA; NINGUÉM CHEGA AO SENÃO POR MIM.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ALELUIA(2X)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97914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QUE PODEREI RETRIBUIR AO SENHOR,</a:t>
            </a:r>
          </a:p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POR TUDO AQUILO QUE ELE ME DEU?</a:t>
            </a:r>
          </a:p>
          <a:p>
            <a:pPr algn="l"/>
            <a:endParaRPr lang="pt-BR" sz="71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OFERECEREI O SEU SACRIFÍCIO</a:t>
            </a:r>
          </a:p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5FA62-649C-DF2F-1510-E602D013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5FBF3-209D-3328-9FE4-BA27A2C9E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97914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52A74D-E196-B865-21C6-0BBC49FCE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QUE PODEREI OFERECER AO MEU DEUS</a:t>
            </a:r>
          </a:p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PELOS IMENSOS BENEFÍCIOS QUE ME FEZ?</a:t>
            </a:r>
          </a:p>
          <a:p>
            <a:pPr algn="l"/>
            <a:endParaRPr lang="pt-BR" sz="71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OFERECEREI O SEU SACRIFÍCIO</a:t>
            </a:r>
          </a:p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48560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A31AA-CC88-1026-4A38-97522B95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EC814-F971-0A99-1036-DF4AE2EAF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97914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5A64A6-4B61-FE43-A6AD-7B473823F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EU CUMPRIREI MINHAS PROMESSAS AO SENHOR,</a:t>
            </a:r>
          </a:p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NA REUNIÃO DO POVO SANTO DE DEUS.</a:t>
            </a:r>
          </a:p>
          <a:p>
            <a:pPr algn="l"/>
            <a:endParaRPr lang="pt-BR" sz="71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OFERECEREI O SEU SACRIFÍCIO</a:t>
            </a:r>
          </a:p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093198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79271-85AF-1910-6E2C-DF0EFDF9E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5F2BB-5F33-1AC2-49C0-23EFA06BC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97914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5EAD25-27D3-7853-AE1E-C845B5EB9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VÓS ME QUEBRASTES OS GRILHÕES DA ESCRAVIDÃO,</a:t>
            </a:r>
          </a:p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E É POR ISSO QUE HOJE EU CANTO VOSSO AMOR.</a:t>
            </a:r>
          </a:p>
          <a:p>
            <a:pPr algn="l"/>
            <a:endParaRPr lang="pt-BR" sz="71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OFERECEREI O SEU SACRIFÍCIO</a:t>
            </a:r>
          </a:p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86025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NÃO TE IRRITES COM AS OBRAS DOS MALVADOS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NEM INVEJES AS PESSOAS DESONESTAS; R.</a:t>
            </a: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2E5E0-BE31-FDF5-20E3-CC5CE38D5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BA821-9A4E-FBEE-8C0D-0C017C9BF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EBC43F-6C1B-DE8C-8326-3D92AE5BE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CONFIA NO SENHOR E FAZE O BEM,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E SOBRE A TERRA HABITARÁS EM SEGURANÇA. R.</a:t>
            </a:r>
          </a:p>
          <a:p>
            <a:pPr algn="l"/>
            <a:endParaRPr lang="pt-BR" sz="48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2395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E0334-C25B-33ED-9B32-3C7D0F63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A64F2-B0FE-FE63-AB32-7B8F85EFF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D388EB-3F7C-5C1C-B466-9510FB6E5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COLOCA NO SENHOR TUA ALEGRIA,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E ELE DARÁ O QUE PEDIR TEU CORAÇÃO. R.</a:t>
            </a:r>
          </a:p>
        </p:txBody>
      </p:sp>
    </p:spTree>
    <p:extLst>
      <p:ext uri="{BB962C8B-B14F-4D97-AF65-F5344CB8AC3E}">
        <p14:creationId xmlns:p14="http://schemas.microsoft.com/office/powerpoint/2010/main" val="1810251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ED2F-5A8B-4140-13E3-5567D1274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95342-38BD-28B2-8E3B-B2FA6DE6D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527E42-21F5-E73D-C0BD-1563B3692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DEIXA AOS CUIDADOS DO SENHOR O TEU DESTINO;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CONFIA NELE, E COM CERTEZA ELE AGIRÁ. R.</a:t>
            </a:r>
          </a:p>
          <a:p>
            <a:pPr algn="l"/>
            <a:endParaRPr lang="pt-BR" sz="48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343490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7C87B-FFBC-9EEE-0EDD-A56D26E2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1B52E-CB08-8923-A998-EE08A978F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E2647F-F2E1-1A05-0015-3713C441C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FARÁ BRILHAR TUA INOCÊNCIA COMO A LUZ,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E O TEU DIREITO, COMO O SOL DO MEIO-DIA. R.</a:t>
            </a:r>
          </a:p>
        </p:txBody>
      </p:sp>
    </p:spTree>
    <p:extLst>
      <p:ext uri="{BB962C8B-B14F-4D97-AF65-F5344CB8AC3E}">
        <p14:creationId xmlns:p14="http://schemas.microsoft.com/office/powerpoint/2010/main" val="33783255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57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5000" dirty="0"/>
              <a:t>EU TE ADORO, HÓSTIA DIVINA!</a:t>
            </a:r>
          </a:p>
          <a:p>
            <a:pPr algn="l"/>
            <a:r>
              <a:rPr lang="pt-BR" sz="15000" dirty="0"/>
              <a:t>EU TE ADORO, HÓSTIA DE AMOR!</a:t>
            </a:r>
          </a:p>
          <a:p>
            <a:pPr algn="l"/>
            <a:r>
              <a:rPr lang="pt-BR" sz="15000" dirty="0"/>
              <a:t>ÉS DOS ANJOS O TESOURO E DOS HOMENS O DULÇOR.</a:t>
            </a:r>
          </a:p>
        </p:txBody>
      </p:sp>
    </p:spTree>
    <p:extLst>
      <p:ext uri="{BB962C8B-B14F-4D97-AF65-F5344CB8AC3E}">
        <p14:creationId xmlns:p14="http://schemas.microsoft.com/office/powerpoint/2010/main" val="1093983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B8B7-21F3-7903-3584-88CE5270B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A1EC2-39CD-818D-744C-E555CB432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B15D4A-24F7-3FAA-6C93-11D651A34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5000" dirty="0"/>
              <a:t>EU TE ADORO, HÓSTIA DIVINA!</a:t>
            </a:r>
          </a:p>
          <a:p>
            <a:pPr algn="l"/>
            <a:r>
              <a:rPr lang="pt-BR" sz="15000" dirty="0"/>
              <a:t>EU TE ADORO, HÓSTIA DE AMOR!</a:t>
            </a:r>
          </a:p>
          <a:p>
            <a:pPr algn="l"/>
            <a:r>
              <a:rPr lang="pt-BR" sz="15000" dirty="0"/>
              <a:t>ÉS NA VIDA ALENTO E FORÇA,</a:t>
            </a:r>
          </a:p>
          <a:p>
            <a:pPr algn="l"/>
            <a:r>
              <a:rPr lang="pt-BR" sz="15000" dirty="0"/>
              <a:t>E NA MORTE O DEFENSOR.</a:t>
            </a:r>
          </a:p>
        </p:txBody>
      </p:sp>
    </p:spTree>
    <p:extLst>
      <p:ext uri="{BB962C8B-B14F-4D97-AF65-F5344CB8AC3E}">
        <p14:creationId xmlns:p14="http://schemas.microsoft.com/office/powerpoint/2010/main" val="4275190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75821-9BED-F044-7B12-1372D406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457D1-9CEF-7B6B-29AA-FCD3BC57B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37F4CE-F2AC-7C20-9F65-2DC26FB19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EU TE ADORO, HÓSTIA DIVINA,</a:t>
            </a:r>
          </a:p>
          <a:p>
            <a:pPr algn="l"/>
            <a:r>
              <a:rPr lang="pt-BR" sz="6600" dirty="0"/>
              <a:t>EU TE ADORO, HÓSTIA DE AMOR!</a:t>
            </a:r>
          </a:p>
          <a:p>
            <a:pPr algn="l"/>
            <a:r>
              <a:rPr lang="pt-BR" sz="6600" dirty="0"/>
              <a:t>ÉS NA TERRA FIEL AMIGO,</a:t>
            </a:r>
          </a:p>
          <a:p>
            <a:pPr algn="l"/>
            <a:r>
              <a:rPr lang="pt-BR" sz="6600" dirty="0"/>
              <a:t>E DO CÉU, FELIZ PENHOR.</a:t>
            </a:r>
            <a:endParaRPr lang="pt-BR" sz="77500" dirty="0"/>
          </a:p>
        </p:txBody>
      </p:sp>
    </p:spTree>
    <p:extLst>
      <p:ext uri="{BB962C8B-B14F-4D97-AF65-F5344CB8AC3E}">
        <p14:creationId xmlns:p14="http://schemas.microsoft.com/office/powerpoint/2010/main" val="19148969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F8D29-B9DB-6691-1165-BA585273E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C2C9A-FB90-05E6-3E05-0FFAE0C59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243CEE-66E9-ECB4-B34D-C6975C980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lang="pt-BR" sz="6600" dirty="0"/>
              <a:t>EU TE ADORO, HÓSTIA DIVINA,</a:t>
            </a:r>
            <a:br>
              <a:rPr lang="pt-BR" sz="6600" dirty="0"/>
            </a:br>
            <a:r>
              <a:rPr lang="pt-BR" sz="6600" dirty="0"/>
              <a:t>EU TE ADORO, HÓSTIA DE AMOR!</a:t>
            </a:r>
            <a:br>
              <a:rPr lang="pt-BR" sz="6600" dirty="0"/>
            </a:br>
            <a:r>
              <a:rPr lang="pt-BR" sz="6600" dirty="0"/>
              <a:t>ÉS MEU DEUS, EXCELSO E GRANDE,</a:t>
            </a:r>
            <a:br>
              <a:rPr lang="pt-BR" sz="6600" dirty="0"/>
            </a:br>
            <a:r>
              <a:rPr lang="pt-BR" sz="6600" dirty="0"/>
              <a:t>E DOS SÉCULOS, O SENHOR.</a:t>
            </a:r>
          </a:p>
        </p:txBody>
      </p:sp>
    </p:spTree>
    <p:extLst>
      <p:ext uri="{BB962C8B-B14F-4D97-AF65-F5344CB8AC3E}">
        <p14:creationId xmlns:p14="http://schemas.microsoft.com/office/powerpoint/2010/main" val="20124029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1400" dirty="0"/>
              <a:t>MARIA DE NAZARÉ,</a:t>
            </a:r>
            <a:br>
              <a:rPr lang="pt-BR" sz="11400" dirty="0"/>
            </a:br>
            <a:r>
              <a:rPr lang="pt-BR" sz="11400" dirty="0"/>
              <a:t>MARIA ME CATIVOU</a:t>
            </a:r>
            <a:br>
              <a:rPr lang="pt-BR" sz="11400" dirty="0"/>
            </a:br>
            <a:r>
              <a:rPr lang="pt-BR" sz="11400" dirty="0"/>
              <a:t>FEZ MAIS FORTE A MINHA FÉ</a:t>
            </a:r>
            <a:br>
              <a:rPr lang="pt-BR" sz="11400" dirty="0"/>
            </a:br>
            <a:r>
              <a:rPr lang="pt-BR" sz="11400" dirty="0"/>
              <a:t>E POR FILHO ME ADOTOU</a:t>
            </a:r>
          </a:p>
          <a:p>
            <a:pPr algn="l"/>
            <a:r>
              <a:rPr lang="pt-BR" sz="11400" dirty="0"/>
              <a:t>AS VEZES EU PARO E FICO A PENSAR</a:t>
            </a:r>
            <a:br>
              <a:rPr lang="pt-BR" sz="11400" dirty="0"/>
            </a:br>
            <a:r>
              <a:rPr lang="pt-BR" sz="11400" dirty="0"/>
              <a:t>E SEM PERCEBER, ME VEJO A REZAR</a:t>
            </a:r>
            <a:br>
              <a:rPr lang="pt-BR" sz="11400" dirty="0"/>
            </a:br>
            <a:r>
              <a:rPr lang="pt-BR" sz="11400" dirty="0"/>
              <a:t>E MEU CORAÇÃO SE PÕE A CANTAR</a:t>
            </a:r>
            <a:br>
              <a:rPr lang="pt-BR" sz="11400" dirty="0"/>
            </a:br>
            <a:r>
              <a:rPr lang="pt-BR" sz="11400" dirty="0"/>
              <a:t>PRA VIRGEM DE NAZARÉ</a:t>
            </a:r>
          </a:p>
          <a:p>
            <a:pPr algn="l"/>
            <a:br>
              <a:rPr lang="pt-BR" sz="8800" dirty="0"/>
            </a:b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4467440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C43B-36B5-F012-C0E7-C4B8ECBDE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E2379-F0EA-5C03-C3C5-6F37B10E9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907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E9CD40-B50C-665D-DBD6-B425160EA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endParaRPr lang="pt-BR" sz="3600" dirty="0"/>
          </a:p>
          <a:p>
            <a:pPr algn="l"/>
            <a:br>
              <a:rPr lang="pt-BR" sz="8800" dirty="0"/>
            </a:br>
            <a:endParaRPr lang="pt-BR" sz="60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E3CD77-5AD0-64F8-40E5-12DD71CEBA9C}"/>
              </a:ext>
            </a:extLst>
          </p:cNvPr>
          <p:cNvSpPr txBox="1"/>
          <p:nvPr/>
        </p:nvSpPr>
        <p:spPr>
          <a:xfrm>
            <a:off x="533400" y="520133"/>
            <a:ext cx="1091045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0" i="0" dirty="0">
                <a:effectLst/>
              </a:rPr>
              <a:t>MENINA QUE DEUS AMOU E ESCOLHEU</a:t>
            </a:r>
            <a:br>
              <a:rPr lang="pt-BR" sz="4800" dirty="0"/>
            </a:br>
            <a:r>
              <a:rPr lang="pt-BR" sz="4800" b="0" i="0" dirty="0">
                <a:effectLst/>
              </a:rPr>
              <a:t>PRA MÃE DE JESUS, O FILHO DE DEUS</a:t>
            </a:r>
            <a:br>
              <a:rPr lang="pt-BR" sz="4800" dirty="0"/>
            </a:br>
            <a:r>
              <a:rPr lang="pt-BR" sz="4800" b="0" i="0" dirty="0">
                <a:effectLst/>
              </a:rPr>
              <a:t>MARIA QUE O POVO INTEIRO ELEGEU</a:t>
            </a:r>
            <a:br>
              <a:rPr lang="pt-BR" sz="4800" dirty="0"/>
            </a:br>
            <a:r>
              <a:rPr lang="pt-BR" sz="4800" b="0" i="0" dirty="0">
                <a:effectLst/>
              </a:rPr>
              <a:t>SENHORA E MÃE DO CÉU</a:t>
            </a:r>
            <a:endParaRPr lang="pt-BR" sz="4800" dirty="0"/>
          </a:p>
          <a:p>
            <a:r>
              <a:rPr lang="pt-BR" sz="4800" b="1" dirty="0"/>
              <a:t>AVE MARIA</a:t>
            </a:r>
          </a:p>
          <a:p>
            <a:r>
              <a:rPr lang="pt-BR" sz="4800" b="1" dirty="0"/>
              <a:t>AVE MARIA </a:t>
            </a:r>
          </a:p>
          <a:p>
            <a:r>
              <a:rPr lang="pt-BR" sz="4800" b="1" dirty="0"/>
              <a:t>AVE MARIA</a:t>
            </a:r>
          </a:p>
          <a:p>
            <a:r>
              <a:rPr lang="pt-BR" sz="4800" b="1" dirty="0"/>
              <a:t>MÃE DE JESUS</a:t>
            </a:r>
          </a:p>
        </p:txBody>
      </p:sp>
    </p:spTree>
    <p:extLst>
      <p:ext uri="{BB962C8B-B14F-4D97-AF65-F5344CB8AC3E}">
        <p14:creationId xmlns:p14="http://schemas.microsoft.com/office/powerpoint/2010/main" val="16401703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8576</TotalTime>
  <Words>937</Words>
  <Application>Microsoft Office PowerPoint</Application>
  <PresentationFormat>Widescreen</PresentationFormat>
  <Paragraphs>152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6" baseType="lpstr">
      <vt:lpstr>-apple-system</vt:lpstr>
      <vt:lpstr>Arial</vt:lpstr>
      <vt:lpstr>Calibri</vt:lpstr>
      <vt:lpstr>Calibri Light</vt:lpstr>
      <vt:lpstr>Open Sans</vt:lpstr>
      <vt:lpstr>Roboto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41</cp:revision>
  <dcterms:created xsi:type="dcterms:W3CDTF">2023-05-06T17:01:55Z</dcterms:created>
  <dcterms:modified xsi:type="dcterms:W3CDTF">2025-08-23T21:32:00Z</dcterms:modified>
</cp:coreProperties>
</file>