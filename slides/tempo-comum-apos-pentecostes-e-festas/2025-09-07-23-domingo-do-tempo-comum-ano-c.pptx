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471" r:id="rId4"/>
    <p:sldId id="258" r:id="rId5"/>
    <p:sldId id="475" r:id="rId6"/>
    <p:sldId id="476" r:id="rId7"/>
    <p:sldId id="477" r:id="rId8"/>
    <p:sldId id="478" r:id="rId9"/>
    <p:sldId id="479" r:id="rId10"/>
    <p:sldId id="261" r:id="rId11"/>
    <p:sldId id="338" r:id="rId12"/>
    <p:sldId id="339" r:id="rId13"/>
    <p:sldId id="340" r:id="rId14"/>
    <p:sldId id="377" r:id="rId15"/>
    <p:sldId id="260" r:id="rId16"/>
    <p:sldId id="265" r:id="rId17"/>
    <p:sldId id="266" r:id="rId18"/>
    <p:sldId id="267" r:id="rId19"/>
    <p:sldId id="268" r:id="rId20"/>
    <p:sldId id="530" r:id="rId21"/>
    <p:sldId id="426" r:id="rId22"/>
    <p:sldId id="442" r:id="rId23"/>
    <p:sldId id="443" r:id="rId24"/>
    <p:sldId id="444" r:id="rId25"/>
    <p:sldId id="445" r:id="rId26"/>
    <p:sldId id="484" r:id="rId27"/>
    <p:sldId id="485" r:id="rId28"/>
    <p:sldId id="292" r:id="rId29"/>
    <p:sldId id="272" r:id="rId30"/>
    <p:sldId id="273" r:id="rId31"/>
    <p:sldId id="286" r:id="rId32"/>
    <p:sldId id="362" r:id="rId33"/>
    <p:sldId id="358" r:id="rId34"/>
    <p:sldId id="373" r:id="rId35"/>
    <p:sldId id="380" r:id="rId36"/>
    <p:sldId id="381" r:id="rId37"/>
    <p:sldId id="382" r:id="rId38"/>
    <p:sldId id="277" r:id="rId39"/>
    <p:sldId id="493" r:id="rId40"/>
    <p:sldId id="494" r:id="rId41"/>
    <p:sldId id="495" r:id="rId42"/>
    <p:sldId id="496" r:id="rId43"/>
    <p:sldId id="297" r:id="rId44"/>
    <p:sldId id="437" r:id="rId45"/>
    <p:sldId id="473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3E1E754-3D36-4E32-A4D4-501520DCBE75}"/>
    <pc:docChg chg="custSel addSld delSld modSld">
      <pc:chgData name="anaclaracosta116@gmail.com" userId="a793634777582c92" providerId="LiveId" clId="{B3E1E754-3D36-4E32-A4D4-501520DCBE75}" dt="2025-09-06T20:23:17.252" v="184" actId="20577"/>
      <pc:docMkLst>
        <pc:docMk/>
      </pc:docMkLst>
      <pc:sldChg chg="del">
        <pc:chgData name="anaclaracosta116@gmail.com" userId="a793634777582c92" providerId="LiveId" clId="{B3E1E754-3D36-4E32-A4D4-501520DCBE75}" dt="2025-09-06T19:37:16.455" v="131" actId="47"/>
        <pc:sldMkLst>
          <pc:docMk/>
          <pc:sldMk cId="2490480151" sldId="259"/>
        </pc:sldMkLst>
      </pc:sldChg>
      <pc:sldChg chg="modSp add del mod">
        <pc:chgData name="anaclaracosta116@gmail.com" userId="a793634777582c92" providerId="LiveId" clId="{B3E1E754-3D36-4E32-A4D4-501520DCBE75}" dt="2025-09-06T20:23:17.252" v="184" actId="20577"/>
        <pc:sldMkLst>
          <pc:docMk/>
          <pc:sldMk cId="337661645" sldId="261"/>
        </pc:sldMkLst>
        <pc:spChg chg="mod">
          <ac:chgData name="anaclaracosta116@gmail.com" userId="a793634777582c92" providerId="LiveId" clId="{B3E1E754-3D36-4E32-A4D4-501520DCBE75}" dt="2025-09-06T20:23:17.252" v="184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3E1E754-3D36-4E32-A4D4-501520DCBE75}" dt="2025-09-06T19:37:25.783" v="135" actId="47"/>
        <pc:sldMkLst>
          <pc:docMk/>
          <pc:sldMk cId="3868190215" sldId="262"/>
        </pc:sldMkLst>
      </pc:sldChg>
      <pc:sldChg chg="del">
        <pc:chgData name="anaclaracosta116@gmail.com" userId="a793634777582c92" providerId="LiveId" clId="{B3E1E754-3D36-4E32-A4D4-501520DCBE75}" dt="2025-09-06T19:37:26.756" v="136" actId="47"/>
        <pc:sldMkLst>
          <pc:docMk/>
          <pc:sldMk cId="1799863211" sldId="263"/>
        </pc:sldMkLst>
      </pc:sldChg>
      <pc:sldChg chg="del">
        <pc:chgData name="anaclaracosta116@gmail.com" userId="a793634777582c92" providerId="LiveId" clId="{B3E1E754-3D36-4E32-A4D4-501520DCBE75}" dt="2025-09-06T19:37:28.829" v="139" actId="47"/>
        <pc:sldMkLst>
          <pc:docMk/>
          <pc:sldMk cId="3222059865" sldId="264"/>
        </pc:sldMkLst>
      </pc:sldChg>
      <pc:sldChg chg="modSp mod">
        <pc:chgData name="anaclaracosta116@gmail.com" userId="a793634777582c92" providerId="LiveId" clId="{B3E1E754-3D36-4E32-A4D4-501520DCBE75}" dt="2025-09-06T19:37:38.402" v="140" actId="20577"/>
        <pc:sldMkLst>
          <pc:docMk/>
          <pc:sldMk cId="3388034860" sldId="265"/>
        </pc:sldMkLst>
        <pc:spChg chg="mod">
          <ac:chgData name="anaclaracosta116@gmail.com" userId="a793634777582c92" providerId="LiveId" clId="{B3E1E754-3D36-4E32-A4D4-501520DCBE75}" dt="2025-09-06T19:37:38.402" v="140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3E1E754-3D36-4E32-A4D4-501520DCBE75}" dt="2025-09-06T20:22:33.474" v="182" actId="20577"/>
        <pc:sldMkLst>
          <pc:docMk/>
          <pc:sldMk cId="2671817442" sldId="267"/>
        </pc:sldMkLst>
        <pc:spChg chg="mod">
          <ac:chgData name="anaclaracosta116@gmail.com" userId="a793634777582c92" providerId="LiveId" clId="{B3E1E754-3D36-4E32-A4D4-501520DCBE75}" dt="2025-09-06T20:22:33.474" v="18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3E1E754-3D36-4E32-A4D4-501520DCBE75}" dt="2025-09-06T19:40:03.573" v="142" actId="47"/>
        <pc:sldMkLst>
          <pc:docMk/>
          <pc:sldMk cId="2786277918" sldId="269"/>
        </pc:sldMkLst>
      </pc:sldChg>
      <pc:sldChg chg="del">
        <pc:chgData name="anaclaracosta116@gmail.com" userId="a793634777582c92" providerId="LiveId" clId="{B3E1E754-3D36-4E32-A4D4-501520DCBE75}" dt="2025-09-06T19:47:57.104" v="152" actId="47"/>
        <pc:sldMkLst>
          <pc:docMk/>
          <pc:sldMk cId="1963412704" sldId="275"/>
        </pc:sldMkLst>
      </pc:sldChg>
      <pc:sldChg chg="del">
        <pc:chgData name="anaclaracosta116@gmail.com" userId="a793634777582c92" providerId="LiveId" clId="{B3E1E754-3D36-4E32-A4D4-501520DCBE75}" dt="2025-09-06T19:37:17.020" v="132" actId="47"/>
        <pc:sldMkLst>
          <pc:docMk/>
          <pc:sldMk cId="4082794164" sldId="279"/>
        </pc:sldMkLst>
      </pc:sldChg>
      <pc:sldChg chg="del">
        <pc:chgData name="anaclaracosta116@gmail.com" userId="a793634777582c92" providerId="LiveId" clId="{B3E1E754-3D36-4E32-A4D4-501520DCBE75}" dt="2025-09-06T19:37:27.369" v="137" actId="47"/>
        <pc:sldMkLst>
          <pc:docMk/>
          <pc:sldMk cId="2109729473" sldId="283"/>
        </pc:sldMkLst>
      </pc:sldChg>
      <pc:sldChg chg="del">
        <pc:chgData name="anaclaracosta116@gmail.com" userId="a793634777582c92" providerId="LiveId" clId="{B3E1E754-3D36-4E32-A4D4-501520DCBE75}" dt="2025-09-06T19:45:57.227" v="147" actId="47"/>
        <pc:sldMkLst>
          <pc:docMk/>
          <pc:sldMk cId="80886998" sldId="296"/>
        </pc:sldMkLst>
      </pc:sldChg>
      <pc:sldChg chg="del">
        <pc:chgData name="anaclaracosta116@gmail.com" userId="a793634777582c92" providerId="LiveId" clId="{B3E1E754-3D36-4E32-A4D4-501520DCBE75}" dt="2025-09-06T19:37:27.936" v="138" actId="47"/>
        <pc:sldMkLst>
          <pc:docMk/>
          <pc:sldMk cId="1079925768" sldId="308"/>
        </pc:sldMkLst>
      </pc:sldChg>
      <pc:sldChg chg="del">
        <pc:chgData name="anaclaracosta116@gmail.com" userId="a793634777582c92" providerId="LiveId" clId="{B3E1E754-3D36-4E32-A4D4-501520DCBE75}" dt="2025-09-06T19:45:59.615" v="148" actId="47"/>
        <pc:sldMkLst>
          <pc:docMk/>
          <pc:sldMk cId="1540764129" sldId="324"/>
        </pc:sldMkLst>
      </pc:sldChg>
      <pc:sldChg chg="del">
        <pc:chgData name="anaclaracosta116@gmail.com" userId="a793634777582c92" providerId="LiveId" clId="{B3E1E754-3D36-4E32-A4D4-501520DCBE75}" dt="2025-09-06T19:46:03.230" v="149" actId="47"/>
        <pc:sldMkLst>
          <pc:docMk/>
          <pc:sldMk cId="4247229575" sldId="325"/>
        </pc:sldMkLst>
      </pc:sldChg>
      <pc:sldChg chg="add">
        <pc:chgData name="anaclaracosta116@gmail.com" userId="a793634777582c92" providerId="LiveId" clId="{B3E1E754-3D36-4E32-A4D4-501520DCBE75}" dt="2025-09-06T20:01:30.882" v="163"/>
        <pc:sldMkLst>
          <pc:docMk/>
          <pc:sldMk cId="1733667129" sldId="338"/>
        </pc:sldMkLst>
      </pc:sldChg>
      <pc:sldChg chg="add">
        <pc:chgData name="anaclaracosta116@gmail.com" userId="a793634777582c92" providerId="LiveId" clId="{B3E1E754-3D36-4E32-A4D4-501520DCBE75}" dt="2025-09-06T20:01:30.882" v="163"/>
        <pc:sldMkLst>
          <pc:docMk/>
          <pc:sldMk cId="2703894855" sldId="339"/>
        </pc:sldMkLst>
      </pc:sldChg>
      <pc:sldChg chg="add">
        <pc:chgData name="anaclaracosta116@gmail.com" userId="a793634777582c92" providerId="LiveId" clId="{B3E1E754-3D36-4E32-A4D4-501520DCBE75}" dt="2025-09-06T20:01:30.882" v="163"/>
        <pc:sldMkLst>
          <pc:docMk/>
          <pc:sldMk cId="641955455" sldId="340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3348609962" sldId="358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2304799739" sldId="362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3327129825" sldId="373"/>
        </pc:sldMkLst>
      </pc:sldChg>
      <pc:sldChg chg="add">
        <pc:chgData name="anaclaracosta116@gmail.com" userId="a793634777582c92" providerId="LiveId" clId="{B3E1E754-3D36-4E32-A4D4-501520DCBE75}" dt="2025-09-06T20:01:30.882" v="163"/>
        <pc:sldMkLst>
          <pc:docMk/>
          <pc:sldMk cId="3733524150" sldId="377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3337668095" sldId="380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3272874293" sldId="381"/>
        </pc:sldMkLst>
      </pc:sldChg>
      <pc:sldChg chg="add">
        <pc:chgData name="anaclaracosta116@gmail.com" userId="a793634777582c92" providerId="LiveId" clId="{B3E1E754-3D36-4E32-A4D4-501520DCBE75}" dt="2025-09-06T19:47:50.007" v="151"/>
        <pc:sldMkLst>
          <pc:docMk/>
          <pc:sldMk cId="4062823723" sldId="382"/>
        </pc:sldMkLst>
      </pc:sldChg>
      <pc:sldChg chg="del">
        <pc:chgData name="anaclaracosta116@gmail.com" userId="a793634777582c92" providerId="LiveId" clId="{B3E1E754-3D36-4E32-A4D4-501520DCBE75}" dt="2025-09-06T19:47:57.652" v="153" actId="47"/>
        <pc:sldMkLst>
          <pc:docMk/>
          <pc:sldMk cId="3572284562" sldId="423"/>
        </pc:sldMkLst>
      </pc:sldChg>
      <pc:sldChg chg="del">
        <pc:chgData name="anaclaracosta116@gmail.com" userId="a793634777582c92" providerId="LiveId" clId="{B3E1E754-3D36-4E32-A4D4-501520DCBE75}" dt="2025-09-06T19:48:01.554" v="159" actId="47"/>
        <pc:sldMkLst>
          <pc:docMk/>
          <pc:sldMk cId="2091540066" sldId="424"/>
        </pc:sldMkLst>
      </pc:sldChg>
      <pc:sldChg chg="del">
        <pc:chgData name="anaclaracosta116@gmail.com" userId="a793634777582c92" providerId="LiveId" clId="{B3E1E754-3D36-4E32-A4D4-501520DCBE75}" dt="2025-09-06T19:48:03.153" v="161" actId="47"/>
        <pc:sldMkLst>
          <pc:docMk/>
          <pc:sldMk cId="3265102569" sldId="425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1924890712" sldId="426"/>
        </pc:sldMkLst>
      </pc:sldChg>
      <pc:sldChg chg="modSp mod">
        <pc:chgData name="anaclaracosta116@gmail.com" userId="a793634777582c92" providerId="LiveId" clId="{B3E1E754-3D36-4E32-A4D4-501520DCBE75}" dt="2025-09-06T20:16:50.339" v="181" actId="403"/>
        <pc:sldMkLst>
          <pc:docMk/>
          <pc:sldMk cId="2307340374" sldId="437"/>
        </pc:sldMkLst>
        <pc:spChg chg="mod">
          <ac:chgData name="anaclaracosta116@gmail.com" userId="a793634777582c92" providerId="LiveId" clId="{B3E1E754-3D36-4E32-A4D4-501520DCBE75}" dt="2025-09-06T20:16:50.339" v="181" actId="403"/>
          <ac:spMkLst>
            <pc:docMk/>
            <pc:sldMk cId="2307340374" sldId="43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3507975256" sldId="442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4098624383" sldId="443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1384073570" sldId="444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2375914626" sldId="445"/>
        </pc:sldMkLst>
      </pc:sldChg>
      <pc:sldChg chg="del">
        <pc:chgData name="anaclaracosta116@gmail.com" userId="a793634777582c92" providerId="LiveId" clId="{B3E1E754-3D36-4E32-A4D4-501520DCBE75}" dt="2025-09-06T19:48:00.357" v="157" actId="47"/>
        <pc:sldMkLst>
          <pc:docMk/>
          <pc:sldMk cId="1440019987" sldId="446"/>
        </pc:sldMkLst>
      </pc:sldChg>
      <pc:sldChg chg="del">
        <pc:chgData name="anaclaracosta116@gmail.com" userId="a793634777582c92" providerId="LiveId" clId="{B3E1E754-3D36-4E32-A4D4-501520DCBE75}" dt="2025-09-06T19:47:59.020" v="155" actId="47"/>
        <pc:sldMkLst>
          <pc:docMk/>
          <pc:sldMk cId="1616045994" sldId="458"/>
        </pc:sldMkLst>
      </pc:sldChg>
      <pc:sldChg chg="del">
        <pc:chgData name="anaclaracosta116@gmail.com" userId="a793634777582c92" providerId="LiveId" clId="{B3E1E754-3D36-4E32-A4D4-501520DCBE75}" dt="2025-09-06T19:46:04.201" v="150" actId="47"/>
        <pc:sldMkLst>
          <pc:docMk/>
          <pc:sldMk cId="1013116270" sldId="460"/>
        </pc:sldMkLst>
      </pc:sldChg>
      <pc:sldChg chg="del">
        <pc:chgData name="anaclaracosta116@gmail.com" userId="a793634777582c92" providerId="LiveId" clId="{B3E1E754-3D36-4E32-A4D4-501520DCBE75}" dt="2025-09-06T19:37:17.553" v="133" actId="47"/>
        <pc:sldMkLst>
          <pc:docMk/>
          <pc:sldMk cId="1186391949" sldId="461"/>
        </pc:sldMkLst>
      </pc:sldChg>
      <pc:sldChg chg="del">
        <pc:chgData name="anaclaracosta116@gmail.com" userId="a793634777582c92" providerId="LiveId" clId="{B3E1E754-3D36-4E32-A4D4-501520DCBE75}" dt="2025-09-06T19:40:04.030" v="143" actId="47"/>
        <pc:sldMkLst>
          <pc:docMk/>
          <pc:sldMk cId="3788454776" sldId="462"/>
        </pc:sldMkLst>
      </pc:sldChg>
      <pc:sldChg chg="del">
        <pc:chgData name="anaclaracosta116@gmail.com" userId="a793634777582c92" providerId="LiveId" clId="{B3E1E754-3D36-4E32-A4D4-501520DCBE75}" dt="2025-09-06T19:40:07.469" v="145" actId="47"/>
        <pc:sldMkLst>
          <pc:docMk/>
          <pc:sldMk cId="3017993090" sldId="463"/>
        </pc:sldMkLst>
      </pc:sldChg>
      <pc:sldChg chg="del">
        <pc:chgData name="anaclaracosta116@gmail.com" userId="a793634777582c92" providerId="LiveId" clId="{B3E1E754-3D36-4E32-A4D4-501520DCBE75}" dt="2025-09-06T19:47:58.375" v="154" actId="47"/>
        <pc:sldMkLst>
          <pc:docMk/>
          <pc:sldMk cId="2100483691" sldId="467"/>
        </pc:sldMkLst>
      </pc:sldChg>
      <pc:sldChg chg="del">
        <pc:chgData name="anaclaracosta116@gmail.com" userId="a793634777582c92" providerId="LiveId" clId="{B3E1E754-3D36-4E32-A4D4-501520DCBE75}" dt="2025-09-06T19:47:59.748" v="156" actId="47"/>
        <pc:sldMkLst>
          <pc:docMk/>
          <pc:sldMk cId="315831491" sldId="468"/>
        </pc:sldMkLst>
      </pc:sldChg>
      <pc:sldChg chg="del">
        <pc:chgData name="anaclaracosta116@gmail.com" userId="a793634777582c92" providerId="LiveId" clId="{B3E1E754-3D36-4E32-A4D4-501520DCBE75}" dt="2025-09-06T19:48:00.980" v="158" actId="47"/>
        <pc:sldMkLst>
          <pc:docMk/>
          <pc:sldMk cId="43025876" sldId="469"/>
        </pc:sldMkLst>
      </pc:sldChg>
      <pc:sldChg chg="del">
        <pc:chgData name="anaclaracosta116@gmail.com" userId="a793634777582c92" providerId="LiveId" clId="{B3E1E754-3D36-4E32-A4D4-501520DCBE75}" dt="2025-09-06T19:48:02.321" v="160" actId="47"/>
        <pc:sldMkLst>
          <pc:docMk/>
          <pc:sldMk cId="4256637385" sldId="470"/>
        </pc:sldMkLst>
      </pc:sldChg>
      <pc:sldChg chg="del">
        <pc:chgData name="anaclaracosta116@gmail.com" userId="a793634777582c92" providerId="LiveId" clId="{B3E1E754-3D36-4E32-A4D4-501520DCBE75}" dt="2025-09-06T19:40:04.782" v="144" actId="47"/>
        <pc:sldMkLst>
          <pc:docMk/>
          <pc:sldMk cId="2814225473" sldId="472"/>
        </pc:sldMkLst>
      </pc:sldChg>
      <pc:sldChg chg="modSp mod">
        <pc:chgData name="anaclaracosta116@gmail.com" userId="a793634777582c92" providerId="LiveId" clId="{B3E1E754-3D36-4E32-A4D4-501520DCBE75}" dt="2025-09-06T20:16:43.415" v="179" actId="113"/>
        <pc:sldMkLst>
          <pc:docMk/>
          <pc:sldMk cId="2823746826" sldId="473"/>
        </pc:sldMkLst>
        <pc:spChg chg="mod">
          <ac:chgData name="anaclaracosta116@gmail.com" userId="a793634777582c92" providerId="LiveId" clId="{B3E1E754-3D36-4E32-A4D4-501520DCBE75}" dt="2025-09-06T20:16:43.415" v="179" actId="113"/>
          <ac:spMkLst>
            <pc:docMk/>
            <pc:sldMk cId="2823746826" sldId="473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B3E1E754-3D36-4E32-A4D4-501520DCBE75}" dt="2025-09-06T19:53:09.781" v="162" actId="47"/>
        <pc:sldMkLst>
          <pc:docMk/>
          <pc:sldMk cId="113400338" sldId="474"/>
        </pc:sldMkLst>
      </pc:sldChg>
      <pc:sldChg chg="add">
        <pc:chgData name="anaclaracosta116@gmail.com" userId="a793634777582c92" providerId="LiveId" clId="{B3E1E754-3D36-4E32-A4D4-501520DCBE75}" dt="2025-09-06T19:37:01.285" v="130"/>
        <pc:sldMkLst>
          <pc:docMk/>
          <pc:sldMk cId="776375074" sldId="475"/>
        </pc:sldMkLst>
      </pc:sldChg>
      <pc:sldChg chg="add">
        <pc:chgData name="anaclaracosta116@gmail.com" userId="a793634777582c92" providerId="LiveId" clId="{B3E1E754-3D36-4E32-A4D4-501520DCBE75}" dt="2025-09-06T19:37:01.285" v="130"/>
        <pc:sldMkLst>
          <pc:docMk/>
          <pc:sldMk cId="930463023" sldId="476"/>
        </pc:sldMkLst>
      </pc:sldChg>
      <pc:sldChg chg="add">
        <pc:chgData name="anaclaracosta116@gmail.com" userId="a793634777582c92" providerId="LiveId" clId="{B3E1E754-3D36-4E32-A4D4-501520DCBE75}" dt="2025-09-06T19:37:01.285" v="130"/>
        <pc:sldMkLst>
          <pc:docMk/>
          <pc:sldMk cId="777467455" sldId="477"/>
        </pc:sldMkLst>
      </pc:sldChg>
      <pc:sldChg chg="add">
        <pc:chgData name="anaclaracosta116@gmail.com" userId="a793634777582c92" providerId="LiveId" clId="{B3E1E754-3D36-4E32-A4D4-501520DCBE75}" dt="2025-09-06T19:37:01.285" v="130"/>
        <pc:sldMkLst>
          <pc:docMk/>
          <pc:sldMk cId="4151661929" sldId="478"/>
        </pc:sldMkLst>
      </pc:sldChg>
      <pc:sldChg chg="add">
        <pc:chgData name="anaclaracosta116@gmail.com" userId="a793634777582c92" providerId="LiveId" clId="{B3E1E754-3D36-4E32-A4D4-501520DCBE75}" dt="2025-09-06T19:37:01.285" v="130"/>
        <pc:sldMkLst>
          <pc:docMk/>
          <pc:sldMk cId="3293204756" sldId="479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1147532210" sldId="484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107182208" sldId="485"/>
        </pc:sldMkLst>
      </pc:sldChg>
      <pc:sldChg chg="modSp add mod">
        <pc:chgData name="anaclaracosta116@gmail.com" userId="a793634777582c92" providerId="LiveId" clId="{B3E1E754-3D36-4E32-A4D4-501520DCBE75}" dt="2025-09-06T20:12:25.087" v="168" actId="20577"/>
        <pc:sldMkLst>
          <pc:docMk/>
          <pc:sldMk cId="2251607810" sldId="493"/>
        </pc:sldMkLst>
        <pc:spChg chg="mod">
          <ac:chgData name="anaclaracosta116@gmail.com" userId="a793634777582c92" providerId="LiveId" clId="{B3E1E754-3D36-4E32-A4D4-501520DCBE75}" dt="2025-09-06T20:12:25.087" v="168" actId="20577"/>
          <ac:spMkLst>
            <pc:docMk/>
            <pc:sldMk cId="2251607810" sldId="49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3E1E754-3D36-4E32-A4D4-501520DCBE75}" dt="2025-09-06T20:12:38.772" v="169" actId="20577"/>
        <pc:sldMkLst>
          <pc:docMk/>
          <pc:sldMk cId="2319636213" sldId="494"/>
        </pc:sldMkLst>
        <pc:spChg chg="mod">
          <ac:chgData name="anaclaracosta116@gmail.com" userId="a793634777582c92" providerId="LiveId" clId="{B3E1E754-3D36-4E32-A4D4-501520DCBE75}" dt="2025-09-06T20:12:38.772" v="169" actId="20577"/>
          <ac:spMkLst>
            <pc:docMk/>
            <pc:sldMk cId="2319636213" sldId="49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3E1E754-3D36-4E32-A4D4-501520DCBE75}" dt="2025-09-06T20:12:43.881" v="170" actId="20577"/>
        <pc:sldMkLst>
          <pc:docMk/>
          <pc:sldMk cId="334442082" sldId="495"/>
        </pc:sldMkLst>
        <pc:spChg chg="mod">
          <ac:chgData name="anaclaracosta116@gmail.com" userId="a793634777582c92" providerId="LiveId" clId="{B3E1E754-3D36-4E32-A4D4-501520DCBE75}" dt="2025-09-06T20:12:43.881" v="170" actId="20577"/>
          <ac:spMkLst>
            <pc:docMk/>
            <pc:sldMk cId="334442082" sldId="49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3E1E754-3D36-4E32-A4D4-501520DCBE75}" dt="2025-09-06T20:12:50.858" v="171" actId="20577"/>
        <pc:sldMkLst>
          <pc:docMk/>
          <pc:sldMk cId="444168856" sldId="496"/>
        </pc:sldMkLst>
        <pc:spChg chg="mod">
          <ac:chgData name="anaclaracosta116@gmail.com" userId="a793634777582c92" providerId="LiveId" clId="{B3E1E754-3D36-4E32-A4D4-501520DCBE75}" dt="2025-09-06T20:12:50.858" v="171" actId="20577"/>
          <ac:spMkLst>
            <pc:docMk/>
            <pc:sldMk cId="444168856" sldId="496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B3E1E754-3D36-4E32-A4D4-501520DCBE75}" dt="2025-09-06T20:01:36.307" v="164" actId="47"/>
        <pc:sldMkLst>
          <pc:docMk/>
          <pc:sldMk cId="2943480431" sldId="526"/>
        </pc:sldMkLst>
      </pc:sldChg>
      <pc:sldChg chg="add del">
        <pc:chgData name="anaclaracosta116@gmail.com" userId="a793634777582c92" providerId="LiveId" clId="{B3E1E754-3D36-4E32-A4D4-501520DCBE75}" dt="2025-09-06T20:01:36.809" v="165" actId="47"/>
        <pc:sldMkLst>
          <pc:docMk/>
          <pc:sldMk cId="1665388230" sldId="527"/>
        </pc:sldMkLst>
      </pc:sldChg>
      <pc:sldChg chg="add del">
        <pc:chgData name="anaclaracosta116@gmail.com" userId="a793634777582c92" providerId="LiveId" clId="{B3E1E754-3D36-4E32-A4D4-501520DCBE75}" dt="2025-09-06T20:01:37.311" v="166" actId="47"/>
        <pc:sldMkLst>
          <pc:docMk/>
          <pc:sldMk cId="1666814227" sldId="528"/>
        </pc:sldMkLst>
      </pc:sldChg>
      <pc:sldChg chg="add del">
        <pc:chgData name="anaclaracosta116@gmail.com" userId="a793634777582c92" providerId="LiveId" clId="{B3E1E754-3D36-4E32-A4D4-501520DCBE75}" dt="2025-09-06T20:01:38.427" v="167" actId="47"/>
        <pc:sldMkLst>
          <pc:docMk/>
          <pc:sldMk cId="3996876908" sldId="529"/>
        </pc:sldMkLst>
      </pc:sldChg>
      <pc:sldChg chg="add">
        <pc:chgData name="anaclaracosta116@gmail.com" userId="a793634777582c92" providerId="LiveId" clId="{B3E1E754-3D36-4E32-A4D4-501520DCBE75}" dt="2025-09-06T19:39:58.713" v="141"/>
        <pc:sldMkLst>
          <pc:docMk/>
          <pc:sldMk cId="3905826755" sldId="5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72AAE93-0495-07F7-BB31-DA8C999F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39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1285462" y="19055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23ª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100" b="1" dirty="0"/>
              <a:t>COM A IGREJA SUBIREMOS</a:t>
            </a:r>
          </a:p>
          <a:p>
            <a:pPr algn="just"/>
            <a:r>
              <a:rPr lang="pt-BR" sz="7100" b="1" dirty="0"/>
              <a:t>O ALTAR DO SENHOR.</a:t>
            </a:r>
          </a:p>
          <a:p>
            <a:pPr algn="just"/>
            <a:endParaRPr lang="pt-BR" sz="6800" b="1" dirty="0"/>
          </a:p>
          <a:p>
            <a:pPr algn="just"/>
            <a:r>
              <a:rPr lang="pt-BR" sz="6800" dirty="0"/>
              <a:t>TODA A IGREJA AQUI ESTÁ, PARA O ENCONTRO COM DEUS.</a:t>
            </a:r>
          </a:p>
          <a:p>
            <a:pPr algn="just"/>
            <a:r>
              <a:rPr lang="pt-BR" sz="6800" dirty="0"/>
              <a:t>ELE MESMO O MARCOU, PARA NÓS, FILHOS SEUS.</a:t>
            </a:r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100" b="1" dirty="0"/>
              <a:t>COM A IGREJA SUBIREMOS</a:t>
            </a:r>
          </a:p>
          <a:p>
            <a:pPr algn="just"/>
            <a:r>
              <a:rPr lang="pt-BR" sz="7100" b="1" dirty="0"/>
              <a:t>O ALTAR DO SENHOR.</a:t>
            </a:r>
          </a:p>
          <a:p>
            <a:pPr algn="just"/>
            <a:endParaRPr lang="pt-BR" sz="6800" b="1" dirty="0"/>
          </a:p>
          <a:p>
            <a:pPr algn="just"/>
            <a:r>
              <a:rPr lang="pt-BR" sz="6800" dirty="0"/>
              <a:t>ENTRE NÓS E O PAI SANTO, ESTÁ JESUS, NOSSO IRMÃO:</a:t>
            </a:r>
          </a:p>
          <a:p>
            <a:pPr algn="just"/>
            <a:r>
              <a:rPr lang="pt-BR" sz="6800" dirty="0"/>
              <a:t>MEDIADOR, SACERDOTE, NOSSO PONTO DE UNIÃO.</a:t>
            </a:r>
          </a:p>
        </p:txBody>
      </p:sp>
    </p:spTree>
    <p:extLst>
      <p:ext uri="{BB962C8B-B14F-4D97-AF65-F5344CB8AC3E}">
        <p14:creationId xmlns:p14="http://schemas.microsoft.com/office/powerpoint/2010/main" val="205261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418" y="387927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418" y="1052946"/>
            <a:ext cx="11409218" cy="595745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20000" dirty="0"/>
              <a:t>CONFESSO A DEUS TODOS PODEROSO E A VÓS, IRMÃOS E IRMÃS, QUE PEQUEI MUITAS VEZES POR PENSAMENTOS E PALAVRAS, ATOS E OMISSÕES.</a:t>
            </a:r>
          </a:p>
          <a:p>
            <a:pPr algn="just"/>
            <a:r>
              <a:rPr lang="pt-BR" sz="20000" dirty="0"/>
              <a:t>POR MINHA CULPA, MINHA CULPA, MINHA TÃO GRANDE CULPA.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375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E PEÇO À VIRGEM MARIA, AOS ANJOS E SANTOS,</a:t>
            </a:r>
          </a:p>
          <a:p>
            <a:pPr algn="just"/>
            <a:r>
              <a:rPr lang="pt-BR" sz="9600" dirty="0"/>
              <a:t>E A VÓS, IRMÃOS E IRMÃS, QUE ROGUEIS POR MIM A DEUS NOSSO SENHOR</a:t>
            </a:r>
          </a:p>
        </p:txBody>
      </p:sp>
    </p:spTree>
    <p:extLst>
      <p:ext uri="{BB962C8B-B14F-4D97-AF65-F5344CB8AC3E}">
        <p14:creationId xmlns:p14="http://schemas.microsoft.com/office/powerpoint/2010/main" val="93046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46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r>
              <a:rPr lang="pt-BR" sz="8000" b="1" dirty="0"/>
              <a:t>KYRIE ELEISON (3X)</a:t>
            </a:r>
          </a:p>
          <a:p>
            <a:r>
              <a:rPr lang="pt-BR" sz="8000" b="1" dirty="0"/>
              <a:t>CHRISTE ELEISON (3X)</a:t>
            </a:r>
          </a:p>
          <a:p>
            <a:r>
              <a:rPr lang="pt-BR" sz="8000" b="1" dirty="0"/>
              <a:t>KYRIE ELEISOIN (3X)</a:t>
            </a:r>
          </a:p>
        </p:txBody>
      </p:sp>
    </p:spTree>
    <p:extLst>
      <p:ext uri="{BB962C8B-B14F-4D97-AF65-F5344CB8AC3E}">
        <p14:creationId xmlns:p14="http://schemas.microsoft.com/office/powerpoint/2010/main" val="4151661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20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500" b="1" dirty="0"/>
              <a:t>GLÓRIA A DEUS NAS ALTURAS (2X)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VÓS FOSTES, Ó SENHOR, UM REFÚGIO PARA NÓS.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FAZEI BRILHAR VOSSO SEMBLANTE AO VOSSO SERVO E ENSINAI-ME VOSSAS LEIS E MANDAMENTOS!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marL="1143000" indent="-1143000" algn="l">
              <a:buAutoNum type="arabicPeriod"/>
            </a:pP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LOUVAI, LOUVAI, Ó SERVOS DO SENHOR.</a:t>
            </a:r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 LOUVAI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LOUVAI O NOME DO SENHOR.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06A2-EE44-1BF5-2FE5-723FA46D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0D6F-EEDA-E6A5-B8A3-8327DA97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255823-62DD-F9F1-AD4E-8F1E071DB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07975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3B65-EAB2-8F2E-0ECC-C99D581B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5AFD8-1B7F-3E9C-24B0-06BA1E6FD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D751C-1CDC-02B3-0C80-34FC76EB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BENDITO SEJA O NOME DO SENHOR, AGORA E POR TODA ETERNIDADE.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98624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C8EA-5A8B-B274-2E84-FFCEA317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83F33-BB25-AA8E-567C-0EF56CF07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039E4-45C6-6F50-CA6B-51874775D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84073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1430-5603-ABC2-2CFD-9393978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A0F0-1D4D-FD13-9889-F8CA56F8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32F7F1-1B3E-1ABB-894E-887DDDD7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rgbClr val="000000"/>
                </a:solidFill>
                <a:latin typeface="-apple-system"/>
              </a:rPr>
              <a:t>3</a:t>
            </a: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. O SENHOR ESTÁ ACIMA DAS NAÇÕES, SUA GLÓRIA VAI ALÉM DOS ALTOS CÉUS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75914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A85C-5A4B-6AB1-6926-8C3D23EC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9BE08-6E47-C907-EFC7-2F5D57E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5EA9B-9361-EA0F-CA01-2ABC51621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47532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14D8-D6D4-D4C7-9AF8-3B698C5E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2CCA-4228-CA89-3745-47761F21D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15550-4837-FB1A-C299-9B4959B0E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QUEM PODE COMPARAR-SE AO NOSSO DEUS, QUE SE INCLINA PARA OLHAR O CÉU E A TERRA?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7182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 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VOSSA GLÓRIA!</a:t>
            </a:r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 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dirty="0"/>
              <a:t>VEJAM, EU ANDEI PELAS VILAS,</a:t>
            </a:r>
          </a:p>
          <a:p>
            <a:pPr algn="just"/>
            <a:r>
              <a:rPr lang="pt-BR" sz="6600" dirty="0"/>
              <a:t>APONTEI AS SAÍDAS COMO O PAI ME PEDIU</a:t>
            </a:r>
          </a:p>
          <a:p>
            <a:pPr algn="just"/>
            <a:r>
              <a:rPr lang="pt-BR" sz="6600" dirty="0"/>
              <a:t>PORTAS, EU CHEGUEI PARA ABRI-LAS,</a:t>
            </a:r>
          </a:p>
          <a:p>
            <a:pPr algn="just"/>
            <a:r>
              <a:rPr lang="pt-BR" sz="6600" dirty="0"/>
              <a:t>EU CUREI AS FERIDAS COMO NUNCA SE VIU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VEJAM, FIZ DE NOVO A LEITURA</a:t>
            </a:r>
          </a:p>
          <a:p>
            <a:pPr algn="l"/>
            <a:r>
              <a:rPr lang="pt-BR" sz="5400" dirty="0"/>
              <a:t>DAS RAÍZES DA VIDA QUE MEU PAI VÊ MELHOR</a:t>
            </a:r>
          </a:p>
          <a:p>
            <a:pPr algn="l"/>
            <a:r>
              <a:rPr lang="pt-BR" sz="5400" dirty="0"/>
              <a:t>LUZES, ASCENDI COM BRANDURA</a:t>
            </a:r>
          </a:p>
          <a:p>
            <a:pPr algn="l"/>
            <a:r>
              <a:rPr lang="pt-BR" sz="5400" dirty="0"/>
              <a:t>PARA A OVELHA PERDIDA NÃO MEDI MEU SUOR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7668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VEJAM, PROCUREI BEM AQUELES</a:t>
            </a:r>
          </a:p>
          <a:p>
            <a:pPr algn="l"/>
            <a:r>
              <a:rPr lang="pt-BR" sz="5400" dirty="0"/>
              <a:t>QUE NINGUÉM PROCURAVA E FALEI DO MEU PAI</a:t>
            </a:r>
          </a:p>
          <a:p>
            <a:pPr algn="l"/>
            <a:r>
              <a:rPr lang="pt-BR" sz="5400" dirty="0"/>
              <a:t>POBRES, A ESPERANÇA QUE É DELES</a:t>
            </a:r>
          </a:p>
          <a:p>
            <a:pPr algn="l"/>
            <a:r>
              <a:rPr lang="pt-BR" sz="5400" dirty="0"/>
              <a:t>EU NÃO QUIS VER ESCRAVA DE UM PODER QUE RETRAI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72874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62823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O SILÊNCIO INEVÁVEL DE AMOR, Ó LUZ DE AMOR. AMÉM</a:t>
            </a:r>
          </a:p>
          <a:p>
            <a:pPr algn="l"/>
            <a:r>
              <a:rPr lang="pt-BR" sz="8000" b="1" dirty="0"/>
              <a:t>COMO DIZER QUEM TU ÉS? TEU NOME É DEUS É AMOR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251607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Ó TRINDADE DE AMORSUMO BEM Ó VIDA FELIZ,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DEUS É AMOR</a:t>
            </a:r>
          </a:p>
        </p:txBody>
      </p:sp>
    </p:spTree>
    <p:extLst>
      <p:ext uri="{BB962C8B-B14F-4D97-AF65-F5344CB8AC3E}">
        <p14:creationId xmlns:p14="http://schemas.microsoft.com/office/powerpoint/2010/main" val="23196362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OCEANO INFINITO DE AMOR, Ó FOGO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DEUS É AMOR</a:t>
            </a:r>
          </a:p>
        </p:txBody>
      </p:sp>
    </p:spTree>
    <p:extLst>
      <p:ext uri="{BB962C8B-B14F-4D97-AF65-F5344CB8AC3E}">
        <p14:creationId xmlns:p14="http://schemas.microsoft.com/office/powerpoint/2010/main" val="334442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VIOLÊNCIA SUAVE DE AMOR, EXPLOSÃO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DEUS É AMOR</a:t>
            </a:r>
          </a:p>
        </p:txBody>
      </p:sp>
    </p:spTree>
    <p:extLst>
      <p:ext uri="{BB962C8B-B14F-4D97-AF65-F5344CB8AC3E}">
        <p14:creationId xmlns:p14="http://schemas.microsoft.com/office/powerpoint/2010/main" val="444168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AVE, RAINHA DO CÉU</a:t>
            </a:r>
          </a:p>
          <a:p>
            <a:pPr algn="l"/>
            <a:r>
              <a:rPr lang="pt-BR" sz="6000" dirty="0"/>
              <a:t>AVE, DOS ANJOS, SENHORA</a:t>
            </a:r>
          </a:p>
          <a:p>
            <a:pPr algn="l"/>
            <a:r>
              <a:rPr lang="pt-BR" sz="6000" dirty="0"/>
              <a:t>AVE, RAIZ, AVE, PORTA</a:t>
            </a:r>
          </a:p>
          <a:p>
            <a:pPr algn="l"/>
            <a:r>
              <a:rPr lang="pt-BR" sz="6000" dirty="0"/>
              <a:t>DA LUZ DO MUNDO, ÉS AURORA</a:t>
            </a:r>
          </a:p>
          <a:p>
            <a:pPr algn="l"/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EXULTA, Ó VIRGEM TÃO BELA</a:t>
            </a:r>
          </a:p>
          <a:p>
            <a:pPr algn="l"/>
            <a:r>
              <a:rPr lang="pt-BR" sz="4800" b="1" dirty="0"/>
              <a:t>AS OUTRAS SEGUEM-TE APÓS</a:t>
            </a:r>
          </a:p>
          <a:p>
            <a:pPr algn="l"/>
            <a:r>
              <a:rPr lang="pt-BR" sz="4800" b="1" dirty="0"/>
              <a:t>NÓS TE SAUDAMOS: ADEUS</a:t>
            </a:r>
          </a:p>
          <a:p>
            <a:pPr algn="l"/>
            <a:r>
              <a:rPr lang="pt-BR" sz="4800" b="1" dirty="0"/>
              <a:t>E PEDE A CRISTO POR NÓS</a:t>
            </a:r>
          </a:p>
          <a:p>
            <a:pPr algn="l"/>
            <a:endParaRPr lang="pt-BR" sz="4800" b="1" dirty="0"/>
          </a:p>
          <a:p>
            <a:pPr algn="l"/>
            <a:r>
              <a:rPr lang="pt-BR" sz="4800" b="1" dirty="0"/>
              <a:t>VIRGEM MÃE, Ó MARIA</a:t>
            </a:r>
          </a:p>
        </p:txBody>
      </p:sp>
    </p:spTree>
    <p:extLst>
      <p:ext uri="{BB962C8B-B14F-4D97-AF65-F5344CB8AC3E}">
        <p14:creationId xmlns:p14="http://schemas.microsoft.com/office/powerpoint/2010/main" val="28237468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911</Words>
  <Application>Microsoft Office PowerPoint</Application>
  <PresentationFormat>Widescreen</PresentationFormat>
  <Paragraphs>138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11</cp:revision>
  <dcterms:created xsi:type="dcterms:W3CDTF">2023-05-06T17:01:55Z</dcterms:created>
  <dcterms:modified xsi:type="dcterms:W3CDTF">2025-09-06T20:24:01Z</dcterms:modified>
</cp:coreProperties>
</file>