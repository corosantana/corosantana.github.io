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66" r:id="rId5"/>
    <p:sldId id="367" r:id="rId6"/>
    <p:sldId id="368" r:id="rId7"/>
    <p:sldId id="369" r:id="rId8"/>
    <p:sldId id="258" r:id="rId9"/>
    <p:sldId id="259" r:id="rId10"/>
    <p:sldId id="440" r:id="rId11"/>
    <p:sldId id="441" r:id="rId12"/>
    <p:sldId id="376" r:id="rId13"/>
    <p:sldId id="261" r:id="rId14"/>
    <p:sldId id="338" r:id="rId15"/>
    <p:sldId id="339" r:id="rId16"/>
    <p:sldId id="340" r:id="rId17"/>
    <p:sldId id="377" r:id="rId18"/>
    <p:sldId id="466" r:id="rId19"/>
    <p:sldId id="264" r:id="rId20"/>
    <p:sldId id="265" r:id="rId21"/>
    <p:sldId id="266" r:id="rId22"/>
    <p:sldId id="267" r:id="rId23"/>
    <p:sldId id="271" r:id="rId24"/>
    <p:sldId id="269" r:id="rId25"/>
    <p:sldId id="356" r:id="rId26"/>
    <p:sldId id="372" r:id="rId27"/>
    <p:sldId id="357" r:id="rId28"/>
    <p:sldId id="385" r:id="rId29"/>
    <p:sldId id="384" r:id="rId30"/>
    <p:sldId id="386" r:id="rId31"/>
    <p:sldId id="292" r:id="rId32"/>
    <p:sldId id="275" r:id="rId33"/>
    <p:sldId id="363" r:id="rId34"/>
    <p:sldId id="361" r:id="rId35"/>
    <p:sldId id="362" r:id="rId36"/>
    <p:sldId id="358" r:id="rId37"/>
    <p:sldId id="373" r:id="rId38"/>
    <p:sldId id="387" r:id="rId39"/>
    <p:sldId id="390" r:id="rId40"/>
    <p:sldId id="388" r:id="rId41"/>
    <p:sldId id="389" r:id="rId42"/>
    <p:sldId id="277" r:id="rId43"/>
    <p:sldId id="391" r:id="rId44"/>
    <p:sldId id="392" r:id="rId45"/>
    <p:sldId id="393" r:id="rId46"/>
    <p:sldId id="378" r:id="rId47"/>
    <p:sldId id="374" r:id="rId48"/>
    <p:sldId id="394" r:id="rId49"/>
    <p:sldId id="467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77B957AF-4352-4B13-BA84-B0352E504CD6}"/>
    <pc:docChg chg="undo redo custSel addSld delSld modSld sldOrd">
      <pc:chgData name="anaclaracosta116@gmail.com" userId="a793634777582c92" providerId="LiveId" clId="{77B957AF-4352-4B13-BA84-B0352E504CD6}" dt="2024-06-29T20:13:22.741" v="645" actId="20577"/>
      <pc:docMkLst>
        <pc:docMk/>
      </pc:docMkLst>
      <pc:sldChg chg="modSp mod">
        <pc:chgData name="anaclaracosta116@gmail.com" userId="a793634777582c92" providerId="LiveId" clId="{77B957AF-4352-4B13-BA84-B0352E504CD6}" dt="2024-06-29T19:51:17.637" v="557" actId="20577"/>
        <pc:sldMkLst>
          <pc:docMk/>
          <pc:sldMk cId="2671817442" sldId="267"/>
        </pc:sldMkLst>
        <pc:spChg chg="mod">
          <ac:chgData name="anaclaracosta116@gmail.com" userId="a793634777582c92" providerId="LiveId" clId="{77B957AF-4352-4B13-BA84-B0352E504CD6}" dt="2024-06-29T19:51:17.637" v="557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03:59.270" v="133" actId="20577"/>
        <pc:sldMkLst>
          <pc:docMk/>
          <pc:sldMk cId="1963412704" sldId="275"/>
        </pc:sldMkLst>
        <pc:spChg chg="mod">
          <ac:chgData name="anaclaracosta116@gmail.com" userId="a793634777582c92" providerId="LiveId" clId="{77B957AF-4352-4B13-BA84-B0352E504CD6}" dt="2024-06-29T19:03:59.270" v="133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77B957AF-4352-4B13-BA84-B0352E504CD6}" dt="2024-06-29T20:07:44.915" v="629" actId="47"/>
        <pc:sldMkLst>
          <pc:docMk/>
          <pc:sldMk cId="4141278968" sldId="337"/>
        </pc:sldMkLst>
      </pc:sldChg>
      <pc:sldChg chg="modSp mod">
        <pc:chgData name="anaclaracosta116@gmail.com" userId="a793634777582c92" providerId="LiveId" clId="{77B957AF-4352-4B13-BA84-B0352E504CD6}" dt="2024-06-29T19:43:45.401" v="539" actId="20577"/>
        <pc:sldMkLst>
          <pc:docMk/>
          <pc:sldMk cId="4169432743" sldId="355"/>
        </pc:sldMkLst>
        <pc:spChg chg="mod">
          <ac:chgData name="anaclaracosta116@gmail.com" userId="a793634777582c92" providerId="LiveId" clId="{77B957AF-4352-4B13-BA84-B0352E504CD6}" dt="2024-06-29T19:43:45.401" v="539" actId="20577"/>
          <ac:spMkLst>
            <pc:docMk/>
            <pc:sldMk cId="4169432743" sldId="35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58:49.329" v="560" actId="20577"/>
        <pc:sldMkLst>
          <pc:docMk/>
          <pc:sldMk cId="3348609962" sldId="358"/>
        </pc:sldMkLst>
        <pc:spChg chg="mod">
          <ac:chgData name="anaclaracosta116@gmail.com" userId="a793634777582c92" providerId="LiveId" clId="{77B957AF-4352-4B13-BA84-B0352E504CD6}" dt="2024-06-29T19:58:49.329" v="560" actId="20577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58:12.899" v="559" actId="20577"/>
        <pc:sldMkLst>
          <pc:docMk/>
          <pc:sldMk cId="2304799739" sldId="362"/>
        </pc:sldMkLst>
        <pc:spChg chg="mod">
          <ac:chgData name="anaclaracosta116@gmail.com" userId="a793634777582c92" providerId="LiveId" clId="{77B957AF-4352-4B13-BA84-B0352E504CD6}" dt="2024-06-29T19:58:12.899" v="559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19:04:16.135" v="138" actId="20577"/>
        <pc:sldMkLst>
          <pc:docMk/>
          <pc:sldMk cId="496775209" sldId="363"/>
        </pc:sldMkLst>
        <pc:spChg chg="mod">
          <ac:chgData name="anaclaracosta116@gmail.com" userId="a793634777582c92" providerId="LiveId" clId="{77B957AF-4352-4B13-BA84-B0352E504CD6}" dt="2024-06-29T19:04:16.135" v="138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77B957AF-4352-4B13-BA84-B0352E504CD6}" dt="2024-06-29T20:07:51.816" v="635" actId="20577"/>
        <pc:sldMkLst>
          <pc:docMk/>
          <pc:sldMk cId="1457828054" sldId="374"/>
        </pc:sldMkLst>
        <pc:spChg chg="mod">
          <ac:chgData name="anaclaracosta116@gmail.com" userId="a793634777582c92" providerId="LiveId" clId="{77B957AF-4352-4B13-BA84-B0352E504CD6}" dt="2024-06-29T20:07:51.816" v="635" actId="20577"/>
          <ac:spMkLst>
            <pc:docMk/>
            <pc:sldMk cId="1457828054" sldId="37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77B957AF-4352-4B13-BA84-B0352E504CD6}" dt="2024-06-29T19:33:05.855" v="536" actId="115"/>
        <pc:sldMkLst>
          <pc:docMk/>
          <pc:sldMk cId="725659120" sldId="375"/>
        </pc:sldMkLst>
        <pc:spChg chg="add mod">
          <ac:chgData name="anaclaracosta116@gmail.com" userId="a793634777582c92" providerId="LiveId" clId="{77B957AF-4352-4B13-BA84-B0352E504CD6}" dt="2024-06-29T19:33:05.855" v="536" actId="115"/>
          <ac:spMkLst>
            <pc:docMk/>
            <pc:sldMk cId="725659120" sldId="375"/>
            <ac:spMk id="3" creationId="{D73F4343-038A-29D2-53C0-C05FF781ADED}"/>
          </ac:spMkLst>
        </pc:spChg>
        <pc:picChg chg="del">
          <ac:chgData name="anaclaracosta116@gmail.com" userId="a793634777582c92" providerId="LiveId" clId="{77B957AF-4352-4B13-BA84-B0352E504CD6}" dt="2024-06-29T19:31:14.938" v="469" actId="478"/>
          <ac:picMkLst>
            <pc:docMk/>
            <pc:sldMk cId="725659120" sldId="375"/>
            <ac:picMk id="2" creationId="{402DAEC8-8512-2724-CF99-98EA786AC21D}"/>
          </ac:picMkLst>
        </pc:picChg>
        <pc:picChg chg="add">
          <ac:chgData name="anaclaracosta116@gmail.com" userId="a793634777582c92" providerId="LiveId" clId="{77B957AF-4352-4B13-BA84-B0352E504CD6}" dt="2024-06-29T19:31:16.239" v="470"/>
          <ac:picMkLst>
            <pc:docMk/>
            <pc:sldMk cId="725659120" sldId="375"/>
            <ac:picMk id="1026" creationId="{F97D9711-9F16-41F3-5FCE-1683B2E695A4}"/>
          </ac:picMkLst>
        </pc:picChg>
      </pc:sldChg>
      <pc:sldChg chg="add">
        <pc:chgData name="anaclaracosta116@gmail.com" userId="a793634777582c92" providerId="LiveId" clId="{77B957AF-4352-4B13-BA84-B0352E504CD6}" dt="2024-06-29T18:54:07.199" v="0" actId="2890"/>
        <pc:sldMkLst>
          <pc:docMk/>
          <pc:sldMk cId="2123352001" sldId="378"/>
        </pc:sldMkLst>
      </pc:sldChg>
      <pc:sldChg chg="modSp add del mod ord">
        <pc:chgData name="anaclaracosta116@gmail.com" userId="a793634777582c92" providerId="LiveId" clId="{77B957AF-4352-4B13-BA84-B0352E504CD6}" dt="2024-06-29T20:04:23.940" v="592" actId="47"/>
        <pc:sldMkLst>
          <pc:docMk/>
          <pc:sldMk cId="1895560424" sldId="379"/>
        </pc:sldMkLst>
        <pc:spChg chg="mod">
          <ac:chgData name="anaclaracosta116@gmail.com" userId="a793634777582c92" providerId="LiveId" clId="{77B957AF-4352-4B13-BA84-B0352E504CD6}" dt="2024-06-29T18:55:11.481" v="10" actId="14100"/>
          <ac:spMkLst>
            <pc:docMk/>
            <pc:sldMk cId="1895560424" sldId="379"/>
            <ac:spMk id="2" creationId="{F0E406B4-85AC-B67B-F9E2-21AAF8067483}"/>
          </ac:spMkLst>
        </pc:spChg>
        <pc:spChg chg="mod">
          <ac:chgData name="anaclaracosta116@gmail.com" userId="a793634777582c92" providerId="LiveId" clId="{77B957AF-4352-4B13-BA84-B0352E504CD6}" dt="2024-06-29T20:03:47.842" v="579" actId="120"/>
          <ac:spMkLst>
            <pc:docMk/>
            <pc:sldMk cId="1895560424" sldId="379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3.050" v="580" actId="47"/>
        <pc:sldMkLst>
          <pc:docMk/>
          <pc:sldMk cId="688001718" sldId="380"/>
        </pc:sldMkLst>
        <pc:spChg chg="mod">
          <ac:chgData name="anaclaracosta116@gmail.com" userId="a793634777582c92" providerId="LiveId" clId="{77B957AF-4352-4B13-BA84-B0352E504CD6}" dt="2024-06-29T19:00:20.581" v="20" actId="27636"/>
          <ac:spMkLst>
            <pc:docMk/>
            <pc:sldMk cId="688001718" sldId="380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802590140" sldId="381"/>
        </pc:sldMkLst>
        <pc:spChg chg="mod">
          <ac:chgData name="anaclaracosta116@gmail.com" userId="a793634777582c92" providerId="LiveId" clId="{77B957AF-4352-4B13-BA84-B0352E504CD6}" dt="2024-06-29T19:00:59.955" v="25" actId="27636"/>
          <ac:spMkLst>
            <pc:docMk/>
            <pc:sldMk cId="802590140" sldId="381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1662928093" sldId="382"/>
        </pc:sldMkLst>
        <pc:spChg chg="mod">
          <ac:chgData name="anaclaracosta116@gmail.com" userId="a793634777582c92" providerId="LiveId" clId="{77B957AF-4352-4B13-BA84-B0352E504CD6}" dt="2024-06-29T19:01:30.712" v="28"/>
          <ac:spMkLst>
            <pc:docMk/>
            <pc:sldMk cId="1662928093" sldId="38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77B957AF-4352-4B13-BA84-B0352E504CD6}" dt="2024-06-29T20:03:58.374" v="581" actId="47"/>
        <pc:sldMkLst>
          <pc:docMk/>
          <pc:sldMk cId="3058525947" sldId="383"/>
        </pc:sldMkLst>
        <pc:spChg chg="mod">
          <ac:chgData name="anaclaracosta116@gmail.com" userId="a793634777582c92" providerId="LiveId" clId="{77B957AF-4352-4B13-BA84-B0352E504CD6}" dt="2024-06-29T19:02:01.411" v="33" actId="27636"/>
          <ac:spMkLst>
            <pc:docMk/>
            <pc:sldMk cId="3058525947" sldId="38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2:03.971" v="153" actId="20577"/>
        <pc:sldMkLst>
          <pc:docMk/>
          <pc:sldMk cId="2336148166" sldId="384"/>
        </pc:sldMkLst>
        <pc:spChg chg="mod">
          <ac:chgData name="anaclaracosta116@gmail.com" userId="a793634777582c92" providerId="LiveId" clId="{77B957AF-4352-4B13-BA84-B0352E504CD6}" dt="2024-06-29T19:22:03.971" v="153" actId="20577"/>
          <ac:spMkLst>
            <pc:docMk/>
            <pc:sldMk cId="2336148166" sldId="38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77B957AF-4352-4B13-BA84-B0352E504CD6}" dt="2024-06-29T19:22:09.223" v="154"/>
        <pc:sldMkLst>
          <pc:docMk/>
          <pc:sldMk cId="1936652390" sldId="385"/>
        </pc:sldMkLst>
      </pc:sldChg>
      <pc:sldChg chg="add">
        <pc:chgData name="anaclaracosta116@gmail.com" userId="a793634777582c92" providerId="LiveId" clId="{77B957AF-4352-4B13-BA84-B0352E504CD6}" dt="2024-06-29T19:22:11.687" v="155"/>
        <pc:sldMkLst>
          <pc:docMk/>
          <pc:sldMk cId="3288568796" sldId="386"/>
        </pc:sldMkLst>
      </pc:sldChg>
      <pc:sldChg chg="modSp add mod">
        <pc:chgData name="anaclaracosta116@gmail.com" userId="a793634777582c92" providerId="LiveId" clId="{77B957AF-4352-4B13-BA84-B0352E504CD6}" dt="2024-06-29T19:23:51.030" v="229" actId="20577"/>
        <pc:sldMkLst>
          <pc:docMk/>
          <pc:sldMk cId="2122872683" sldId="387"/>
        </pc:sldMkLst>
        <pc:spChg chg="mod">
          <ac:chgData name="anaclaracosta116@gmail.com" userId="a793634777582c92" providerId="LiveId" clId="{77B957AF-4352-4B13-BA84-B0352E504CD6}" dt="2024-06-29T19:23:51.030" v="229" actId="20577"/>
          <ac:spMkLst>
            <pc:docMk/>
            <pc:sldMk cId="2122872683" sldId="38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4:27.956" v="317" actId="20577"/>
        <pc:sldMkLst>
          <pc:docMk/>
          <pc:sldMk cId="1250242687" sldId="388"/>
        </pc:sldMkLst>
        <pc:spChg chg="mod">
          <ac:chgData name="anaclaracosta116@gmail.com" userId="a793634777582c92" providerId="LiveId" clId="{77B957AF-4352-4B13-BA84-B0352E504CD6}" dt="2024-06-29T19:24:27.956" v="317" actId="20577"/>
          <ac:spMkLst>
            <pc:docMk/>
            <pc:sldMk cId="1250242687" sldId="388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4:58.265" v="393" actId="20577"/>
        <pc:sldMkLst>
          <pc:docMk/>
          <pc:sldMk cId="1237405732" sldId="389"/>
        </pc:sldMkLst>
        <pc:spChg chg="mod">
          <ac:chgData name="anaclaracosta116@gmail.com" userId="a793634777582c92" providerId="LiveId" clId="{77B957AF-4352-4B13-BA84-B0352E504CD6}" dt="2024-06-29T19:24:58.265" v="393" actId="20577"/>
          <ac:spMkLst>
            <pc:docMk/>
            <pc:sldMk cId="1237405732" sldId="38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19:25:33.452" v="468" actId="20577"/>
        <pc:sldMkLst>
          <pc:docMk/>
          <pc:sldMk cId="112080231" sldId="390"/>
        </pc:sldMkLst>
        <pc:spChg chg="mod">
          <ac:chgData name="anaclaracosta116@gmail.com" userId="a793634777582c92" providerId="LiveId" clId="{77B957AF-4352-4B13-BA84-B0352E504CD6}" dt="2024-06-29T19:25:33.452" v="468" actId="20577"/>
          <ac:spMkLst>
            <pc:docMk/>
            <pc:sldMk cId="112080231" sldId="39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5:05.765" v="609" actId="20577"/>
        <pc:sldMkLst>
          <pc:docMk/>
          <pc:sldMk cId="3049958388" sldId="391"/>
        </pc:sldMkLst>
        <pc:spChg chg="mod">
          <ac:chgData name="anaclaracosta116@gmail.com" userId="a793634777582c92" providerId="LiveId" clId="{77B957AF-4352-4B13-BA84-B0352E504CD6}" dt="2024-06-29T20:05:05.765" v="609" actId="20577"/>
          <ac:spMkLst>
            <pc:docMk/>
            <pc:sldMk cId="3049958388" sldId="391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77B957AF-4352-4B13-BA84-B0352E504CD6}" dt="2024-06-29T20:04:28.674" v="594" actId="47"/>
        <pc:sldMkLst>
          <pc:docMk/>
          <pc:sldMk cId="1758641540" sldId="392"/>
        </pc:sldMkLst>
      </pc:sldChg>
      <pc:sldChg chg="modSp add mod">
        <pc:chgData name="anaclaracosta116@gmail.com" userId="a793634777582c92" providerId="LiveId" clId="{77B957AF-4352-4B13-BA84-B0352E504CD6}" dt="2024-06-29T20:04:56.867" v="603"/>
        <pc:sldMkLst>
          <pc:docMk/>
          <pc:sldMk cId="3682879309" sldId="392"/>
        </pc:sldMkLst>
        <pc:spChg chg="mod">
          <ac:chgData name="anaclaracosta116@gmail.com" userId="a793634777582c92" providerId="LiveId" clId="{77B957AF-4352-4B13-BA84-B0352E504CD6}" dt="2024-06-29T20:04:56.867" v="603"/>
          <ac:spMkLst>
            <pc:docMk/>
            <pc:sldMk cId="3682879309" sldId="39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5:37.048" v="617"/>
        <pc:sldMkLst>
          <pc:docMk/>
          <pc:sldMk cId="3084189737" sldId="393"/>
        </pc:sldMkLst>
        <pc:spChg chg="mod">
          <ac:chgData name="anaclaracosta116@gmail.com" userId="a793634777582c92" providerId="LiveId" clId="{77B957AF-4352-4B13-BA84-B0352E504CD6}" dt="2024-06-29T20:05:37.048" v="617"/>
          <ac:spMkLst>
            <pc:docMk/>
            <pc:sldMk cId="3084189737" sldId="39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07:57.332" v="637" actId="20577"/>
        <pc:sldMkLst>
          <pc:docMk/>
          <pc:sldMk cId="86460138" sldId="394"/>
        </pc:sldMkLst>
        <pc:spChg chg="mod">
          <ac:chgData name="anaclaracosta116@gmail.com" userId="a793634777582c92" providerId="LiveId" clId="{77B957AF-4352-4B13-BA84-B0352E504CD6}" dt="2024-06-29T20:07:57.332" v="637" actId="20577"/>
          <ac:spMkLst>
            <pc:docMk/>
            <pc:sldMk cId="86460138" sldId="39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77B957AF-4352-4B13-BA84-B0352E504CD6}" dt="2024-06-29T20:13:22.741" v="645" actId="20577"/>
        <pc:sldMkLst>
          <pc:docMk/>
          <pc:sldMk cId="1489402646" sldId="395"/>
        </pc:sldMkLst>
        <pc:spChg chg="mod">
          <ac:chgData name="anaclaracosta116@gmail.com" userId="a793634777582c92" providerId="LiveId" clId="{77B957AF-4352-4B13-BA84-B0352E504CD6}" dt="2024-06-29T20:13:22.741" v="645" actId="20577"/>
          <ac:spMkLst>
            <pc:docMk/>
            <pc:sldMk cId="1489402646" sldId="39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milia | Solenidade dos Apóstolos São Pedro e São Paulo - A fé sobre a  qual é edificada a Igreja">
            <a:extLst>
              <a:ext uri="{FF2B5EF4-FFF2-40B4-BE49-F238E27FC236}">
                <a16:creationId xmlns:a16="http://schemas.microsoft.com/office/drawing/2014/main" id="{F97D9711-9F16-41F3-5FCE-1683B2E69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73F4343-038A-29D2-53C0-C05FF781ADED}"/>
              </a:ext>
            </a:extLst>
          </p:cNvPr>
          <p:cNvSpPr txBox="1"/>
          <p:nvPr/>
        </p:nvSpPr>
        <p:spPr>
          <a:xfrm>
            <a:off x="138888" y="3535548"/>
            <a:ext cx="119142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SOLENIDADE DE </a:t>
            </a:r>
          </a:p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SÃO PEDRO E SÃO PAULO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OS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SENHOR, VÓS ME SONDAIS E CONHECEIS</a:t>
            </a:r>
          </a:p>
          <a:p>
            <a:pPr algn="l"/>
            <a:r>
              <a:rPr lang="pt-BR" sz="21600" dirty="0"/>
              <a:t>SABEIS QUANDO ME SENTO OU ME LEVANTO</a:t>
            </a:r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45340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PERCEBEIS QUANDO ME DEITO E QUANDO ANDO, OS MEUS CAMINHOS VOS SÃO TODOS CONHECIDOS</a:t>
            </a:r>
          </a:p>
        </p:txBody>
      </p:sp>
    </p:spTree>
    <p:extLst>
      <p:ext uri="{BB962C8B-B14F-4D97-AF65-F5344CB8AC3E}">
        <p14:creationId xmlns:p14="http://schemas.microsoft.com/office/powerpoint/2010/main" val="1295751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2324"/>
            <a:ext cx="11350337" cy="558942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1" dirty="0"/>
              <a:t>EIS O SANTOS QUE, VIVENDO NESTE MUNDO</a:t>
            </a:r>
          </a:p>
          <a:p>
            <a:pPr algn="l"/>
            <a:r>
              <a:rPr lang="pt-BR" sz="7200" b="1" dirty="0"/>
              <a:t>PLANTARAM A IGREJA REGANDO-A COM SEU SANGUE</a:t>
            </a:r>
          </a:p>
          <a:p>
            <a:pPr algn="l"/>
            <a:r>
              <a:rPr lang="pt-BR" sz="7200" b="1" dirty="0"/>
              <a:t>BEBERAM DO CÁLICE DO SENHOR, E SE TORNARAM AMIGOS DE DEUS (2X)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89690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128713"/>
            <a:ext cx="11035148" cy="5507614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pt-BR" sz="21600" dirty="0"/>
              <a:t>ESTA VERDADE É POR DEMAIS MARAVILHOSA</a:t>
            </a:r>
          </a:p>
          <a:p>
            <a:pPr algn="l"/>
            <a:r>
              <a:rPr lang="pt-BR" sz="21600" dirty="0"/>
              <a:t>É TÃO SUBLIME QUE NÃO POSSO COMPREENDÊ-LO</a:t>
            </a:r>
          </a:p>
        </p:txBody>
      </p:sp>
    </p:spTree>
    <p:extLst>
      <p:ext uri="{BB962C8B-B14F-4D97-AF65-F5344CB8AC3E}">
        <p14:creationId xmlns:p14="http://schemas.microsoft.com/office/powerpoint/2010/main" val="9328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</a:rPr>
              <a:t>SENHOR, QUE VIESTES NÃO PARA CONDENAR*,</a:t>
            </a:r>
          </a:p>
          <a:p>
            <a:pPr algn="l"/>
            <a:r>
              <a:rPr lang="pt-BR" sz="5800" b="0" i="0" dirty="0">
                <a:effectLst/>
              </a:rPr>
              <a:t>MAS PARA PERDOAR,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B5A1B-E11F-4A2C-04C5-EAB9BD989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80D09-9985-701C-36BE-8A5930507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3BFC3D-D0BD-9D5C-5C9B-181CB1EFB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800" b="0" i="0" dirty="0">
                <a:effectLst/>
              </a:rPr>
              <a:t>CRISTO, QUE VOS ALEGRAIS*</a:t>
            </a:r>
          </a:p>
          <a:p>
            <a:pPr algn="l"/>
            <a:r>
              <a:rPr lang="pt-BR" sz="5800" b="0" i="0" dirty="0">
                <a:effectLst/>
              </a:rPr>
              <a:t>PELO PECADOR ARREPENDIDO,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CHRISTE,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867976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43FC-282A-939F-E717-D1F5D4BD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1D39F-BE7A-04C6-2C6A-700ACA4F2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B72695-FBA8-69B9-0B82-11844ADD6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MUITO PERDOAIS*</a:t>
            </a:r>
          </a:p>
          <a:p>
            <a:pPr algn="l"/>
            <a:r>
              <a:rPr lang="pt-BR" sz="5800" b="0" i="0" dirty="0">
                <a:effectLst/>
              </a:rPr>
              <a:t>A QUEM MUITO AMA, </a:t>
            </a:r>
          </a:p>
          <a:p>
            <a:pPr algn="l"/>
            <a:r>
              <a:rPr lang="pt-BR" sz="5800" b="0" i="0" dirty="0">
                <a:effectLst/>
              </a:rPr>
              <a:t>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KYRIE, ELEISON. (2X)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15953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68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/>
          </a:bodyPr>
          <a:lstStyle/>
          <a:p>
            <a:pPr algn="just"/>
            <a:r>
              <a:rPr lang="pt-BR" sz="6500" b="1" dirty="0"/>
              <a:t>GLÓRIA A DEUS NAS ALTURAS E PAZ NA TERRA AOS HOMENS POR ELE AMADOS!</a:t>
            </a:r>
          </a:p>
          <a:p>
            <a:pPr algn="just"/>
            <a:endParaRPr lang="pt-BR" sz="6000" dirty="0"/>
          </a:p>
          <a:p>
            <a:pPr algn="just"/>
            <a:r>
              <a:rPr lang="pt-BR" sz="58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endParaRPr lang="pt-BR" sz="9600" dirty="0"/>
          </a:p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Autofit/>
          </a:bodyPr>
          <a:lstStyle/>
          <a:p>
            <a:pPr algn="just"/>
            <a:r>
              <a:rPr lang="pt-BR" sz="6000" dirty="0"/>
              <a:t>SÓ VÓS SOIS O SANTO, SÓ VÓS O SENHOR, </a:t>
            </a:r>
          </a:p>
          <a:p>
            <a:pPr algn="just"/>
            <a:r>
              <a:rPr lang="pt-BR" sz="6000" dirty="0"/>
              <a:t>SÓ VÓS O ALTÍSSIMO, JESUS CRISTO,</a:t>
            </a:r>
          </a:p>
          <a:p>
            <a:pPr algn="just"/>
            <a:r>
              <a:rPr lang="pt-BR" sz="6000" dirty="0"/>
              <a:t>COM O ESPÍRITO SANTO NA GLÓRIA DE DEUS PAI. 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BDC5D-ECB0-72EB-A0A7-5420025B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40A22-44AF-8627-0205-9019D9985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4E7847-CBC5-FAF4-5ED4-D1DB43271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b="1" dirty="0"/>
              <a:t>GLÓRIA A DEUS NAS ALTURAS E PAZ NA TERRA AOS HOMENS POR ELE AMADOS!</a:t>
            </a:r>
          </a:p>
          <a:p>
            <a:pPr algn="just"/>
            <a:endParaRPr lang="pt-BR" sz="9600" b="1" dirty="0"/>
          </a:p>
          <a:p>
            <a:pPr algn="just"/>
            <a:r>
              <a:rPr lang="pt-BR" sz="9600" b="1" dirty="0"/>
              <a:t>AMÉM!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2615545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DE TODOS OS TEMORES ME LIVROU O SENHOR DEUS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fontScale="92500"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TU ÉS PEDRO E SOBRE ESTA PEDRA EU IREI CONSTRUIR A MINHA IGREJA; </a:t>
            </a:r>
          </a:p>
          <a:p>
            <a:r>
              <a:rPr lang="pt-BR" sz="4800" dirty="0"/>
              <a:t>E AS PORTAS DO INFERNO NÃO IRÃO </a:t>
            </a:r>
          </a:p>
          <a:p>
            <a:r>
              <a:rPr lang="pt-BR" sz="4800" dirty="0"/>
              <a:t>DERROTÁ-LA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NEM A ESPADA, OU PERIGO,</a:t>
            </a:r>
          </a:p>
          <a:p>
            <a:pPr algn="l"/>
            <a:r>
              <a:rPr lang="pt-BR" sz="6600" dirty="0"/>
              <a:t>NEM OS ERROS DO MEU IRMÃO</a:t>
            </a:r>
          </a:p>
          <a:p>
            <a:pPr algn="l"/>
            <a:r>
              <a:rPr lang="pt-BR" sz="6600" dirty="0"/>
              <a:t>NENHUMA DAS CRIATURAS</a:t>
            </a:r>
          </a:p>
          <a:p>
            <a:pPr algn="l"/>
            <a:r>
              <a:rPr lang="pt-BR" sz="6600" dirty="0"/>
              <a:t>NEM A CONDENAÇÃO</a:t>
            </a:r>
          </a:p>
        </p:txBody>
      </p:sp>
    </p:spTree>
    <p:extLst>
      <p:ext uri="{BB962C8B-B14F-4D97-AF65-F5344CB8AC3E}">
        <p14:creationId xmlns:p14="http://schemas.microsoft.com/office/powerpoint/2010/main" val="38920794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90669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NEM A VIDA, NEM A MORTE,</a:t>
            </a:r>
          </a:p>
          <a:p>
            <a:pPr algn="l"/>
            <a:r>
              <a:rPr lang="pt-BR" sz="6600" dirty="0"/>
              <a:t>A TRISTEZA OU A AFLIÇÃO,</a:t>
            </a:r>
          </a:p>
          <a:p>
            <a:pPr algn="l"/>
            <a:r>
              <a:rPr lang="pt-BR" sz="6600" dirty="0"/>
              <a:t>NEM O PASSADO, NEM O PRESENTE,</a:t>
            </a:r>
          </a:p>
          <a:p>
            <a:pPr algn="l"/>
            <a:r>
              <a:rPr lang="pt-BR" sz="6600" dirty="0"/>
              <a:t>O FUTURO, NEM OPRESSÃO</a:t>
            </a:r>
          </a:p>
        </p:txBody>
      </p:sp>
    </p:spTree>
    <p:extLst>
      <p:ext uri="{BB962C8B-B14F-4D97-AF65-F5344CB8AC3E}">
        <p14:creationId xmlns:p14="http://schemas.microsoft.com/office/powerpoint/2010/main" val="37372558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366523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NEM AS ALTURAS, NEM OS ABISMOS,</a:t>
            </a:r>
          </a:p>
          <a:p>
            <a:pPr algn="l"/>
            <a:r>
              <a:rPr lang="pt-BR" sz="6600" dirty="0"/>
              <a:t>NEM TÃO POUCO A PERSEGUIÇÃO,</a:t>
            </a:r>
          </a:p>
          <a:p>
            <a:pPr algn="l"/>
            <a:r>
              <a:rPr lang="pt-BR" sz="6600" dirty="0"/>
              <a:t>NEM A ANGÚSTIA, DOR OU A FOME, NEM A TRIBULAÇÃO.</a:t>
            </a:r>
          </a:p>
        </p:txBody>
      </p:sp>
    </p:spTree>
    <p:extLst>
      <p:ext uri="{BB962C8B-B14F-4D97-AF65-F5344CB8AC3E}">
        <p14:creationId xmlns:p14="http://schemas.microsoft.com/office/powerpoint/2010/main" val="2336148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42109"/>
            <a:ext cx="10910454" cy="5915891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QUEM VAI NOS SEPARAR?</a:t>
            </a:r>
          </a:p>
          <a:p>
            <a:pPr algn="l"/>
            <a:r>
              <a:rPr lang="pt-BR" sz="6600" b="1" dirty="0"/>
              <a:t>DO AMOR DE CRISTO,</a:t>
            </a:r>
          </a:p>
          <a:p>
            <a:pPr algn="l"/>
            <a:r>
              <a:rPr lang="pt-BR" sz="6600" b="1" dirty="0"/>
              <a:t>QUEM NOS SEPARARÁ?</a:t>
            </a:r>
          </a:p>
          <a:p>
            <a:pPr algn="l"/>
            <a:r>
              <a:rPr lang="pt-BR" sz="6600" b="1" dirty="0"/>
              <a:t>SE ELE É POR NÓS,</a:t>
            </a:r>
          </a:p>
          <a:p>
            <a:pPr algn="l"/>
            <a:r>
              <a:rPr lang="pt-BR" sz="6600" b="1" dirty="0"/>
              <a:t>QUEM SERÁ, QUEM SERÁ CONTRA NÓS?</a:t>
            </a:r>
          </a:p>
          <a:p>
            <a:pPr algn="l"/>
            <a:r>
              <a:rPr lang="pt-BR" sz="6600" b="1" dirty="0"/>
              <a:t>QUEM VAI NOS SEPARAR</a:t>
            </a:r>
          </a:p>
          <a:p>
            <a:pPr algn="l"/>
            <a:r>
              <a:rPr lang="pt-BR" sz="6600" b="1" dirty="0"/>
              <a:t>DO AMOR DE CRISTO, QUEM SERÁ?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885687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ALTURAS!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endParaRPr lang="pt-BR" sz="5400" dirty="0"/>
          </a:p>
          <a:p>
            <a:pPr algn="just"/>
            <a:r>
              <a:rPr lang="pt-BR" sz="5400" dirty="0"/>
              <a:t>BENDITO O QUE VEM EM NOME DO SENHOR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6600" b="1" dirty="0"/>
              <a:t>TU ÉS PEDRO E SOBRE ESTA PEDRA CONSTRUIREI A MINHA IGREJA.</a:t>
            </a:r>
          </a:p>
          <a:p>
            <a:pPr algn="just"/>
            <a:r>
              <a:rPr lang="pt-BR" sz="6600" dirty="0"/>
              <a:t>Ó PASTOR DE ISRAEL PRESTAI OUVIDOS</a:t>
            </a:r>
          </a:p>
          <a:p>
            <a:pPr algn="just"/>
            <a:r>
              <a:rPr lang="pt-BR" sz="6600" dirty="0"/>
              <a:t>VÓS, QUE A JOSÉ APACENTAIS QUAL UM REBANHO</a:t>
            </a:r>
          </a:p>
          <a:p>
            <a:pPr algn="just"/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VÓS QUE SOBRE OS QUERUBINS VOS ASSENTAIS</a:t>
            </a:r>
          </a:p>
          <a:p>
            <a:pPr algn="just"/>
            <a:r>
              <a:rPr lang="pt-BR" sz="5400" dirty="0"/>
              <a:t>APARECEI CHEIO DE GLÓRIA E EXPLENDOR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CONVERTEI-NOS, Ó SENHOR, DEUS DO UNIVERSO</a:t>
            </a:r>
          </a:p>
          <a:p>
            <a:pPr algn="just"/>
            <a:r>
              <a:rPr lang="pt-BR" sz="5400" dirty="0"/>
              <a:t>E SOBRE NÓS ILUMINAI A VOSSA FACE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27129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ARRANCASTE DO EGITO ESTA VIDEIRA, </a:t>
            </a:r>
          </a:p>
          <a:p>
            <a:pPr algn="just"/>
            <a:r>
              <a:rPr lang="pt-BR" sz="5400" dirty="0"/>
              <a:t>E EXPULSASTES AS NAÇÕES PARA PLANTÁ-LA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22872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DIANTE DELA PREPARASTES O TERRENO,</a:t>
            </a:r>
          </a:p>
          <a:p>
            <a:pPr algn="just"/>
            <a:r>
              <a:rPr lang="pt-BR" sz="5400" dirty="0"/>
              <a:t>LANÇOU RAÍZES E ENCHEU A TERRA INTEIRA.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12080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VOLTAI-VOS PARA NÓS, DEUS DO UNIVERSO,</a:t>
            </a:r>
          </a:p>
          <a:p>
            <a:pPr algn="just"/>
            <a:r>
              <a:rPr lang="pt-BR" sz="5400" dirty="0"/>
              <a:t>OLHAI DOS ALTOS CÉUS E OBSERVAI.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50242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TU ÉS PEDRO E SOBRE ESTA PEDRA CONSTRUIREI A MINHA IGREJA.</a:t>
            </a:r>
          </a:p>
          <a:p>
            <a:pPr algn="just"/>
            <a:r>
              <a:rPr lang="pt-BR" sz="5400" dirty="0"/>
              <a:t>VISITAI A VOSSA VINHA E PROTEGEI-A</a:t>
            </a:r>
          </a:p>
          <a:p>
            <a:pPr algn="just"/>
            <a:r>
              <a:rPr lang="pt-BR" sz="5400" dirty="0"/>
              <a:t>FOI A VOSSA MÃO DIREITA QUE A PLANTOU.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374057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QUEM NOS SEPARARÁ DO SEU AMOR?</a:t>
            </a:r>
          </a:p>
          <a:p>
            <a:pPr algn="l"/>
            <a:r>
              <a:rPr lang="pt-BR" sz="5400" dirty="0"/>
              <a:t>A TRIBULAÇÃO, TALVEZ A ESPADA?</a:t>
            </a:r>
          </a:p>
          <a:p>
            <a:pPr algn="l"/>
            <a:r>
              <a:rPr lang="pt-BR" sz="5400" dirty="0"/>
              <a:t>NEM A MORTE E NEM A VIDA NOS SEPARARÁ</a:t>
            </a:r>
          </a:p>
          <a:p>
            <a:pPr algn="l"/>
            <a:r>
              <a:rPr lang="pt-BR" sz="5400" dirty="0"/>
              <a:t>DO AMOR DE CRISTO, NOSSO SENHOR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499583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QUEM NOS SEPARARÁ DA SUA PAZ?</a:t>
            </a:r>
          </a:p>
          <a:p>
            <a:pPr algn="l"/>
            <a:r>
              <a:rPr lang="pt-BR" sz="5400" dirty="0"/>
              <a:t>A PERSEGUIÇÃO, TALVEZ A DOR?</a:t>
            </a:r>
          </a:p>
          <a:p>
            <a:pPr algn="l"/>
            <a:r>
              <a:rPr lang="pt-BR" sz="5400" dirty="0"/>
              <a:t>NENHUM PODER NOS SEPARARÁ</a:t>
            </a:r>
          </a:p>
          <a:p>
            <a:pPr algn="l"/>
            <a:r>
              <a:rPr lang="pt-BR" sz="5400" dirty="0"/>
              <a:t>DAQUELE QUE VENCEU A MORTE POR NÓS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682879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90426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dirty="0"/>
              <a:t>QUEM NOS SEPARARÁ DA SUA ALEGRIA?</a:t>
            </a:r>
          </a:p>
          <a:p>
            <a:pPr algn="l"/>
            <a:r>
              <a:rPr lang="pt-BR" sz="5400" dirty="0"/>
              <a:t>QUEM PODERÁ TIRAR-NOS DO SEU PERDÃO?</a:t>
            </a:r>
          </a:p>
          <a:p>
            <a:pPr algn="l"/>
            <a:r>
              <a:rPr lang="pt-BR" sz="5400" dirty="0"/>
              <a:t>NINGUÉM NO MUNDO NOS AFASTARÁ</a:t>
            </a:r>
          </a:p>
          <a:p>
            <a:pPr algn="l"/>
            <a:r>
              <a:rPr lang="pt-BR" sz="5400" dirty="0"/>
              <a:t>DA VIDA EM CRISTO, NOSSO SENHOR.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084189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3520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CHAMA VIVA DA MINHA ESPERANÇA,</a:t>
            </a:r>
          </a:p>
          <a:p>
            <a:pPr algn="l"/>
            <a:r>
              <a:rPr lang="pt-BR" sz="21600" b="1" dirty="0"/>
              <a:t>ESTE CANTO SUBA PARA TI!</a:t>
            </a:r>
          </a:p>
          <a:p>
            <a:pPr algn="l"/>
            <a:r>
              <a:rPr lang="pt-BR" sz="21600" b="1" dirty="0"/>
              <a:t>SEIO ETERNO DE INFINITA VIDA,</a:t>
            </a:r>
          </a:p>
          <a:p>
            <a:pPr algn="l"/>
            <a:r>
              <a:rPr lang="pt-BR" sz="21600" b="1" dirty="0"/>
              <a:t>NO CAMINHO EU CONFIO EM TI! (BIS)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TODA A LÍNGUA, POVO E NAÇÃO</a:t>
            </a:r>
          </a:p>
          <a:p>
            <a:pPr algn="l"/>
            <a:r>
              <a:rPr lang="pt-BR" sz="21600" dirty="0"/>
              <a:t>TUA LUZ ENCONTRA NA PALAVRA.</a:t>
            </a:r>
          </a:p>
          <a:p>
            <a:pPr algn="l"/>
            <a:r>
              <a:rPr lang="pt-BR" sz="21600" dirty="0"/>
              <a:t>OS TEUS FILHOS, FRÁGEIS E DISPERSOS</a:t>
            </a:r>
          </a:p>
          <a:p>
            <a:pPr algn="l"/>
            <a:r>
              <a:rPr lang="pt-BR" sz="21600" dirty="0"/>
              <a:t>SE REÚNEM NO TEU FILHO AMADO.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6460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96711-13DD-B07F-0F23-23F8C402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6C1D49-42A0-8B79-0C00-B8BD617D9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384196-AE44-AA93-B238-409B42C46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b="1" dirty="0"/>
              <a:t>CHAMA VIVA DA MINHA ESPERANÇA,</a:t>
            </a:r>
          </a:p>
          <a:p>
            <a:pPr algn="l"/>
            <a:r>
              <a:rPr lang="pt-BR" sz="21600" b="1" dirty="0"/>
              <a:t>ESTE CANTO SUBA PARA TI!</a:t>
            </a:r>
          </a:p>
          <a:p>
            <a:pPr algn="l"/>
            <a:r>
              <a:rPr lang="pt-BR" sz="21600" b="1" dirty="0"/>
              <a:t>SEIO ETERNO DE INFINITA VIDA,</a:t>
            </a:r>
          </a:p>
          <a:p>
            <a:pPr algn="l"/>
            <a:r>
              <a:rPr lang="pt-BR" sz="21600" b="1" dirty="0"/>
              <a:t>NO CAMINHO EU CONFIO EM TI! (BIS)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7936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8140</TotalTime>
  <Words>1116</Words>
  <Application>Microsoft Office PowerPoint</Application>
  <PresentationFormat>Widescreen</PresentationFormat>
  <Paragraphs>213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20</cp:revision>
  <dcterms:created xsi:type="dcterms:W3CDTF">2023-05-06T17:01:55Z</dcterms:created>
  <dcterms:modified xsi:type="dcterms:W3CDTF">2025-06-28T16:35:11Z</dcterms:modified>
</cp:coreProperties>
</file>