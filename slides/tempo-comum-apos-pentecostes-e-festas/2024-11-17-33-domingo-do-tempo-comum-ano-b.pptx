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84" r:id="rId3"/>
    <p:sldId id="428" r:id="rId4"/>
    <p:sldId id="258" r:id="rId5"/>
    <p:sldId id="460" r:id="rId6"/>
    <p:sldId id="461" r:id="rId7"/>
    <p:sldId id="463" r:id="rId8"/>
    <p:sldId id="260" r:id="rId9"/>
    <p:sldId id="261" r:id="rId10"/>
    <p:sldId id="445" r:id="rId11"/>
    <p:sldId id="338" r:id="rId12"/>
    <p:sldId id="339" r:id="rId13"/>
    <p:sldId id="340" r:id="rId14"/>
    <p:sldId id="264" r:id="rId15"/>
    <p:sldId id="265" r:id="rId16"/>
    <p:sldId id="266" r:id="rId17"/>
    <p:sldId id="267" r:id="rId18"/>
    <p:sldId id="418" r:id="rId19"/>
    <p:sldId id="412" r:id="rId20"/>
    <p:sldId id="485" r:id="rId21"/>
    <p:sldId id="486" r:id="rId22"/>
    <p:sldId id="292" r:id="rId23"/>
    <p:sldId id="488" r:id="rId24"/>
    <p:sldId id="487" r:id="rId25"/>
    <p:sldId id="473" r:id="rId26"/>
    <p:sldId id="469" r:id="rId27"/>
    <p:sldId id="489" r:id="rId28"/>
    <p:sldId id="471" r:id="rId29"/>
    <p:sldId id="490" r:id="rId30"/>
    <p:sldId id="491" r:id="rId31"/>
    <p:sldId id="492" r:id="rId32"/>
    <p:sldId id="493" r:id="rId33"/>
    <p:sldId id="404" r:id="rId34"/>
    <p:sldId id="394" r:id="rId35"/>
    <p:sldId id="392" r:id="rId36"/>
    <p:sldId id="393" r:id="rId37"/>
    <p:sldId id="395" r:id="rId38"/>
    <p:sldId id="433" r:id="rId39"/>
    <p:sldId id="494" r:id="rId40"/>
    <p:sldId id="374" r:id="rId41"/>
    <p:sldId id="427" r:id="rId42"/>
    <p:sldId id="495" r:id="rId4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82" autoAdjust="0"/>
    <p:restoredTop sz="92023" autoAdjust="0"/>
  </p:normalViewPr>
  <p:slideViewPr>
    <p:cSldViewPr snapToGrid="0">
      <p:cViewPr varScale="1">
        <p:scale>
          <a:sx n="63" d="100"/>
          <a:sy n="63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16/11/2024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16/11/2024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16/11/2024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16/11/2024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5D5E12C-31D7-9655-B2F1-7AB1B8AE6E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0" b="10303"/>
          <a:stretch/>
        </p:blipFill>
        <p:spPr>
          <a:xfrm>
            <a:off x="0" y="-106680"/>
            <a:ext cx="12192000" cy="701577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116622" y="2151727"/>
            <a:ext cx="995875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33°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b="1" dirty="0">
                <a:latin typeface="Open Sans" panose="020B0606030504020204" pitchFamily="34" charset="0"/>
              </a:rPr>
              <a:t>EIS ME AQUI, EIS ME AQUI, SENHOR EIS QUE VENHO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EIS ME AQUI, EIS ME AQUI, FAÇA-SE EM MIM A TUA VONTADE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3836250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NO SENHOR EU ESPEREI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ELE SE INCLINOU PARA MIM</a:t>
            </a:r>
          </a:p>
          <a:p>
            <a:pPr algn="l"/>
            <a:r>
              <a:rPr lang="pt-BR" sz="7200" dirty="0">
                <a:latin typeface="Open Sans" panose="020B0606030504020204" pitchFamily="34" charset="0"/>
              </a:rPr>
              <a:t>E OUVIU O MEU GRITO</a:t>
            </a:r>
          </a:p>
          <a:p>
            <a:pPr algn="l"/>
            <a:r>
              <a:rPr lang="pt-BR" sz="7200" dirty="0">
                <a:latin typeface="Open Sans" panose="020B0606030504020204" pitchFamily="34" charset="0"/>
              </a:rPr>
              <a:t>ME LIBERTOU DA MORTE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2741687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just"/>
            <a:r>
              <a:rPr lang="pt-BR" sz="5400" b="0" i="0" dirty="0">
                <a:solidFill>
                  <a:srgbClr val="131313"/>
                </a:solidFill>
                <a:effectLst/>
              </a:rPr>
              <a:t>1. SENHOR, QUE SOIS O CAMINHO QUE LEVA AO PAI, TENDE PIEDADE DE NÓS. </a:t>
            </a:r>
          </a:p>
          <a:p>
            <a:pPr marL="914400" indent="-914400" algn="just">
              <a:buAutoNum type="arabicPeriod"/>
            </a:pPr>
            <a:endParaRPr lang="pt-BR" sz="5400" dirty="0">
              <a:solidFill>
                <a:srgbClr val="131313"/>
              </a:solidFill>
            </a:endParaRPr>
          </a:p>
          <a:p>
            <a:r>
              <a:rPr lang="pt-BR" sz="5400" b="1" dirty="0">
                <a:solidFill>
                  <a:srgbClr val="131313"/>
                </a:solidFill>
              </a:rPr>
              <a:t>KYRIE</a:t>
            </a:r>
            <a:r>
              <a:rPr lang="pt-BR" sz="5400" b="1" i="0" dirty="0">
                <a:solidFill>
                  <a:srgbClr val="131313"/>
                </a:solidFill>
                <a:effectLst/>
              </a:rPr>
              <a:t>, ELEISON. </a:t>
            </a:r>
            <a:r>
              <a:rPr lang="pt-BR" sz="5400" b="1" dirty="0"/>
              <a:t>KYRIE, ELEISON.</a:t>
            </a:r>
          </a:p>
          <a:p>
            <a:r>
              <a:rPr lang="pt-BR" sz="5400" b="1" dirty="0">
                <a:solidFill>
                  <a:srgbClr val="131313"/>
                </a:solidFill>
              </a:rPr>
              <a:t>KYRIE</a:t>
            </a:r>
            <a:r>
              <a:rPr lang="pt-BR" sz="5400" b="1" i="0" dirty="0">
                <a:solidFill>
                  <a:srgbClr val="131313"/>
                </a:solidFill>
                <a:effectLst/>
              </a:rPr>
              <a:t>, ELEISON. </a:t>
            </a:r>
            <a:r>
              <a:rPr lang="pt-BR" sz="5400" b="1" dirty="0"/>
              <a:t>KYRIE, ELEISON.</a:t>
            </a:r>
          </a:p>
        </p:txBody>
      </p:sp>
    </p:spTree>
    <p:extLst>
      <p:ext uri="{BB962C8B-B14F-4D97-AF65-F5344CB8AC3E}">
        <p14:creationId xmlns:p14="http://schemas.microsoft.com/office/powerpoint/2010/main" val="4241994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just"/>
            <a:r>
              <a:rPr lang="pt-BR" sz="5400" i="0" dirty="0">
                <a:solidFill>
                  <a:srgbClr val="131313"/>
                </a:solidFill>
                <a:effectLst/>
              </a:rPr>
              <a:t>2. CRISTO, QUE SOIS A VERDADE QUE ILUMINA OS POVOS, TENDE PIEDADE DE NÓS.</a:t>
            </a:r>
          </a:p>
          <a:p>
            <a:endParaRPr lang="pt-BR" sz="5400" b="1" dirty="0">
              <a:solidFill>
                <a:srgbClr val="131313"/>
              </a:solidFill>
            </a:endParaRPr>
          </a:p>
          <a:p>
            <a:r>
              <a:rPr lang="pt-BR" sz="5400" b="1" i="0" dirty="0">
                <a:solidFill>
                  <a:srgbClr val="131313"/>
                </a:solidFill>
                <a:effectLst/>
              </a:rPr>
              <a:t>CHRISTE, ELEISON. </a:t>
            </a:r>
            <a:r>
              <a:rPr lang="pt-BR" sz="5400" b="1" dirty="0"/>
              <a:t>CHRISTE, ELEISON.</a:t>
            </a:r>
          </a:p>
          <a:p>
            <a:r>
              <a:rPr lang="pt-BR" sz="5400" b="1" i="0" dirty="0">
                <a:solidFill>
                  <a:srgbClr val="131313"/>
                </a:solidFill>
                <a:effectLst/>
              </a:rPr>
              <a:t>CHRISTE, ELEISON. </a:t>
            </a:r>
            <a:r>
              <a:rPr lang="pt-BR" sz="5400" b="1" dirty="0"/>
              <a:t>CHRISTE, ELEISON.</a:t>
            </a:r>
          </a:p>
          <a:p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2300070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just"/>
            <a:r>
              <a:rPr lang="pt-BR" sz="5400" dirty="0">
                <a:solidFill>
                  <a:srgbClr val="131313"/>
                </a:solidFill>
              </a:rPr>
              <a:t>3</a:t>
            </a:r>
            <a:r>
              <a:rPr lang="pt-BR" sz="5400" b="0" i="0" dirty="0">
                <a:solidFill>
                  <a:srgbClr val="131313"/>
                </a:solidFill>
                <a:effectLst/>
              </a:rPr>
              <a:t>. SENHOR, QUE SOIS A VIDA QUE RENOVA O MUNDO, TENDE PIEDADE DE NÓS. </a:t>
            </a:r>
          </a:p>
          <a:p>
            <a:pPr marL="914400" indent="-914400" algn="just">
              <a:buAutoNum type="arabicPeriod"/>
            </a:pPr>
            <a:endParaRPr lang="pt-BR" sz="5400" dirty="0">
              <a:solidFill>
                <a:srgbClr val="131313"/>
              </a:solidFill>
            </a:endParaRPr>
          </a:p>
          <a:p>
            <a:r>
              <a:rPr lang="pt-BR" sz="5400" b="1" dirty="0">
                <a:solidFill>
                  <a:srgbClr val="131313"/>
                </a:solidFill>
              </a:rPr>
              <a:t>KYRIE</a:t>
            </a:r>
            <a:r>
              <a:rPr lang="pt-BR" sz="5400" b="1" i="0" dirty="0">
                <a:solidFill>
                  <a:srgbClr val="131313"/>
                </a:solidFill>
                <a:effectLst/>
              </a:rPr>
              <a:t>, ELEISON. </a:t>
            </a:r>
            <a:r>
              <a:rPr lang="pt-BR" sz="5400" b="1" dirty="0"/>
              <a:t>KYRIE, ELEISON.</a:t>
            </a:r>
          </a:p>
          <a:p>
            <a:r>
              <a:rPr lang="pt-BR" sz="5400" b="1" dirty="0">
                <a:solidFill>
                  <a:srgbClr val="131313"/>
                </a:solidFill>
              </a:rPr>
              <a:t>KYRIE</a:t>
            </a:r>
            <a:r>
              <a:rPr lang="pt-BR" sz="5400" b="1" i="0" dirty="0">
                <a:solidFill>
                  <a:srgbClr val="131313"/>
                </a:solidFill>
                <a:effectLst/>
              </a:rPr>
              <a:t>, ELEISON. </a:t>
            </a:r>
            <a:r>
              <a:rPr lang="pt-BR" sz="5400" b="1" dirty="0"/>
              <a:t>KYRIE, ELEISON.</a:t>
            </a:r>
          </a:p>
        </p:txBody>
      </p:sp>
    </p:spTree>
    <p:extLst>
      <p:ext uri="{BB962C8B-B14F-4D97-AF65-F5344CB8AC3E}">
        <p14:creationId xmlns:p14="http://schemas.microsoft.com/office/powerpoint/2010/main" val="1118256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39946" cy="5735782"/>
          </a:xfrm>
        </p:spPr>
        <p:txBody>
          <a:bodyPr>
            <a:normAutofit/>
          </a:bodyPr>
          <a:lstStyle/>
          <a:p>
            <a:endParaRPr lang="pt-BR" sz="7200" b="1" dirty="0"/>
          </a:p>
          <a:p>
            <a:r>
              <a:rPr lang="pt-BR" sz="7200" b="1" dirty="0"/>
              <a:t>GLÓRIA A NAS ALTURAS (3X)</a:t>
            </a:r>
          </a:p>
          <a:p>
            <a:r>
              <a:rPr lang="pt-BR" sz="7200" b="1" dirty="0"/>
              <a:t> E PAZ NA TERRA AOS HOMENS POR ELE AMADOS!</a:t>
            </a:r>
          </a:p>
          <a:p>
            <a:endParaRPr lang="pt-BR" sz="7200" dirty="0"/>
          </a:p>
          <a:p>
            <a:endParaRPr lang="pt-BR" sz="7200" dirty="0"/>
          </a:p>
          <a:p>
            <a:endParaRPr lang="pt-BR" sz="7200" dirty="0"/>
          </a:p>
          <a:p>
            <a:endParaRPr lang="pt-BR" sz="7200" dirty="0"/>
          </a:p>
          <a:p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D206E-D0D5-0F2A-553D-D1A7B8B6A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B9B489E-9CFA-DE6F-8647-70A7BF4743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39946" cy="573578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DEUS, REI DOS CÉUS, DEUS PAI TODO PODEROSO</a:t>
            </a:r>
          </a:p>
          <a:p>
            <a:pPr algn="l"/>
            <a:r>
              <a:rPr lang="pt-BR" sz="5400" dirty="0"/>
              <a:t>NÓS VOS LOUVAMOS, NÓS VOS BENDIZEMOS</a:t>
            </a:r>
          </a:p>
          <a:p>
            <a:pPr algn="l"/>
            <a:r>
              <a:rPr lang="pt-BR" sz="5400" dirty="0"/>
              <a:t>NÓS VOS ADORAMOS, NÓS VOS GLORIFICAMOS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392713C-22BC-4991-AAFB-C729723A0F21}"/>
              </a:ext>
            </a:extLst>
          </p:cNvPr>
          <p:cNvSpPr txBox="1">
            <a:spLocks/>
          </p:cNvSpPr>
          <p:nvPr/>
        </p:nvSpPr>
        <p:spPr>
          <a:xfrm>
            <a:off x="602672" y="415636"/>
            <a:ext cx="2805546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b="1">
                <a:solidFill>
                  <a:srgbClr val="FF0000"/>
                </a:solidFill>
              </a:rPr>
              <a:t>GLÓRIA</a:t>
            </a:r>
            <a:endParaRPr lang="pt-B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012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NÓS VOS DAMOS GRAÇAS, POR VOSSA IMENSA GLÓRIA.</a:t>
            </a:r>
          </a:p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endParaRPr lang="pt-BR" sz="54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D5FF25B-3424-436A-ADE0-EDF0756BF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913585"/>
            <a:ext cx="10986656" cy="5818909"/>
          </a:xfrm>
        </p:spPr>
        <p:txBody>
          <a:bodyPr>
            <a:noAutofit/>
          </a:bodyPr>
          <a:lstStyle/>
          <a:p>
            <a:pPr algn="l"/>
            <a:r>
              <a:rPr lang="pt-BR" sz="5400" dirty="0"/>
              <a:t>VÓS QUE TIRAIS O PECADO DO MUNDO,TENDE PIEDADE DE NÓS</a:t>
            </a:r>
          </a:p>
          <a:p>
            <a:pPr algn="l"/>
            <a:r>
              <a:rPr lang="pt-BR" sz="5400" dirty="0"/>
              <a:t>VÓS QUE TIRAIS O PECADO DO MUNDO,  ACOLHEI A NOSSA SÚPLICA</a:t>
            </a:r>
          </a:p>
          <a:p>
            <a:pPr algn="l"/>
            <a:r>
              <a:rPr lang="pt-BR" sz="5400" dirty="0"/>
              <a:t>VÓS QUE ESTAIS À DIREITA DO PAI, TENDE PIEDADE DE NÓS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B4C78A8-D22E-41BE-9699-50A642613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SÓ VÓS SOIS SANTO, SÓ VÓS O SENHOR, SÓ VÓS O ALTÍSSIMO, JESUS CRISTO </a:t>
            </a:r>
          </a:p>
          <a:p>
            <a:pPr algn="l"/>
            <a:r>
              <a:rPr lang="pt-BR" sz="5400" dirty="0"/>
              <a:t>COM O ESPÍRITO SANTO NA GLÓRIA DE DEUS PAI.</a:t>
            </a:r>
          </a:p>
          <a:p>
            <a:pPr algn="l"/>
            <a:r>
              <a:rPr lang="pt-BR" sz="5400" dirty="0"/>
              <a:t>AMÉM!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F6A55B1-2FF8-4A2D-9AF7-6710EE40AE51}"/>
              </a:ext>
            </a:extLst>
          </p:cNvPr>
          <p:cNvSpPr txBox="1">
            <a:spLocks/>
          </p:cNvSpPr>
          <p:nvPr/>
        </p:nvSpPr>
        <p:spPr>
          <a:xfrm>
            <a:off x="602672" y="415636"/>
            <a:ext cx="2805546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b="1">
                <a:solidFill>
                  <a:srgbClr val="FF0000"/>
                </a:solidFill>
              </a:rPr>
              <a:t>GLÓRIA</a:t>
            </a:r>
            <a:endParaRPr lang="pt-B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GUARDAI-ME, Ó DEUS, PORQUE EM VÓS ME REFUGIO!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</a:t>
            </a:r>
          </a:p>
          <a:p>
            <a:endParaRPr lang="pt-BR" sz="4800" b="1" dirty="0"/>
          </a:p>
          <a:p>
            <a:r>
              <a:rPr lang="pt-BR" sz="4800" dirty="0"/>
              <a:t>É PRECISO VIGIAR E FICAR DE PRONTIDÃO; EM QUE DIA O SENHOR HÁ DE VIR, NÃO SABEIS, NÃO!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3491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0222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800" b="1" dirty="0"/>
              <a:t>A VÓS, SENHOR,</a:t>
            </a:r>
          </a:p>
          <a:p>
            <a:pPr algn="l"/>
            <a:r>
              <a:rPr lang="pt-BR" sz="7800" b="1" dirty="0"/>
              <a:t>APRESENTAMOS ESTES DONS:</a:t>
            </a:r>
          </a:p>
          <a:p>
            <a:pPr algn="l"/>
            <a:r>
              <a:rPr lang="pt-BR" sz="7800" b="1" dirty="0"/>
              <a:t>O PÃO E O VINHO, ALELUIA!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1. QUE PODEREI RETRIBUIR AO SENHOR DEUS</a:t>
            </a:r>
          </a:p>
          <a:p>
            <a:pPr algn="l"/>
            <a:r>
              <a:rPr lang="pt-BR" sz="6000" dirty="0"/>
              <a:t>POR TUDO AQUILO QUE ELE FEZ EM MEU FAVOR?</a:t>
            </a:r>
            <a:endParaRPr lang="pt-BR" sz="600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72362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1EC04-C9B0-E09C-C8DD-704FB1B12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DEA7E9-AC52-E3F1-A06D-EC3E1E671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0222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33C2AC-8DCE-A8A3-CE23-515FCE82E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118272" cy="562494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800" b="1" dirty="0"/>
              <a:t>A VÓS, SENHOR,</a:t>
            </a:r>
          </a:p>
          <a:p>
            <a:pPr algn="l"/>
            <a:r>
              <a:rPr lang="pt-BR" sz="7800" b="1" dirty="0"/>
              <a:t>APRESENTAMOS ESTES DONS:</a:t>
            </a:r>
          </a:p>
          <a:p>
            <a:pPr algn="l"/>
            <a:r>
              <a:rPr lang="pt-BR" sz="7800" b="1" dirty="0"/>
              <a:t>O PÃO E O VINHO, ALELUIA!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2. ELEVO O CÁLICE DA MINHA SALVAÇÃO,</a:t>
            </a:r>
          </a:p>
          <a:p>
            <a:pPr algn="l"/>
            <a:r>
              <a:rPr lang="pt-BR" sz="6000" dirty="0"/>
              <a:t>INVOCANDO O NOME SANTO DO SENHOR</a:t>
            </a:r>
            <a:endParaRPr lang="pt-BR" sz="600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85743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943E6-3945-3F54-9365-F60F8DAC3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D6B6C3-2E75-58E9-CDDF-514E72B94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0222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94F91F-9C08-86A7-F501-17D896995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800" b="1" dirty="0"/>
              <a:t>A VÓS, SENHOR,</a:t>
            </a:r>
          </a:p>
          <a:p>
            <a:pPr algn="l"/>
            <a:r>
              <a:rPr lang="pt-BR" sz="7800" b="1" dirty="0"/>
              <a:t>APRESENTAMOS ESTES DONS:</a:t>
            </a:r>
          </a:p>
          <a:p>
            <a:pPr algn="l"/>
            <a:r>
              <a:rPr lang="pt-BR" sz="7800" b="1" dirty="0"/>
              <a:t>O PÃO E O VINHO, ALELUIA!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3. VOU CUMPRIR MINHAS PROMESSAS AO SENHOR</a:t>
            </a:r>
          </a:p>
          <a:p>
            <a:pPr algn="l"/>
            <a:r>
              <a:rPr lang="pt-BR" sz="6000" dirty="0"/>
              <a:t>NA PRESENÇA DE SEU POVO REUNIDO.</a:t>
            </a:r>
            <a:endParaRPr lang="pt-BR" sz="600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59754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i="0" dirty="0">
                <a:effectLst/>
                <a:latin typeface="Open Sans" panose="020B0606030504020204" pitchFamily="34" charset="0"/>
              </a:rPr>
              <a:t>SANTO, SANTO, SANTO, </a:t>
            </a:r>
          </a:p>
          <a:p>
            <a:pPr algn="l"/>
            <a:r>
              <a:rPr lang="pt-BR" sz="19200" i="0" dirty="0">
                <a:effectLst/>
                <a:latin typeface="Open Sans" panose="020B0606030504020204" pitchFamily="34" charset="0"/>
              </a:rPr>
              <a:t>SENHOR DEUS DO UNIVERSO.</a:t>
            </a:r>
          </a:p>
          <a:p>
            <a:pPr algn="l"/>
            <a:r>
              <a:rPr lang="pt-BR" sz="19200" i="0" dirty="0">
                <a:effectLst/>
                <a:latin typeface="Open Sans" panose="020B0606030504020204" pitchFamily="34" charset="0"/>
              </a:rPr>
              <a:t>O CÉU E A TERRA PROCLAMAM VOSSA GLÓRIA!</a:t>
            </a:r>
            <a:br>
              <a:rPr lang="pt-BR" sz="21600" dirty="0"/>
            </a:br>
            <a:r>
              <a:rPr lang="pt-BR" sz="19200" i="0" dirty="0">
                <a:effectLst/>
                <a:latin typeface="Open Sans" panose="020B0606030504020204" pitchFamily="34" charset="0"/>
              </a:rPr>
              <a:t>HOSANA NAS ALTURAS!</a:t>
            </a:r>
            <a:endParaRPr lang="pt-BR" sz="19200" dirty="0">
              <a:latin typeface="Open Sans" panose="020B0606030504020204" pitchFamily="34" charset="0"/>
            </a:endParaRPr>
          </a:p>
          <a:p>
            <a:pPr algn="l"/>
            <a:endParaRPr lang="pt-BR" sz="19200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19200" b="0" i="0" dirty="0">
                <a:effectLst/>
                <a:latin typeface="Open Sans" panose="020B0606030504020204" pitchFamily="34" charset="0"/>
              </a:rPr>
              <a:t>BENDITO O QUE VEM EM NOME DO SENHOR.</a:t>
            </a:r>
            <a:br>
              <a:rPr lang="pt-BR" sz="19200" dirty="0"/>
            </a:br>
            <a:r>
              <a:rPr lang="pt-BR" sz="19200" b="0" i="0" dirty="0">
                <a:effectLst/>
                <a:latin typeface="Open Sans" panose="020B0606030504020204" pitchFamily="34" charset="0"/>
              </a:rPr>
              <a:t>HOSANA NAS ALTURAS! (2X)</a:t>
            </a:r>
            <a:endParaRPr lang="pt-BR" sz="19200" dirty="0"/>
          </a:p>
          <a:p>
            <a:pPr algn="just"/>
            <a:endParaRPr lang="pt-BR" sz="12800" dirty="0"/>
          </a:p>
          <a:p>
            <a:pPr algn="l"/>
            <a:br>
              <a:rPr lang="pt-BR" sz="8000" dirty="0"/>
            </a:b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4298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84CA9-AEC7-0DA3-1D03-733DA0EEF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8357E30-4005-70BB-C1AA-B5A570B0427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2515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dirty="0"/>
              <a:t>O CÉU E A TERRA PASSARÃO, DIZ O SENHOR;</a:t>
            </a:r>
          </a:p>
          <a:p>
            <a:pPr algn="l"/>
            <a:r>
              <a:rPr lang="pt-BR" sz="6600" b="1" dirty="0"/>
              <a:t>PORÉM JAMAIS MINHAS PALAVRAS PASSARÃO!</a:t>
            </a:r>
          </a:p>
          <a:p>
            <a:pPr algn="l"/>
            <a:r>
              <a:rPr lang="pt-BR" sz="6600" b="1" dirty="0"/>
              <a:t>PORÉM JAMAIS MINHAS PALAVRAS PASSARÃO!</a:t>
            </a:r>
            <a:endParaRPr lang="pt-BR" sz="47600" b="1" dirty="0"/>
          </a:p>
        </p:txBody>
      </p:sp>
    </p:spTree>
    <p:extLst>
      <p:ext uri="{BB962C8B-B14F-4D97-AF65-F5344CB8AC3E}">
        <p14:creationId xmlns:p14="http://schemas.microsoft.com/office/powerpoint/2010/main" val="2482442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1. A LEI DO SENHOR DEUS É PERFEITA,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CONFORTO PARA ALMA!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O TESTEMUNHO DO SENHOR É FIEL,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SABEDORIA DOS HUMILDES.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342856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12C6B-BB7A-C568-BFA5-018463C74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9DFE4B-E46B-9317-E002-E4A8B0ED3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107431-E462-910A-8D97-7285F8C51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dirty="0"/>
              <a:t>O CÉU E A TERRA PASSARÃO, DIZ O SENHOR;</a:t>
            </a:r>
          </a:p>
          <a:p>
            <a:pPr algn="l"/>
            <a:r>
              <a:rPr lang="pt-BR" sz="6600" b="1" dirty="0"/>
              <a:t>PORÉM JAMAIS MINHAS PALAVRAS PASSARÃO!</a:t>
            </a:r>
          </a:p>
          <a:p>
            <a:pPr algn="l"/>
            <a:r>
              <a:rPr lang="pt-BR" sz="6600" b="1" dirty="0"/>
              <a:t>PORÉM JAMAIS MINHAS PALAVRAS PASSARÃO!</a:t>
            </a:r>
            <a:endParaRPr lang="pt-BR" sz="47600" b="1" dirty="0"/>
          </a:p>
        </p:txBody>
      </p:sp>
    </p:spTree>
    <p:extLst>
      <p:ext uri="{BB962C8B-B14F-4D97-AF65-F5344CB8AC3E}">
        <p14:creationId xmlns:p14="http://schemas.microsoft.com/office/powerpoint/2010/main" val="31648849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2. OS PRECEITOS DO SENHOR SÃO PRECISOS,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ALEGRIA AO CORAÇÃO.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O MANDAMENTO DO SENHOR É BRILHANTE,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PARA OS OLHOS É UMA LUZ.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430720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E127B-CED5-CA88-C4C4-F50B419A0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47443-1B19-04AE-A9FC-A762CDCB5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95FD72-DF99-E411-36D6-CF80C0845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dirty="0"/>
              <a:t>O CÉU E A TERRA PASSARÃO, DIZ O SENHOR;</a:t>
            </a:r>
          </a:p>
          <a:p>
            <a:pPr algn="l"/>
            <a:r>
              <a:rPr lang="pt-BR" sz="6600" b="1" dirty="0"/>
              <a:t>PORÉM JAMAIS MINHAS PALAVRAS PASSARÃO!</a:t>
            </a:r>
          </a:p>
          <a:p>
            <a:pPr algn="l"/>
            <a:r>
              <a:rPr lang="pt-BR" sz="6600" b="1" dirty="0"/>
              <a:t>PORÉM JAMAIS MINHAS PALAVRAS PASSARÃO!</a:t>
            </a:r>
            <a:endParaRPr lang="pt-BR" sz="47600" b="1" dirty="0"/>
          </a:p>
        </p:txBody>
      </p:sp>
    </p:spTree>
    <p:extLst>
      <p:ext uri="{BB962C8B-B14F-4D97-AF65-F5344CB8AC3E}">
        <p14:creationId xmlns:p14="http://schemas.microsoft.com/office/powerpoint/2010/main" val="32979948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09B2D-993F-D9E4-CA42-4A57BF4ED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6BDE8-F3D1-18EF-A0D8-5939434F1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084375-A8AE-D0EB-F600-BF3890752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3. É PURO O TEMOR DO SENHOR,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IMUTÁVEL PARA SEMPRE.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OS JULGAMENTOS DO SENHOR SÃO CORRETOS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E JUSTOS IGUALMENTE.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8919409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94976-279B-8A5E-2E0C-73FA64695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E115D6-4B1A-6291-7FD2-389878A0B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B35994-4EAE-F505-46CE-172DE99A5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dirty="0"/>
              <a:t>O CÉU E A TERRA PASSARÃO, DIZ O SENHOR;</a:t>
            </a:r>
          </a:p>
          <a:p>
            <a:pPr algn="l"/>
            <a:r>
              <a:rPr lang="pt-BR" sz="6600" b="1" dirty="0"/>
              <a:t>PORÉM JAMAIS MINHAS PALAVRAS PASSARÃO!</a:t>
            </a:r>
          </a:p>
          <a:p>
            <a:pPr algn="l"/>
            <a:r>
              <a:rPr lang="pt-BR" sz="6600" b="1" dirty="0"/>
              <a:t>PORÉM JAMAIS MINHAS PALAVRAS PASSARÃO!</a:t>
            </a:r>
            <a:endParaRPr lang="pt-BR" sz="47600" b="1" dirty="0"/>
          </a:p>
        </p:txBody>
      </p:sp>
    </p:spTree>
    <p:extLst>
      <p:ext uri="{BB962C8B-B14F-4D97-AF65-F5344CB8AC3E}">
        <p14:creationId xmlns:p14="http://schemas.microsoft.com/office/powerpoint/2010/main" val="14427421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01015-524D-997F-22BF-0D1FAAE80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18AE0-16D3-79CB-DCBA-8B0345D08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324B44-9D90-ADFD-95DF-36665C5DC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4. MAIS DESEJÁVEIS DO QUE O OURO SÃO ELES,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DO QUE O OURO REFINADO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SUAS PALAVRAS SÃO MAIS DOCES QUE O MEL,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QUE O MEL QUE SAI DOS FAVOS.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5171900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95967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-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EU TE ADORO, HÓSTIA DIVINA</a:t>
            </a:r>
          </a:p>
          <a:p>
            <a:pPr algn="just"/>
            <a:r>
              <a:rPr lang="pt-BR" sz="6600" dirty="0"/>
              <a:t>EU TE ADORO, HÓSTIA DE AMOR</a:t>
            </a:r>
          </a:p>
          <a:p>
            <a:pPr algn="just"/>
            <a:r>
              <a:rPr lang="pt-BR" sz="6600" dirty="0"/>
              <a:t>ÉS DOS ANJOS O TESOURO</a:t>
            </a:r>
          </a:p>
          <a:p>
            <a:pPr algn="just"/>
            <a:r>
              <a:rPr lang="pt-BR" sz="6600" dirty="0"/>
              <a:t>ÉS DOS HOMENS O DULÇOR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964191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95967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-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2026011"/>
            <a:ext cx="10851573" cy="280597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600" b="1" dirty="0"/>
              <a:t>EU TE ADORO, HÓSTIA DIVINA</a:t>
            </a:r>
          </a:p>
          <a:p>
            <a:pPr algn="just"/>
            <a:r>
              <a:rPr lang="pt-BR" sz="6600" b="1" dirty="0"/>
              <a:t>EU TE ADORO, HÓSTIA DE AMOR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312846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95967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-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EU TE ADORO, HÓSTIA DIVINA</a:t>
            </a:r>
          </a:p>
          <a:p>
            <a:pPr algn="just"/>
            <a:r>
              <a:rPr lang="pt-BR" sz="6600" dirty="0"/>
              <a:t>EU TE ADORO, HÓSTIA DE AMOR</a:t>
            </a:r>
          </a:p>
          <a:p>
            <a:pPr algn="just"/>
            <a:r>
              <a:rPr lang="pt-BR" sz="6600" dirty="0"/>
              <a:t>ÉS NA VIDA ALENTO E FORÇA</a:t>
            </a:r>
          </a:p>
          <a:p>
            <a:pPr algn="just"/>
            <a:r>
              <a:rPr lang="pt-BR" sz="6600" dirty="0"/>
              <a:t>ÉS NA MORTE DEFENSOR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282387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95967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-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2026011"/>
            <a:ext cx="10851573" cy="280597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600" b="1" dirty="0"/>
              <a:t>EU TE ADORO, HÓSTIA DIVINA</a:t>
            </a:r>
          </a:p>
          <a:p>
            <a:pPr algn="just"/>
            <a:r>
              <a:rPr lang="pt-BR" sz="6600" b="1" dirty="0"/>
              <a:t>EU TE ADORO, HÓSTIA DE AMOR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8615496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67445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57721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1. PELAS ESTRADAS DA VIDA,</a:t>
            </a:r>
          </a:p>
          <a:p>
            <a:pPr algn="l"/>
            <a:r>
              <a:rPr lang="pt-BR" sz="8000" dirty="0"/>
              <a:t>NUNCA SOZINHO ESTÁS.</a:t>
            </a:r>
          </a:p>
          <a:p>
            <a:pPr algn="l"/>
            <a:r>
              <a:rPr lang="pt-BR" sz="8000" dirty="0"/>
              <a:t>CONTIGO PELO CAMINHO,</a:t>
            </a:r>
          </a:p>
          <a:p>
            <a:pPr algn="l"/>
            <a:r>
              <a:rPr lang="pt-BR" sz="8000" dirty="0"/>
              <a:t>SANTA MARIA VAI.</a:t>
            </a:r>
          </a:p>
        </p:txBody>
      </p:sp>
    </p:spTree>
    <p:extLst>
      <p:ext uri="{BB962C8B-B14F-4D97-AF65-F5344CB8AC3E}">
        <p14:creationId xmlns:p14="http://schemas.microsoft.com/office/powerpoint/2010/main" val="19328120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Ó VEM CONOSCO, VEM CAMINHAR,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SANTA MARIA VEM.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Ó VEM CONOSCO, VEM CAMINHAR,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SANTA MARIA VEM.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57721"/>
            <a:ext cx="11893122" cy="6338125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dirty="0"/>
              <a:t>2. MESMO QUE DIGAM OS HOMENS,</a:t>
            </a:r>
          </a:p>
          <a:p>
            <a:pPr algn="l"/>
            <a:r>
              <a:rPr lang="pt-BR" sz="8000" dirty="0"/>
              <a:t>TU NADA PODES MUDAR</a:t>
            </a:r>
          </a:p>
          <a:p>
            <a:pPr algn="l"/>
            <a:r>
              <a:rPr lang="pt-BR" sz="8000" dirty="0"/>
              <a:t>LUTA POR UM MUNDO NOVO</a:t>
            </a:r>
          </a:p>
          <a:p>
            <a:pPr algn="l"/>
            <a:r>
              <a:rPr lang="pt-BR" sz="8000" dirty="0"/>
              <a:t>DE UNIDADE E PAZ.</a:t>
            </a:r>
          </a:p>
        </p:txBody>
      </p:sp>
    </p:spTree>
    <p:extLst>
      <p:ext uri="{BB962C8B-B14F-4D97-AF65-F5344CB8AC3E}">
        <p14:creationId xmlns:p14="http://schemas.microsoft.com/office/powerpoint/2010/main" val="6806104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Ó VEM CONOSCO, VEM CAMINHAR,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SANTA MARIA VEM.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Ó VEM CONOSCO, VEM CAMINHAR,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SANTA MARIA VEM.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4411913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8685</TotalTime>
  <Words>880</Words>
  <Application>Microsoft Office PowerPoint</Application>
  <PresentationFormat>Widescreen</PresentationFormat>
  <Paragraphs>161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Calibri Light</vt:lpstr>
      <vt:lpstr>Open Sans</vt:lpstr>
      <vt:lpstr>Times New Roman</vt:lpstr>
      <vt:lpstr>Verdana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GLÓRIA</vt:lpstr>
      <vt:lpstr>Apresentação do PowerPoint</vt:lpstr>
      <vt:lpstr>GLÓRIA</vt:lpstr>
      <vt:lpstr>GLÓRIA</vt:lpstr>
      <vt:lpstr>Apresentação do PowerPoint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- COMUNHÃO</vt:lpstr>
      <vt:lpstr>PÓS - COMUNHÃO</vt:lpstr>
      <vt:lpstr>PÓS - COMUNHÃO</vt:lpstr>
      <vt:lpstr>PÓS - COMUNHÃO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57</cp:revision>
  <dcterms:created xsi:type="dcterms:W3CDTF">2023-05-06T17:01:55Z</dcterms:created>
  <dcterms:modified xsi:type="dcterms:W3CDTF">2024-11-16T21:37:23Z</dcterms:modified>
</cp:coreProperties>
</file>