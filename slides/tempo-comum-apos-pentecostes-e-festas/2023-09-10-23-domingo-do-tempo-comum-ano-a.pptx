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394" r:id="rId4"/>
    <p:sldId id="409" r:id="rId5"/>
    <p:sldId id="410" r:id="rId6"/>
    <p:sldId id="258" r:id="rId7"/>
    <p:sldId id="259" r:id="rId8"/>
    <p:sldId id="411" r:id="rId9"/>
    <p:sldId id="412" r:id="rId10"/>
    <p:sldId id="260" r:id="rId11"/>
    <p:sldId id="261" r:id="rId12"/>
    <p:sldId id="338" r:id="rId13"/>
    <p:sldId id="339" r:id="rId14"/>
    <p:sldId id="340" r:id="rId15"/>
    <p:sldId id="377" r:id="rId16"/>
    <p:sldId id="264" r:id="rId17"/>
    <p:sldId id="265" r:id="rId18"/>
    <p:sldId id="266" r:id="rId19"/>
    <p:sldId id="267" r:id="rId20"/>
    <p:sldId id="271" r:id="rId21"/>
    <p:sldId id="269" r:id="rId22"/>
    <p:sldId id="376" r:id="rId23"/>
    <p:sldId id="414" r:id="rId24"/>
    <p:sldId id="396" r:id="rId25"/>
    <p:sldId id="292" r:id="rId26"/>
    <p:sldId id="275" r:id="rId27"/>
    <p:sldId id="363" r:id="rId28"/>
    <p:sldId id="361" r:id="rId29"/>
    <p:sldId id="362" r:id="rId30"/>
    <p:sldId id="358" r:id="rId31"/>
    <p:sldId id="419" r:id="rId32"/>
    <p:sldId id="398" r:id="rId33"/>
    <p:sldId id="420" r:id="rId34"/>
    <p:sldId id="408" r:id="rId35"/>
    <p:sldId id="421" r:id="rId36"/>
    <p:sldId id="400" r:id="rId37"/>
    <p:sldId id="277" r:id="rId38"/>
    <p:sldId id="337" r:id="rId39"/>
    <p:sldId id="374" r:id="rId4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09" autoAdjust="0"/>
    <p:restoredTop sz="94660"/>
  </p:normalViewPr>
  <p:slideViewPr>
    <p:cSldViewPr snapToGrid="0">
      <p:cViewPr>
        <p:scale>
          <a:sx n="75" d="100"/>
          <a:sy n="75" d="100"/>
        </p:scale>
        <p:origin x="30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09/09/2023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09/09/2023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09/09/2023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09/09/2023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09/09/2023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09/09/2023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09/09/2023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197937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9600" b="1" dirty="0"/>
              <a:t>VÓS SOIS JUSTOS, SENHOR, AO JULGARDES(2X)</a:t>
            </a:r>
          </a:p>
          <a:p>
            <a:pPr algn="l"/>
            <a:r>
              <a:rPr lang="pt-BR" sz="9600" b="1" dirty="0"/>
              <a:t>E É JUSTA A VOSSA SENTENÇA. (2X)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8800" dirty="0"/>
              <a:t>CONFORME O VOSSO AMOR, SENHOR, TRATAI-ME, E TAMBÉM VOSSOS DESÍGNIOS ENSINAI-ME!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103931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800" dirty="0"/>
              <a:t>VOSSA PALAVRA FOI PROVADA E COMPROVADA, POR ISSO O VOSSO SERVO TANTO A AMA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1226514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197937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9600" b="1" dirty="0"/>
              <a:t>VÓS SOIS JUSTOS, SENHOR AO JULGARDES(2X)</a:t>
            </a:r>
          </a:p>
          <a:p>
            <a:pPr algn="l"/>
            <a:r>
              <a:rPr lang="pt-BR" sz="9600" b="1" dirty="0"/>
              <a:t>E É JUSTA A VOSSA SENTENÇA. (2X)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2092204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SENHOR, QUE SOIS O CAMINHO QUE LEVA AO PAI, TENDE PIEDADE DE NÓS</a:t>
            </a:r>
          </a:p>
          <a:p>
            <a:pPr algn="just"/>
            <a:r>
              <a:rPr lang="pt-BR" sz="6600" b="1" dirty="0"/>
              <a:t>SENHOR, 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CRISTO QUE SOIS A VERDADE QUE ILUMINA OS POVOS, TENDE PIEDADE DE NÓS</a:t>
            </a:r>
          </a:p>
          <a:p>
            <a:pPr algn="just"/>
            <a:r>
              <a:rPr lang="pt-BR" sz="6600" b="1" dirty="0"/>
              <a:t>CRISTO 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1193674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SENHOR QUE SOIS A VIDA QUE RENOVA O MUNDO, TENDE PIEDADE DE NÓS</a:t>
            </a:r>
          </a:p>
          <a:p>
            <a:pPr algn="just"/>
            <a:r>
              <a:rPr lang="pt-BR" sz="6600" b="1" dirty="0"/>
              <a:t>SENHOR, 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3776488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4932218"/>
          </a:xfrm>
        </p:spPr>
        <p:txBody>
          <a:bodyPr>
            <a:normAutofit/>
          </a:bodyPr>
          <a:lstStyle/>
          <a:p>
            <a:pPr algn="just"/>
            <a:r>
              <a:rPr lang="pt-BR" sz="6000" b="1" dirty="0"/>
              <a:t>GLÓRIA A DEUS NAS ALTURAS</a:t>
            </a:r>
          </a:p>
          <a:p>
            <a:pPr algn="just"/>
            <a:r>
              <a:rPr lang="pt-BR" sz="6000" b="1" dirty="0"/>
              <a:t>E PAZ NA TERRA AOS HOMENS POR ELE AMADOS</a:t>
            </a:r>
            <a:endParaRPr lang="pt-BR" sz="8000" b="1" dirty="0"/>
          </a:p>
          <a:p>
            <a:pPr algn="just"/>
            <a:r>
              <a:rPr lang="pt-BR" sz="6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0"/>
            <a:ext cx="11436928" cy="6220691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SENHOR JESUS CRISTO, FILHO UNIGÊNITO</a:t>
            </a:r>
          </a:p>
          <a:p>
            <a:pPr algn="l"/>
            <a:r>
              <a:rPr lang="pt-BR" sz="6600" dirty="0"/>
              <a:t>SENHOR DEUS, CORDEIRO DE DEUS, FILHO DE DEUS PAI</a:t>
            </a:r>
          </a:p>
          <a:p>
            <a:pPr algn="l"/>
            <a:r>
              <a:rPr lang="pt-BR" sz="6600" dirty="0"/>
              <a:t>VÓS QUE TIRAIS O PECADO DO MUNDO</a:t>
            </a:r>
          </a:p>
          <a:p>
            <a:pPr algn="l"/>
            <a:endParaRPr lang="pt-BR" sz="66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242963" cy="5555674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TENDE PIEDADE DE NÓS</a:t>
            </a:r>
            <a:endParaRPr lang="pt-BR" sz="7200" dirty="0"/>
          </a:p>
          <a:p>
            <a:pPr algn="just"/>
            <a:r>
              <a:rPr lang="pt-BR" sz="6000" dirty="0"/>
              <a:t>VÓS QUE TIRAIS O PECADO DO MUNDO, </a:t>
            </a:r>
          </a:p>
          <a:p>
            <a:pPr algn="just"/>
            <a:r>
              <a:rPr lang="pt-BR" sz="6000" dirty="0"/>
              <a:t>ACOLHEI A NOSSA SÚPLICA</a:t>
            </a:r>
          </a:p>
          <a:p>
            <a:pPr algn="just"/>
            <a:r>
              <a:rPr lang="pt-BR" sz="6000" dirty="0"/>
              <a:t>VÓS QUE ESTAIS À DIREITA DO PAI, </a:t>
            </a:r>
          </a:p>
          <a:p>
            <a:pPr algn="just"/>
            <a:r>
              <a:rPr lang="pt-BR" sz="60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9600" dirty="0"/>
              <a:t>SÓ VÓS SOIS SANTO, SÓ VÓS O SENHOR, SÓ VÓS O ALTÍSSIMO, JESUS CRISTO, COM O ESPÍRITO SANTO NA GLÓRIA DE DEUS PAI.</a:t>
            </a:r>
          </a:p>
          <a:p>
            <a:pPr algn="just"/>
            <a:r>
              <a:rPr lang="pt-BR" sz="9600" dirty="0"/>
              <a:t>AMÉM 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dirty="0"/>
              <a:t>NÃO FECHEIS O CORAÇÃO, OUVI, HOJE, A VOZ DE DEUS!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O SENHOR RECONCILIOU O MUNDO EM CRISTO, CONFIANDO-NOS SUA PALAVRA; A PALAVRA DA RECONCILIAÇÃO, A PALAVRA QUE HOJE, AQUI, NOS SALVA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SENHOR, MEU DEUS, OBRIGADO SENHOR, PORQUE TUDO É TEU.</a:t>
            </a:r>
            <a:endParaRPr lang="pt-BR" sz="8800" dirty="0"/>
          </a:p>
          <a:p>
            <a:pPr algn="l"/>
            <a:endParaRPr lang="pt-BR" sz="88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É TEU O PÃO QUE OFERECEMOS, É TUA VIDA QUE VIVEMOS, OBRIGADO, SENHOR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759429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SENHOR, MEU DEUS, OBRIGADO SENHOR, PORQUE TUDO É TEU.</a:t>
            </a:r>
            <a:endParaRPr lang="pt-BR" sz="8800" dirty="0"/>
          </a:p>
          <a:p>
            <a:pPr algn="l"/>
            <a:endParaRPr lang="pt-BR" sz="88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1263104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800" dirty="0"/>
              <a:t>É TEU O VINHO QUE OFERTAMOS, É TUA DOR QUE SUPORTAMOS, OBRIGADO SENHOR</a:t>
            </a:r>
          </a:p>
        </p:txBody>
      </p:sp>
    </p:spTree>
    <p:extLst>
      <p:ext uri="{BB962C8B-B14F-4D97-AF65-F5344CB8AC3E}">
        <p14:creationId xmlns:p14="http://schemas.microsoft.com/office/powerpoint/2010/main" val="30225787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109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SANTO, SANTO, SANTO</a:t>
            </a:r>
          </a:p>
          <a:p>
            <a:pPr algn="just"/>
            <a:r>
              <a:rPr lang="pt-BR" sz="5400" dirty="0"/>
              <a:t>SENHOR DEUS DO UNIVERSO</a:t>
            </a:r>
          </a:p>
          <a:p>
            <a:pPr algn="just"/>
            <a:r>
              <a:rPr lang="pt-BR" sz="5400" dirty="0"/>
              <a:t>O CÉU E A TERRA PROCLAMAM</a:t>
            </a:r>
          </a:p>
          <a:p>
            <a:pPr algn="just"/>
            <a:r>
              <a:rPr lang="pt-BR" sz="5400" dirty="0"/>
              <a:t>PROCLAMAM A VOSSA GLÓRIA</a:t>
            </a:r>
          </a:p>
          <a:p>
            <a:pPr algn="just"/>
            <a:r>
              <a:rPr lang="pt-BR" sz="5400" b="1" dirty="0"/>
              <a:t>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BENDITO O QUE VEM</a:t>
            </a:r>
          </a:p>
          <a:p>
            <a:pPr algn="just"/>
            <a:r>
              <a:rPr lang="pt-BR" sz="6000" dirty="0"/>
              <a:t>EM NOME DO SENHOR (2X)</a:t>
            </a:r>
          </a:p>
          <a:p>
            <a:pPr algn="just"/>
            <a:endParaRPr lang="pt-BR" sz="6000" dirty="0"/>
          </a:p>
          <a:p>
            <a:pPr algn="just"/>
            <a:r>
              <a:rPr lang="pt-BR" sz="6000" b="1" dirty="0"/>
              <a:t>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11500" b="1" dirty="0"/>
              <a:t>CANTAI AO NOSSO DEUS, PORQUE É SUAVE</a:t>
            </a:r>
            <a:endParaRPr lang="pt-BR" sz="8800" b="1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O SENHRO RECONSTRUIU JERUSALÉM, E OS DISPERSOS DE ISRAEL JUNTOU DE NOVO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11500" b="1" dirty="0"/>
              <a:t>CANTAI AO NOSSO DEUS, PORQUE É SUAVE</a:t>
            </a:r>
            <a:endParaRPr lang="pt-BR" sz="8800" b="1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0839740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1355532" cy="5618450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ELE CONFORTA OS CORAÇÕES DESPEDAÇADOS, ELE ENFAIXA SUAS FERIDAS E AS CURA</a:t>
            </a:r>
            <a:endParaRPr lang="pt-BR" sz="31000" dirty="0"/>
          </a:p>
        </p:txBody>
      </p:sp>
    </p:spTree>
    <p:extLst>
      <p:ext uri="{BB962C8B-B14F-4D97-AF65-F5344CB8AC3E}">
        <p14:creationId xmlns:p14="http://schemas.microsoft.com/office/powerpoint/2010/main" val="9479511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11500" b="1" dirty="0"/>
              <a:t>CANTAI AO NOSSO DEUS, PORQUE É SUAVE</a:t>
            </a:r>
            <a:endParaRPr lang="pt-BR" sz="8800" b="1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5225018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8800" dirty="0"/>
              <a:t>FIXA O NÚMERO DE TODAS AS ESTRELAS E CHAMA CADA UMA POR SEU NOME</a:t>
            </a:r>
            <a:endParaRPr lang="pt-BR" sz="7200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120021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11500" b="1" dirty="0"/>
              <a:t>CANTAI AO NOSSO DEUS, PORQUE É SUAVE</a:t>
            </a:r>
            <a:endParaRPr lang="pt-BR" sz="8800" b="1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5512725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2" y="990168"/>
            <a:ext cx="11521787" cy="586783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800" dirty="0"/>
              <a:t>É GRANDE E ONIPOTENTE O NOSSO DEUS, SEU SABER NÃO TEM MEDIDA NEM LIMITES</a:t>
            </a:r>
            <a:endParaRPr lang="pt-BR" sz="37200" dirty="0"/>
          </a:p>
        </p:txBody>
      </p:sp>
    </p:spTree>
    <p:extLst>
      <p:ext uri="{BB962C8B-B14F-4D97-AF65-F5344CB8AC3E}">
        <p14:creationId xmlns:p14="http://schemas.microsoft.com/office/powerpoint/2010/main" val="18977228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406085" cy="6338125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9600" dirty="0"/>
              <a:t>IMACULADA, MARIA DE DEUS, CORAÇÃO FORTE ACOLHENDO JESUS</a:t>
            </a:r>
          </a:p>
          <a:p>
            <a:pPr algn="l"/>
            <a:r>
              <a:rPr lang="pt-BR" sz="9600" dirty="0"/>
              <a:t>IMACULADA, MARIA DO POVO, MÃO DOS AFLITOS QUE ESTÃO JUNTO À CRUZ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100" y="235526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100" y="706581"/>
            <a:ext cx="11495809" cy="6151419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400" dirty="0"/>
              <a:t>UM CORAÇÃO QUE ERA SIM PARA A VIDA</a:t>
            </a:r>
          </a:p>
          <a:p>
            <a:pPr algn="l"/>
            <a:r>
              <a:rPr lang="pt-BR" sz="5400" dirty="0"/>
              <a:t>UM CORAÇÃO QUE ERA SIM PARA O IRMÃO</a:t>
            </a:r>
          </a:p>
          <a:p>
            <a:pPr algn="l"/>
            <a:r>
              <a:rPr lang="pt-BR" sz="5400" dirty="0"/>
              <a:t>UMA CORAÇÃO QUE ERA SIM PARA DEUS</a:t>
            </a:r>
          </a:p>
          <a:p>
            <a:pPr algn="l"/>
            <a:r>
              <a:rPr lang="pt-BR" sz="5400" dirty="0"/>
              <a:t>REINO DE DEUS RENOVANDO ESTE CHÃO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9874</TotalTime>
  <Words>606</Words>
  <Application>Microsoft Office PowerPoint</Application>
  <PresentationFormat>Widescreen</PresentationFormat>
  <Paragraphs>106</Paragraphs>
  <Slides>39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43" baseType="lpstr">
      <vt:lpstr>Arial</vt:lpstr>
      <vt:lpstr>Calibri</vt:lpstr>
      <vt:lpstr>Calibri Light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35</cp:revision>
  <dcterms:created xsi:type="dcterms:W3CDTF">2023-05-06T17:01:55Z</dcterms:created>
  <dcterms:modified xsi:type="dcterms:W3CDTF">2023-09-10T19:58:42Z</dcterms:modified>
</cp:coreProperties>
</file>