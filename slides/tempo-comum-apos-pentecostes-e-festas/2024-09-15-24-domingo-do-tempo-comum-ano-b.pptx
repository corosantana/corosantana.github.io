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410" r:id="rId4"/>
    <p:sldId id="258" r:id="rId5"/>
    <p:sldId id="259" r:id="rId6"/>
    <p:sldId id="424" r:id="rId7"/>
    <p:sldId id="425" r:id="rId8"/>
    <p:sldId id="260" r:id="rId9"/>
    <p:sldId id="261" r:id="rId10"/>
    <p:sldId id="338" r:id="rId11"/>
    <p:sldId id="339" r:id="rId12"/>
    <p:sldId id="340" r:id="rId13"/>
    <p:sldId id="377" r:id="rId14"/>
    <p:sldId id="407" r:id="rId15"/>
    <p:sldId id="264" r:id="rId16"/>
    <p:sldId id="265" r:id="rId17"/>
    <p:sldId id="266" r:id="rId18"/>
    <p:sldId id="267" r:id="rId19"/>
    <p:sldId id="271" r:id="rId20"/>
    <p:sldId id="269" r:id="rId21"/>
    <p:sldId id="412" r:id="rId22"/>
    <p:sldId id="433" r:id="rId23"/>
    <p:sldId id="434" r:id="rId24"/>
    <p:sldId id="435" r:id="rId25"/>
    <p:sldId id="436" r:id="rId26"/>
    <p:sldId id="437" r:id="rId27"/>
    <p:sldId id="438" r:id="rId28"/>
    <p:sldId id="439" r:id="rId29"/>
    <p:sldId id="292" r:id="rId30"/>
    <p:sldId id="275" r:id="rId31"/>
    <p:sldId id="361" r:id="rId32"/>
    <p:sldId id="362" r:id="rId33"/>
    <p:sldId id="415" r:id="rId34"/>
    <p:sldId id="426" r:id="rId35"/>
    <p:sldId id="427" r:id="rId36"/>
    <p:sldId id="428" r:id="rId37"/>
    <p:sldId id="429" r:id="rId38"/>
    <p:sldId id="430" r:id="rId39"/>
    <p:sldId id="431" r:id="rId40"/>
    <p:sldId id="432" r:id="rId41"/>
    <p:sldId id="404" r:id="rId42"/>
    <p:sldId id="420" r:id="rId43"/>
    <p:sldId id="421" r:id="rId44"/>
    <p:sldId id="422" r:id="rId45"/>
    <p:sldId id="419" r:id="rId46"/>
    <p:sldId id="337" r:id="rId47"/>
    <p:sldId id="440" r:id="rId48"/>
    <p:sldId id="442" r:id="rId49"/>
    <p:sldId id="441" r:id="rId5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76838203-3993-4994-A80B-F6728244DE62}">
          <p14:sldIdLst>
            <p14:sldId id="375"/>
            <p14:sldId id="354"/>
            <p14:sldId id="410"/>
            <p14:sldId id="258"/>
            <p14:sldId id="259"/>
            <p14:sldId id="424"/>
            <p14:sldId id="425"/>
            <p14:sldId id="260"/>
            <p14:sldId id="261"/>
            <p14:sldId id="338"/>
            <p14:sldId id="339"/>
            <p14:sldId id="340"/>
            <p14:sldId id="377"/>
            <p14:sldId id="407"/>
            <p14:sldId id="264"/>
            <p14:sldId id="265"/>
            <p14:sldId id="266"/>
            <p14:sldId id="267"/>
            <p14:sldId id="271"/>
            <p14:sldId id="269"/>
            <p14:sldId id="412"/>
            <p14:sldId id="433"/>
            <p14:sldId id="434"/>
            <p14:sldId id="435"/>
            <p14:sldId id="436"/>
            <p14:sldId id="437"/>
            <p14:sldId id="438"/>
            <p14:sldId id="439"/>
            <p14:sldId id="292"/>
            <p14:sldId id="275"/>
            <p14:sldId id="361"/>
            <p14:sldId id="362"/>
            <p14:sldId id="415"/>
            <p14:sldId id="426"/>
            <p14:sldId id="427"/>
            <p14:sldId id="428"/>
            <p14:sldId id="429"/>
            <p14:sldId id="430"/>
            <p14:sldId id="431"/>
            <p14:sldId id="432"/>
            <p14:sldId id="404"/>
            <p14:sldId id="420"/>
            <p14:sldId id="421"/>
            <p14:sldId id="422"/>
            <p14:sldId id="419"/>
            <p14:sldId id="337"/>
            <p14:sldId id="440"/>
            <p14:sldId id="442"/>
            <p14:sldId id="44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80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8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14/09/2024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14/09/2024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14/09/2024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14/09/2024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14/09/2024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14/09/2024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14/09/2024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14/09/2024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14/09/2024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14/09/2024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14/09/2024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14/09/2024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84E71B21-5337-2874-DC6C-720988E0EA1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tx1">
              <a:alpha val="4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1610970" y="2274837"/>
            <a:ext cx="915806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24º DOMINGO DO TEMPO COMUM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31630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925484"/>
            <a:ext cx="11516592" cy="5749636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600" b="1" i="0" dirty="0">
                <a:solidFill>
                  <a:srgbClr val="000000"/>
                </a:solidFill>
                <a:effectLst/>
                <a:latin typeface="-apple-system"/>
              </a:rPr>
              <a:t>DAI-NOS A PAZ SENHOR EM VÓS NÓS ESPERAMOS (2x)</a:t>
            </a:r>
          </a:p>
          <a:p>
            <a:pPr algn="l"/>
            <a:r>
              <a:rPr lang="pt-BR" sz="8600" b="1" i="0" dirty="0">
                <a:solidFill>
                  <a:srgbClr val="000000"/>
                </a:solidFill>
                <a:effectLst/>
                <a:latin typeface="-apple-system"/>
              </a:rPr>
              <a:t>E ESCUTAI O CLAMOR DO VOSSO(2x)</a:t>
            </a:r>
          </a:p>
          <a:p>
            <a:pPr algn="l"/>
            <a:endParaRPr lang="pt-BR" sz="770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7700" i="0" dirty="0">
                <a:solidFill>
                  <a:srgbClr val="000000"/>
                </a:solidFill>
                <a:effectLst/>
                <a:latin typeface="-apple-system"/>
              </a:rPr>
              <a:t>QUE ALEGRIA QUANDO OUVI QUE ME DISSERAM </a:t>
            </a:r>
          </a:p>
          <a:p>
            <a:pPr algn="l"/>
            <a:r>
              <a:rPr lang="pt-BR" sz="7700" i="0" dirty="0">
                <a:solidFill>
                  <a:srgbClr val="000000"/>
                </a:solidFill>
                <a:effectLst/>
                <a:latin typeface="-apple-system"/>
              </a:rPr>
              <a:t>VAMOS À CASA DO SENHOR </a:t>
            </a:r>
          </a:p>
          <a:p>
            <a:pPr algn="l"/>
            <a:r>
              <a:rPr lang="pt-BR" sz="7700" i="0" dirty="0">
                <a:solidFill>
                  <a:srgbClr val="000000"/>
                </a:solidFill>
                <a:effectLst/>
                <a:latin typeface="-apple-system"/>
              </a:rPr>
              <a:t>E AGORA NOSSOS PÉS JÁ SE DETÉM </a:t>
            </a:r>
          </a:p>
          <a:p>
            <a:pPr algn="l"/>
            <a:r>
              <a:rPr lang="pt-BR" sz="7700" i="0" dirty="0">
                <a:solidFill>
                  <a:srgbClr val="000000"/>
                </a:solidFill>
                <a:effectLst/>
                <a:latin typeface="-apple-system"/>
              </a:rPr>
              <a:t>JERUSALÉM EM TUAS PORTAS</a:t>
            </a:r>
            <a:endParaRPr lang="pt-BR" sz="7700" dirty="0"/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31630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925484"/>
            <a:ext cx="11516592" cy="5749636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900" b="1" dirty="0">
                <a:solidFill>
                  <a:srgbClr val="000000"/>
                </a:solidFill>
                <a:latin typeface="-apple-system"/>
              </a:rPr>
              <a:t>DAI-NOS A PAZ SENHOR EM VÓS NÓS ESPERAMOS (2x)</a:t>
            </a:r>
          </a:p>
          <a:p>
            <a:pPr algn="l"/>
            <a:r>
              <a:rPr lang="pt-BR" sz="6900" b="1" dirty="0">
                <a:solidFill>
                  <a:srgbClr val="000000"/>
                </a:solidFill>
                <a:latin typeface="-apple-system"/>
              </a:rPr>
              <a:t>E ESCUTAI O CLAMOR DO VOSSO(2x)</a:t>
            </a:r>
          </a:p>
          <a:p>
            <a:pPr algn="l"/>
            <a:endParaRPr lang="pt-BR" sz="6900" dirty="0">
              <a:solidFill>
                <a:srgbClr val="000000"/>
              </a:solidFill>
              <a:latin typeface="-apple-system"/>
            </a:endParaRPr>
          </a:p>
          <a:p>
            <a:pPr algn="l"/>
            <a:r>
              <a:rPr lang="pt-BR" sz="6900" i="0" dirty="0">
                <a:solidFill>
                  <a:srgbClr val="000000"/>
                </a:solidFill>
                <a:effectLst/>
                <a:latin typeface="-apple-system"/>
              </a:rPr>
              <a:t>PARA LOUVAR, SEGUNDO A LEI DE ISRAEL, * O NOME DO SENHOR. </a:t>
            </a:r>
          </a:p>
          <a:p>
            <a:pPr algn="l"/>
            <a:r>
              <a:rPr lang="pt-BR" sz="6900" i="0" dirty="0">
                <a:solidFill>
                  <a:srgbClr val="000000"/>
                </a:solidFill>
                <a:effectLst/>
                <a:latin typeface="-apple-system"/>
              </a:rPr>
              <a:t>A SEDE DA JUSTIÇA LÁ ESTÁ * </a:t>
            </a:r>
          </a:p>
          <a:p>
            <a:pPr algn="l"/>
            <a:r>
              <a:rPr lang="pt-BR" sz="6900" i="0" dirty="0">
                <a:solidFill>
                  <a:srgbClr val="000000"/>
                </a:solidFill>
                <a:effectLst/>
                <a:latin typeface="-apple-system"/>
              </a:rPr>
              <a:t>E O TRONO DE DAVI. 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74107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5800" b="0" i="0" dirty="0">
                <a:effectLst/>
                <a:latin typeface="arial" panose="020B0604020202020204" pitchFamily="34" charset="0"/>
              </a:rPr>
              <a:t>SENHOR, QUE VIESTES NÃO PARA CONDENAR, MAS PARA PERDOAR, TENDE PIEDADE DE NÓS.</a:t>
            </a: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  <a:p>
            <a:pPr algn="l"/>
            <a:r>
              <a:rPr lang="pt-BR" sz="5800" b="1" i="0" dirty="0">
                <a:effectLst/>
                <a:latin typeface="arial" panose="020B0604020202020204" pitchFamily="34" charset="0"/>
              </a:rPr>
              <a:t>KYRIE ELEISON! KYRIE ELEISON!</a:t>
            </a: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 fontScale="92500"/>
          </a:bodyPr>
          <a:lstStyle/>
          <a:p>
            <a:pPr algn="l"/>
            <a:r>
              <a:rPr lang="pt-BR" sz="5800" b="0" i="0" dirty="0">
                <a:effectLst/>
                <a:latin typeface="arial" panose="020B0604020202020204" pitchFamily="34" charset="0"/>
              </a:rPr>
              <a:t>CRISTO, QUE VOS ALEGRAIS PELO PECADOR ARREPENDIDO,</a:t>
            </a:r>
          </a:p>
          <a:p>
            <a:pPr algn="l"/>
            <a:r>
              <a:rPr lang="pt-BR" sz="5800" b="0" i="0" dirty="0">
                <a:effectLst/>
                <a:latin typeface="arial" panose="020B0604020202020204" pitchFamily="34" charset="0"/>
              </a:rPr>
              <a:t>TENDE PIEDADE DE NÓS.</a:t>
            </a: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  <a:p>
            <a:pPr algn="l"/>
            <a:r>
              <a:rPr lang="pt-BR" sz="5800" b="1" i="0" dirty="0">
                <a:effectLst/>
                <a:latin typeface="arial" panose="020B0604020202020204" pitchFamily="34" charset="0"/>
              </a:rPr>
              <a:t>CHRISTE ELEISON! CHRISTE ELEISON! </a:t>
            </a: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058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5800" b="0" i="0" dirty="0">
                <a:effectLst/>
                <a:latin typeface="arial" panose="020B0604020202020204" pitchFamily="34" charset="0"/>
              </a:rPr>
              <a:t>SENHOR, QUE MUITO PERDOAIS A QUEM MUITO AMA, TENDE PIEDADE DE NÓS.</a:t>
            </a: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  <a:p>
            <a:pPr algn="l"/>
            <a:r>
              <a:rPr lang="pt-BR" sz="5800" b="1" i="0" dirty="0">
                <a:effectLst/>
                <a:latin typeface="arial" panose="020B0604020202020204" pitchFamily="34" charset="0"/>
              </a:rPr>
              <a:t>KYRIE ELEISON! </a:t>
            </a:r>
            <a:r>
              <a:rPr lang="pt-BR" sz="6000" b="1" i="0" dirty="0">
                <a:effectLst/>
                <a:latin typeface="arial" panose="020B0604020202020204" pitchFamily="34" charset="0"/>
              </a:rPr>
              <a:t>KYRIE ELEISON!</a:t>
            </a:r>
            <a:endParaRPr lang="pt-BR" sz="6600" b="1" dirty="0"/>
          </a:p>
          <a:p>
            <a:pPr algn="l"/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1607406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84528" cy="5570040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sz="6500" b="1" dirty="0"/>
              <a:t>GLÓRIA, GLÓRIA, GLÓRIA A DEUS! GLÓRIA A DEUS NAS ALTURAS!(2X)</a:t>
            </a:r>
          </a:p>
          <a:p>
            <a:pPr algn="just"/>
            <a:endParaRPr lang="pt-BR" sz="6500" b="1" dirty="0"/>
          </a:p>
          <a:p>
            <a:pPr algn="just"/>
            <a:r>
              <a:rPr lang="pt-BR" sz="6500" dirty="0"/>
              <a:t>E PAZ NA TERRA AOS HOMENS POR ELE AMADOS</a:t>
            </a:r>
          </a:p>
          <a:p>
            <a:pPr algn="just"/>
            <a:endParaRPr lang="pt-BR" sz="6000" dirty="0"/>
          </a:p>
          <a:p>
            <a:pPr algn="just"/>
            <a:r>
              <a:rPr lang="pt-BR" sz="58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475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</a:p>
          <a:p>
            <a:pPr algn="just"/>
            <a:endParaRPr lang="pt-BR" sz="11000" dirty="0"/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endParaRPr lang="pt-BR" sz="11000" dirty="0"/>
          </a:p>
          <a:p>
            <a:pPr algn="just"/>
            <a:r>
              <a:rPr lang="pt-BR" sz="11000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0986656" cy="6216732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5400" b="1" dirty="0"/>
              <a:t>GLÓRIA, GLÓRIA, GLÓRIA A DEUS! GLÓRIA A DEUS NAS ALTURAS!(2X)</a:t>
            </a:r>
            <a:endParaRPr lang="pt-BR" sz="5400" dirty="0"/>
          </a:p>
          <a:p>
            <a:pPr algn="l"/>
            <a:endParaRPr lang="pt-BR" sz="5400" dirty="0"/>
          </a:p>
          <a:p>
            <a:pPr algn="l"/>
            <a:r>
              <a:rPr lang="pt-BR" sz="5400" dirty="0"/>
              <a:t>SENHOR JESUS CRISTO, FILHO UNIGÊNITO</a:t>
            </a:r>
          </a:p>
          <a:p>
            <a:pPr algn="l"/>
            <a:endParaRPr lang="pt-BR" sz="5400" dirty="0"/>
          </a:p>
          <a:p>
            <a:pPr algn="l"/>
            <a:r>
              <a:rPr lang="pt-BR" sz="5400" dirty="0"/>
              <a:t>SENHOR DEUS, CORDEIRO DE DEUS, FILHO DE DEUS PAI</a:t>
            </a:r>
          </a:p>
          <a:p>
            <a:pPr algn="l"/>
            <a:endParaRPr lang="pt-BR" sz="3000" dirty="0"/>
          </a:p>
          <a:p>
            <a:pPr algn="l"/>
            <a:endParaRPr lang="pt-BR" sz="5400" dirty="0"/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12000" dirty="0"/>
              <a:t>VÓS QUE TIRAIS O PECADO DO MUNDO,</a:t>
            </a:r>
          </a:p>
          <a:p>
            <a:pPr algn="l"/>
            <a:r>
              <a:rPr lang="pt-BR" sz="12000" dirty="0"/>
              <a:t>TENDE PIEDADE DE NÓS</a:t>
            </a:r>
          </a:p>
          <a:p>
            <a:pPr algn="l"/>
            <a:endParaRPr lang="pt-BR" sz="9600" dirty="0"/>
          </a:p>
          <a:p>
            <a:pPr algn="just"/>
            <a:r>
              <a:rPr lang="pt-BR" sz="12300" dirty="0"/>
              <a:t>VÓS QUE TIRAIS O PECADO DO MUNDO, </a:t>
            </a:r>
          </a:p>
          <a:p>
            <a:pPr algn="just"/>
            <a:r>
              <a:rPr lang="pt-BR" sz="12300" dirty="0"/>
              <a:t>ACOLHEI A NOSSA SÚPLICA</a:t>
            </a:r>
          </a:p>
          <a:p>
            <a:pPr algn="just"/>
            <a:endParaRPr lang="pt-BR" sz="12300" dirty="0"/>
          </a:p>
          <a:p>
            <a:pPr algn="just"/>
            <a:r>
              <a:rPr lang="pt-BR" sz="12300" dirty="0"/>
              <a:t>VÓS QUE ESTAIS À DIREITA DO PAI, </a:t>
            </a:r>
          </a:p>
          <a:p>
            <a:pPr algn="just"/>
            <a:r>
              <a:rPr lang="pt-BR" sz="12300" dirty="0"/>
              <a:t>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9600" b="1" dirty="0"/>
              <a:t>GLÓRIA, GLÓRIA, GLÓRIA A DEUS! GLÓRIA A DEUS NAS ALTURAS!(2X)</a:t>
            </a:r>
            <a:endParaRPr lang="pt-BR" sz="9600" dirty="0"/>
          </a:p>
          <a:p>
            <a:pPr algn="just"/>
            <a:endParaRPr lang="pt-BR" sz="9600" dirty="0"/>
          </a:p>
          <a:p>
            <a:pPr algn="just"/>
            <a:r>
              <a:rPr lang="pt-BR" sz="9600" dirty="0"/>
              <a:t>SÓ VÓS SOIS O SANTO, SÓ VÓS O SENHOR, </a:t>
            </a:r>
          </a:p>
          <a:p>
            <a:pPr algn="just"/>
            <a:endParaRPr lang="pt-BR" sz="9600" dirty="0"/>
          </a:p>
          <a:p>
            <a:pPr algn="just"/>
            <a:r>
              <a:rPr lang="pt-BR" sz="9600" dirty="0"/>
              <a:t>SÓ VÓS O ALTÍSSIMO, JESUS CRISTO,</a:t>
            </a:r>
          </a:p>
          <a:p>
            <a:pPr algn="just"/>
            <a:endParaRPr lang="pt-BR" sz="9600" dirty="0"/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9600" dirty="0"/>
              <a:t>COM O ESPÍRITO SANTO NA GLÓRIA DE DEUS PAI. </a:t>
            </a:r>
          </a:p>
          <a:p>
            <a:pPr algn="l"/>
            <a:endParaRPr lang="pt-BR" sz="9600" b="1" dirty="0"/>
          </a:p>
          <a:p>
            <a:pPr algn="just"/>
            <a:r>
              <a:rPr lang="pt-BR" sz="9600" b="1" dirty="0"/>
              <a:t>GLÓRIA, GLÓRIA, GLÓRIA A DEUS! GLÓRIA A DEUS NAS ALTURAS!(2X)</a:t>
            </a:r>
            <a:endParaRPr lang="pt-BR" sz="9600" dirty="0"/>
          </a:p>
          <a:p>
            <a:pPr algn="l"/>
            <a:endParaRPr lang="pt-BR" sz="9600" b="1" dirty="0"/>
          </a:p>
          <a:p>
            <a:pPr algn="just"/>
            <a:r>
              <a:rPr lang="pt-BR" sz="9600" dirty="0"/>
              <a:t>AMÉM!</a:t>
            </a:r>
          </a:p>
        </p:txBody>
      </p:sp>
    </p:spTree>
    <p:extLst>
      <p:ext uri="{BB962C8B-B14F-4D97-AF65-F5344CB8AC3E}">
        <p14:creationId xmlns:p14="http://schemas.microsoft.com/office/powerpoint/2010/main" val="25168169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1995" y="2680938"/>
            <a:ext cx="10628009" cy="1496124"/>
          </a:xfrm>
        </p:spPr>
        <p:txBody>
          <a:bodyPr>
            <a:normAutofit lnSpcReduction="10000"/>
          </a:bodyPr>
          <a:lstStyle/>
          <a:p>
            <a:r>
              <a:rPr lang="pt-BR" sz="5400" b="1" i="0" dirty="0">
                <a:effectLst/>
              </a:rPr>
              <a:t>ANDAREI NA PRESENÇA DE DEUS, JUNTO A ELE, NA TERRA DOS VIVOS.</a:t>
            </a:r>
            <a:endParaRPr lang="pt-BR" sz="1800" b="1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 lnSpcReduction="10000"/>
          </a:bodyPr>
          <a:lstStyle/>
          <a:p>
            <a:r>
              <a:rPr lang="pt-BR" sz="4800" b="1" dirty="0"/>
              <a:t>ALELUIA, ALELUIA, ALELUIA.</a:t>
            </a:r>
          </a:p>
          <a:p>
            <a:endParaRPr lang="pt-BR" sz="4800" b="1" dirty="0"/>
          </a:p>
          <a:p>
            <a:r>
              <a:rPr lang="pt-BR" sz="4800" dirty="0"/>
              <a:t>EU DE NADA ME GLORIO, A NÃO SER DA CRUZ DE CRISTO; VEJO O MUNDO EM CRUZ PREGADO E PARA O MUNDO EM CRUZ ME AVISTO.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ALELUIA.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5717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9600" b="1" dirty="0"/>
              <a:t>SENHOR, MEU DEUS, OBRIGADO, SENHOR</a:t>
            </a:r>
          </a:p>
          <a:p>
            <a:pPr algn="l"/>
            <a:r>
              <a:rPr lang="pt-BR" sz="9600" b="1" dirty="0"/>
              <a:t>PORQUE TUDO É TEU!</a:t>
            </a:r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5717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53172" cy="572192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9800" dirty="0"/>
              <a:t>1. É TEU O PÃO QUE APRESENTAMOS</a:t>
            </a:r>
          </a:p>
          <a:p>
            <a:pPr algn="l"/>
            <a:r>
              <a:rPr lang="pt-BR" sz="9800" dirty="0"/>
              <a:t>É TUA DOR QUE SUPORTAMOS: OBRIGADO, SENHOR!</a:t>
            </a:r>
            <a:endParaRPr lang="pt-BR" sz="7300" dirty="0"/>
          </a:p>
        </p:txBody>
      </p:sp>
    </p:spTree>
    <p:extLst>
      <p:ext uri="{BB962C8B-B14F-4D97-AF65-F5344CB8AC3E}">
        <p14:creationId xmlns:p14="http://schemas.microsoft.com/office/powerpoint/2010/main" val="3832861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5717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9600" b="1" dirty="0"/>
              <a:t>SENHOR, MEU DEUS, OBRIGADO, SENHOR</a:t>
            </a:r>
          </a:p>
          <a:p>
            <a:pPr algn="l"/>
            <a:r>
              <a:rPr lang="pt-BR" sz="9600" b="1" dirty="0"/>
              <a:t>PORQUE TUDO É TEU!</a:t>
            </a:r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40945649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5717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53172" cy="572192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9800" dirty="0"/>
              <a:t>2. É TEU O VINHO QUE TRAZEMOS</a:t>
            </a:r>
          </a:p>
          <a:p>
            <a:pPr algn="l"/>
            <a:r>
              <a:rPr lang="pt-BR" sz="9800" dirty="0"/>
              <a:t>É TUA VIDA QUE VIVEMOS: OBRIGADO, SENHOR!</a:t>
            </a:r>
            <a:endParaRPr lang="pt-BR" sz="7300" dirty="0"/>
          </a:p>
        </p:txBody>
      </p:sp>
    </p:spTree>
    <p:extLst>
      <p:ext uri="{BB962C8B-B14F-4D97-AF65-F5344CB8AC3E}">
        <p14:creationId xmlns:p14="http://schemas.microsoft.com/office/powerpoint/2010/main" val="27084960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5717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9600" b="1" dirty="0"/>
              <a:t>SENHOR, MEU DEUS, OBRIGADO, SENHOR</a:t>
            </a:r>
          </a:p>
          <a:p>
            <a:pPr algn="l"/>
            <a:r>
              <a:rPr lang="pt-BR" sz="9600" b="1" dirty="0"/>
              <a:t>PORQUE TUDO É TEU!</a:t>
            </a:r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41815423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5717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53172" cy="572192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9800" dirty="0"/>
              <a:t>3. A TUA VIDA É NOSSA VIDA</a:t>
            </a:r>
          </a:p>
          <a:p>
            <a:pPr algn="l"/>
            <a:r>
              <a:rPr lang="pt-BR" sz="9800" dirty="0"/>
              <a:t>NA TUA CASA RECEBIDA: OBRIGADO, SENHOR!</a:t>
            </a:r>
            <a:endParaRPr lang="pt-BR" sz="7300" dirty="0"/>
          </a:p>
        </p:txBody>
      </p:sp>
    </p:spTree>
    <p:extLst>
      <p:ext uri="{BB962C8B-B14F-4D97-AF65-F5344CB8AC3E}">
        <p14:creationId xmlns:p14="http://schemas.microsoft.com/office/powerpoint/2010/main" val="31685496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5717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9600" b="1" dirty="0"/>
              <a:t>SENHOR, MEU DEUS, OBRIGADO, SENHOR</a:t>
            </a:r>
          </a:p>
          <a:p>
            <a:pPr algn="l"/>
            <a:r>
              <a:rPr lang="pt-BR" sz="9600" b="1" dirty="0"/>
              <a:t>PORQUE TUDO É TEU!</a:t>
            </a:r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32348749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5717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53172" cy="572192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9800" dirty="0"/>
              <a:t>4. NA TUA CRUZ CRUCIFICADOS</a:t>
            </a:r>
          </a:p>
          <a:p>
            <a:pPr algn="l"/>
            <a:r>
              <a:rPr lang="pt-BR" sz="9800" dirty="0"/>
              <a:t>SEREMOS TEUS RESSUSCITADOS: OBRIGADO, SENHOR!</a:t>
            </a:r>
            <a:endParaRPr lang="pt-BR" sz="7300" dirty="0"/>
          </a:p>
        </p:txBody>
      </p:sp>
    </p:spTree>
    <p:extLst>
      <p:ext uri="{BB962C8B-B14F-4D97-AF65-F5344CB8AC3E}">
        <p14:creationId xmlns:p14="http://schemas.microsoft.com/office/powerpoint/2010/main" val="2724055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5717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9600" b="1" dirty="0"/>
              <a:t>SENHOR, MEU DEUS, OBRIGADO, SENHOR</a:t>
            </a:r>
          </a:p>
          <a:p>
            <a:pPr algn="l"/>
            <a:r>
              <a:rPr lang="pt-BR" sz="9600" b="1" dirty="0"/>
              <a:t>PORQUE TUDO É TEU!</a:t>
            </a:r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6328962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80290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20000" b="1" dirty="0"/>
              <a:t>SANTO, SANTO, SANTO</a:t>
            </a:r>
          </a:p>
          <a:p>
            <a:pPr algn="just"/>
            <a:r>
              <a:rPr lang="pt-BR" sz="20000" dirty="0"/>
              <a:t>SENHOR DEUS DO UNIVERSO, O CÉU E A TERRA PROCLAMAM A VOSSA GLÓRIA</a:t>
            </a:r>
          </a:p>
          <a:p>
            <a:pPr algn="just"/>
            <a:r>
              <a:rPr lang="pt-BR" sz="20000" b="1" dirty="0"/>
              <a:t>HOSANA NAS ALTURAS! HOSANA NAS ALTURAS!</a:t>
            </a:r>
          </a:p>
          <a:p>
            <a:pPr algn="just"/>
            <a:r>
              <a:rPr lang="pt-BR" sz="20000" dirty="0"/>
              <a:t>BENDITO O QUE VEM EM NOME DO SENHOR</a:t>
            </a:r>
          </a:p>
          <a:p>
            <a:pPr algn="just"/>
            <a:r>
              <a:rPr lang="pt-BR" sz="20000" b="1" dirty="0"/>
              <a:t>HOSANA NAS ALTURAS! HOSANA NAS ALTURAS!</a:t>
            </a:r>
          </a:p>
          <a:p>
            <a:pPr algn="just"/>
            <a:endParaRPr lang="pt-BR" sz="5400" b="1" dirty="0"/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b="1" i="0" dirty="0">
                <a:solidFill>
                  <a:srgbClr val="333333"/>
                </a:solidFill>
                <a:effectLst/>
              </a:rPr>
              <a:t>SE ALGUÉM QUISER ME SEGUIR,</a:t>
            </a:r>
            <a:br>
              <a:rPr lang="pt-BR" sz="6600" b="1" i="0" dirty="0">
                <a:solidFill>
                  <a:srgbClr val="333333"/>
                </a:solidFill>
                <a:effectLst/>
              </a:rPr>
            </a:br>
            <a:br>
              <a:rPr lang="pt-BR" sz="6600" b="1" i="0" dirty="0">
                <a:solidFill>
                  <a:srgbClr val="333333"/>
                </a:solidFill>
                <a:effectLst/>
              </a:rPr>
            </a:br>
            <a:r>
              <a:rPr lang="pt-BR" sz="6600" b="1" i="0" dirty="0">
                <a:solidFill>
                  <a:srgbClr val="333333"/>
                </a:solidFill>
                <a:effectLst/>
              </a:rPr>
              <a:t>RENEGUE A SI MESMO,</a:t>
            </a:r>
            <a:br>
              <a:rPr lang="pt-BR" sz="6600" b="1" i="0" dirty="0">
                <a:solidFill>
                  <a:srgbClr val="333333"/>
                </a:solidFill>
                <a:effectLst/>
              </a:rPr>
            </a:br>
            <a:r>
              <a:rPr lang="pt-BR" sz="6600" b="1" i="0" dirty="0">
                <a:solidFill>
                  <a:srgbClr val="333333"/>
                </a:solidFill>
                <a:effectLst/>
              </a:rPr>
              <a:t>E TOME SUA CRUZ E ME SIGA! (BIS)</a:t>
            </a:r>
            <a:br>
              <a:rPr lang="pt-BR" sz="4800" dirty="0"/>
            </a:br>
            <a:endParaRPr lang="pt-BR" sz="6000" b="1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00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1. VOSSAS MÃOS ME MODELARAM, ME FIZERAM,</a:t>
            </a: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FAZEI-ME SÁBIO E APRENDEREI A VOSSA LEI!</a:t>
            </a: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VOSSOS FIÉIS HÃO DE ME VER COM ALEGRIA,</a:t>
            </a: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POIS AS PALAVRAS QUE DISSESTES ESPEREI.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7735816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b="1" i="0" dirty="0">
                <a:solidFill>
                  <a:srgbClr val="333333"/>
                </a:solidFill>
                <a:effectLst/>
              </a:rPr>
              <a:t>SE ALGUÉM QUISER ME SEGUIR,</a:t>
            </a:r>
            <a:br>
              <a:rPr lang="pt-BR" sz="6600" b="1" i="0" dirty="0">
                <a:solidFill>
                  <a:srgbClr val="333333"/>
                </a:solidFill>
                <a:effectLst/>
              </a:rPr>
            </a:br>
            <a:br>
              <a:rPr lang="pt-BR" sz="6600" b="1" i="0" dirty="0">
                <a:solidFill>
                  <a:srgbClr val="333333"/>
                </a:solidFill>
                <a:effectLst/>
              </a:rPr>
            </a:br>
            <a:r>
              <a:rPr lang="pt-BR" sz="6600" b="1" i="0" dirty="0">
                <a:solidFill>
                  <a:srgbClr val="333333"/>
                </a:solidFill>
                <a:effectLst/>
              </a:rPr>
              <a:t>RENEGUE A SI MESMO,</a:t>
            </a:r>
            <a:br>
              <a:rPr lang="pt-BR" sz="6600" b="1" i="0" dirty="0">
                <a:solidFill>
                  <a:srgbClr val="333333"/>
                </a:solidFill>
                <a:effectLst/>
              </a:rPr>
            </a:br>
            <a:r>
              <a:rPr lang="pt-BR" sz="6600" b="1" i="0" dirty="0">
                <a:solidFill>
                  <a:srgbClr val="333333"/>
                </a:solidFill>
                <a:effectLst/>
              </a:rPr>
              <a:t>E TOME SUA CRUZ E ME SIGA! (BIS)</a:t>
            </a:r>
            <a:br>
              <a:rPr lang="pt-BR" sz="4800" dirty="0"/>
            </a:br>
            <a:endParaRPr lang="pt-BR" sz="6000" b="1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96908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000" dirty="0">
                <a:solidFill>
                  <a:srgbClr val="131313"/>
                </a:solidFill>
                <a:effectLst/>
              </a:rPr>
              <a:t>2. SEI QUE OS VOSSOS JULGAMENTOS SÃO CORRETOS,</a:t>
            </a: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</a:rPr>
              <a:t>E COM JUSTIÇA ME PROVASTES, Ó SENHOR!</a:t>
            </a: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</a:rPr>
              <a:t>VOSSO AMOR SEJA UM CONSOLO PARA MIM,</a:t>
            </a: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</a:rPr>
              <a:t>CONFORME A VOSSO SERVO PROMETESTES.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6140043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b="1" i="0" dirty="0">
                <a:solidFill>
                  <a:srgbClr val="333333"/>
                </a:solidFill>
                <a:effectLst/>
              </a:rPr>
              <a:t>SE ALGUÉM QUISER ME SEGUIR,</a:t>
            </a:r>
            <a:br>
              <a:rPr lang="pt-BR" sz="6600" b="1" i="0" dirty="0">
                <a:solidFill>
                  <a:srgbClr val="333333"/>
                </a:solidFill>
                <a:effectLst/>
              </a:rPr>
            </a:br>
            <a:br>
              <a:rPr lang="pt-BR" sz="6600" b="1" i="0" dirty="0">
                <a:solidFill>
                  <a:srgbClr val="333333"/>
                </a:solidFill>
                <a:effectLst/>
              </a:rPr>
            </a:br>
            <a:r>
              <a:rPr lang="pt-BR" sz="6600" b="1" i="0" dirty="0">
                <a:solidFill>
                  <a:srgbClr val="333333"/>
                </a:solidFill>
                <a:effectLst/>
              </a:rPr>
              <a:t>RENEGUE A SI MESMO,</a:t>
            </a:r>
            <a:br>
              <a:rPr lang="pt-BR" sz="6600" b="1" i="0" dirty="0">
                <a:solidFill>
                  <a:srgbClr val="333333"/>
                </a:solidFill>
                <a:effectLst/>
              </a:rPr>
            </a:br>
            <a:r>
              <a:rPr lang="pt-BR" sz="6600" b="1" i="0" dirty="0">
                <a:solidFill>
                  <a:srgbClr val="333333"/>
                </a:solidFill>
                <a:effectLst/>
              </a:rPr>
              <a:t>E TOME SUA CRUZ E ME SIGA! (BIS)</a:t>
            </a:r>
            <a:br>
              <a:rPr lang="pt-BR" sz="4800" dirty="0"/>
            </a:br>
            <a:endParaRPr lang="pt-BR" sz="6000" b="1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25628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4800" b="0" i="0" dirty="0">
                <a:solidFill>
                  <a:srgbClr val="333333"/>
                </a:solidFill>
                <a:effectLst/>
              </a:rPr>
              <a:t>3. VENHA A MIM O VOSSO AMOR E VIVEREI,</a:t>
            </a:r>
            <a:br>
              <a:rPr lang="pt-BR" sz="4800" dirty="0"/>
            </a:br>
            <a:r>
              <a:rPr lang="pt-BR" sz="4800" b="0" i="0" dirty="0">
                <a:solidFill>
                  <a:srgbClr val="333333"/>
                </a:solidFill>
                <a:effectLst/>
              </a:rPr>
              <a:t>PORQUE TENHO EM VOSSA LEI O MEU PRAZER!</a:t>
            </a:r>
            <a:br>
              <a:rPr lang="pt-BR" sz="4800" dirty="0"/>
            </a:br>
            <a:r>
              <a:rPr lang="pt-BR" sz="4800" b="0" i="0" dirty="0">
                <a:solidFill>
                  <a:srgbClr val="333333"/>
                </a:solidFill>
                <a:effectLst/>
              </a:rPr>
              <a:t>HUMILHAÇÃO PARA OS SOBERBOS QUE ME OPRIMEM!</a:t>
            </a:r>
            <a:br>
              <a:rPr lang="pt-BR" sz="4800" dirty="0"/>
            </a:br>
            <a:r>
              <a:rPr lang="pt-BR" sz="4800" b="0" i="0" dirty="0">
                <a:solidFill>
                  <a:srgbClr val="333333"/>
                </a:solidFill>
                <a:effectLst/>
              </a:rPr>
              <a:t>EU, PORÉM, MEDITAREI VOSSOS PRECEITOS.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9062449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b="1" i="0" dirty="0">
                <a:solidFill>
                  <a:srgbClr val="333333"/>
                </a:solidFill>
                <a:effectLst/>
              </a:rPr>
              <a:t>SE ALGUÉM QUISER ME SEGUIR,</a:t>
            </a:r>
            <a:br>
              <a:rPr lang="pt-BR" sz="6600" b="1" i="0" dirty="0">
                <a:solidFill>
                  <a:srgbClr val="333333"/>
                </a:solidFill>
                <a:effectLst/>
              </a:rPr>
            </a:br>
            <a:br>
              <a:rPr lang="pt-BR" sz="6600" b="1" i="0" dirty="0">
                <a:solidFill>
                  <a:srgbClr val="333333"/>
                </a:solidFill>
                <a:effectLst/>
              </a:rPr>
            </a:br>
            <a:r>
              <a:rPr lang="pt-BR" sz="6600" b="1" i="0" dirty="0">
                <a:solidFill>
                  <a:srgbClr val="333333"/>
                </a:solidFill>
                <a:effectLst/>
              </a:rPr>
              <a:t>RENEGUE A SI MESMO,</a:t>
            </a:r>
            <a:br>
              <a:rPr lang="pt-BR" sz="6600" b="1" i="0" dirty="0">
                <a:solidFill>
                  <a:srgbClr val="333333"/>
                </a:solidFill>
                <a:effectLst/>
              </a:rPr>
            </a:br>
            <a:r>
              <a:rPr lang="pt-BR" sz="6600" b="1" i="0" dirty="0">
                <a:solidFill>
                  <a:srgbClr val="333333"/>
                </a:solidFill>
                <a:effectLst/>
              </a:rPr>
              <a:t>E TOME SUA CRUZ E ME SIGA! (BIS)</a:t>
            </a:r>
            <a:br>
              <a:rPr lang="pt-BR" sz="4800" dirty="0"/>
            </a:br>
            <a:endParaRPr lang="pt-BR" sz="6000" b="1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14850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4800" b="0" i="0" dirty="0">
                <a:solidFill>
                  <a:srgbClr val="333333"/>
                </a:solidFill>
                <a:effectLst/>
              </a:rPr>
              <a:t>4. QUE SE VOLTEM PARA MIM OS QUE VOS TEMEM E CONHECEM, Ó SENHOR, VOSSA ALIANÇA!</a:t>
            </a:r>
          </a:p>
          <a:p>
            <a:pPr algn="l"/>
            <a:r>
              <a:rPr lang="pt-BR" sz="4800" b="0" i="0" dirty="0">
                <a:solidFill>
                  <a:srgbClr val="333333"/>
                </a:solidFill>
                <a:effectLst/>
              </a:rPr>
              <a:t>MEU CORAÇÃO SEJA PERFEITO EM VOSSA LEI, E NÃO SEREI, DE MODO ALGUM, ENVERGONHADO!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2026929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b="1" i="0" dirty="0">
                <a:solidFill>
                  <a:srgbClr val="333333"/>
                </a:solidFill>
                <a:effectLst/>
              </a:rPr>
              <a:t>SE ALGUÉM QUISER ME SEGUIR,</a:t>
            </a:r>
            <a:br>
              <a:rPr lang="pt-BR" sz="6600" b="1" i="0" dirty="0">
                <a:solidFill>
                  <a:srgbClr val="333333"/>
                </a:solidFill>
                <a:effectLst/>
              </a:rPr>
            </a:br>
            <a:br>
              <a:rPr lang="pt-BR" sz="6600" b="1" i="0" dirty="0">
                <a:solidFill>
                  <a:srgbClr val="333333"/>
                </a:solidFill>
                <a:effectLst/>
              </a:rPr>
            </a:br>
            <a:r>
              <a:rPr lang="pt-BR" sz="6600" b="1" i="0" dirty="0">
                <a:solidFill>
                  <a:srgbClr val="333333"/>
                </a:solidFill>
                <a:effectLst/>
              </a:rPr>
              <a:t>RENEGUE A SI MESMO,</a:t>
            </a:r>
            <a:br>
              <a:rPr lang="pt-BR" sz="6600" b="1" i="0" dirty="0">
                <a:solidFill>
                  <a:srgbClr val="333333"/>
                </a:solidFill>
                <a:effectLst/>
              </a:rPr>
            </a:br>
            <a:r>
              <a:rPr lang="pt-BR" sz="6600" b="1" i="0" dirty="0">
                <a:solidFill>
                  <a:srgbClr val="333333"/>
                </a:solidFill>
                <a:effectLst/>
              </a:rPr>
              <a:t>E TOME SUA CRUZ E ME SIGA! (BIS)</a:t>
            </a:r>
            <a:br>
              <a:rPr lang="pt-BR" sz="4800" dirty="0"/>
            </a:br>
            <a:endParaRPr lang="pt-BR" sz="6000" b="1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24767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153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Ó HÓSTIA SANTA, TU ÉS O TESTAMENTO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DA TÃO GRANDE DIVINA MISERICÓRDIA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TU ÉS O CORPO E O SANGUE DO SENHOR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SINAL DE AMOR POR NÓS PECADORES</a:t>
            </a:r>
            <a:endParaRPr lang="pt-BR" sz="6000" dirty="0">
              <a:solidFill>
                <a:srgbClr val="13131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3687969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Ó HÓSTIA SANTA, TU ÉS A NASCENTE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DA ÁGUA VIVA PRA NÓS, PECADORES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EM TI O FOGO PURÍSSIMO DO AMOR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A TUA DIVINA MISERICÓRDIA</a:t>
            </a:r>
            <a:endParaRPr lang="pt-BR" sz="6000" dirty="0">
              <a:solidFill>
                <a:srgbClr val="13131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00099187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2202873"/>
            <a:ext cx="11386320" cy="4364182"/>
          </a:xfrm>
        </p:spPr>
        <p:txBody>
          <a:bodyPr>
            <a:normAutofit/>
          </a:bodyPr>
          <a:lstStyle/>
          <a:p>
            <a:r>
              <a:rPr lang="pt-BR" sz="6000" b="1" i="0" dirty="0">
                <a:solidFill>
                  <a:srgbClr val="131313"/>
                </a:solidFill>
                <a:effectLst/>
              </a:rPr>
              <a:t>CONFIO EM TI, Ó HÓSTIA SANTA</a:t>
            </a:r>
          </a:p>
          <a:p>
            <a:r>
              <a:rPr lang="pt-BR" sz="6000" b="1" dirty="0">
                <a:solidFill>
                  <a:srgbClr val="131313"/>
                </a:solidFill>
              </a:rPr>
              <a:t>CONFIO EM TI, HÓSTIA SANTA</a:t>
            </a:r>
            <a:endParaRPr lang="pt-BR" sz="6000" b="1" i="0" dirty="0">
              <a:solidFill>
                <a:srgbClr val="13131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07754252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271460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686789"/>
            <a:ext cx="11579578" cy="6338124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IDE E FAZEI DISCÍPULOS MEUS</a:t>
            </a:r>
          </a:p>
          <a:p>
            <a:pPr algn="l"/>
            <a:r>
              <a:rPr lang="pt-BR" sz="6600" dirty="0"/>
              <a:t>IDE E FAZEI DISCÍPULOS MEUS</a:t>
            </a:r>
          </a:p>
          <a:p>
            <a:pPr algn="l"/>
            <a:r>
              <a:rPr lang="pt-BR" sz="6600" dirty="0"/>
              <a:t>IDE, IDE E FAZEI DISCÍPULOS MEUS EM TODAS AS NAÇÕES</a:t>
            </a:r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686789"/>
            <a:ext cx="11579578" cy="6338124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IDE PELO MUNDO E A TODOS PROCLAMAI QUE A GRAÇA DO BATISMO NOS FAZ RESSUSCITADOS</a:t>
            </a:r>
          </a:p>
        </p:txBody>
      </p:sp>
    </p:spTree>
    <p:extLst>
      <p:ext uri="{BB962C8B-B14F-4D97-AF65-F5344CB8AC3E}">
        <p14:creationId xmlns:p14="http://schemas.microsoft.com/office/powerpoint/2010/main" val="164068808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686789"/>
            <a:ext cx="11579578" cy="6338124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VAMOS PELO MUNDO SEGUINDO A TI SENHOR </a:t>
            </a:r>
          </a:p>
          <a:p>
            <a:pPr algn="l"/>
            <a:r>
              <a:rPr lang="pt-BR" sz="6600" dirty="0"/>
              <a:t>ÉS NOSSA LIBERDADE</a:t>
            </a:r>
          </a:p>
          <a:p>
            <a:pPr algn="l"/>
            <a:r>
              <a:rPr lang="pt-BR" sz="6600" dirty="0"/>
              <a:t>Ó CRISTO REDENTOR</a:t>
            </a:r>
          </a:p>
        </p:txBody>
      </p:sp>
    </p:spTree>
    <p:extLst>
      <p:ext uri="{BB962C8B-B14F-4D97-AF65-F5344CB8AC3E}">
        <p14:creationId xmlns:p14="http://schemas.microsoft.com/office/powerpoint/2010/main" val="207489450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686789"/>
            <a:ext cx="11579578" cy="6338124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IDE E FAZEI DISCÍPULOS MEUS</a:t>
            </a:r>
          </a:p>
          <a:p>
            <a:pPr algn="l"/>
            <a:r>
              <a:rPr lang="pt-BR" sz="6600" dirty="0"/>
              <a:t>IDE E FAZEI DISCÍPULOS MEUS</a:t>
            </a:r>
          </a:p>
          <a:p>
            <a:pPr algn="l"/>
            <a:r>
              <a:rPr lang="pt-BR" sz="6600" dirty="0"/>
              <a:t>IDE, IDE E FAZEI DISCÍPULOS MEUS EM TODAS AS NAÇÕES</a:t>
            </a:r>
          </a:p>
        </p:txBody>
      </p:sp>
    </p:spTree>
    <p:extLst>
      <p:ext uri="{BB962C8B-B14F-4D97-AF65-F5344CB8AC3E}">
        <p14:creationId xmlns:p14="http://schemas.microsoft.com/office/powerpoint/2010/main" val="250047472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8417</TotalTime>
  <Words>1067</Words>
  <Application>Microsoft Office PowerPoint</Application>
  <PresentationFormat>Widescreen</PresentationFormat>
  <Paragraphs>165</Paragraphs>
  <Slides>49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49</vt:i4>
      </vt:variant>
    </vt:vector>
  </HeadingPairs>
  <TitlesOfParts>
    <vt:vector size="57" baseType="lpstr">
      <vt:lpstr>-apple-system</vt:lpstr>
      <vt:lpstr>arial</vt:lpstr>
      <vt:lpstr>arial</vt:lpstr>
      <vt:lpstr>Bookman Old Style</vt:lpstr>
      <vt:lpstr>Calibri</vt:lpstr>
      <vt:lpstr>Calibri Light</vt:lpstr>
      <vt:lpstr>Roboto</vt:lpstr>
      <vt:lpstr>Tema do Office</vt:lpstr>
      <vt:lpstr>Apresentação do PowerPoint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do PowerPoint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Apresentação do PowerPoint</vt:lpstr>
      <vt:lpstr>FINAL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44</cp:revision>
  <dcterms:created xsi:type="dcterms:W3CDTF">2023-05-06T17:01:55Z</dcterms:created>
  <dcterms:modified xsi:type="dcterms:W3CDTF">2024-09-14T21:36:34Z</dcterms:modified>
</cp:coreProperties>
</file>