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2" r:id="rId4"/>
    <p:sldId id="423" r:id="rId5"/>
    <p:sldId id="258" r:id="rId6"/>
    <p:sldId id="259" r:id="rId7"/>
    <p:sldId id="411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433" r:id="rId20"/>
    <p:sldId id="376" r:id="rId21"/>
    <p:sldId id="269" r:id="rId22"/>
    <p:sldId id="432" r:id="rId23"/>
    <p:sldId id="435" r:id="rId24"/>
    <p:sldId id="434" r:id="rId25"/>
    <p:sldId id="292" r:id="rId26"/>
    <p:sldId id="275" r:id="rId27"/>
    <p:sldId id="363" r:id="rId28"/>
    <p:sldId id="361" r:id="rId29"/>
    <p:sldId id="362" r:id="rId30"/>
    <p:sldId id="358" r:id="rId31"/>
    <p:sldId id="436" r:id="rId32"/>
    <p:sldId id="419" r:id="rId33"/>
    <p:sldId id="437" r:id="rId34"/>
    <p:sldId id="398" r:id="rId35"/>
    <p:sldId id="277" r:id="rId36"/>
    <p:sldId id="428" r:id="rId37"/>
    <p:sldId id="429" r:id="rId38"/>
    <p:sldId id="430" r:id="rId39"/>
    <p:sldId id="427" r:id="rId40"/>
    <p:sldId id="33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9638A81-015A-415B-8255-83C0186EB5FD}"/>
    <pc:docChg chg="undo redo custSel addSld delSld modSld sldOrd">
      <pc:chgData name="anaclaracosta116@gmail.com" userId="a793634777582c92" providerId="LiveId" clId="{B9638A81-015A-415B-8255-83C0186EB5FD}" dt="2024-09-23T22:28:09.071" v="344" actId="2696"/>
      <pc:docMkLst>
        <pc:docMk/>
      </pc:docMkLst>
      <pc:sldChg chg="modSp mod">
        <pc:chgData name="anaclaracosta116@gmail.com" userId="a793634777582c92" providerId="LiveId" clId="{B9638A81-015A-415B-8255-83C0186EB5FD}" dt="2024-09-23T21:50:48.670" v="44" actId="20577"/>
        <pc:sldMkLst>
          <pc:docMk/>
          <pc:sldMk cId="3388034860" sldId="265"/>
        </pc:sldMkLst>
        <pc:spChg chg="mod">
          <ac:chgData name="anaclaracosta116@gmail.com" userId="a793634777582c92" providerId="LiveId" clId="{B9638A81-015A-415B-8255-83C0186EB5FD}" dt="2024-09-23T21:50:48.670" v="44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1:51:42.908" v="146" actId="20577"/>
        <pc:sldMkLst>
          <pc:docMk/>
          <pc:sldMk cId="2671817442" sldId="267"/>
        </pc:sldMkLst>
        <pc:spChg chg="mod">
          <ac:chgData name="anaclaracosta116@gmail.com" userId="a793634777582c92" providerId="LiveId" clId="{B9638A81-015A-415B-8255-83C0186EB5FD}" dt="2024-09-23T21:51:42.908" v="146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B9638A81-015A-415B-8255-83C0186EB5FD}" dt="2024-09-23T21:57:45.377" v="213" actId="20577"/>
        <pc:sldMkLst>
          <pc:docMk/>
          <pc:sldMk cId="2786277918" sldId="269"/>
        </pc:sldMkLst>
        <pc:spChg chg="mod">
          <ac:chgData name="anaclaracosta116@gmail.com" userId="a793634777582c92" providerId="LiveId" clId="{B9638A81-015A-415B-8255-83C0186EB5FD}" dt="2024-09-23T21:57:45.377" v="213" actId="20577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2:28:06.440" v="343" actId="122"/>
        <pc:sldMkLst>
          <pc:docMk/>
          <pc:sldMk cId="4141278968" sldId="337"/>
        </pc:sldMkLst>
        <pc:spChg chg="mod">
          <ac:chgData name="anaclaracosta116@gmail.com" userId="a793634777582c92" providerId="LiveId" clId="{B9638A81-015A-415B-8255-83C0186EB5FD}" dt="2024-09-23T22:28:06.440" v="343" actId="122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1:53:31.059" v="153" actId="20577"/>
        <pc:sldMkLst>
          <pc:docMk/>
          <pc:sldMk cId="880466366" sldId="354"/>
        </pc:sldMkLst>
        <pc:spChg chg="mod">
          <ac:chgData name="anaclaracosta116@gmail.com" userId="a793634777582c92" providerId="LiveId" clId="{B9638A81-015A-415B-8255-83C0186EB5FD}" dt="2024-09-23T21:53:31.059" v="153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2:01:59.700" v="255" actId="27636"/>
        <pc:sldMkLst>
          <pc:docMk/>
          <pc:sldMk cId="3348609962" sldId="358"/>
        </pc:sldMkLst>
        <pc:spChg chg="mod">
          <ac:chgData name="anaclaracosta116@gmail.com" userId="a793634777582c92" providerId="LiveId" clId="{B9638A81-015A-415B-8255-83C0186EB5FD}" dt="2024-09-23T22:01:59.700" v="255" actId="27636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2:00:37.259" v="245" actId="113"/>
        <pc:sldMkLst>
          <pc:docMk/>
          <pc:sldMk cId="2304799739" sldId="362"/>
        </pc:sldMkLst>
        <pc:spChg chg="mod">
          <ac:chgData name="anaclaracosta116@gmail.com" userId="a793634777582c92" providerId="LiveId" clId="{B9638A81-015A-415B-8255-83C0186EB5FD}" dt="2024-09-23T22:00:37.259" v="245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1:59:44.603" v="242" actId="120"/>
        <pc:sldMkLst>
          <pc:docMk/>
          <pc:sldMk cId="496775209" sldId="363"/>
        </pc:sldMkLst>
        <pc:spChg chg="mod">
          <ac:chgData name="anaclaracosta116@gmail.com" userId="a793634777582c92" providerId="LiveId" clId="{B9638A81-015A-415B-8255-83C0186EB5FD}" dt="2024-09-23T21:59:44.603" v="242" actId="120"/>
          <ac:spMkLst>
            <pc:docMk/>
            <pc:sldMk cId="496775209" sldId="36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9638A81-015A-415B-8255-83C0186EB5FD}" dt="2024-09-23T22:28:09.071" v="344" actId="269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B9638A81-015A-415B-8255-83C0186EB5FD}" dt="2024-09-23T21:57:10.343" v="187" actId="27636"/>
        <pc:sldMkLst>
          <pc:docMk/>
          <pc:sldMk cId="1775942911" sldId="376"/>
        </pc:sldMkLst>
        <pc:spChg chg="mod">
          <ac:chgData name="anaclaracosta116@gmail.com" userId="a793634777582c92" providerId="LiveId" clId="{B9638A81-015A-415B-8255-83C0186EB5FD}" dt="2024-09-23T21:57:10.343" v="187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9638A81-015A-415B-8255-83C0186EB5FD}" dt="2024-09-23T21:59:13.195" v="226" actId="2696"/>
        <pc:sldMkLst>
          <pc:docMk/>
          <pc:sldMk cId="3022578728" sldId="396"/>
        </pc:sldMkLst>
      </pc:sldChg>
      <pc:sldChg chg="modSp mod">
        <pc:chgData name="anaclaracosta116@gmail.com" userId="a793634777582c92" providerId="LiveId" clId="{B9638A81-015A-415B-8255-83C0186EB5FD}" dt="2024-09-23T22:25:43.158" v="268" actId="27636"/>
        <pc:sldMkLst>
          <pc:docMk/>
          <pc:sldMk cId="947951164" sldId="398"/>
        </pc:sldMkLst>
        <pc:spChg chg="mod">
          <ac:chgData name="anaclaracosta116@gmail.com" userId="a793634777582c92" providerId="LiveId" clId="{B9638A81-015A-415B-8255-83C0186EB5FD}" dt="2024-09-23T22:25:43.158" v="268" actId="27636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9638A81-015A-415B-8255-83C0186EB5FD}" dt="2024-09-23T22:25:49.677" v="270" actId="2696"/>
        <pc:sldMkLst>
          <pc:docMk/>
          <pc:sldMk cId="412002114" sldId="408"/>
        </pc:sldMkLst>
      </pc:sldChg>
      <pc:sldChg chg="del">
        <pc:chgData name="anaclaracosta116@gmail.com" userId="a793634777582c92" providerId="LiveId" clId="{B9638A81-015A-415B-8255-83C0186EB5FD}" dt="2024-09-23T21:59:09.620" v="225" actId="2696"/>
        <pc:sldMkLst>
          <pc:docMk/>
          <pc:sldMk cId="2126310468" sldId="414"/>
        </pc:sldMkLst>
      </pc:sldChg>
      <pc:sldChg chg="modSp mod">
        <pc:chgData name="anaclaracosta116@gmail.com" userId="a793634777582c92" providerId="LiveId" clId="{B9638A81-015A-415B-8255-83C0186EB5FD}" dt="2024-09-23T22:02:27.777" v="266" actId="27636"/>
        <pc:sldMkLst>
          <pc:docMk/>
          <pc:sldMk cId="1083974072" sldId="419"/>
        </pc:sldMkLst>
        <pc:spChg chg="mod">
          <ac:chgData name="anaclaracosta116@gmail.com" userId="a793634777582c92" providerId="LiveId" clId="{B9638A81-015A-415B-8255-83C0186EB5FD}" dt="2024-09-23T22:02:27.777" v="266" actId="27636"/>
          <ac:spMkLst>
            <pc:docMk/>
            <pc:sldMk cId="1083974072" sldId="41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1:54:07.609" v="158"/>
        <pc:sldMkLst>
          <pc:docMk/>
          <pc:sldMk cId="1677633708" sldId="422"/>
        </pc:sldMkLst>
        <pc:spChg chg="mod">
          <ac:chgData name="anaclaracosta116@gmail.com" userId="a793634777582c92" providerId="LiveId" clId="{B9638A81-015A-415B-8255-83C0186EB5FD}" dt="2024-09-23T21:54:07.609" v="158"/>
          <ac:spMkLst>
            <pc:docMk/>
            <pc:sldMk cId="1677633708" sldId="42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1:55:08.270" v="171" actId="1076"/>
        <pc:sldMkLst>
          <pc:docMk/>
          <pc:sldMk cId="637538053" sldId="423"/>
        </pc:sldMkLst>
        <pc:spChg chg="mod">
          <ac:chgData name="anaclaracosta116@gmail.com" userId="a793634777582c92" providerId="LiveId" clId="{B9638A81-015A-415B-8255-83C0186EB5FD}" dt="2024-09-23T21:55:03.817" v="170" actId="1076"/>
          <ac:spMkLst>
            <pc:docMk/>
            <pc:sldMk cId="637538053" sldId="423"/>
            <ac:spMk id="2" creationId="{F0E406B4-85AC-B67B-F9E2-21AAF8067483}"/>
          </ac:spMkLst>
        </pc:spChg>
        <pc:spChg chg="mod">
          <ac:chgData name="anaclaracosta116@gmail.com" userId="a793634777582c92" providerId="LiveId" clId="{B9638A81-015A-415B-8255-83C0186EB5FD}" dt="2024-09-23T21:55:08.270" v="171" actId="1076"/>
          <ac:spMkLst>
            <pc:docMk/>
            <pc:sldMk cId="637538053" sldId="42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9638A81-015A-415B-8255-83C0186EB5FD}" dt="2024-09-23T22:25:57.445" v="272" actId="2696"/>
        <pc:sldMkLst>
          <pc:docMk/>
          <pc:sldMk cId="1522167802" sldId="424"/>
        </pc:sldMkLst>
      </pc:sldChg>
      <pc:sldChg chg="del">
        <pc:chgData name="anaclaracosta116@gmail.com" userId="a793634777582c92" providerId="LiveId" clId="{B9638A81-015A-415B-8255-83C0186EB5FD}" dt="2024-09-23T22:25:46.959" v="269" actId="2696"/>
        <pc:sldMkLst>
          <pc:docMk/>
          <pc:sldMk cId="2258295147" sldId="425"/>
        </pc:sldMkLst>
      </pc:sldChg>
      <pc:sldChg chg="del">
        <pc:chgData name="anaclaracosta116@gmail.com" userId="a793634777582c92" providerId="LiveId" clId="{B9638A81-015A-415B-8255-83C0186EB5FD}" dt="2024-09-23T22:25:55.019" v="271" actId="2696"/>
        <pc:sldMkLst>
          <pc:docMk/>
          <pc:sldMk cId="3438445378" sldId="426"/>
        </pc:sldMkLst>
      </pc:sldChg>
      <pc:sldChg chg="modSp mod">
        <pc:chgData name="anaclaracosta116@gmail.com" userId="a793634777582c92" providerId="LiveId" clId="{B9638A81-015A-415B-8255-83C0186EB5FD}" dt="2024-09-23T22:26:54.007" v="278"/>
        <pc:sldMkLst>
          <pc:docMk/>
          <pc:sldMk cId="3734991938" sldId="428"/>
        </pc:sldMkLst>
        <pc:spChg chg="mod">
          <ac:chgData name="anaclaracosta116@gmail.com" userId="a793634777582c92" providerId="LiveId" clId="{B9638A81-015A-415B-8255-83C0186EB5FD}" dt="2024-09-23T22:26:54.007" v="278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2:27:17.989" v="282" actId="27636"/>
        <pc:sldMkLst>
          <pc:docMk/>
          <pc:sldMk cId="1475441202" sldId="429"/>
        </pc:sldMkLst>
        <pc:spChg chg="mod">
          <ac:chgData name="anaclaracosta116@gmail.com" userId="a793634777582c92" providerId="LiveId" clId="{B9638A81-015A-415B-8255-83C0186EB5FD}" dt="2024-09-23T22:27:17.989" v="282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9638A81-015A-415B-8255-83C0186EB5FD}" dt="2024-09-23T22:27:37.606" v="285"/>
        <pc:sldMkLst>
          <pc:docMk/>
          <pc:sldMk cId="2395872959" sldId="430"/>
        </pc:sldMkLst>
        <pc:spChg chg="mod">
          <ac:chgData name="anaclaracosta116@gmail.com" userId="a793634777582c92" providerId="LiveId" clId="{B9638A81-015A-415B-8255-83C0186EB5FD}" dt="2024-09-23T22:27:37.606" v="285"/>
          <ac:spMkLst>
            <pc:docMk/>
            <pc:sldMk cId="2395872959" sldId="43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9638A81-015A-415B-8255-83C0186EB5FD}" dt="2024-09-23T22:27:41.406" v="286" actId="2696"/>
        <pc:sldMkLst>
          <pc:docMk/>
          <pc:sldMk cId="957986339" sldId="431"/>
        </pc:sldMkLst>
      </pc:sldChg>
      <pc:sldChg chg="modSp add mod">
        <pc:chgData name="anaclaracosta116@gmail.com" userId="a793634777582c92" providerId="LiveId" clId="{B9638A81-015A-415B-8255-83C0186EB5FD}" dt="2024-09-23T21:58:16.606" v="217" actId="27636"/>
        <pc:sldMkLst>
          <pc:docMk/>
          <pc:sldMk cId="66090780" sldId="432"/>
        </pc:sldMkLst>
        <pc:spChg chg="mod">
          <ac:chgData name="anaclaracosta116@gmail.com" userId="a793634777582c92" providerId="LiveId" clId="{B9638A81-015A-415B-8255-83C0186EB5FD}" dt="2024-09-23T21:58:16.606" v="217" actId="27636"/>
          <ac:spMkLst>
            <pc:docMk/>
            <pc:sldMk cId="66090780" sldId="43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9638A81-015A-415B-8255-83C0186EB5FD}" dt="2024-09-23T21:57:36.326" v="202" actId="20577"/>
        <pc:sldMkLst>
          <pc:docMk/>
          <pc:sldMk cId="1617579511" sldId="433"/>
        </pc:sldMkLst>
        <pc:spChg chg="mod">
          <ac:chgData name="anaclaracosta116@gmail.com" userId="a793634777582c92" providerId="LiveId" clId="{B9638A81-015A-415B-8255-83C0186EB5FD}" dt="2024-09-23T21:57:36.326" v="202" actId="20577"/>
          <ac:spMkLst>
            <pc:docMk/>
            <pc:sldMk cId="1617579511" sldId="43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9638A81-015A-415B-8255-83C0186EB5FD}" dt="2024-09-23T21:59:02.003" v="224"/>
        <pc:sldMkLst>
          <pc:docMk/>
          <pc:sldMk cId="2897532596" sldId="434"/>
        </pc:sldMkLst>
        <pc:spChg chg="mod">
          <ac:chgData name="anaclaracosta116@gmail.com" userId="a793634777582c92" providerId="LiveId" clId="{B9638A81-015A-415B-8255-83C0186EB5FD}" dt="2024-09-23T21:59:02.003" v="224"/>
          <ac:spMkLst>
            <pc:docMk/>
            <pc:sldMk cId="2897532596" sldId="43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9638A81-015A-415B-8255-83C0186EB5FD}" dt="2024-09-23T21:58:24.503" v="221"/>
        <pc:sldMkLst>
          <pc:docMk/>
          <pc:sldMk cId="2978769002" sldId="435"/>
        </pc:sldMkLst>
      </pc:sldChg>
      <pc:sldChg chg="add ord">
        <pc:chgData name="anaclaracosta116@gmail.com" userId="a793634777582c92" providerId="LiveId" clId="{B9638A81-015A-415B-8255-83C0186EB5FD}" dt="2024-09-23T22:01:06.543" v="253"/>
        <pc:sldMkLst>
          <pc:docMk/>
          <pc:sldMk cId="2703048447" sldId="436"/>
        </pc:sldMkLst>
      </pc:sldChg>
      <pc:sldChg chg="add ord">
        <pc:chgData name="anaclaracosta116@gmail.com" userId="a793634777582c92" providerId="LiveId" clId="{B9638A81-015A-415B-8255-83C0186EB5FD}" dt="2024-09-23T22:26:01.627" v="275"/>
        <pc:sldMkLst>
          <pc:docMk/>
          <pc:sldMk cId="774636127" sldId="43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B6D54FE-9D85-EF73-6D4D-4E4B0D16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06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6933"/>
            <a:ext cx="12192000" cy="6841067"/>
          </a:xfrm>
          <a:prstGeom prst="rect">
            <a:avLst/>
          </a:prstGeom>
          <a:solidFill>
            <a:schemeClr val="tx1">
              <a:alpha val="54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658436" y="3429000"/>
            <a:ext cx="10875127" cy="3125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SÃO PIO DE PIETRELCINA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dirty="0"/>
              <a:t>FOSTE SEMPRE FIEL A TUA IGREJA </a:t>
            </a:r>
          </a:p>
          <a:p>
            <a:pPr algn="l"/>
            <a:r>
              <a:rPr lang="pt-BR" sz="10600" dirty="0"/>
              <a:t>E AMPARO EM NOSSAS AFLIÇÕES; PELO EXEMPLO DA LUZ DE SÃO FRANCISCO </a:t>
            </a:r>
          </a:p>
          <a:p>
            <a:pPr algn="l"/>
            <a:r>
              <a:rPr lang="pt-BR" sz="10600" dirty="0"/>
              <a:t>HOJE HABITA EM NOSSOS CORAÇÕES. </a:t>
            </a:r>
          </a:p>
          <a:p>
            <a:pPr algn="l"/>
            <a:r>
              <a:rPr lang="pt-BR" sz="10600" dirty="0"/>
              <a:t>SUPLICAMOS, Ó PIO LEVE A CRISTO NOSSAS DORES E NOSSAS ORAÇÕES.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000" b="1" dirty="0"/>
              <a:t>NOSSA IGREJA TE SUPLICA COMO FILHOS </a:t>
            </a:r>
          </a:p>
          <a:p>
            <a:pPr algn="l"/>
            <a:r>
              <a:rPr lang="pt-BR" sz="12000" b="1" dirty="0"/>
              <a:t>A ROGARES POR TEU POVO A JESUS! PADRE PIO, VINDE AGORA EM NOSSO AUXILIO ÉS CONFORTO, ÉS AMIGO, PAZ E LUZ! (BIS)</a:t>
            </a:r>
            <a:endParaRPr lang="pt-BR" sz="9800" dirty="0"/>
          </a:p>
        </p:txBody>
      </p:sp>
    </p:spTree>
    <p:extLst>
      <p:ext uri="{BB962C8B-B14F-4D97-AF65-F5344CB8AC3E}">
        <p14:creationId xmlns:p14="http://schemas.microsoft.com/office/powerpoint/2010/main" val="167763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262" y="2424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729" y="824346"/>
            <a:ext cx="11639898" cy="618605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dirty="0"/>
              <a:t>ÉS ALÍVIO EM NOSSO SOFRIMENTO POIS PRESENTE CONOSCO SEMPRE ESTÁS </a:t>
            </a:r>
          </a:p>
          <a:p>
            <a:pPr algn="l"/>
            <a:r>
              <a:rPr lang="pt-BR" sz="10600" dirty="0"/>
              <a:t>TUA SANTA CARIDADE FOI EXEMPLO </a:t>
            </a:r>
          </a:p>
          <a:p>
            <a:pPr algn="l"/>
            <a:r>
              <a:rPr lang="pt-BR" sz="10600" dirty="0"/>
              <a:t>ÀS FAMÍLIAS SEM SUSTENTO, LUZ E PAZ. PADRE PIO, ABENÇOE NOSSA BUSCA </a:t>
            </a:r>
          </a:p>
          <a:p>
            <a:pPr algn="l"/>
            <a:r>
              <a:rPr lang="pt-BR" sz="10600" dirty="0"/>
              <a:t>POR UM MUNDO MAIS JUSTO E MAIS CAPAZ.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63753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À DEUS TODO PODEROSO E A VÓS IRMÃO E IRMÃS QUE PEQUEI MUITAS VEZES POR PENSAMENTOS, PALAVRAS, ATOS E OMISSÕES POR MINHA CULPA, MINH CULPA, TÃO GRANDE CULPA.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 PEÇO A VIRGEM MARIA, AOS ANJOS E SANTOS.</a:t>
            </a:r>
          </a:p>
          <a:p>
            <a:pPr algn="just"/>
            <a:r>
              <a:rPr lang="pt-BR" sz="6600" dirty="0"/>
              <a:t>E A VÓS IRMÃO E IRMÃS QUE ROGUEIS POR MIM A DEUS NOSSO SENHOR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 (2X)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</a:t>
            </a:r>
          </a:p>
          <a:p>
            <a:pPr algn="just"/>
            <a:r>
              <a:rPr lang="pt-BR" sz="9600" dirty="0"/>
              <a:t>AMÉM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O JUSTO HABITARÁ NO MONTE SANTO DO SENHOR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VÓS SOIS A LUZ DO MUNDO; BRILHE A TODOS VOSSA LUZ. VENDO ELES VOSSAS OBRAS, DEEM GLÓRIA AO PAI CELESTE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617579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1. SENHOR, QUEM MORARÁ EM VOSSA CASA</a:t>
            </a:r>
          </a:p>
          <a:p>
            <a:pPr algn="l"/>
            <a:r>
              <a:rPr lang="pt-BR" sz="8000" dirty="0"/>
              <a:t>E EM VOSSO MONTE SANTO HABITARÁ?</a:t>
            </a:r>
          </a:p>
          <a:p>
            <a:pPr algn="l"/>
            <a:r>
              <a:rPr lang="pt-BR" sz="8000" dirty="0"/>
              <a:t>É AQUELE QUE CAMINHA SEM PECADO</a:t>
            </a:r>
          </a:p>
          <a:p>
            <a:pPr algn="l"/>
            <a:r>
              <a:rPr lang="pt-BR" sz="8000" dirty="0"/>
              <a:t>E PRATICA A JUSTIÇA FIELMENTE;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2. SENHOR, QUEM MORARÁ EM VOSSA CASA</a:t>
            </a:r>
          </a:p>
          <a:p>
            <a:pPr algn="l"/>
            <a:r>
              <a:rPr lang="pt-BR" sz="8000" dirty="0"/>
              <a:t>E EM VOSSO MONTE SANTO HABITARÁ?</a:t>
            </a:r>
          </a:p>
          <a:p>
            <a:pPr algn="l"/>
            <a:r>
              <a:rPr lang="pt-BR" sz="8000" dirty="0"/>
              <a:t>QUE PENSA A VERDADE DO SEU ÍNTIMO</a:t>
            </a:r>
          </a:p>
          <a:p>
            <a:pPr algn="l"/>
            <a:r>
              <a:rPr lang="pt-BR" sz="8000" dirty="0"/>
              <a:t>E NÃO SOLTA EM CALÚNIAS SUA LÍNGUA;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090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2978769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3. SENHOR, QUEM MORARÁ EM VOSSA CASA</a:t>
            </a:r>
          </a:p>
          <a:p>
            <a:pPr algn="l"/>
            <a:r>
              <a:rPr lang="pt-BR" sz="8000" dirty="0"/>
              <a:t>E EM VOSSO MONTE SANTO HABITARÁ?</a:t>
            </a:r>
          </a:p>
          <a:p>
            <a:pPr algn="l"/>
            <a:r>
              <a:rPr lang="pt-BR" sz="8000" dirty="0"/>
              <a:t>QUE EM NADA PREJUDICA O SEU IRMÃO,</a:t>
            </a:r>
          </a:p>
          <a:p>
            <a:pPr algn="l"/>
            <a:r>
              <a:rPr lang="pt-BR" sz="8000" dirty="0"/>
              <a:t>NEM COBRE DE INSULTOS SEU VIZINHO;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97532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b="1" dirty="0"/>
              <a:t>SANTO, SANTO, SANTO</a:t>
            </a:r>
            <a:endParaRPr lang="pt-BR" sz="7200" dirty="0"/>
          </a:p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l"/>
            <a:r>
              <a:rPr lang="pt-BR" sz="7200" b="1" dirty="0"/>
              <a:t>HOSANA, HOSANA,NAS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1500" b="1" dirty="0"/>
              <a:t>O QUE MEDITA DIA E NOITE NA LEI DO SENHOR,</a:t>
            </a:r>
          </a:p>
          <a:p>
            <a:pPr algn="l"/>
            <a:r>
              <a:rPr lang="pt-BR" sz="11500" b="1" dirty="0"/>
              <a:t>DARÁ SEU FRUTO NO DEVIDO TEMPO. (BIS)</a:t>
            </a:r>
            <a:endParaRPr lang="pt-BR" sz="54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1. FELIZ É TODO AQUELE QUE NÃO ANDA</a:t>
            </a:r>
          </a:p>
          <a:p>
            <a:pPr algn="l"/>
            <a:r>
              <a:rPr lang="pt-BR" sz="4800" dirty="0"/>
              <a:t>CONFORME OS CONSELHOS DOS PERVERSOS;</a:t>
            </a:r>
          </a:p>
          <a:p>
            <a:pPr algn="l"/>
            <a:r>
              <a:rPr lang="pt-BR" sz="4800" dirty="0"/>
              <a:t>QUE NÃO ENTRA NO CAMINHO DOS MALVADOS,</a:t>
            </a:r>
          </a:p>
          <a:p>
            <a:pPr algn="l"/>
            <a:r>
              <a:rPr lang="pt-BR" sz="4800" dirty="0"/>
              <a:t>NEM JUNTO AOS ZOMBADORES VAI SENTAR-SE;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1500" b="1" dirty="0"/>
              <a:t>O QUE MEDITA DIA E NOITE NA LEI DO SENHOR,</a:t>
            </a:r>
          </a:p>
          <a:p>
            <a:pPr algn="l"/>
            <a:r>
              <a:rPr lang="pt-BR" sz="11500" b="1" dirty="0"/>
              <a:t>DARÁ SEU FRUTO NO DEVIDO TEMPO. (BIS)</a:t>
            </a:r>
            <a:endParaRPr lang="pt-BR" sz="54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048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9600" dirty="0"/>
              <a:t>MAS ENCONTRA SEU PRAZER NA LEI DE DEUS</a:t>
            </a:r>
          </a:p>
          <a:p>
            <a:pPr algn="l"/>
            <a:r>
              <a:rPr lang="pt-BR" sz="9600" dirty="0"/>
              <a:t>E A MEDITA, DIA E NOITE, SEM CESSAR.</a:t>
            </a:r>
          </a:p>
          <a:p>
            <a:pPr algn="l"/>
            <a:r>
              <a:rPr lang="pt-BR" sz="9600" dirty="0"/>
              <a:t> EIS QUE ELE É SEMELHANTE A UMA ÁRVORE</a:t>
            </a:r>
          </a:p>
          <a:p>
            <a:pPr algn="l"/>
            <a:r>
              <a:rPr lang="pt-BR" sz="9600" dirty="0"/>
              <a:t>QUE À BEIRA DA TORRENTE ESTÁ PLANTADA;</a:t>
            </a:r>
          </a:p>
          <a:p>
            <a:pPr algn="l"/>
            <a:endParaRPr lang="pt-BR" sz="30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83974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1500" b="1" dirty="0"/>
              <a:t>O QUE MEDITA DIA E NOITE NA LEI DO SENHOR,</a:t>
            </a:r>
          </a:p>
          <a:p>
            <a:pPr algn="l"/>
            <a:r>
              <a:rPr lang="pt-BR" sz="11500" b="1" dirty="0"/>
              <a:t>DARÁ SEU FRUTO NO DEVIDO TEMPO. (BIS)</a:t>
            </a:r>
            <a:endParaRPr lang="pt-BR" sz="54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4636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MAS BEM OUTRA É A SORTE DOS PERVERSOS.</a:t>
            </a:r>
          </a:p>
          <a:p>
            <a:pPr algn="l"/>
            <a:r>
              <a:rPr lang="pt-BR" sz="8000" dirty="0"/>
              <a:t>AO CONTRÁRIO, SÃO IGUAIS À PALHA SECA</a:t>
            </a:r>
          </a:p>
          <a:p>
            <a:pPr algn="l"/>
            <a:r>
              <a:rPr lang="pt-BR" sz="8000" dirty="0"/>
              <a:t>ESPALHADA E DISPERSADA PELO VENTO.</a:t>
            </a:r>
          </a:p>
          <a:p>
            <a:pPr algn="l"/>
            <a:r>
              <a:rPr lang="pt-BR" sz="8000" dirty="0"/>
              <a:t>POR ISSO OS ÍMPIOS NÃO RESISTEM NO JUÍZO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NO TEU AMOR</a:t>
            </a:r>
          </a:p>
          <a:p>
            <a:pPr algn="l"/>
            <a:r>
              <a:rPr lang="pt-BR" sz="8000" b="1" dirty="0"/>
              <a:t>NA TUA FORÇA QUE SUSTENTA O MUNDO</a:t>
            </a:r>
          </a:p>
          <a:p>
            <a:pPr algn="l"/>
            <a:r>
              <a:rPr lang="pt-BR" sz="8000" b="1" dirty="0"/>
              <a:t>CREIO NO TEU SORRISO QUE FAZ BRILHAR O CÉU</a:t>
            </a:r>
          </a:p>
          <a:p>
            <a:pPr algn="l"/>
            <a:r>
              <a:rPr lang="pt-BR" sz="8000" b="1" dirty="0"/>
              <a:t>E NO TEU CANTO QUE ME DÁ ALEGRIA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NA TUA PAZ</a:t>
            </a:r>
          </a:p>
          <a:p>
            <a:pPr algn="l"/>
            <a:r>
              <a:rPr lang="pt-BR" sz="8000" b="1" dirty="0"/>
              <a:t>NA TUA VIDA QUE FAZ BELA A TERRA</a:t>
            </a:r>
          </a:p>
          <a:p>
            <a:pPr algn="l"/>
            <a:r>
              <a:rPr lang="pt-BR" sz="8000" b="1" dirty="0"/>
              <a:t>NA TUA LUZ QUE CLAREIA A NOITE</a:t>
            </a:r>
          </a:p>
          <a:p>
            <a:pPr algn="l"/>
            <a:r>
              <a:rPr lang="pt-BR" sz="8000" b="1" dirty="0"/>
              <a:t>ROTA SEGURA NO MEU CAMINHO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CREIO EM TI, SENHOR, CREIO QUE TU ME AMAS</a:t>
            </a:r>
          </a:p>
          <a:p>
            <a:pPr algn="l"/>
            <a:r>
              <a:rPr lang="pt-BR" sz="8000" b="1" dirty="0"/>
              <a:t>QUE ME SUSTENTAS, QUE ME DÁS O PERDÃO</a:t>
            </a:r>
          </a:p>
          <a:p>
            <a:pPr algn="l"/>
            <a:r>
              <a:rPr lang="pt-BR" sz="8000" b="1" dirty="0"/>
              <a:t>QUE TU ME GUIAS PELAS ESTRADAS DO MUNDO</a:t>
            </a:r>
          </a:p>
          <a:p>
            <a:pPr algn="l"/>
            <a:r>
              <a:rPr lang="pt-BR" sz="8000" b="1" dirty="0"/>
              <a:t>QUE ME DARÁS A VIDA ETERNA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95872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569720"/>
            <a:ext cx="11406085" cy="5288280"/>
          </a:xfrm>
        </p:spPr>
        <p:txBody>
          <a:bodyPr>
            <a:normAutofit/>
          </a:bodyPr>
          <a:lstStyle/>
          <a:p>
            <a:r>
              <a:rPr lang="pt-BR" sz="7400" dirty="0"/>
              <a:t>NÃO TE PREOCUPES, REZA E ESPERA, DEUS ESCUTA TUA ORAÇÃO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9970</TotalTime>
  <Words>907</Words>
  <Application>Microsoft Office PowerPoint</Application>
  <PresentationFormat>Widescreen</PresentationFormat>
  <Paragraphs>139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36</cp:revision>
  <dcterms:created xsi:type="dcterms:W3CDTF">2023-05-06T17:01:55Z</dcterms:created>
  <dcterms:modified xsi:type="dcterms:W3CDTF">2024-09-23T22:28:10Z</dcterms:modified>
</cp:coreProperties>
</file>