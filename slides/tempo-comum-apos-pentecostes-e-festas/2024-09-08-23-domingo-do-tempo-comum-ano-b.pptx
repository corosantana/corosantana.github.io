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411" r:id="rId5"/>
    <p:sldId id="258" r:id="rId6"/>
    <p:sldId id="259" r:id="rId7"/>
    <p:sldId id="260" r:id="rId8"/>
    <p:sldId id="261" r:id="rId9"/>
    <p:sldId id="338" r:id="rId10"/>
    <p:sldId id="339" r:id="rId11"/>
    <p:sldId id="340" r:id="rId12"/>
    <p:sldId id="377" r:id="rId13"/>
    <p:sldId id="407" r:id="rId14"/>
    <p:sldId id="264" r:id="rId15"/>
    <p:sldId id="265" r:id="rId16"/>
    <p:sldId id="266" r:id="rId17"/>
    <p:sldId id="267" r:id="rId18"/>
    <p:sldId id="271" r:id="rId19"/>
    <p:sldId id="269" r:id="rId20"/>
    <p:sldId id="412" r:id="rId21"/>
    <p:sldId id="413" r:id="rId22"/>
    <p:sldId id="414" r:id="rId23"/>
    <p:sldId id="292" r:id="rId24"/>
    <p:sldId id="275" r:id="rId25"/>
    <p:sldId id="361" r:id="rId26"/>
    <p:sldId id="362" r:id="rId27"/>
    <p:sldId id="415" r:id="rId28"/>
    <p:sldId id="416" r:id="rId29"/>
    <p:sldId id="417" r:id="rId30"/>
    <p:sldId id="418" r:id="rId31"/>
    <p:sldId id="404" r:id="rId32"/>
    <p:sldId id="420" r:id="rId33"/>
    <p:sldId id="421" r:id="rId34"/>
    <p:sldId id="422" r:id="rId35"/>
    <p:sldId id="423" r:id="rId36"/>
    <p:sldId id="419" r:id="rId37"/>
    <p:sldId id="337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411"/>
            <p14:sldId id="258"/>
            <p14:sldId id="259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269"/>
            <p14:sldId id="412"/>
            <p14:sldId id="413"/>
            <p14:sldId id="414"/>
            <p14:sldId id="292"/>
            <p14:sldId id="275"/>
            <p14:sldId id="361"/>
            <p14:sldId id="362"/>
            <p14:sldId id="415"/>
            <p14:sldId id="416"/>
            <p14:sldId id="417"/>
            <p14:sldId id="418"/>
            <p14:sldId id="404"/>
            <p14:sldId id="420"/>
            <p14:sldId id="421"/>
            <p14:sldId id="422"/>
            <p14:sldId id="423"/>
            <p14:sldId id="419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>
        <p:scale>
          <a:sx n="75" d="100"/>
          <a:sy n="75" d="100"/>
        </p:scale>
        <p:origin x="52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AD4D992-9B3B-8D4D-18EB-54E82D7C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-1"/>
            <a:ext cx="12192001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23º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VÓS SOIS JUSTO, SENHOR, AO JULGARDES (BIS)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 É JUSTA A VOSSA SENTENÇA. (BIS)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CONFORME O VOSSO AMOR, SENHOR, TRATAI-ME, * E TAMBÉM VOSSOS DESÍGNIOS ENSINAI-ME! VOSSA PALAVRA FOI PROVADA E COMPROVADA, * POR ISSO O VOSSO SERVO TANTO A AMA.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VÓS SOIS JUSTO, SENHOR, AO JULGARDES (BIS)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 É JUSTA A VOSSA SENTENÇA. (BIS)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MARAVILHOSOS SÃO OS VOSSOS TESTEMUNHOS, * EIS POR QUE MEU CORAÇÃO OS OBSERVA!  VOSSA PALAVRA, AO REVELAR-SE, ME ILUMINA, * ELA DÁ SABEDORIA AOS PEQUENINOS.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VÓS SOIS JUSTO, SENHOR, AO JULGARDES (BIS)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  <a:latin typeface="-apple-system"/>
              </a:rPr>
              <a:t>E É JUSTA A VOSSA SENTENÇA. (BIS)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VOSSA JUSTIÇA É JUSTIÇA ETERNAMENTE *  E VOSSA LEI É A VERDADE INABALÁVEL. JUSTIÇA ETERNA É A VOSSA ALIANÇA; *AJUDAI-ME A COMPREENDÊ-LA E VIVEREI!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0941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3000" dirty="0"/>
          </a:p>
          <a:p>
            <a:pPr algn="l"/>
            <a:r>
              <a:rPr lang="pt-BR" sz="5800" b="1" dirty="0"/>
              <a:t>GLÓRIA A DEUS NAS ALTURAS E PAZ NA TERRA AOS HOMENS POR ELE AMADOS!</a:t>
            </a:r>
            <a:r>
              <a:rPr lang="pt-BR" sz="5800" dirty="0"/>
              <a:t> 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9600" b="1" dirty="0"/>
              <a:t>GLÓRIA A DEUS NAS ALTURAS E PAZ NA TERRA AOS HOMENS POR ELE AMADOS!</a:t>
            </a:r>
            <a:r>
              <a:rPr lang="pt-BR" sz="9600" dirty="0"/>
              <a:t> 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fontScale="92500"/>
          </a:bodyPr>
          <a:lstStyle/>
          <a:p>
            <a:r>
              <a:rPr lang="pt-BR" sz="5400" b="1" i="0" dirty="0">
                <a:effectLst/>
              </a:rPr>
              <a:t>BENDIZE, Ó MINHA ALMA AO SENHOR. BENDIREI AO SENHOR TODA A VIDA!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JESUS CRISTO PREGAVA O EVANGELHO, A BOA-NOVA DO REINO E CURAVA SEU POVO DOENTE DE TODOS OS MALES, SUA GENTE!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POR VOSSO NOME, SALVAI-ME, SENHOR; E DAI-ME A VOSSA JUSTIÇA!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3900" b="1" dirty="0"/>
              <a:t>QUEM ME PROTEGE E ME AMPARA É MEU DEUS; É O SENHOR QUEM SUSTENTA MINHA VIDA!</a:t>
            </a:r>
          </a:p>
          <a:p>
            <a:pPr algn="l"/>
            <a:endParaRPr lang="pt-BR" sz="9800" b="1" dirty="0"/>
          </a:p>
          <a:p>
            <a:pPr algn="l"/>
            <a:r>
              <a:rPr lang="pt-BR" sz="9800" dirty="0"/>
              <a:t>2. Ó MEU DEUS, ATENDEI MINHA PRECE</a:t>
            </a:r>
          </a:p>
          <a:p>
            <a:pPr algn="l"/>
            <a:r>
              <a:rPr lang="pt-BR" sz="9800" dirty="0"/>
              <a:t>E ESCUTAI AS PALAVRAS QUE EU DIGO!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QUERO OFERTAR-VOS O MEU SACRIFÍCIO</a:t>
            </a:r>
          </a:p>
          <a:p>
            <a:pPr algn="l"/>
            <a:r>
              <a:rPr lang="pt-BR" sz="8800" dirty="0"/>
              <a:t>DE CORAÇÃO E COM MUITA ALEGRIA;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11360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POIS ME LIVRASTES DE TODA A ANGÚSTIA,</a:t>
            </a:r>
          </a:p>
          <a:p>
            <a:pPr algn="l"/>
            <a:r>
              <a:rPr lang="pt-BR" sz="8800" dirty="0"/>
              <a:t>E HUMILHADOS VI MEUS INIMIGOS;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89073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600" dirty="0"/>
              <a:t>AVE, RAINHA DO CÉU;</a:t>
            </a:r>
          </a:p>
          <a:p>
            <a:pPr algn="l"/>
            <a:r>
              <a:rPr lang="pt-BR" sz="6600" dirty="0"/>
              <a:t>AVE, DOS ANJOS SENHORA.</a:t>
            </a:r>
          </a:p>
          <a:p>
            <a:pPr algn="l"/>
            <a:r>
              <a:rPr lang="pt-BR" sz="6600" dirty="0"/>
              <a:t>AVE, RAIZ, AVE, PORTA,</a:t>
            </a:r>
          </a:p>
          <a:p>
            <a:pPr algn="l"/>
            <a:r>
              <a:rPr lang="pt-BR" sz="6600" dirty="0"/>
              <a:t>DA LUZ DO MUNDO ÉS, AURORA.</a:t>
            </a:r>
          </a:p>
          <a:p>
            <a:pPr algn="l"/>
            <a:endParaRPr lang="pt-BR" sz="3800" dirty="0"/>
          </a:p>
          <a:p>
            <a:pPr algn="l"/>
            <a:r>
              <a:rPr lang="pt-BR" sz="6600" dirty="0"/>
              <a:t>EXULTA, Ó VIRGEM TÃO BELA;</a:t>
            </a:r>
          </a:p>
          <a:p>
            <a:pPr algn="l"/>
            <a:r>
              <a:rPr lang="pt-BR" sz="6600" dirty="0"/>
              <a:t>AS OUTRAS SEGUEM-TE APÓS.</a:t>
            </a:r>
          </a:p>
          <a:p>
            <a:pPr algn="l"/>
            <a:r>
              <a:rPr lang="pt-BR" sz="6600" dirty="0"/>
              <a:t>NÓS TE SAUDAMOS: ADEUS!</a:t>
            </a:r>
          </a:p>
          <a:p>
            <a:pPr algn="l"/>
            <a:r>
              <a:rPr lang="pt-BR" sz="6600" dirty="0"/>
              <a:t>E PEDE A CRISTO POR NÓS!</a:t>
            </a:r>
          </a:p>
          <a:p>
            <a:pPr algn="l"/>
            <a:endParaRPr lang="pt-BR" sz="3800" dirty="0"/>
          </a:p>
          <a:p>
            <a:pPr algn="l"/>
            <a:r>
              <a:rPr lang="pt-BR" sz="6600" dirty="0"/>
              <a:t>VIRGEM MÃE, Ó MARIA!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8282</TotalTime>
  <Words>938</Words>
  <Application>Microsoft Office PowerPoint</Application>
  <PresentationFormat>Widescreen</PresentationFormat>
  <Paragraphs>154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5" baseType="lpstr">
      <vt:lpstr>-apple-system</vt:lpstr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37</cp:revision>
  <dcterms:created xsi:type="dcterms:W3CDTF">2023-05-06T17:01:55Z</dcterms:created>
  <dcterms:modified xsi:type="dcterms:W3CDTF">2024-09-07T18:22:01Z</dcterms:modified>
</cp:coreProperties>
</file>