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28" r:id="rId4"/>
    <p:sldId id="258" r:id="rId5"/>
    <p:sldId id="397" r:id="rId6"/>
    <p:sldId id="429" r:id="rId7"/>
    <p:sldId id="260" r:id="rId8"/>
    <p:sldId id="261" r:id="rId9"/>
    <p:sldId id="338" r:id="rId10"/>
    <p:sldId id="339" r:id="rId11"/>
    <p:sldId id="340" r:id="rId12"/>
    <p:sldId id="432" r:id="rId13"/>
    <p:sldId id="264" r:id="rId14"/>
    <p:sldId id="265" r:id="rId15"/>
    <p:sldId id="266" r:id="rId16"/>
    <p:sldId id="267" r:id="rId17"/>
    <p:sldId id="271" r:id="rId18"/>
    <p:sldId id="269" r:id="rId19"/>
    <p:sldId id="430" r:id="rId20"/>
    <p:sldId id="433" r:id="rId21"/>
    <p:sldId id="434" r:id="rId22"/>
    <p:sldId id="361" r:id="rId23"/>
    <p:sldId id="436" r:id="rId24"/>
    <p:sldId id="438" r:id="rId25"/>
    <p:sldId id="435" r:id="rId26"/>
    <p:sldId id="362" r:id="rId27"/>
    <p:sldId id="431" r:id="rId28"/>
    <p:sldId id="439" r:id="rId29"/>
    <p:sldId id="440" r:id="rId30"/>
    <p:sldId id="404" r:id="rId31"/>
    <p:sldId id="337" r:id="rId32"/>
    <p:sldId id="374" r:id="rId3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1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2D555360-B88A-4C0C-85AF-0E85E3C47EA1}"/>
    <pc:docChg chg="custSel addSld delSld modSld">
      <pc:chgData name="anaclaracosta116@gmail.com" userId="a793634777582c92" providerId="LiveId" clId="{2D555360-B88A-4C0C-85AF-0E85E3C47EA1}" dt="2023-11-11T20:14:56.266" v="457" actId="207"/>
      <pc:docMkLst>
        <pc:docMk/>
      </pc:docMkLst>
      <pc:sldChg chg="modSp mod">
        <pc:chgData name="anaclaracosta116@gmail.com" userId="a793634777582c92" providerId="LiveId" clId="{2D555360-B88A-4C0C-85AF-0E85E3C47EA1}" dt="2023-11-11T20:10:03.952" v="153" actId="113"/>
        <pc:sldMkLst>
          <pc:docMk/>
          <pc:sldMk cId="2786277918" sldId="269"/>
        </pc:sldMkLst>
        <pc:spChg chg="mod">
          <ac:chgData name="anaclaracosta116@gmail.com" userId="a793634777582c92" providerId="LiveId" clId="{2D555360-B88A-4C0C-85AF-0E85E3C47EA1}" dt="2023-11-11T20:10:03.952" v="153" actId="113"/>
          <ac:spMkLst>
            <pc:docMk/>
            <pc:sldMk cId="2786277918" sldId="26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D555360-B88A-4C0C-85AF-0E85E3C47EA1}" dt="2023-11-11T20:10:50.597" v="226" actId="2696"/>
        <pc:sldMkLst>
          <pc:docMk/>
          <pc:sldMk cId="1963412704" sldId="275"/>
        </pc:sldMkLst>
      </pc:sldChg>
      <pc:sldChg chg="del">
        <pc:chgData name="anaclaracosta116@gmail.com" userId="a793634777582c92" providerId="LiveId" clId="{2D555360-B88A-4C0C-85AF-0E85E3C47EA1}" dt="2023-11-11T20:10:56.354" v="228" actId="2696"/>
        <pc:sldMkLst>
          <pc:docMk/>
          <pc:sldMk cId="3172461034" sldId="292"/>
        </pc:sldMkLst>
      </pc:sldChg>
      <pc:sldChg chg="modSp mod">
        <pc:chgData name="anaclaracosta116@gmail.com" userId="a793634777582c92" providerId="LiveId" clId="{2D555360-B88A-4C0C-85AF-0E85E3C47EA1}" dt="2023-11-11T20:14:28.559" v="454" actId="207"/>
        <pc:sldMkLst>
          <pc:docMk/>
          <pc:sldMk cId="4141278968" sldId="337"/>
        </pc:sldMkLst>
        <pc:spChg chg="mod">
          <ac:chgData name="anaclaracosta116@gmail.com" userId="a793634777582c92" providerId="LiveId" clId="{2D555360-B88A-4C0C-85AF-0E85E3C47EA1}" dt="2023-11-11T20:14:28.559" v="454" actId="207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D555360-B88A-4C0C-85AF-0E85E3C47EA1}" dt="2023-11-11T20:13:14.605" v="449" actId="113"/>
        <pc:sldMkLst>
          <pc:docMk/>
          <pc:sldMk cId="2304799739" sldId="362"/>
        </pc:sldMkLst>
        <pc:spChg chg="mod">
          <ac:chgData name="anaclaracosta116@gmail.com" userId="a793634777582c92" providerId="LiveId" clId="{2D555360-B88A-4C0C-85AF-0E85E3C47EA1}" dt="2023-11-11T20:13:14.605" v="449" actId="113"/>
          <ac:spMkLst>
            <pc:docMk/>
            <pc:sldMk cId="2304799739" sldId="362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D555360-B88A-4C0C-85AF-0E85E3C47EA1}" dt="2023-11-11T20:10:53.033" v="227" actId="2696"/>
        <pc:sldMkLst>
          <pc:docMk/>
          <pc:sldMk cId="496775209" sldId="363"/>
        </pc:sldMkLst>
      </pc:sldChg>
      <pc:sldChg chg="modSp mod">
        <pc:chgData name="anaclaracosta116@gmail.com" userId="a793634777582c92" providerId="LiveId" clId="{2D555360-B88A-4C0C-85AF-0E85E3C47EA1}" dt="2023-11-11T20:14:56.266" v="457" actId="207"/>
        <pc:sldMkLst>
          <pc:docMk/>
          <pc:sldMk cId="1457828054" sldId="374"/>
        </pc:sldMkLst>
        <pc:spChg chg="mod">
          <ac:chgData name="anaclaracosta116@gmail.com" userId="a793634777582c92" providerId="LiveId" clId="{2D555360-B88A-4C0C-85AF-0E85E3C47EA1}" dt="2023-11-11T20:14:56.266" v="457" actId="207"/>
          <ac:spMkLst>
            <pc:docMk/>
            <pc:sldMk cId="1457828054" sldId="37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D555360-B88A-4C0C-85AF-0E85E3C47EA1}" dt="2023-11-11T20:09:24.568" v="150" actId="2696"/>
        <pc:sldMkLst>
          <pc:docMk/>
          <pc:sldMk cId="1924890712" sldId="419"/>
        </pc:sldMkLst>
      </pc:sldChg>
      <pc:sldChg chg="del">
        <pc:chgData name="anaclaracosta116@gmail.com" userId="a793634777582c92" providerId="LiveId" clId="{2D555360-B88A-4C0C-85AF-0E85E3C47EA1}" dt="2023-11-11T20:09:30.775" v="152" actId="2696"/>
        <pc:sldMkLst>
          <pc:docMk/>
          <pc:sldMk cId="2959604818" sldId="420"/>
        </pc:sldMkLst>
      </pc:sldChg>
      <pc:sldChg chg="del">
        <pc:chgData name="anaclaracosta116@gmail.com" userId="a793634777582c92" providerId="LiveId" clId="{2D555360-B88A-4C0C-85AF-0E85E3C47EA1}" dt="2023-11-11T20:12:59.358" v="444" actId="2696"/>
        <pc:sldMkLst>
          <pc:docMk/>
          <pc:sldMk cId="1428348416" sldId="421"/>
        </pc:sldMkLst>
      </pc:sldChg>
      <pc:sldChg chg="del">
        <pc:chgData name="anaclaracosta116@gmail.com" userId="a793634777582c92" providerId="LiveId" clId="{2D555360-B88A-4C0C-85AF-0E85E3C47EA1}" dt="2023-11-11T20:13:04.740" v="446" actId="2696"/>
        <pc:sldMkLst>
          <pc:docMk/>
          <pc:sldMk cId="3146147682" sldId="422"/>
        </pc:sldMkLst>
      </pc:sldChg>
      <pc:sldChg chg="del">
        <pc:chgData name="anaclaracosta116@gmail.com" userId="a793634777582c92" providerId="LiveId" clId="{2D555360-B88A-4C0C-85AF-0E85E3C47EA1}" dt="2023-11-11T20:13:09.592" v="448" actId="2696"/>
        <pc:sldMkLst>
          <pc:docMk/>
          <pc:sldMk cId="2857276053" sldId="423"/>
        </pc:sldMkLst>
      </pc:sldChg>
      <pc:sldChg chg="del">
        <pc:chgData name="anaclaracosta116@gmail.com" userId="a793634777582c92" providerId="LiveId" clId="{2D555360-B88A-4C0C-85AF-0E85E3C47EA1}" dt="2023-11-11T20:09:26.784" v="151" actId="2696"/>
        <pc:sldMkLst>
          <pc:docMk/>
          <pc:sldMk cId="1572523682" sldId="425"/>
        </pc:sldMkLst>
      </pc:sldChg>
      <pc:sldChg chg="del">
        <pc:chgData name="anaclaracosta116@gmail.com" userId="a793634777582c92" providerId="LiveId" clId="{2D555360-B88A-4C0C-85AF-0E85E3C47EA1}" dt="2023-11-11T20:13:02.011" v="445" actId="2696"/>
        <pc:sldMkLst>
          <pc:docMk/>
          <pc:sldMk cId="1826983380" sldId="426"/>
        </pc:sldMkLst>
      </pc:sldChg>
      <pc:sldChg chg="del">
        <pc:chgData name="anaclaracosta116@gmail.com" userId="a793634777582c92" providerId="LiveId" clId="{2D555360-B88A-4C0C-85AF-0E85E3C47EA1}" dt="2023-11-11T20:13:07.134" v="447" actId="2696"/>
        <pc:sldMkLst>
          <pc:docMk/>
          <pc:sldMk cId="2976937987" sldId="427"/>
        </pc:sldMkLst>
      </pc:sldChg>
      <pc:sldChg chg="modSp add mod">
        <pc:chgData name="anaclaracosta116@gmail.com" userId="a793634777582c92" providerId="LiveId" clId="{2D555360-B88A-4C0C-85AF-0E85E3C47EA1}" dt="2023-11-11T20:10:41.276" v="225" actId="113"/>
        <pc:sldMkLst>
          <pc:docMk/>
          <pc:sldMk cId="2296923805" sldId="430"/>
        </pc:sldMkLst>
        <pc:spChg chg="mod">
          <ac:chgData name="anaclaracosta116@gmail.com" userId="a793634777582c92" providerId="LiveId" clId="{2D555360-B88A-4C0C-85AF-0E85E3C47EA1}" dt="2023-11-11T20:10:41.276" v="225" actId="113"/>
          <ac:spMkLst>
            <pc:docMk/>
            <pc:sldMk cId="2296923805" sldId="430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2D555360-B88A-4C0C-85AF-0E85E3C47EA1}" dt="2023-11-11T20:13:20.944" v="451" actId="27636"/>
        <pc:sldMkLst>
          <pc:docMk/>
          <pc:sldMk cId="4293963046" sldId="431"/>
        </pc:sldMkLst>
        <pc:spChg chg="mod">
          <ac:chgData name="anaclaracosta116@gmail.com" userId="a793634777582c92" providerId="LiveId" clId="{2D555360-B88A-4C0C-85AF-0E85E3C47EA1}" dt="2023-11-11T20:13:20.944" v="451" actId="27636"/>
          <ac:spMkLst>
            <pc:docMk/>
            <pc:sldMk cId="4293963046" sldId="431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18/11/2023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18/11/2023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18/11/2023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18/11/2023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18/11/2023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18/11/2023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18/11/2023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986C84C-38D5-B781-F83C-768ECD7A5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870" y="-1"/>
            <a:ext cx="12225869" cy="6858001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tx1">
              <a:alpha val="81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5" y="2028616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32º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b="1" dirty="0">
                <a:latin typeface="Open Sans" panose="020B0606030504020204" pitchFamily="34" charset="0"/>
              </a:rPr>
              <a:t>EIS ME AQUI, EIS ME AQUI, SENHOR EIS QUE VENHO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EIS ME AQUI, EIS ME AQUI, FAÇA-SE EM MIM A TUA VONTADE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NO SENHOR EU ESPEREI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ELE SE INCLINOU PARA MIM</a:t>
            </a:r>
          </a:p>
          <a:p>
            <a:pPr algn="l"/>
            <a:r>
              <a:rPr lang="pt-BR" sz="7200" dirty="0">
                <a:latin typeface="Open Sans" panose="020B0606030504020204" pitchFamily="34" charset="0"/>
              </a:rPr>
              <a:t>E OUVIU O MEU GRITO</a:t>
            </a:r>
          </a:p>
          <a:p>
            <a:pPr algn="l"/>
            <a:r>
              <a:rPr lang="pt-BR" sz="7200" dirty="0">
                <a:latin typeface="Open Sans" panose="020B0606030504020204" pitchFamily="34" charset="0"/>
              </a:rPr>
              <a:t>ME LIBERTOU DA MORTE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2741687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293" y="823133"/>
            <a:ext cx="11413413" cy="603486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5400" dirty="0"/>
              <a:t>SENHOR, QUE SOIS O CAMINHO QUE LEVA AO PAI, TENDE PIEDADE DE NÓS.</a:t>
            </a:r>
          </a:p>
          <a:p>
            <a:pPr algn="just"/>
            <a:r>
              <a:rPr lang="pt-BR" sz="5400" b="1" dirty="0"/>
              <a:t>KYRIE, KYRIE ELEISON, KYRIE ELEISON, ELEISON</a:t>
            </a:r>
          </a:p>
          <a:p>
            <a:pPr algn="just"/>
            <a:r>
              <a:rPr lang="pt-BR" sz="5400" dirty="0"/>
              <a:t>CRISTO, QUE SOIS A VERDADE QUE ILUMINA OS POVOS, TENDE PIEDADE DE NÓS</a:t>
            </a:r>
          </a:p>
          <a:p>
            <a:pPr algn="just"/>
            <a:r>
              <a:rPr lang="pt-BR" sz="5400" b="1" dirty="0"/>
              <a:t>CHRISTE, CHRISTE ELEISON, CHRISTE ELEISON, ELEISON</a:t>
            </a:r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293" y="823133"/>
            <a:ext cx="11413413" cy="6034867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SENHOR, QUE SOIS A VIDA QUE RENOVA O MUNDO</a:t>
            </a:r>
          </a:p>
          <a:p>
            <a:pPr algn="just"/>
            <a:r>
              <a:rPr lang="pt-BR" sz="6000" b="1" dirty="0"/>
              <a:t>KYRIE, KYRIE ELEISON, KYRIE ELEISON, ELEISON</a:t>
            </a:r>
          </a:p>
        </p:txBody>
      </p:sp>
    </p:spTree>
    <p:extLst>
      <p:ext uri="{BB962C8B-B14F-4D97-AF65-F5344CB8AC3E}">
        <p14:creationId xmlns:p14="http://schemas.microsoft.com/office/powerpoint/2010/main" val="3065263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3900" b="1" dirty="0"/>
              <a:t>GLÓRIA A DEUS NAS ALTURAS E PAZ NA TERRA AOS HOMENS POR ELE AMADOS! </a:t>
            </a:r>
          </a:p>
          <a:p>
            <a:pPr algn="just"/>
            <a:endParaRPr lang="pt-BR" sz="6000" dirty="0"/>
          </a:p>
          <a:p>
            <a:pPr algn="just"/>
            <a:r>
              <a:rPr lang="pt-BR" sz="13900" dirty="0"/>
              <a:t>SENHOR DEUS, REI DOS CÉUS, DEUS PAI TODO PODEROSO</a:t>
            </a:r>
          </a:p>
          <a:p>
            <a:pPr algn="just"/>
            <a:endParaRPr lang="pt-BR" sz="9600" dirty="0"/>
          </a:p>
          <a:p>
            <a:pPr algn="just"/>
            <a:r>
              <a:rPr lang="pt-BR" sz="12000" dirty="0"/>
              <a:t>NÓS VOS LOUVAMOS, NÓS VOS BENDIZEMOS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just"/>
            <a:endParaRPr lang="pt-BR" sz="11000" dirty="0"/>
          </a:p>
          <a:p>
            <a:pPr algn="l"/>
            <a:r>
              <a:rPr lang="pt-BR" sz="10900" dirty="0"/>
              <a:t>SENHOR JESUS CRISTO, FILHO UNIGÊNITO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1381510" cy="5971309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400" dirty="0"/>
              <a:t>SENHOR DEUS, CORDEIRO DE DEUS, FILHO DE DEUS PAI</a:t>
            </a:r>
          </a:p>
          <a:p>
            <a:pPr algn="l"/>
            <a:endParaRPr lang="pt-BR" sz="5400" dirty="0"/>
          </a:p>
          <a:p>
            <a:pPr algn="l"/>
            <a:r>
              <a:rPr lang="pt-BR" sz="7000" b="1" dirty="0"/>
              <a:t>GLÓRIA A DEUS NAS ALTURAS E PAZ NA TERRA AOS HOMENS POR ELE AMADOS! </a:t>
            </a:r>
          </a:p>
          <a:p>
            <a:pPr algn="l"/>
            <a:endParaRPr lang="pt-BR" sz="5400" dirty="0"/>
          </a:p>
          <a:p>
            <a:pPr algn="l"/>
            <a:r>
              <a:rPr lang="pt-BR" sz="5600" dirty="0"/>
              <a:t>VÓS QUE TIRAIS O PECADO DO MUNDO,</a:t>
            </a:r>
          </a:p>
          <a:p>
            <a:pPr algn="l"/>
            <a:r>
              <a:rPr lang="pt-BR" sz="56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3500" dirty="0"/>
              <a:t>VÓS QUE TIRAIS O PECADO DO MUNDO,  ACOLHEI A NOSSA SÚPLICA</a:t>
            </a:r>
            <a:endParaRPr lang="pt-BR" sz="18000" dirty="0"/>
          </a:p>
          <a:p>
            <a:pPr algn="just"/>
            <a:endParaRPr lang="pt-BR" sz="12300" dirty="0"/>
          </a:p>
          <a:p>
            <a:pPr algn="just"/>
            <a:r>
              <a:rPr lang="pt-BR" sz="15000" dirty="0"/>
              <a:t>VÓS QUE ESTAIS À DIREITA DO PAI, TENDE PIEDADE DE NÓS</a:t>
            </a:r>
          </a:p>
          <a:p>
            <a:pPr algn="just"/>
            <a:endParaRPr lang="pt-BR" sz="15000" dirty="0"/>
          </a:p>
          <a:p>
            <a:pPr algn="just"/>
            <a:r>
              <a:rPr lang="pt-BR" sz="15000" dirty="0"/>
              <a:t>SÓ VÓS SOIS SANTO, SÓ VÓS O SENHOR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3500" dirty="0"/>
              <a:t>SÓ VÓS O ALTÍSSIMO, JESUS CRISTO, </a:t>
            </a:r>
          </a:p>
          <a:p>
            <a:pPr algn="just"/>
            <a:endParaRPr lang="pt-BR" sz="13500" dirty="0"/>
          </a:p>
          <a:p>
            <a:pPr algn="just"/>
            <a:r>
              <a:rPr lang="pt-BR" sz="13500" dirty="0"/>
              <a:t>COM O ESPÍRITO SANTO NA GLÓRIA DE DEUS PAI.</a:t>
            </a:r>
          </a:p>
          <a:p>
            <a:pPr algn="just"/>
            <a:endParaRPr lang="pt-BR" sz="13500" dirty="0"/>
          </a:p>
          <a:p>
            <a:pPr algn="just"/>
            <a:r>
              <a:rPr lang="pt-BR" sz="13500" b="1" dirty="0"/>
              <a:t>GLÓRIA A DEUS NAS ALTURAS E PAZ NA TERRA AOS HOMENS POR ELE AMADOS! </a:t>
            </a:r>
            <a:r>
              <a:rPr lang="pt-BR" sz="13500" dirty="0"/>
              <a:t>AMÉM!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3718063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19"/>
            <a:ext cx="10374791" cy="1779445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FELIZES OS QUE TEMEM O SENHOR E TRILHAM SEUS CAMINHOS!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dirty="0"/>
          </a:p>
          <a:p>
            <a:r>
              <a:rPr lang="pt-BR" sz="4800" dirty="0"/>
              <a:t>FICAI EM MIM, E EU EM VÓS HEI DE FICAR, DIZ O SENHOR, QUEM EM MIM PERMANECE, ESSE DÁ MUITO FRUTO.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BOM É LOUVAR O SENHOR, NOSSO DEUS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CANTAR SALMOS AO NOME DO ALTÍSSIMO,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COM ALEGRIA ACLAMAR SEU AMOR,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SUA GLÓRIA, BONDADE E PODER.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1. COMO TUAS OBRAS ME ALEGRAM, SENHOR,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OS TEUS PRODÍGIOS SUSCITAM LOUVOR.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TUA PRESENÇA EU CONTEMPLO NO CÉU,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OLHO A TERRA TAMBÉM NELA ESTÁS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296923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BOM É LOUVAR O SENHOR, NOSSO DEUS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CANTAR SALMOS AO NOME DO ALTÍSSIMO,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COM ALEGRIA ACLAMAR SEU AMOR,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SUA GLÓRIA, BONDADE E PODER.</a:t>
            </a:r>
          </a:p>
        </p:txBody>
      </p:sp>
    </p:spTree>
    <p:extLst>
      <p:ext uri="{BB962C8B-B14F-4D97-AF65-F5344CB8AC3E}">
        <p14:creationId xmlns:p14="http://schemas.microsoft.com/office/powerpoint/2010/main" val="3699951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2. TU ENGRANDECES O HOMEM MORTAL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DA NATUREZA ELE É REI E SENHOR.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DE HONRA O COROASTE, DE GLÓRIA E PODER,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POUCO MENOS QUE AOS ANJOS DO CÉU.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251855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SANTO, SANTO, SANTO!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SENHOR DEUS DO UNIVERSO.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O CÉU E TERRA PROCLAMAM,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PROCLAMAM A VOSSA GLÓRIA!</a:t>
            </a:r>
          </a:p>
          <a:p>
            <a:pPr algn="l"/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HOSANA, HOSANA, HOSANA!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HOSANA NAS ALTURAS! (BIS)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4396714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BENDITO O QUE VEM,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EM NOME DO SENHOR,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BENDITO O QUE VEM,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EM NOME DO SENHOR!</a:t>
            </a:r>
          </a:p>
          <a:p>
            <a:pPr algn="l"/>
            <a:endParaRPr lang="pt-BR" sz="66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HOSANA, HOSANA, HOSANA!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HOSANA NAS ALTURAS! (BIS)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1253576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23380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SENHOR, TU ME ENTREGASTES CINCO TALENTOS</a:t>
            </a:r>
          </a:p>
          <a:p>
            <a:pPr algn="l"/>
            <a:r>
              <a:rPr lang="pt-BR" sz="7200" b="1" dirty="0">
                <a:solidFill>
                  <a:srgbClr val="000000"/>
                </a:solidFill>
                <a:latin typeface="-apple-system"/>
              </a:rPr>
              <a:t>AQUI ESTÃO MAIS CINCO QUE LUCREI</a:t>
            </a:r>
          </a:p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PARABÉNS SERVO BOM E FIEL</a:t>
            </a:r>
          </a:p>
          <a:p>
            <a:pPr algn="l"/>
            <a:r>
              <a:rPr lang="pt-BR" sz="7200" b="1" dirty="0">
                <a:solidFill>
                  <a:srgbClr val="000000"/>
                </a:solidFill>
                <a:latin typeface="-apple-system"/>
              </a:rPr>
              <a:t>VEM PARTICIPAR DA ALEGRIA DO SENHOR</a:t>
            </a:r>
            <a:endParaRPr lang="pt-BR" sz="72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1. FELIZ O HOMEM SEM PECADO EM SEU CAMINHO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QUE NA LEI DO SENHOR DEUS VAI PROGREDINDO!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FELIZ O HOMEM QUE OBSERVA SEUS PRECEITOS,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 DE TODO O CORAÇÃO PROCURA A DEUS!</a:t>
            </a: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2939630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SENHOR, TU ME ENTREGASTES CINCO TALENTOS</a:t>
            </a:r>
          </a:p>
          <a:p>
            <a:pPr algn="l"/>
            <a:r>
              <a:rPr lang="pt-BR" sz="7200" b="1" dirty="0">
                <a:solidFill>
                  <a:srgbClr val="000000"/>
                </a:solidFill>
                <a:latin typeface="-apple-system"/>
              </a:rPr>
              <a:t>AQUI ESTÃO MAIS CINCO QUE LUCREI</a:t>
            </a:r>
          </a:p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PARABÉNS SERVO BOM E FIEL</a:t>
            </a:r>
          </a:p>
          <a:p>
            <a:pPr algn="l"/>
            <a:r>
              <a:rPr lang="pt-BR" sz="7200" b="1" dirty="0">
                <a:solidFill>
                  <a:srgbClr val="000000"/>
                </a:solidFill>
                <a:latin typeface="-apple-system"/>
              </a:rPr>
              <a:t>VEM PARTICIPAR DA ALEGRIA DO SENHOR</a:t>
            </a:r>
            <a:endParaRPr lang="pt-BR" sz="72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4873178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2. OS VOSSOS MANDAMENTOS VÓS NOS DESTES,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PARA SEREM FIELMENTE OBSERVADOS.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OXALÁ SEJA BEM FIRME A MINHA VIDA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EM CUMPRIR VOSSA VONTADE E VOSSA LEI!</a:t>
            </a:r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2766826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957721"/>
            <a:ext cx="11893122" cy="633812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400" b="0" i="0" dirty="0">
                <a:effectLst/>
                <a:latin typeface="Open Sans" panose="020B0606030504020204" pitchFamily="34" charset="0"/>
              </a:rPr>
              <a:t>1. PELAS ESTRADAS DA VIDA,</a:t>
            </a:r>
          </a:p>
          <a:p>
            <a:pPr algn="l"/>
            <a:r>
              <a:rPr lang="pt-BR" sz="5400" b="0" i="0" dirty="0">
                <a:effectLst/>
                <a:latin typeface="Open Sans" panose="020B0606030504020204" pitchFamily="34" charset="0"/>
              </a:rPr>
              <a:t>NUNCA SOZINHO ESTÁS.</a:t>
            </a:r>
          </a:p>
          <a:p>
            <a:pPr algn="l"/>
            <a:r>
              <a:rPr lang="pt-BR" sz="5400" b="0" i="0" dirty="0">
                <a:effectLst/>
                <a:latin typeface="Open Sans" panose="020B0606030504020204" pitchFamily="34" charset="0"/>
              </a:rPr>
              <a:t>CONTIGO PELO CAMINHO,</a:t>
            </a:r>
          </a:p>
          <a:p>
            <a:pPr algn="l"/>
            <a:r>
              <a:rPr lang="pt-BR" sz="5400" b="0" i="0" dirty="0">
                <a:effectLst/>
                <a:latin typeface="Open Sans" panose="020B0606030504020204" pitchFamily="34" charset="0"/>
              </a:rPr>
              <a:t>SANTA MARIA VAI.</a:t>
            </a:r>
          </a:p>
          <a:p>
            <a:pPr algn="l"/>
            <a:endParaRPr lang="pt-BR" sz="5400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Ó VEM CONOSCO, VEM CAMINHAR,</a:t>
            </a: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SANTA MARIA VEM.</a:t>
            </a: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Ó VEM CONOSCO, VEM CAMINHAR,</a:t>
            </a: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SANTA MARIA VEM.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4800" b="0" i="0" dirty="0">
                <a:effectLst/>
                <a:latin typeface="Open Sans" panose="020B0606030504020204" pitchFamily="34" charset="0"/>
              </a:rPr>
              <a:t>2. MESMO QUE DIGAM OS HOMENS,</a:t>
            </a:r>
          </a:p>
          <a:p>
            <a:pPr algn="l"/>
            <a:r>
              <a:rPr lang="pt-BR" sz="4800" b="0" i="0" dirty="0">
                <a:effectLst/>
                <a:latin typeface="Open Sans" panose="020B0606030504020204" pitchFamily="34" charset="0"/>
              </a:rPr>
              <a:t>TU NADA PODES MUDAR</a:t>
            </a:r>
          </a:p>
          <a:p>
            <a:pPr algn="l"/>
            <a:r>
              <a:rPr lang="pt-BR" sz="4800" b="0" i="0" dirty="0">
                <a:effectLst/>
                <a:latin typeface="Open Sans" panose="020B0606030504020204" pitchFamily="34" charset="0"/>
              </a:rPr>
              <a:t>LUTA POR UM MUNDO NOVO</a:t>
            </a:r>
          </a:p>
          <a:p>
            <a:pPr algn="l"/>
            <a:r>
              <a:rPr lang="pt-BR" sz="4800" b="0" i="0" dirty="0">
                <a:effectLst/>
                <a:latin typeface="Open Sans" panose="020B0606030504020204" pitchFamily="34" charset="0"/>
              </a:rPr>
              <a:t>DE UNIDADE E PAZ.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8406</TotalTime>
  <Words>736</Words>
  <Application>Microsoft Office PowerPoint</Application>
  <PresentationFormat>Widescreen</PresentationFormat>
  <Paragraphs>130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8" baseType="lpstr">
      <vt:lpstr>-apple-system</vt:lpstr>
      <vt:lpstr>Arial</vt:lpstr>
      <vt:lpstr>Calibri</vt:lpstr>
      <vt:lpstr>Calibri Light</vt:lpstr>
      <vt:lpstr>Open Sans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46</cp:revision>
  <dcterms:created xsi:type="dcterms:W3CDTF">2023-05-06T17:01:55Z</dcterms:created>
  <dcterms:modified xsi:type="dcterms:W3CDTF">2023-11-18T20:19:03Z</dcterms:modified>
</cp:coreProperties>
</file>