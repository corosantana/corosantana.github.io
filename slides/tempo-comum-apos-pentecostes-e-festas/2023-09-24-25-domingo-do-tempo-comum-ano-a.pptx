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258" r:id="rId5"/>
    <p:sldId id="259" r:id="rId6"/>
    <p:sldId id="397" r:id="rId7"/>
    <p:sldId id="398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269" r:id="rId20"/>
    <p:sldId id="376" r:id="rId21"/>
    <p:sldId id="384" r:id="rId22"/>
    <p:sldId id="292" r:id="rId23"/>
    <p:sldId id="275" r:id="rId24"/>
    <p:sldId id="363" r:id="rId25"/>
    <p:sldId id="361" r:id="rId26"/>
    <p:sldId id="362" r:id="rId27"/>
    <p:sldId id="399" r:id="rId28"/>
    <p:sldId id="408" r:id="rId29"/>
    <p:sldId id="404" r:id="rId30"/>
    <p:sldId id="337" r:id="rId31"/>
    <p:sldId id="374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C63665-464B-33CC-B2D3-3181C8E47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90" b="32247"/>
          <a:stretch/>
        </p:blipFill>
        <p:spPr>
          <a:xfrm>
            <a:off x="0" y="0"/>
            <a:ext cx="12192000" cy="676498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25º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GRANDE É O SENHOR E MUITO DIGNO DE LOUVORES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NA CIDADE ONDE ELE MORA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>
                <a:solidFill>
                  <a:srgbClr val="131313"/>
                </a:solidFill>
                <a:effectLst/>
              </a:rPr>
              <a:t>SENHOR, QUE SOIS O CAMINHO QUE LEVA AO PAI</a:t>
            </a:r>
          </a:p>
          <a:p>
            <a:pPr algn="l"/>
            <a:endParaRPr lang="pt-BR" sz="440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6000" b="1"/>
              <a:t>TENDE PIEDADE DE NÓS, </a:t>
            </a:r>
          </a:p>
          <a:p>
            <a:pPr algn="l"/>
            <a:r>
              <a:rPr lang="pt-BR" sz="6000" b="1"/>
              <a:t>SENHOR, TENDE PIEDADE DE NÓS.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381E0B2-1EB0-211C-2D96-1CA622D24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>
                <a:solidFill>
                  <a:srgbClr val="131313"/>
                </a:solidFill>
                <a:effectLst/>
              </a:rPr>
              <a:t>CRISTO, QUE SOIS A VERDADE QUE ILUMINA OS POVOS</a:t>
            </a:r>
          </a:p>
          <a:p>
            <a:pPr algn="l"/>
            <a:endParaRPr lang="pt-BR" sz="6000">
              <a:solidFill>
                <a:srgbClr val="131313"/>
              </a:solidFill>
            </a:endParaRPr>
          </a:p>
          <a:p>
            <a:pPr algn="l"/>
            <a:r>
              <a:rPr lang="pt-BR" sz="6000" b="1"/>
              <a:t>TENDE PIEDADE DE NÓS, </a:t>
            </a:r>
          </a:p>
          <a:p>
            <a:pPr algn="l"/>
            <a:r>
              <a:rPr lang="pt-BR" sz="6000" b="1"/>
              <a:t>CRISTO, TENDE PIEDADE DE NÓS.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199820" cy="5347855"/>
          </a:xfrm>
        </p:spPr>
        <p:txBody>
          <a:bodyPr>
            <a:normAutofit/>
          </a:bodyPr>
          <a:lstStyle/>
          <a:p>
            <a:pPr algn="l"/>
            <a:r>
              <a:rPr lang="pt-BR" sz="6000" b="0" i="0">
                <a:solidFill>
                  <a:srgbClr val="131313"/>
                </a:solidFill>
                <a:effectLst/>
              </a:rPr>
              <a:t>SENHOR, QUE SOIS A VIDA QUE RENOVA O MUNDO</a:t>
            </a:r>
          </a:p>
          <a:p>
            <a:pPr algn="l"/>
            <a:endParaRPr lang="pt-BR" sz="6000">
              <a:solidFill>
                <a:srgbClr val="131313"/>
              </a:solidFill>
            </a:endParaRPr>
          </a:p>
          <a:p>
            <a:pPr algn="l"/>
            <a:r>
              <a:rPr lang="pt-BR" sz="6000" b="1"/>
              <a:t>TENDE PIEDADE DE NÓS, </a:t>
            </a:r>
          </a:p>
          <a:p>
            <a:pPr algn="l"/>
            <a:r>
              <a:rPr lang="pt-BR" sz="6000" b="1"/>
              <a:t>SENHOR, TENDE PIEDADE DE NÓS.</a:t>
            </a:r>
            <a:endParaRPr lang="pt-BR" sz="6000"/>
          </a:p>
          <a:p>
            <a:pPr algn="l"/>
            <a:endParaRPr lang="pt-BR" sz="6000" b="0" i="0">
              <a:solidFill>
                <a:srgbClr val="131313"/>
              </a:solidFill>
              <a:effectLst/>
            </a:endParaRPr>
          </a:p>
          <a:p>
            <a:pPr algn="just"/>
            <a:endParaRPr lang="pt-BR" sz="6000"/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endParaRPr lang="pt-BR" sz="6000" b="1" i="0">
              <a:effectLst/>
            </a:endParaRPr>
          </a:p>
          <a:p>
            <a:pPr algn="just"/>
            <a:r>
              <a:rPr lang="pt-BR" sz="6000" b="1" i="0">
                <a:effectLst/>
              </a:rPr>
              <a:t>GLÓRIA A DEUS NAS ALTURAS E PAZ NA TERRA AOS HOMENS POR ELE AMADOS</a:t>
            </a:r>
          </a:p>
          <a:p>
            <a:pPr algn="just"/>
            <a:endParaRPr lang="pt-BR" sz="6000" b="1"/>
          </a:p>
          <a:p>
            <a:pPr algn="just"/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5138C3B0-7F37-6D30-49ED-91E3B5E07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/>
              <a:t>SENHOR DEUS, REI DOS CÉUS, DEUS PAI TODO-PODEROSO</a:t>
            </a:r>
          </a:p>
          <a:p>
            <a:pPr algn="l"/>
            <a:endParaRPr lang="pt-BR" sz="48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l"/>
            <a:r>
              <a:rPr lang="pt-BR" sz="4800" b="0" i="0">
                <a:effectLst/>
              </a:rPr>
              <a:t>NÓS VOS LOUVAMOS, NÓS VOS BENDIZEMOS</a:t>
            </a:r>
          </a:p>
          <a:p>
            <a:pPr algn="l"/>
            <a:endParaRPr lang="pt-BR" sz="4800"/>
          </a:p>
          <a:p>
            <a:pPr algn="l"/>
            <a:r>
              <a:rPr lang="pt-BR" sz="4000" b="0" i="0">
                <a:effectLst/>
                <a:latin typeface="Arial" panose="020B0604020202020204" pitchFamily="34" charset="0"/>
              </a:rPr>
              <a:t>NÓS VOS ADORAMOS, NÓS VOS GLORIFICAMOS</a:t>
            </a:r>
            <a:endParaRPr lang="pt-BR" sz="4800" b="0" i="0">
              <a:effectLst/>
            </a:endParaRPr>
          </a:p>
          <a:p>
            <a:pPr algn="just"/>
            <a:endParaRPr lang="pt-BR" sz="48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endParaRPr lang="pt-BR" sz="6000" b="1"/>
          </a:p>
          <a:p>
            <a:pPr algn="just"/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287F2A5-95C9-DAC4-EFF7-25B68F80D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l"/>
            <a:r>
              <a:rPr lang="pt-BR" sz="4400" b="0" i="0">
                <a:effectLst/>
                <a:latin typeface="Arial" panose="020B0604020202020204" pitchFamily="34" charset="0"/>
              </a:rPr>
              <a:t>NÓS VOS DAMOS GRAÇAS, POR VOSSA IMENSA GLÓRIA</a:t>
            </a:r>
          </a:p>
          <a:p>
            <a:pPr algn="l"/>
            <a:endParaRPr lang="pt-BR" sz="4400"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effectLst/>
                <a:latin typeface="Arial" panose="020B0604020202020204" pitchFamily="34" charset="0"/>
              </a:rPr>
              <a:t>SENHOR JESUS CRISTO, FILHO UNIGENITO</a:t>
            </a:r>
          </a:p>
          <a:p>
            <a:pPr algn="l"/>
            <a:endParaRPr lang="pt-BR" sz="4400" b="0" i="0">
              <a:effectLst/>
            </a:endParaRPr>
          </a:p>
          <a:p>
            <a:pPr algn="l"/>
            <a:r>
              <a:rPr lang="pt-BR" sz="4400" b="0" i="0">
                <a:effectLst/>
                <a:latin typeface="Arial" panose="020B0604020202020204" pitchFamily="34" charset="0"/>
              </a:rPr>
              <a:t>SENHOR DEUS, CORDEIRO DE DEUS, FILHO DE DEUS PAI</a:t>
            </a:r>
            <a:endParaRPr lang="pt-BR" sz="4400" b="0" i="0">
              <a:effectLst/>
            </a:endParaRPr>
          </a:p>
          <a:p>
            <a:pPr algn="l"/>
            <a:endParaRPr lang="pt-BR" sz="4800"/>
          </a:p>
          <a:p>
            <a:pPr algn="just"/>
            <a:endParaRPr lang="pt-BR" sz="48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endParaRPr lang="pt-BR" sz="6000" b="1"/>
          </a:p>
          <a:p>
            <a:pPr algn="just"/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2177B2C-F265-CA70-2F18-F3FDEB81A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VÓS QUE TIRAIS O PECADO DO MUNDO, TENDE PIEDADE DE NÓS</a:t>
            </a:r>
          </a:p>
          <a:p>
            <a:pPr algn="l"/>
            <a:endParaRPr lang="pt-BR" sz="4400"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VÓS QUE TIRAIS O PECADO DO MUNDO, ACOLHEI A NOSSA SÚPLICA</a:t>
            </a:r>
          </a:p>
          <a:p>
            <a:pPr algn="l"/>
            <a:endParaRPr lang="pt-BR" sz="44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VÓS QUE ESTAIS À DIREITA DO PAI, TENDE PIEDADE DE NÓS</a:t>
            </a:r>
            <a:endParaRPr lang="pt-BR" sz="44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endParaRPr lang="pt-BR" sz="6000" b="1"/>
          </a:p>
          <a:p>
            <a:pPr algn="just"/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1212401-379A-8604-D19B-493545D82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SÓ VÓS SOIS O SANTO; SÓ VÓS, O SENHOR</a:t>
            </a:r>
          </a:p>
          <a:p>
            <a:pPr algn="l"/>
            <a:endParaRPr lang="pt-BR" sz="4400"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SÓ VÓS, O ALTÍSSIMO, JESUS CRISTO</a:t>
            </a:r>
          </a:p>
          <a:p>
            <a:pPr algn="l"/>
            <a:endParaRPr lang="pt-BR" sz="44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 O ESPÍRITO SANTO NA GLÓRIA DE DEUS PAI.</a:t>
            </a:r>
          </a:p>
          <a:p>
            <a:pPr algn="l"/>
            <a:endParaRPr lang="pt-BR" sz="440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l"/>
            <a:r>
              <a:rPr lang="pt-B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AMÉM</a:t>
            </a:r>
            <a:endParaRPr lang="pt-BR" sz="4400" b="1"/>
          </a:p>
          <a:p>
            <a:pPr algn="just"/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O SENHOR ESTÁ PERTO DA PESSOA QUE O INVOCA!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</a:t>
            </a:r>
            <a:r>
              <a:rPr lang="pt-BR" sz="4800" b="1"/>
              <a:t>, ALELUIA</a:t>
            </a:r>
            <a:endParaRPr lang="pt-BR" sz="4800" b="1" dirty="0"/>
          </a:p>
          <a:p>
            <a:endParaRPr lang="pt-BR" sz="4800" b="1" dirty="0"/>
          </a:p>
          <a:p>
            <a:r>
              <a:rPr lang="pt-BR" sz="4800" dirty="0"/>
              <a:t>Vinde abrir o nosso coração, Senhor; ó Senhor, abri o nosso coração, e, então, do vosso filho a palavra, poderemos acolher com muito amor!</a:t>
            </a:r>
          </a:p>
          <a:p>
            <a:endParaRPr lang="pt-BR" sz="4800" b="1" dirty="0"/>
          </a:p>
          <a:p>
            <a:r>
              <a:rPr lang="pt-BR" sz="4800" b="1" dirty="0"/>
              <a:t>ALELUIA, ALELUIA</a:t>
            </a:r>
            <a:r>
              <a:rPr lang="pt-BR" sz="4800" b="1"/>
              <a:t>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403" y="997530"/>
            <a:ext cx="11403193" cy="5527962"/>
          </a:xfrm>
        </p:spPr>
        <p:txBody>
          <a:bodyPr>
            <a:normAutofit/>
          </a:bodyPr>
          <a:lstStyle/>
          <a:p>
            <a:pPr algn="l"/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A MESA SANTA QUE PREPARAMOS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MÃOS QUE SE ELEVAM A TI, Ó SENHOR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O PÃO E O VINHO, FRUTOS DA TERRA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DURO TRABALHO, CARINHO E AMOR</a:t>
            </a:r>
          </a:p>
          <a:p>
            <a:pPr algn="l"/>
            <a:endParaRPr lang="pt-BR" sz="4400">
              <a:solidFill>
                <a:srgbClr val="2A2A2A"/>
              </a:solidFill>
              <a:latin typeface="Noto Sans" panose="020B0502040504020204" pitchFamily="34" charset="0"/>
            </a:endParaRPr>
          </a:p>
          <a:p>
            <a:pPr algn="l"/>
            <a:r>
              <a:rPr lang="pt-BR" sz="4400" b="1" i="0">
                <a:solidFill>
                  <a:srgbClr val="2A2A2A"/>
                </a:solidFill>
                <a:effectLst/>
              </a:rPr>
              <a:t>OH, RECEBE, SENHOR!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2A7C8A2E-E05C-AB11-A242-34C662FE5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0957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FLORES, ESPINHOS, DOR E ALEGRIA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PAIS, MÃES E FILHOS DIANTE DO ALTAR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A NOSSA OFERTA EM NOVA FESTA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A NOSSA DOR VEM, SENHOR, TRANSFORMAR</a:t>
            </a:r>
          </a:p>
          <a:p>
            <a:pPr algn="l"/>
            <a:endParaRPr lang="pt-BR" sz="4400">
              <a:solidFill>
                <a:srgbClr val="2A2A2A"/>
              </a:solidFill>
              <a:latin typeface="Noto Sans" panose="020B0502040504020204" pitchFamily="34" charset="0"/>
            </a:endParaRPr>
          </a:p>
          <a:p>
            <a:pPr algn="l"/>
            <a:r>
              <a:rPr lang="pt-BR" sz="4400" b="1" i="0">
                <a:solidFill>
                  <a:srgbClr val="2A2A2A"/>
                </a:solidFill>
                <a:effectLst/>
              </a:rPr>
              <a:t>OH, RECEBE, SENHOR!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E103042-8C17-80F8-56DB-02B540478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2" y="1109570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A VIDA NOVA, NOVA FAMÍLIA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QUE CELEBRAMOS, AQUI TEM LUGAR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TUA BONDADE VEM COM FARTURA</a:t>
            </a:r>
            <a:br>
              <a:rPr lang="pt-BR" sz="4800"/>
            </a:br>
            <a:r>
              <a:rPr lang="pt-BR" sz="4800" b="0" i="0">
                <a:solidFill>
                  <a:srgbClr val="2A2A2A"/>
                </a:solidFill>
                <a:effectLst/>
                <a:latin typeface="Noto Sans" panose="020B0502040504020204" pitchFamily="34" charset="0"/>
              </a:rPr>
              <a:t>É SÓ SABER REUNIR, PARTILHAR!</a:t>
            </a:r>
          </a:p>
          <a:p>
            <a:pPr algn="l"/>
            <a:endParaRPr lang="pt-BR" sz="4800">
              <a:solidFill>
                <a:srgbClr val="2A2A2A"/>
              </a:solidFill>
              <a:latin typeface="Noto Sans" panose="020B0502040504020204" pitchFamily="34" charset="0"/>
            </a:endParaRPr>
          </a:p>
          <a:p>
            <a:pPr algn="l"/>
            <a:r>
              <a:rPr lang="pt-BR" sz="4400" b="1" i="0">
                <a:solidFill>
                  <a:srgbClr val="2A2A2A"/>
                </a:solidFill>
                <a:effectLst/>
              </a:rPr>
              <a:t>OH, RECEBE, SENHOR!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8351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>
                <a:solidFill>
                  <a:srgbClr val="131313"/>
                </a:solidFill>
                <a:effectLst/>
              </a:rPr>
              <a:t>QUE EU VOS CANTE, Ó SENHOR, PELO BEM QUE ME FIZESTES! (2X)</a:t>
            </a:r>
          </a:p>
          <a:p>
            <a:pPr algn="l"/>
            <a:endParaRPr lang="pt-BR" sz="6000" b="1">
              <a:solidFill>
                <a:srgbClr val="131313"/>
              </a:solidFill>
            </a:endParaRPr>
          </a:p>
          <a:p>
            <a:pPr algn="l"/>
            <a:r>
              <a:rPr lang="pt-BR" sz="4800" b="0" i="0">
                <a:solidFill>
                  <a:srgbClr val="131313"/>
                </a:solidFill>
                <a:effectLst/>
              </a:rPr>
              <a:t>ATÉ QUANDO, Ó SENHOR, ME ESQUECEREIS?  ATÉ QUANDO ESCONDEREIS A VOSSA FACE? </a:t>
            </a:r>
            <a:endParaRPr lang="pt-BR" sz="6000" b="1" i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4800" b="0" i="0">
                <a:solidFill>
                  <a:srgbClr val="131313"/>
                </a:solidFill>
                <a:effectLst/>
              </a:rPr>
              <a:t>ATÉ QUANDO ESTARÁ TRISTE A MINHA ALMA  </a:t>
            </a:r>
          </a:p>
          <a:p>
            <a:pPr algn="l"/>
            <a:r>
              <a:rPr lang="pt-BR" sz="4800" b="0" i="0">
                <a:solidFill>
                  <a:srgbClr val="131313"/>
                </a:solidFill>
                <a:effectLst/>
              </a:rPr>
              <a:t>E O CORAÇÃO ANGUSTIADO A CADA DIA? </a:t>
            </a:r>
            <a:endParaRPr lang="pt-BR" sz="6000" b="1">
              <a:solidFill>
                <a:srgbClr val="131313"/>
              </a:solidFill>
            </a:endParaRP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A939B42-C62A-0F7A-4050-5046A5542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>
                <a:solidFill>
                  <a:srgbClr val="131313"/>
                </a:solidFill>
                <a:effectLst/>
              </a:rPr>
              <a:t>QUE EU VOS CANTE, Ó SENHOR, PELO BEM QUE ME FIZESTES! (2X)</a:t>
            </a:r>
          </a:p>
          <a:p>
            <a:pPr algn="l"/>
            <a:endParaRPr lang="pt-BR" sz="6000" b="1">
              <a:solidFill>
                <a:srgbClr val="131313"/>
              </a:solidFill>
            </a:endParaRPr>
          </a:p>
          <a:p>
            <a:pPr algn="l"/>
            <a:r>
              <a:rPr lang="pt-BR" sz="5200" b="0" i="0">
                <a:effectLst/>
              </a:rPr>
              <a:t>ATÉ QUANDO O INIMIGO SE ERGUERÁ? </a:t>
            </a:r>
          </a:p>
          <a:p>
            <a:pPr algn="l"/>
            <a:r>
              <a:rPr lang="pt-BR" sz="5200" b="0" i="0">
                <a:effectLst/>
              </a:rPr>
              <a:t>OLHAI, SENHOR, MEU DEUS, E RESPONDEI-ME! </a:t>
            </a:r>
          </a:p>
          <a:p>
            <a:pPr algn="l"/>
            <a:r>
              <a:rPr lang="pt-BR" sz="5200" b="0" i="0">
                <a:effectLst/>
              </a:rPr>
              <a:t>NÃO DEIXEIS QUE SE ME APAGUE A LUZ DOS OLHOS </a:t>
            </a:r>
          </a:p>
          <a:p>
            <a:pPr algn="l"/>
            <a:r>
              <a:rPr lang="pt-BR" sz="5200" b="0" i="0">
                <a:effectLst/>
              </a:rPr>
              <a:t>E SE FECHEM, PELA MORTE, ADORMECIDOS! </a:t>
            </a:r>
            <a:endParaRPr lang="pt-BR" sz="5200" b="1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0C11E7AC-C027-7640-B3FE-9F1128E72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>
                <a:solidFill>
                  <a:srgbClr val="131313"/>
                </a:solidFill>
                <a:effectLst/>
              </a:rPr>
              <a:t>QUE EU VOS CANTE, Ó SENHOR, PELO BEM QUE ME FIZESTES! (2X)</a:t>
            </a:r>
          </a:p>
          <a:p>
            <a:pPr algn="l"/>
            <a:endParaRPr lang="pt-BR" sz="6000" b="1">
              <a:solidFill>
                <a:srgbClr val="131313"/>
              </a:solidFill>
            </a:endParaRPr>
          </a:p>
          <a:p>
            <a:pPr algn="l"/>
            <a:r>
              <a:rPr lang="pt-BR" sz="4400" b="0" i="0">
                <a:solidFill>
                  <a:srgbClr val="131313"/>
                </a:solidFill>
                <a:effectLst/>
              </a:rPr>
              <a:t>QUE O INIMIGO NÃO ME DIGA: ‘EU TRIUNFEI!’ </a:t>
            </a:r>
          </a:p>
          <a:p>
            <a:pPr algn="l"/>
            <a:r>
              <a:rPr lang="pt-BR" sz="4400" b="0" i="0">
                <a:solidFill>
                  <a:srgbClr val="131313"/>
                </a:solidFill>
                <a:effectLst/>
              </a:rPr>
              <a:t>NEM EXULTE O OPRESSOR POR MINHA QUEDA.</a:t>
            </a:r>
          </a:p>
          <a:p>
            <a:pPr algn="l"/>
            <a:r>
              <a:rPr lang="pt-BR" sz="4400" b="0" i="0">
                <a:solidFill>
                  <a:srgbClr val="131313"/>
                </a:solidFill>
                <a:effectLst/>
              </a:rPr>
              <a:t>UMA VEZ QUE CONFIEI NO VOSSO AMOR, </a:t>
            </a:r>
          </a:p>
          <a:p>
            <a:pPr algn="l"/>
            <a:r>
              <a:rPr lang="pt-BR" sz="4400" b="0" i="0">
                <a:solidFill>
                  <a:srgbClr val="131313"/>
                </a:solidFill>
                <a:effectLst/>
              </a:rPr>
              <a:t>MEU CORAÇÃO, POR VOSSO AUXÍLIO, REJUBILE.</a:t>
            </a:r>
            <a:endParaRPr lang="pt-BR" sz="5200" b="1" dirty="0"/>
          </a:p>
        </p:txBody>
      </p:sp>
    </p:spTree>
    <p:extLst>
      <p:ext uri="{BB962C8B-B14F-4D97-AF65-F5344CB8AC3E}">
        <p14:creationId xmlns:p14="http://schemas.microsoft.com/office/powerpoint/2010/main" val="4009243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SALVE RAINHA, MÃE DE DEUS, ÉS SENHORA NOSSA MÃE</a:t>
            </a:r>
          </a:p>
          <a:p>
            <a:pPr algn="l"/>
            <a:r>
              <a:rPr lang="pt-BR" sz="6600" dirty="0"/>
              <a:t>NOSSA DOÇURA, NOSSA LUZ, DOCE VIRGEM MARIA</a:t>
            </a:r>
          </a:p>
          <a:p>
            <a:pPr algn="l"/>
            <a:r>
              <a:rPr lang="pt-BR" sz="6600" dirty="0"/>
              <a:t>NÓS A TI CLAMAMOS, FILHOS EXILADOS</a:t>
            </a:r>
          </a:p>
          <a:p>
            <a:pPr algn="l"/>
            <a:r>
              <a:rPr lang="pt-BR" sz="6600" dirty="0"/>
              <a:t>NÓS A TI VOLTAMOS NOSSO OLHAR CONFIANTE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VOLTA PARA NÓS Ó MÃE, TEU SEMBLANTE DE AMOR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DAI-NOS TEU JESUS Ó MÃE, QUANDO A NOITE PASSAR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SALVE RAINHA, MÃE DE DEUS, ÉS AUXÍLIO DO CRISTÃO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MÃE CLEMENTE, MÃE PIEDOSA, DOCE VIRGEM MARIA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8305</TotalTime>
  <Words>730</Words>
  <Application>Microsoft Office PowerPoint</Application>
  <PresentationFormat>Widescreen</PresentationFormat>
  <Paragraphs>125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9" baseType="lpstr">
      <vt:lpstr>-apple-system</vt:lpstr>
      <vt:lpstr>Arial</vt:lpstr>
      <vt:lpstr>Calibri</vt:lpstr>
      <vt:lpstr>Calibri Light</vt:lpstr>
      <vt:lpstr>Noto Sans</vt:lpstr>
      <vt:lpstr>Roboto</vt:lpstr>
      <vt:lpstr>Verdana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39</cp:revision>
  <dcterms:created xsi:type="dcterms:W3CDTF">2023-05-06T17:01:55Z</dcterms:created>
  <dcterms:modified xsi:type="dcterms:W3CDTF">2023-09-24T19:58:00Z</dcterms:modified>
</cp:coreProperties>
</file>