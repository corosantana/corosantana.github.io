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9" r:id="rId2"/>
    <p:sldId id="439" r:id="rId3"/>
    <p:sldId id="591" r:id="rId4"/>
    <p:sldId id="540" r:id="rId5"/>
    <p:sldId id="407" r:id="rId6"/>
    <p:sldId id="258" r:id="rId7"/>
    <p:sldId id="259" r:id="rId8"/>
    <p:sldId id="371" r:id="rId9"/>
    <p:sldId id="260" r:id="rId10"/>
    <p:sldId id="261" r:id="rId11"/>
    <p:sldId id="338" r:id="rId12"/>
    <p:sldId id="339" r:id="rId13"/>
    <p:sldId id="340" r:id="rId14"/>
    <p:sldId id="264" r:id="rId15"/>
    <p:sldId id="265" r:id="rId16"/>
    <p:sldId id="266" r:id="rId17"/>
    <p:sldId id="267" r:id="rId18"/>
    <p:sldId id="271" r:id="rId19"/>
    <p:sldId id="592" r:id="rId20"/>
    <p:sldId id="452" r:id="rId21"/>
    <p:sldId id="453" r:id="rId22"/>
    <p:sldId id="614" r:id="rId23"/>
    <p:sldId id="292" r:id="rId24"/>
    <p:sldId id="275" r:id="rId25"/>
    <p:sldId id="361" r:id="rId26"/>
    <p:sldId id="615" r:id="rId27"/>
    <p:sldId id="423" r:id="rId28"/>
    <p:sldId id="467" r:id="rId29"/>
    <p:sldId id="458" r:id="rId30"/>
    <p:sldId id="468" r:id="rId31"/>
    <p:sldId id="446" r:id="rId32"/>
    <p:sldId id="469" r:id="rId33"/>
    <p:sldId id="424" r:id="rId34"/>
    <p:sldId id="470" r:id="rId35"/>
    <p:sldId id="425" r:id="rId36"/>
    <p:sldId id="277" r:id="rId37"/>
    <p:sldId id="477" r:id="rId38"/>
    <p:sldId id="486" r:id="rId39"/>
    <p:sldId id="487" r:id="rId40"/>
    <p:sldId id="488" r:id="rId41"/>
    <p:sldId id="383" r:id="rId42"/>
    <p:sldId id="605" r:id="rId43"/>
    <p:sldId id="471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3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F6EDA821-3DDF-45FF-A3F0-D4C1D6F24652}"/>
    <pc:docChg chg="undo custSel delSld modSld">
      <pc:chgData name="anaclaracosta116@gmail.com" userId="a793634777582c92" providerId="LiveId" clId="{F6EDA821-3DDF-45FF-A3F0-D4C1D6F24652}" dt="2026-09-20T17:35:40.617" v="54" actId="47"/>
      <pc:docMkLst>
        <pc:docMk/>
      </pc:docMkLst>
      <pc:sldChg chg="modSp mod">
        <pc:chgData name="anaclaracosta116@gmail.com" userId="a793634777582c92" providerId="LiveId" clId="{F6EDA821-3DDF-45FF-A3F0-D4C1D6F24652}" dt="2026-09-20T17:35:15.565" v="52" actId="20577"/>
        <pc:sldMkLst>
          <pc:docMk/>
          <pc:sldMk cId="1666750330" sldId="471"/>
        </pc:sldMkLst>
        <pc:spChg chg="mod">
          <ac:chgData name="anaclaracosta116@gmail.com" userId="a793634777582c92" providerId="LiveId" clId="{F6EDA821-3DDF-45FF-A3F0-D4C1D6F24652}" dt="2026-09-20T17:35:15.565" v="52" actId="20577"/>
          <ac:spMkLst>
            <pc:docMk/>
            <pc:sldMk cId="1666750330" sldId="471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6-09-20T17:35:37.935" v="53" actId="47"/>
        <pc:sldMkLst>
          <pc:docMk/>
          <pc:sldMk cId="1549701264" sldId="472"/>
        </pc:sldMkLst>
      </pc:sldChg>
      <pc:sldChg chg="del">
        <pc:chgData name="anaclaracosta116@gmail.com" userId="a793634777582c92" providerId="LiveId" clId="{F6EDA821-3DDF-45FF-A3F0-D4C1D6F24652}" dt="2026-09-20T17:35:40.617" v="54" actId="47"/>
        <pc:sldMkLst>
          <pc:docMk/>
          <pc:sldMk cId="3231591130" sldId="473"/>
        </pc:sldMkLst>
      </pc:sldChg>
      <pc:sldChg chg="modSp mod">
        <pc:chgData name="anaclaracosta116@gmail.com" userId="a793634777582c92" providerId="LiveId" clId="{F6EDA821-3DDF-45FF-A3F0-D4C1D6F24652}" dt="2026-09-20T17:30:25.998" v="24" actId="255"/>
        <pc:sldMkLst>
          <pc:docMk/>
          <pc:sldMk cId="2159464433" sldId="605"/>
        </pc:sldMkLst>
        <pc:spChg chg="mod">
          <ac:chgData name="anaclaracosta116@gmail.com" userId="a793634777582c92" providerId="LiveId" clId="{F6EDA821-3DDF-45FF-A3F0-D4C1D6F24652}" dt="2026-09-20T17:30:25.998" v="24" actId="255"/>
          <ac:spMkLst>
            <pc:docMk/>
            <pc:sldMk cId="2159464433" sldId="605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flexão para o XIV Domingo do Tempo Comum- Marcos 6,1-6 (ANO B)">
            <a:extLst>
              <a:ext uri="{FF2B5EF4-FFF2-40B4-BE49-F238E27FC236}">
                <a16:creationId xmlns:a16="http://schemas.microsoft.com/office/drawing/2014/main" id="{958A38EA-AD5B-0F52-2C68-ABD148779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6255"/>
            <a:ext cx="12192000" cy="813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968836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25°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1711429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60218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831273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53541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O SENHOR É O PASTOR QUE ME CONDUZ</a:t>
            </a: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POR CAMINHOS NUNCA VISTOS ME ENVIOU</a:t>
            </a: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SOU CHAMADO A SER FERMENTO SAL E LUZ</a:t>
            </a: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E POR ISSO RESPONDI: AQUI ESTOU!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20662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906BE-267D-FEC8-F5EC-F599E0900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87BD8-66D1-630D-6058-A9A6A48C4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4636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D9F8D6-9B0A-2EEF-5AB7-D42AE03E1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42109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255782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1101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ELE PÔS EM MINHA BOCA UMA CANÇÃO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ME UNGIU COMO PROFETA E TROVADOR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DA HISTÓRIA E DA VIDA DO MEU POVO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 POR ISSO RESPONDI: AQUI ESTOU!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48274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000" dirty="0"/>
              <a:t>SENHOR, QUE VISTES NÃO PARA CONDENAR, MAS PARA PERDOAR, TENDE PIEDADE DE NÓS</a:t>
            </a:r>
          </a:p>
          <a:p>
            <a:pPr algn="just"/>
            <a:r>
              <a:rPr lang="pt-BR" sz="6000" b="1" dirty="0"/>
              <a:t>KYRIE ELEISON (2X)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dirty="0"/>
              <a:t>CRISTO, QUE VOS ALEGRAIS PELO PECADOR ARREPENDIDO, TENDE PIEDADE DE NÓS!</a:t>
            </a:r>
          </a:p>
          <a:p>
            <a:pPr algn="just"/>
            <a:r>
              <a:rPr lang="pt-BR" sz="6000" b="1" dirty="0"/>
              <a:t>CHRISTE ELEISON (2X)</a:t>
            </a:r>
            <a:endParaRPr lang="pt-BR" sz="13200" b="1" dirty="0"/>
          </a:p>
          <a:p>
            <a:pPr algn="just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706581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524000"/>
            <a:ext cx="10976265" cy="464127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8000" dirty="0"/>
              <a:t>SENHOR, QUE MUITO PERDOAIS A QUEM MUITO AMA, TENDE PIEDADE DE NÓS</a:t>
            </a:r>
          </a:p>
          <a:p>
            <a:pPr algn="just"/>
            <a:r>
              <a:rPr lang="pt-BR" sz="8000" b="1" dirty="0"/>
              <a:t>KYRIE ELEISON (2X)</a:t>
            </a:r>
          </a:p>
        </p:txBody>
      </p:sp>
    </p:spTree>
    <p:extLst>
      <p:ext uri="{BB962C8B-B14F-4D97-AF65-F5344CB8AC3E}">
        <p14:creationId xmlns:p14="http://schemas.microsoft.com/office/powerpoint/2010/main" val="4223893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7800" b="1" dirty="0"/>
              <a:t>GLÓRIA A DEUS NAS ALTURAS(3X)</a:t>
            </a:r>
          </a:p>
          <a:p>
            <a:pPr algn="just"/>
            <a:endParaRPr lang="pt-BR" sz="7800" dirty="0"/>
          </a:p>
          <a:p>
            <a:pPr algn="just"/>
            <a:r>
              <a:rPr lang="pt-BR" sz="7800" dirty="0"/>
              <a:t>E PAZ NA TERRA AOS HOMENS POR ELE AMADOS</a:t>
            </a:r>
            <a:endParaRPr lang="pt-BR" sz="9600" dirty="0"/>
          </a:p>
          <a:p>
            <a:pPr algn="just"/>
            <a:r>
              <a:rPr lang="pt-BR" sz="80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SÓ VÓS SOIS O SANTO, SÓ VÓS O SENHOR, SÓ VÓS O ALTÍSSIMO, JESUS CRISTO, COM O ESPÍRITO SANTO NA GLÓRIA DE DEUS PAI. </a:t>
            </a:r>
          </a:p>
          <a:p>
            <a:pPr algn="just"/>
            <a:r>
              <a:rPr lang="pt-BR" sz="12300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O SENHOR ESTÁ PERTO DA PESSOA QUE O INVOCA!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92500"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VINDE ABRIR O NOSSO CORAÇÃO, SENHOR; Ó SENHOR, ABRI O NOSSO CORAÇÃO, </a:t>
            </a:r>
          </a:p>
          <a:p>
            <a:r>
              <a:rPr lang="pt-BR" sz="4800" dirty="0"/>
              <a:t>E, ENTÃO, DO VOSSO FILHO A PALAVRA, PODEREMOS ACOLHER COM MUITO AMOR!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SENHOR, MEU DEUS, OBRIGADO, SENHOR</a:t>
            </a:r>
          </a:p>
          <a:p>
            <a:pPr algn="l"/>
            <a:r>
              <a:rPr lang="pt-BR" sz="6000" b="1" dirty="0"/>
              <a:t>PORQUE TUDO É TEU!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1. É TEU O PÃO QUE APRESENTAMOS</a:t>
            </a:r>
          </a:p>
          <a:p>
            <a:pPr algn="l"/>
            <a:r>
              <a:rPr lang="pt-BR" sz="6000" dirty="0"/>
              <a:t>É TUA DOR QUE SUPORTAMOS: OBRIGADO, SENHOR!</a:t>
            </a:r>
          </a:p>
        </p:txBody>
      </p:sp>
    </p:spTree>
    <p:extLst>
      <p:ext uri="{BB962C8B-B14F-4D97-AF65-F5344CB8AC3E}">
        <p14:creationId xmlns:p14="http://schemas.microsoft.com/office/powerpoint/2010/main" val="1567822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8D252-1BE8-C844-26B8-935CE5B4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33BA1-4C26-4056-03B6-409840839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6DCFD2-287B-2F14-8631-C85ACB91A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SENHOR, MEU DEUS, OBRIGADO, SENHOR</a:t>
            </a:r>
          </a:p>
          <a:p>
            <a:pPr algn="l"/>
            <a:r>
              <a:rPr lang="pt-BR" sz="6000" b="1" dirty="0"/>
              <a:t>PORQUE TUDO É TEU!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2. É TEU O VINHO QUE TRAZEMOS</a:t>
            </a:r>
          </a:p>
          <a:p>
            <a:pPr algn="l"/>
            <a:r>
              <a:rPr lang="pt-BR" sz="6000" dirty="0"/>
              <a:t>É TUA VIDA QUE VIVEMOS: OBRIGADO, SENHOR!</a:t>
            </a:r>
          </a:p>
        </p:txBody>
      </p:sp>
    </p:spTree>
    <p:extLst>
      <p:ext uri="{BB962C8B-B14F-4D97-AF65-F5344CB8AC3E}">
        <p14:creationId xmlns:p14="http://schemas.microsoft.com/office/powerpoint/2010/main" val="2643522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AE416-CFAF-F29C-6657-6FF93580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67910-7A9E-3BBA-8B83-AEF03A142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9D5FFB-C5B0-0B2F-8779-E05BDD6E7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SENHOR, MEU DEUS, OBRIGADO, SENHOR</a:t>
            </a:r>
          </a:p>
          <a:p>
            <a:pPr algn="l"/>
            <a:r>
              <a:rPr lang="pt-BR" sz="6000" b="1" dirty="0"/>
              <a:t>PORQUE TUDO É TEU!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3. A TUA VIDA É NOSSA VIDA</a:t>
            </a:r>
          </a:p>
          <a:p>
            <a:pPr algn="l"/>
            <a:r>
              <a:rPr lang="pt-BR" sz="6000" dirty="0"/>
              <a:t>NA TUA CASA RECEBIDA: OBRIGADO, SENHOR!</a:t>
            </a:r>
          </a:p>
        </p:txBody>
      </p:sp>
    </p:spTree>
    <p:extLst>
      <p:ext uri="{BB962C8B-B14F-4D97-AF65-F5344CB8AC3E}">
        <p14:creationId xmlns:p14="http://schemas.microsoft.com/office/powerpoint/2010/main" val="2057139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90033-531E-D348-EC48-B74388270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1C4B7B-FD62-A09D-09BA-A28B40687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B08F9C-4184-3573-5522-CB6CD41F6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SENHOR, MEU DEUS, OBRIGADO, SENHOR</a:t>
            </a:r>
          </a:p>
          <a:p>
            <a:pPr algn="l"/>
            <a:r>
              <a:rPr lang="pt-BR" sz="6000" b="1" dirty="0"/>
              <a:t>PORQUE TUDO É TEU!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4. NA TUA CRUZ CRUCIFICADOS SEREMOS TEUS RESSUSCITADOS: OBRIGADO, SENHOR!</a:t>
            </a:r>
          </a:p>
        </p:txBody>
      </p:sp>
    </p:spTree>
    <p:extLst>
      <p:ext uri="{BB962C8B-B14F-4D97-AF65-F5344CB8AC3E}">
        <p14:creationId xmlns:p14="http://schemas.microsoft.com/office/powerpoint/2010/main" val="2933540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5400" b="1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A VOSSA GLÓRIA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r>
              <a:rPr lang="pt-BR" sz="5400" dirty="0"/>
              <a:t>BENDITO O QUE VEM EM NOME DO SENHOR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OS VOSSOS MANDAMENTOS VÓS NOS DESTES</a:t>
            </a:r>
          </a:p>
          <a:p>
            <a:pPr algn="l"/>
            <a:r>
              <a:rPr lang="pt-BR" sz="6600" b="1" dirty="0"/>
              <a:t>PARA SEREM FIELMENTE OBSERVADOS.</a:t>
            </a:r>
          </a:p>
          <a:p>
            <a:pPr algn="l"/>
            <a:r>
              <a:rPr lang="pt-BR" sz="6600" b="1" dirty="0"/>
              <a:t>OXALÁ SEJA BEM FIRME A MINHA VIDA</a:t>
            </a:r>
          </a:p>
          <a:p>
            <a:pPr algn="l"/>
            <a:r>
              <a:rPr lang="pt-BR" sz="6600" b="1" dirty="0"/>
              <a:t>EM CUMPRIR VOSSA VONTADE E VOSSA LEI!</a:t>
            </a:r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052379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/>
              <a:t>1. FELIZ O HOMEM SEM PECADO EM SEU CAMINHO,</a:t>
            </a:r>
          </a:p>
          <a:p>
            <a:pPr algn="l"/>
            <a:r>
              <a:rPr lang="pt-BR" sz="6000" dirty="0"/>
              <a:t>QUE NA LEI DO SENHOR DEUS VAI PROGREDINDO!</a:t>
            </a:r>
          </a:p>
          <a:p>
            <a:pPr algn="l"/>
            <a:r>
              <a:rPr lang="pt-BR" sz="6000" dirty="0"/>
              <a:t>FELIZ O HOMEM QUE OBSERVA SEUS PRECEITOS</a:t>
            </a:r>
          </a:p>
          <a:p>
            <a:pPr algn="l"/>
            <a:r>
              <a:rPr lang="pt-BR" sz="6000" dirty="0"/>
              <a:t>E DE TODO O CORAÇÃO PROCURA A DEUS.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572284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OS VOSSOS MANDAMENTOS VÓS NOS DESTES</a:t>
            </a:r>
          </a:p>
          <a:p>
            <a:pPr algn="l"/>
            <a:r>
              <a:rPr lang="pt-BR" sz="6600" b="1" dirty="0"/>
              <a:t>PARA SEREM FIELMENTE OBSERVADOS.</a:t>
            </a:r>
          </a:p>
          <a:p>
            <a:pPr algn="l"/>
            <a:r>
              <a:rPr lang="pt-BR" sz="6600" b="1" dirty="0"/>
              <a:t>OXALÁ SEJA BEM FIRME A MINHA VIDA</a:t>
            </a:r>
          </a:p>
          <a:p>
            <a:pPr algn="l"/>
            <a:r>
              <a:rPr lang="pt-BR" sz="6600" b="1" dirty="0"/>
              <a:t>EM CUMPRIR VOSSA VONTADE E VOSSA LEI!</a:t>
            </a:r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1004836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2. QUE NÃO PRATICA A MALDADE EM SUA VIDA</a:t>
            </a:r>
          </a:p>
          <a:p>
            <a:pPr algn="l"/>
            <a:r>
              <a:rPr lang="pt-BR" sz="6600" dirty="0"/>
              <a:t>MAS VAI ANDANDO NOS CAMINHOS DO SENHOR.</a:t>
            </a:r>
          </a:p>
          <a:p>
            <a:pPr algn="l"/>
            <a:r>
              <a:rPr lang="pt-BR" sz="6600" dirty="0"/>
              <a:t>QUERO GUARDAR VOSSA VONTADE E VOSSA LEI;</a:t>
            </a:r>
          </a:p>
          <a:p>
            <a:pPr algn="l"/>
            <a:r>
              <a:rPr lang="pt-BR" sz="6600" dirty="0"/>
              <a:t>SENHOR, NÃO ME DEIXEIS DESAMPARADO!</a:t>
            </a:r>
          </a:p>
        </p:txBody>
      </p:sp>
    </p:spTree>
    <p:extLst>
      <p:ext uri="{BB962C8B-B14F-4D97-AF65-F5344CB8AC3E}">
        <p14:creationId xmlns:p14="http://schemas.microsoft.com/office/powerpoint/2010/main" val="16160459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OS VOSSOS MANDAMENTOS VÓS NOS DESTES</a:t>
            </a:r>
          </a:p>
          <a:p>
            <a:pPr algn="l"/>
            <a:r>
              <a:rPr lang="pt-BR" sz="6600" b="1" dirty="0"/>
              <a:t>PARA SEREM FIELMENTE OBSERVADOS.</a:t>
            </a:r>
          </a:p>
          <a:p>
            <a:pPr algn="l"/>
            <a:r>
              <a:rPr lang="pt-BR" sz="6600" b="1" dirty="0"/>
              <a:t>OXALÁ SEJA BEM FIRME A MINHA VIDA</a:t>
            </a:r>
          </a:p>
          <a:p>
            <a:pPr algn="l"/>
            <a:r>
              <a:rPr lang="pt-BR" sz="6600" b="1" dirty="0"/>
              <a:t>EM CUMPRIR VOSSA VONTADE E VOSSA LEI!</a:t>
            </a:r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158314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3. COMO UM JOVEM PODERÁ TER VIDA PURA?</a:t>
            </a:r>
          </a:p>
          <a:p>
            <a:pPr algn="l"/>
            <a:r>
              <a:rPr lang="pt-BR" sz="6600" dirty="0"/>
              <a:t>OBSERVANDO, Ó SENHOR, VOSSA PALAVRA.</a:t>
            </a:r>
          </a:p>
          <a:p>
            <a:pPr algn="l"/>
            <a:r>
              <a:rPr lang="pt-BR" sz="6600" dirty="0"/>
              <a:t>EU VOS NARREI A MINHA SORTE E ME ATENDESTES,</a:t>
            </a:r>
          </a:p>
          <a:p>
            <a:pPr algn="l"/>
            <a:r>
              <a:rPr lang="pt-BR" sz="6600" dirty="0"/>
              <a:t>ENSINAI-ME, Ó SENHOR, VOSSA VONTADE!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4400199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OS VOSSOS MANDAMENTOS VÓS NOS DESTES</a:t>
            </a:r>
          </a:p>
          <a:p>
            <a:pPr algn="l"/>
            <a:r>
              <a:rPr lang="pt-BR" sz="6600" b="1" dirty="0"/>
              <a:t>PARA SEREM FIELMENTE OBSERVADOS.</a:t>
            </a:r>
          </a:p>
          <a:p>
            <a:pPr algn="l"/>
            <a:r>
              <a:rPr lang="pt-BR" sz="6600" b="1" dirty="0"/>
              <a:t>OXALÁ SEJA BEM FIRME A MINHA VIDA</a:t>
            </a:r>
          </a:p>
          <a:p>
            <a:pPr algn="l"/>
            <a:r>
              <a:rPr lang="pt-BR" sz="6600" b="1" dirty="0"/>
              <a:t>EM CUMPRIR VOSSA VONTADE E VOSSA LEI!</a:t>
            </a:r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430258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/>
              <a:t>4. FICO PENSANDO, Ó SENHOR, NOS MEUS CAMINHOS;</a:t>
            </a:r>
          </a:p>
          <a:p>
            <a:pPr algn="l"/>
            <a:r>
              <a:rPr lang="pt-BR" sz="6000" dirty="0"/>
              <a:t>ESCOLHI POR VOSSA LEI GUIAR MEUS PASSOS.</a:t>
            </a:r>
          </a:p>
          <a:p>
            <a:pPr algn="l"/>
            <a:r>
              <a:rPr lang="pt-BR" sz="6000" dirty="0"/>
              <a:t>EU ME APRESSO SEM PERDER UM SÓ INSTANTE</a:t>
            </a:r>
          </a:p>
          <a:p>
            <a:pPr algn="l"/>
            <a:r>
              <a:rPr lang="pt-BR" sz="6000" dirty="0"/>
              <a:t>EM PRATICAR TODOS OS VOSSOS MANDAMENTOS.</a:t>
            </a:r>
          </a:p>
        </p:txBody>
      </p:sp>
    </p:spTree>
    <p:extLst>
      <p:ext uri="{BB962C8B-B14F-4D97-AF65-F5344CB8AC3E}">
        <p14:creationId xmlns:p14="http://schemas.microsoft.com/office/powerpoint/2010/main" val="20915400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OS VOSSOS MANDAMENTOS VÓS NOS DESTES</a:t>
            </a:r>
          </a:p>
          <a:p>
            <a:pPr algn="l"/>
            <a:r>
              <a:rPr lang="pt-BR" sz="6600" b="1" dirty="0"/>
              <a:t>PARA SEREM FIELMENTE OBSERVADOS.</a:t>
            </a:r>
          </a:p>
          <a:p>
            <a:pPr algn="l"/>
            <a:r>
              <a:rPr lang="pt-BR" sz="6600" b="1" dirty="0"/>
              <a:t>OXALÁ SEJA BEM FIRME A MINHA VIDA</a:t>
            </a:r>
          </a:p>
          <a:p>
            <a:pPr algn="l"/>
            <a:r>
              <a:rPr lang="pt-BR" sz="6600" b="1" dirty="0"/>
              <a:t>EM CUMPRIR VOSSA VONTADE E VOSSA LEI!</a:t>
            </a:r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42566373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400" dirty="0"/>
              <a:t>5. LIBERTAI-ME DA OPRESSÃO E DA CALÚNIA,</a:t>
            </a:r>
          </a:p>
          <a:p>
            <a:pPr algn="l"/>
            <a:r>
              <a:rPr lang="pt-BR" sz="5400" dirty="0"/>
              <a:t>PARA QUE EU POSSA OBSERVAR VOSSOS PRECEITOS.</a:t>
            </a:r>
          </a:p>
          <a:p>
            <a:pPr algn="l"/>
            <a:r>
              <a:rPr lang="pt-BR" sz="5400" dirty="0"/>
              <a:t>SEREI FIEL À VOSSA LEI, VOSSA ALIANÇA;</a:t>
            </a:r>
          </a:p>
          <a:p>
            <a:pPr algn="l"/>
            <a:r>
              <a:rPr lang="pt-BR" sz="5400" dirty="0"/>
              <a:t>OS MEUS CAMINHOS ESTÃO TODOS ANTE VÓS.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2651025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5000" dirty="0"/>
              <a:t>EU TE ADORO, HÓSTIA DIVINA!</a:t>
            </a:r>
          </a:p>
          <a:p>
            <a:pPr algn="l"/>
            <a:r>
              <a:rPr lang="pt-BR" sz="15000" dirty="0"/>
              <a:t>EU TE ADORO, HÓSTIA DE AMOR!</a:t>
            </a:r>
          </a:p>
          <a:p>
            <a:pPr algn="l"/>
            <a:r>
              <a:rPr lang="pt-BR" sz="15000" dirty="0"/>
              <a:t>ÉS DOS ANJOS O TESOURO E DOS HOMENS O DULÇOR.</a:t>
            </a:r>
          </a:p>
        </p:txBody>
      </p:sp>
    </p:spTree>
    <p:extLst>
      <p:ext uri="{BB962C8B-B14F-4D97-AF65-F5344CB8AC3E}">
        <p14:creationId xmlns:p14="http://schemas.microsoft.com/office/powerpoint/2010/main" val="10939837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2B8B7-21F3-7903-3584-88CE5270B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A1EC2-39CD-818D-744C-E555CB432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B15D4A-24F7-3FAA-6C93-11D651A34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5000" dirty="0"/>
              <a:t>EU TE ADORO, HÓSTIA DIVINA!</a:t>
            </a:r>
          </a:p>
          <a:p>
            <a:pPr algn="l"/>
            <a:r>
              <a:rPr lang="pt-BR" sz="15000" dirty="0"/>
              <a:t>EU TE ADORO, HÓSTIA DE AMOR!</a:t>
            </a:r>
          </a:p>
          <a:p>
            <a:pPr algn="l"/>
            <a:r>
              <a:rPr lang="pt-BR" sz="15000" dirty="0"/>
              <a:t>ÉS NA VIDA ALENTO E FORÇA,</a:t>
            </a:r>
          </a:p>
          <a:p>
            <a:pPr algn="l"/>
            <a:r>
              <a:rPr lang="pt-BR" sz="15000" dirty="0"/>
              <a:t>E NA MORTE O DEFENSOR.</a:t>
            </a:r>
          </a:p>
        </p:txBody>
      </p:sp>
    </p:spTree>
    <p:extLst>
      <p:ext uri="{BB962C8B-B14F-4D97-AF65-F5344CB8AC3E}">
        <p14:creationId xmlns:p14="http://schemas.microsoft.com/office/powerpoint/2010/main" val="42751902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75821-9BED-F044-7B12-1372D406F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457D1-9CEF-7B6B-29AA-FCD3BC57B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37F4CE-F2AC-7C20-9F65-2DC26FB19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EU TE ADORO, HÓSTIA DIVINA,</a:t>
            </a:r>
          </a:p>
          <a:p>
            <a:pPr algn="l"/>
            <a:r>
              <a:rPr lang="pt-BR" sz="6600" dirty="0"/>
              <a:t>EU TE ADORO, HÓSTIA DE AMOR!</a:t>
            </a:r>
          </a:p>
          <a:p>
            <a:pPr algn="l"/>
            <a:r>
              <a:rPr lang="pt-BR" sz="6600" dirty="0"/>
              <a:t>ÉS NA TERRA FIEL AMIGO,</a:t>
            </a:r>
          </a:p>
          <a:p>
            <a:pPr algn="l"/>
            <a:r>
              <a:rPr lang="pt-BR" sz="6600" dirty="0"/>
              <a:t>E DO CÉU, FELIZ PENHOR.</a:t>
            </a:r>
            <a:endParaRPr lang="pt-BR" sz="77500" dirty="0"/>
          </a:p>
        </p:txBody>
      </p:sp>
    </p:spTree>
    <p:extLst>
      <p:ext uri="{BB962C8B-B14F-4D97-AF65-F5344CB8AC3E}">
        <p14:creationId xmlns:p14="http://schemas.microsoft.com/office/powerpoint/2010/main" val="19148969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F8D29-B9DB-6691-1165-BA585273E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5C2C9A-FB90-05E6-3E05-0FFAE0C59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243CEE-66E9-ECB4-B34D-C6975C980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lang="pt-BR" sz="6600" dirty="0"/>
              <a:t>EU TE ADORO, HÓSTIA DIVINA,</a:t>
            </a:r>
            <a:br>
              <a:rPr lang="pt-BR" sz="6600" dirty="0"/>
            </a:br>
            <a:r>
              <a:rPr lang="pt-BR" sz="6600" dirty="0"/>
              <a:t>EU TE ADORO, HÓSTIA DE AMOR!</a:t>
            </a:r>
            <a:br>
              <a:rPr lang="pt-BR" sz="6600" dirty="0"/>
            </a:br>
            <a:r>
              <a:rPr lang="pt-BR" sz="6600" dirty="0"/>
              <a:t>ÉS MEU DEUS, EXCELSO E GRANDE,</a:t>
            </a:r>
            <a:br>
              <a:rPr lang="pt-BR" sz="6600" dirty="0"/>
            </a:br>
            <a:r>
              <a:rPr lang="pt-BR" sz="6600" dirty="0"/>
              <a:t>E DOS SÉCULOS, O SENHOR.</a:t>
            </a:r>
          </a:p>
        </p:txBody>
      </p:sp>
    </p:spTree>
    <p:extLst>
      <p:ext uri="{BB962C8B-B14F-4D97-AF65-F5344CB8AC3E}">
        <p14:creationId xmlns:p14="http://schemas.microsoft.com/office/powerpoint/2010/main" val="20124029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52253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6900" b="1" dirty="0"/>
              <a:t>IDE E FAZEI DISCÍPULOS MEUS</a:t>
            </a:r>
          </a:p>
          <a:p>
            <a:pPr algn="just"/>
            <a:r>
              <a:rPr lang="pt-BR" sz="6900" b="1" dirty="0"/>
              <a:t>IDE E FAZEI DISCÍPULOS MEUS  </a:t>
            </a:r>
          </a:p>
          <a:p>
            <a:pPr algn="just"/>
            <a:r>
              <a:rPr lang="pt-BR" sz="6900" b="1" dirty="0"/>
              <a:t>EM TODAS AS  NAÇÕES!</a:t>
            </a:r>
            <a:endParaRPr lang="pt-BR" sz="6900" dirty="0"/>
          </a:p>
        </p:txBody>
      </p:sp>
    </p:spTree>
    <p:extLst>
      <p:ext uri="{BB962C8B-B14F-4D97-AF65-F5344CB8AC3E}">
        <p14:creationId xmlns:p14="http://schemas.microsoft.com/office/powerpoint/2010/main" val="21594644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70000" lnSpcReduction="20000"/>
          </a:bodyPr>
          <a:lstStyle/>
          <a:p>
            <a:pPr algn="just">
              <a:buNone/>
            </a:pPr>
            <a:r>
              <a:rPr lang="pt-BR" sz="7200" b="0" dirty="0">
                <a:solidFill>
                  <a:srgbClr val="1B1B1B"/>
                </a:solidFill>
                <a:effectLst/>
              </a:rPr>
              <a:t>IDE PELO MUNDO</a:t>
            </a:r>
            <a:endParaRPr lang="pt-BR" sz="6000" dirty="0">
              <a:solidFill>
                <a:srgbClr val="1B1B1B"/>
              </a:solidFill>
              <a:effectLst/>
            </a:endParaRPr>
          </a:p>
          <a:p>
            <a:pPr algn="just">
              <a:buNone/>
            </a:pPr>
            <a:r>
              <a:rPr lang="pt-BR" sz="7200" b="0" dirty="0">
                <a:solidFill>
                  <a:srgbClr val="1B1B1B"/>
                </a:solidFill>
                <a:effectLst/>
              </a:rPr>
              <a:t>E A TODOS PROCLAMAI</a:t>
            </a:r>
            <a:endParaRPr lang="pt-BR" sz="6000" dirty="0">
              <a:solidFill>
                <a:srgbClr val="1B1B1B"/>
              </a:solidFill>
              <a:effectLst/>
            </a:endParaRPr>
          </a:p>
          <a:p>
            <a:pPr algn="just">
              <a:buNone/>
            </a:pPr>
            <a:r>
              <a:rPr lang="pt-BR" sz="7200" b="0" dirty="0">
                <a:solidFill>
                  <a:srgbClr val="1B1B1B"/>
                </a:solidFill>
                <a:effectLst/>
              </a:rPr>
              <a:t>‘QUE A GRAÇA DO BATISMO</a:t>
            </a:r>
            <a:endParaRPr lang="pt-BR" sz="6000" dirty="0">
              <a:solidFill>
                <a:srgbClr val="1B1B1B"/>
              </a:solidFill>
              <a:effectLst/>
            </a:endParaRPr>
          </a:p>
          <a:p>
            <a:pPr algn="just">
              <a:buNone/>
            </a:pPr>
            <a:r>
              <a:rPr lang="pt-BR" sz="7200" b="0" dirty="0">
                <a:solidFill>
                  <a:srgbClr val="1B1B1B"/>
                </a:solidFill>
                <a:effectLst/>
              </a:rPr>
              <a:t>NOS FAZ RESSUSCITADOS!’</a:t>
            </a:r>
            <a:endParaRPr lang="pt-BR" sz="6000" dirty="0">
              <a:solidFill>
                <a:srgbClr val="1B1B1B"/>
              </a:solidFill>
              <a:effectLst/>
            </a:endParaRPr>
          </a:p>
          <a:p>
            <a:pPr algn="just">
              <a:buNone/>
            </a:pPr>
            <a:r>
              <a:rPr lang="pt-BR" sz="7200" b="0" dirty="0">
                <a:solidFill>
                  <a:srgbClr val="1B1B1B"/>
                </a:solidFill>
                <a:effectLst/>
              </a:rPr>
              <a:t>VAMOS PELO MUNDO</a:t>
            </a:r>
            <a:endParaRPr lang="pt-BR" sz="6000" dirty="0">
              <a:solidFill>
                <a:srgbClr val="1B1B1B"/>
              </a:solidFill>
              <a:effectLst/>
            </a:endParaRPr>
          </a:p>
          <a:p>
            <a:pPr algn="just">
              <a:buNone/>
            </a:pPr>
            <a:r>
              <a:rPr lang="pt-BR" sz="7200" b="0" dirty="0">
                <a:solidFill>
                  <a:srgbClr val="1B1B1B"/>
                </a:solidFill>
                <a:effectLst/>
              </a:rPr>
              <a:t>SEGUINDO A TI, SENHOR</a:t>
            </a:r>
            <a:endParaRPr lang="pt-BR" sz="6000" dirty="0">
              <a:solidFill>
                <a:srgbClr val="1B1B1B"/>
              </a:solidFill>
              <a:effectLst/>
            </a:endParaRPr>
          </a:p>
          <a:p>
            <a:pPr algn="just">
              <a:buNone/>
            </a:pPr>
            <a:r>
              <a:rPr lang="pt-BR" sz="7200" b="0" dirty="0">
                <a:solidFill>
                  <a:srgbClr val="1B1B1B"/>
                </a:solidFill>
                <a:effectLst/>
              </a:rPr>
              <a:t>ÉS NOSSA LIBERDADE</a:t>
            </a:r>
            <a:endParaRPr lang="pt-BR" sz="6000" dirty="0">
              <a:solidFill>
                <a:srgbClr val="1B1B1B"/>
              </a:solidFill>
              <a:effectLst/>
            </a:endParaRPr>
          </a:p>
          <a:p>
            <a:pPr algn="just">
              <a:buNone/>
            </a:pPr>
            <a:r>
              <a:rPr lang="pt-BR" sz="7200" b="0" dirty="0">
                <a:solidFill>
                  <a:srgbClr val="1B1B1B"/>
                </a:solidFill>
                <a:effectLst/>
              </a:rPr>
              <a:t>Ó CRISTO REDENTOR</a:t>
            </a:r>
            <a:endParaRPr lang="pt-BR" sz="6000" dirty="0">
              <a:solidFill>
                <a:srgbClr val="1B1B1B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667503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8387</TotalTime>
  <Words>1044</Words>
  <Application>Microsoft Office PowerPoint</Application>
  <PresentationFormat>Widescreen</PresentationFormat>
  <Paragraphs>180</Paragraphs>
  <Slides>43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49" baseType="lpstr">
      <vt:lpstr>-apple-system</vt:lpstr>
      <vt:lpstr>Arial</vt:lpstr>
      <vt:lpstr>Calibri</vt:lpstr>
      <vt:lpstr>Calibri Light</vt:lpstr>
      <vt:lpstr>Times New Roman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ENTRADA</vt:lpstr>
      <vt:lpstr>ENTRADA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20</cp:revision>
  <dcterms:created xsi:type="dcterms:W3CDTF">2023-05-06T17:01:55Z</dcterms:created>
  <dcterms:modified xsi:type="dcterms:W3CDTF">2026-09-20T17:35:42Z</dcterms:modified>
</cp:coreProperties>
</file>