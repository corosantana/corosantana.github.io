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39" r:id="rId3"/>
    <p:sldId id="591" r:id="rId4"/>
    <p:sldId id="540" r:id="rId5"/>
    <p:sldId id="407" r:id="rId6"/>
    <p:sldId id="258" r:id="rId7"/>
    <p:sldId id="551" r:id="rId8"/>
    <p:sldId id="411" r:id="rId9"/>
    <p:sldId id="412" r:id="rId10"/>
    <p:sldId id="260" r:id="rId11"/>
    <p:sldId id="425" r:id="rId12"/>
    <p:sldId id="426" r:id="rId13"/>
    <p:sldId id="427" r:id="rId14"/>
    <p:sldId id="428" r:id="rId15"/>
    <p:sldId id="429" r:id="rId16"/>
    <p:sldId id="264" r:id="rId17"/>
    <p:sldId id="265" r:id="rId18"/>
    <p:sldId id="266" r:id="rId19"/>
    <p:sldId id="267" r:id="rId20"/>
    <p:sldId id="271" r:id="rId21"/>
    <p:sldId id="612" r:id="rId22"/>
    <p:sldId id="613" r:id="rId23"/>
    <p:sldId id="269" r:id="rId24"/>
    <p:sldId id="452" r:id="rId25"/>
    <p:sldId id="453" r:id="rId26"/>
    <p:sldId id="614" r:id="rId27"/>
    <p:sldId id="292" r:id="rId28"/>
    <p:sldId id="275" r:id="rId29"/>
    <p:sldId id="361" r:id="rId30"/>
    <p:sldId id="362" r:id="rId31"/>
    <p:sldId id="610" r:id="rId32"/>
    <p:sldId id="611" r:id="rId33"/>
    <p:sldId id="431" r:id="rId34"/>
    <p:sldId id="615" r:id="rId35"/>
    <p:sldId id="430" r:id="rId36"/>
    <p:sldId id="511" r:id="rId37"/>
    <p:sldId id="537" r:id="rId38"/>
    <p:sldId id="538" r:id="rId39"/>
    <p:sldId id="404" r:id="rId40"/>
    <p:sldId id="441" r:id="rId41"/>
    <p:sldId id="374" r:id="rId4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26" autoAdjust="0"/>
    <p:restoredTop sz="86770" autoAdjust="0"/>
  </p:normalViewPr>
  <p:slideViewPr>
    <p:cSldViewPr snapToGrid="0">
      <p:cViewPr varScale="1">
        <p:scale>
          <a:sx n="59" d="100"/>
          <a:sy n="59" d="100"/>
        </p:scale>
        <p:origin x="118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218E267-E878-ED9C-990B-4838ADE7E2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08" b="7462"/>
          <a:stretch>
            <a:fillRect/>
          </a:stretch>
        </p:blipFill>
        <p:spPr>
          <a:xfrm>
            <a:off x="-1" y="0"/>
            <a:ext cx="12192000" cy="692279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-1" y="0"/>
            <a:ext cx="12192002" cy="6922790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631266" y="2028615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53541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O SENHOR É O PASTOR QUE ME CONDUZ</a:t>
            </a: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POR CAMINHOS NUNCA VISTOS ME ENVIOU</a:t>
            </a: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SOU CHAMADO A SER FERMENTO SAL E LUZ</a:t>
            </a: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E POR ISSO RESPONDI: AQUI ESTOU!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20662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906BE-267D-FEC8-F5EC-F599E0900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87BD8-66D1-630D-6058-A9A6A48C4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D9F8D6-9B0A-2EEF-5AB7-D42AE03E1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FAZER TUA VONTADE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PRA VIVER NO TEU AMOR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EIS-ME AQUI SENHOR!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255782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1101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ELE PÔS EM MINHA BOCA UMA CANÇÃO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ME UNGIU COMO PROFETA E TROVADOR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DA HISTÓRIA E DA VIDA DO MEU POVO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 POR ISSO RESPONDI: AQUI ESTOU!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248274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6600" dirty="0"/>
              <a:t>SENHOR, QUE SOIS O CAMINHO QUE LEVA AO PAI, TENDE PIEDADE DE NÓS</a:t>
            </a:r>
          </a:p>
          <a:p>
            <a:r>
              <a:rPr lang="pt-BR" sz="6600" b="1" dirty="0"/>
              <a:t>KYRIE ELEISON, KYRIE ELEISON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274353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6600" dirty="0"/>
              <a:t>CRISTO, QUE SOIS A VERDADE QUE ILUMINA OS POVOS, TENDE PIEDADE DE NÓS</a:t>
            </a:r>
          </a:p>
          <a:p>
            <a:r>
              <a:rPr lang="pt-BR" sz="6600" b="1" dirty="0"/>
              <a:t>CHRISTE ELEISON, CHRISTE ELEISON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825748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6600" dirty="0"/>
              <a:t>SENHOR, QUE SOIS A VIDA QUE RENOVA O MUNDO, TENDE PIEDADE DE NÓS</a:t>
            </a:r>
          </a:p>
          <a:p>
            <a:r>
              <a:rPr lang="pt-BR" sz="6600" b="1" dirty="0"/>
              <a:t>KYRIE ELEISON, KYRIE ELEISON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888966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500" b="1" dirty="0"/>
              <a:t>GLÓRIA A DEUS NAS ALTURAS E PAZ NA TERRA AOS HOMENS POR ELE AMADOS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6559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97694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SENHOR JESUS CRISTO, FILHO UNIGÊNITO,</a:t>
            </a:r>
          </a:p>
          <a:p>
            <a:pPr algn="l"/>
            <a:r>
              <a:rPr lang="pt-BR" sz="6600" dirty="0"/>
              <a:t>SENHOR DEUS, CORDEIRO DE DEUS, FILHO DE DEUS PAI</a:t>
            </a:r>
            <a:endParaRPr lang="pt-BR" sz="6600" b="1" dirty="0"/>
          </a:p>
          <a:p>
            <a:pPr algn="l"/>
            <a:r>
              <a:rPr lang="pt-BR" sz="6600" dirty="0"/>
              <a:t>VÓS QUE TIRAIS O PECADO DO MUNDO, TENDE PIEDADE DE NÓS</a:t>
            </a:r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670595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VÓS QUE TIRAIS O PECADO DO MUNDO, ACOLHEI A NOSSA SÚPLICA</a:t>
            </a:r>
          </a:p>
          <a:p>
            <a:pPr algn="just"/>
            <a:r>
              <a:rPr lang="pt-BR" sz="6000" dirty="0"/>
              <a:t>VÓS QUE ESTAIS À DIREITA DO PAI, </a:t>
            </a:r>
          </a:p>
          <a:p>
            <a:pPr algn="just"/>
            <a:r>
              <a:rPr lang="pt-BR" sz="6000" dirty="0"/>
              <a:t>TENDE PIEDADE DE NÓS</a:t>
            </a:r>
          </a:p>
          <a:p>
            <a:pPr algn="just"/>
            <a:r>
              <a:rPr lang="pt-BR" sz="6000" dirty="0"/>
              <a:t>SÓ VÓS SOIS SANTO, SÓ VÓS O SENHOR</a:t>
            </a:r>
          </a:p>
        </p:txBody>
      </p:sp>
    </p:spTree>
    <p:extLst>
      <p:ext uri="{BB962C8B-B14F-4D97-AF65-F5344CB8AC3E}">
        <p14:creationId xmlns:p14="http://schemas.microsoft.com/office/powerpoint/2010/main" val="2788905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9600" dirty="0"/>
              <a:t>SÓ VÓS O ALTÍSSIMO, JESUS CRISTO, </a:t>
            </a:r>
          </a:p>
          <a:p>
            <a:pPr algn="just"/>
            <a:r>
              <a:rPr lang="pt-BR" sz="9600" dirty="0"/>
              <a:t>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1182347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VÓS ABRIS A VOSSA MÃO E SACIAIS OS VOSSOS FILHOS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92500" lnSpcReduction="10000"/>
          </a:bodyPr>
          <a:lstStyle/>
          <a:p>
            <a:r>
              <a:rPr lang="pt-BR" sz="4800" b="1" dirty="0"/>
              <a:t>ALELUIA, ALELUIA, ALELUIA</a:t>
            </a:r>
          </a:p>
          <a:p>
            <a:endParaRPr lang="pt-BR" sz="4800" b="1" dirty="0"/>
          </a:p>
          <a:p>
            <a:r>
              <a:rPr lang="pt-BR" sz="4800" dirty="0"/>
              <a:t>O HOMEM NÃO VIVE SOMENTE DE PÃO, MAS VIVE DE TODA PALAVRA QUE SAI DA BOCA DE DEUS, E NÃO SÓ DE PÃO. AMÉM.</a:t>
            </a:r>
          </a:p>
          <a:p>
            <a:r>
              <a:rPr lang="pt-BR" sz="4800" dirty="0"/>
              <a:t>ALELUIA, ALELUIA!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A22FB-AF00-9148-D7BF-27856A48F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05A91B-4FA6-A5E2-C4E0-62EB82015D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RESPOSTAS ÀS PRECES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3D6150-608D-C12E-6858-2E652C5B4D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endParaRPr lang="pt-BR" sz="4800" b="1" dirty="0"/>
          </a:p>
          <a:p>
            <a:endParaRPr lang="pt-BR" sz="4800" b="1" dirty="0"/>
          </a:p>
          <a:p>
            <a:r>
              <a:rPr lang="pt-BR" sz="4800" b="1" dirty="0"/>
              <a:t>MOSTRAI-NOS, SENHOR, O VOSSO AMOR.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083124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35547-B937-C5CC-A25D-FC8FF3040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4BB1627-EBE1-E8C2-BAFA-EDCD5C636C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83191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dirty="0"/>
              <a:t>SENHOR, MEU DEUS, OBRIGADO, SENHOR</a:t>
            </a:r>
          </a:p>
          <a:p>
            <a:pPr algn="l"/>
            <a:r>
              <a:rPr lang="pt-BR" sz="6000" b="1" dirty="0"/>
              <a:t>PORQUE TUDO É TEU!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1. É TEU O PÃO QUE APRESENTAMOS</a:t>
            </a:r>
          </a:p>
          <a:p>
            <a:pPr algn="l"/>
            <a:r>
              <a:rPr lang="pt-BR" sz="6000" dirty="0"/>
              <a:t>É TUA DOR QUE SUPORTAMOS: OBRIGADO, SENHOR!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8D252-1BE8-C844-26B8-935CE5B47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33BA1-4C26-4056-03B6-409840839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6DCFD2-287B-2F14-8631-C85ACB91A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dirty="0"/>
              <a:t>SENHOR, MEU DEUS, OBRIGADO, SENHOR</a:t>
            </a:r>
          </a:p>
          <a:p>
            <a:pPr algn="l"/>
            <a:r>
              <a:rPr lang="pt-BR" sz="6000" b="1" dirty="0"/>
              <a:t>PORQUE TUDO É TEU!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2. É TEU O VINHO QUE TRAZEMOS</a:t>
            </a:r>
          </a:p>
          <a:p>
            <a:pPr algn="l"/>
            <a:r>
              <a:rPr lang="pt-BR" sz="6000" dirty="0"/>
              <a:t>É TUA VIDA QUE VIVEMOS: OBRIGADO, SENHOR!</a:t>
            </a:r>
          </a:p>
        </p:txBody>
      </p:sp>
    </p:spTree>
    <p:extLst>
      <p:ext uri="{BB962C8B-B14F-4D97-AF65-F5344CB8AC3E}">
        <p14:creationId xmlns:p14="http://schemas.microsoft.com/office/powerpoint/2010/main" val="26435223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AE416-CFAF-F29C-6657-6FF93580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67910-7A9E-3BBA-8B83-AEF03A142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9D5FFB-C5B0-0B2F-8779-E05BDD6E7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dirty="0"/>
              <a:t>SENHOR, MEU DEUS, OBRIGADO, SENHOR</a:t>
            </a:r>
          </a:p>
          <a:p>
            <a:pPr algn="l"/>
            <a:r>
              <a:rPr lang="pt-BR" sz="6000" b="1" dirty="0"/>
              <a:t>PORQUE TUDO É TEU!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3. A TUA VIDA É NOSSA VIDA</a:t>
            </a:r>
          </a:p>
          <a:p>
            <a:pPr algn="l"/>
            <a:r>
              <a:rPr lang="pt-BR" sz="6000" dirty="0"/>
              <a:t>NA TUA CASA RECEBIDA: OBRIGADO, SENHOR!</a:t>
            </a:r>
          </a:p>
        </p:txBody>
      </p:sp>
    </p:spTree>
    <p:extLst>
      <p:ext uri="{BB962C8B-B14F-4D97-AF65-F5344CB8AC3E}">
        <p14:creationId xmlns:p14="http://schemas.microsoft.com/office/powerpoint/2010/main" val="2057139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90033-531E-D348-EC48-B74388270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1C4B7B-FD62-A09D-09BA-A28B40687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543790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B08F9C-4184-3573-5522-CB6CD41F6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SENHOR, MEU DEUS, OBRIGADO, SENHOR</a:t>
            </a:r>
          </a:p>
          <a:p>
            <a:pPr algn="l"/>
            <a:r>
              <a:rPr lang="pt-BR" sz="6000" b="1" dirty="0"/>
              <a:t>PORQUE TUDO É TEU!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4. NA TUA CRUZ CRUCIFICADOS SEREMOS TEUS RESSUSCITADOS: OBRIGADO, SENHOR!</a:t>
            </a:r>
          </a:p>
        </p:txBody>
      </p:sp>
    </p:spTree>
    <p:extLst>
      <p:ext uri="{BB962C8B-B14F-4D97-AF65-F5344CB8AC3E}">
        <p14:creationId xmlns:p14="http://schemas.microsoft.com/office/powerpoint/2010/main" val="29335408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just"/>
            <a:r>
              <a:rPr lang="pt-BR" sz="6600" b="1" dirty="0"/>
              <a:t>HOSANA NAS ALTURAS  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CANTAR A BELEZA DA VIDA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PRESENTE DO AMOR SEM IGUAL,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MISSÃO DO SEU POVO ESCOLHIDO,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SENHOR, VEM LIVRAR-NOS DO MAL.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VEM DAR-NOS TEU FILHO, SENHOR,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SUSTENTO NO PÃO E NO VINHO,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 FORÇA DO ESPÍRITO SANTO,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UNINDO SEU POVO A CAMINHO.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3F3D8-BBD1-8A49-A4BF-802D0CBA6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65E99-CCBE-24A5-A157-7E0551893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E030AA-106F-77D5-3416-9FF390189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FALAR DO TEU FILHO ÀS NAÇÕES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VIVENDO COMO ELE VIVEU,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MISSÃO DO TEU POVO ESCOLHIDO,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 VEM CUIDAR QUE É TEU.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VEM DAR-NOS TEU FILHO, SENHOR,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SUSTENTO NO PÃO E NO VINHO,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 FORÇA DO ESPÍRITO SANTO,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UNINDO SEU POVO A CAMINHO.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5617317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C1BFA-5756-AC93-0B96-5B5AF1E35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E8BC84-8EC2-AF14-E77D-58462CEEF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8FF2F7-FD9C-9921-465B-33F7C5BC3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VIVER O PERDÃO SEM MEDIDA,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SERVIR SEM JAMAIS CONDENAR,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MISSÃO DO TEU POVO ESCOLHIDO,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 VEM CONOSCO FICAR.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VEM DAR-NOS TEU FILHO, SENHOR,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SUSTENTO NO PÃO E NO VINHO,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 FORÇA DO ESPÍRITO SANTO,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UNINDO SEU POVO A CAMINHO.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0824211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4F0CD-3166-BB74-0527-CCF5D6FAD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E8E91-8FFC-B7CC-48FC-E8E5C650A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A56739-76F6-6764-BB6D-287BA4714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ERGUER OS QUE SÃO HUMILHADOS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DOAR-SE AOS PEQUENOS, AOS POBRES,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MISSÃO DO TEU POVO ESCOLHIDO,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SENHOR, NOSSAS FORÇAS REDOBRE.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VEM DAR-NOS TEU FILHO, SENHOR,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SUSTENTO NO PÃO E NO VINHO,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 FORÇA DO ESPÍRITO SANTO,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UNINDO SEU POVO A CAMINHO.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280359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0CC6D-90A7-4B13-839B-78C722089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14C355-E25F-3E16-95D3-158CE67A2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9A19CE-7667-A0D8-DC89-BCC9E0E36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000" dirty="0">
                <a:solidFill>
                  <a:srgbClr val="131313"/>
                </a:solidFill>
                <a:latin typeface="Roboto" panose="02000000000000000000" pitchFamily="2" charset="0"/>
              </a:rPr>
              <a:t>BUSCAR A VERDADE, JUSTIÇA, NAS TREVAS BRILHAR COMO LUZ, MISSÃO DO TEU POVO ESCOLHIDO, SENHOR, NOSSOS PASSOS CONDUZ</a:t>
            </a:r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VEM DAR-NOS TEU FILHO, SENHOR,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SUSTENTO NO PÃO E NO VINHO,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A FORÇA DO ESPÍRITO SANTO,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UNINDO SEU POVO A CAMINHO.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4243102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571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AE30-295F-DD39-B821-131CB9967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2EC1DF6-56CF-6C7C-BCCB-C87CAD0D6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27" y="508586"/>
            <a:ext cx="11308783" cy="6038969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QUEM NOS SEPARARÁ DO SEU AMOR? A TRIBULAÇÃO, TALVEZ A ESPADA? NEM A MORTE E NEM A VIDA NOS SEPARARÁ DO AMOR DE CRISTO, NOSSO SENHOR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7274731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3653B-A037-E8B1-6569-8AAADC07D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AB7AF8F1-66AE-AD2E-B7B1-C70EBC4E6A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27" y="508586"/>
            <a:ext cx="11308783" cy="6038969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QUEM NOS SEPARARÁ DA SUA PAZ? A PERSEGUIÇÃO, TALVEZ A DOR? NENHUM PODER NOS SEPARARÁ DAQUELE QUE VENCEU A MORTE POR NÓS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32852515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8F649-2CB6-C770-94BF-1B5184503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2D7AF8A-AEB1-4961-3350-525ED8805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127" y="508586"/>
            <a:ext cx="11308783" cy="6038969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dirty="0"/>
              <a:t>QUEM NOS SEPARARÁ DA SUA ALEGRIA? QUEM PODERÁ TIRAR-NOS DO SEU PERDÃO? NINGUÉM NO MUNDO NOS AFASTARÁ DA VIDA EM CRISTO, NOSSO SENHOR.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18863331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600" dirty="0"/>
              <a:t>MARIA DE NAZARÉ,</a:t>
            </a:r>
          </a:p>
          <a:p>
            <a:pPr algn="l"/>
            <a:r>
              <a:rPr lang="pt-BR" sz="12600" dirty="0"/>
              <a:t>MARIA ME CATIVOU</a:t>
            </a:r>
          </a:p>
          <a:p>
            <a:pPr algn="l"/>
            <a:r>
              <a:rPr lang="pt-BR" sz="12600" dirty="0"/>
              <a:t>FEZ MAIS FORTE A MINHA FÉ</a:t>
            </a:r>
          </a:p>
          <a:p>
            <a:pPr algn="l"/>
            <a:r>
              <a:rPr lang="pt-BR" sz="12600" dirty="0"/>
              <a:t>E POR FILHO ME ADOTOU</a:t>
            </a:r>
          </a:p>
          <a:p>
            <a:pPr algn="l"/>
            <a:r>
              <a:rPr lang="pt-BR" sz="12600" dirty="0"/>
              <a:t>ÀS VEZES EU PARO E FICO A PENSAR</a:t>
            </a:r>
          </a:p>
          <a:p>
            <a:pPr algn="l"/>
            <a:r>
              <a:rPr lang="pt-BR" sz="12600" dirty="0"/>
              <a:t>E SEM PERCEBER, ME VEJO A REZAR</a:t>
            </a:r>
          </a:p>
          <a:p>
            <a:pPr algn="l"/>
            <a:r>
              <a:rPr lang="pt-BR" sz="12600" dirty="0"/>
              <a:t>E MEU CORAÇÃO SE PÕE A CANTAR</a:t>
            </a:r>
          </a:p>
          <a:p>
            <a:pPr algn="l"/>
            <a:r>
              <a:rPr lang="pt-BR" sz="12600" dirty="0"/>
              <a:t>PRA VIRGEM DE NAZARÉ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20244621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 dirty="0"/>
              <a:t>MENINA QUE DEUS AMOU E ESCOLHEU</a:t>
            </a:r>
          </a:p>
          <a:p>
            <a:pPr algn="l"/>
            <a:r>
              <a:rPr lang="pt-BR" sz="5400" dirty="0"/>
              <a:t>PRA MÃE DE JESUS, O FILHO DE DEUS</a:t>
            </a:r>
          </a:p>
          <a:p>
            <a:pPr algn="l"/>
            <a:r>
              <a:rPr lang="pt-BR" sz="5400" dirty="0"/>
              <a:t>MARIA QUE O POVO INTEIRO ELEGEU</a:t>
            </a:r>
          </a:p>
          <a:p>
            <a:pPr algn="l"/>
            <a:r>
              <a:rPr lang="pt-BR" sz="5400" dirty="0"/>
              <a:t>SENHORA E MÃE DO CÉU</a:t>
            </a:r>
          </a:p>
          <a:p>
            <a:pPr algn="l"/>
            <a:endParaRPr lang="pt-BR" sz="5400" dirty="0"/>
          </a:p>
          <a:p>
            <a:pPr algn="l"/>
            <a:r>
              <a:rPr lang="pt-BR" sz="5400" b="1" dirty="0"/>
              <a:t>AVE MARIA(3X)</a:t>
            </a:r>
          </a:p>
          <a:p>
            <a:pPr algn="l"/>
            <a:r>
              <a:rPr lang="pt-BR" sz="5400" b="1" dirty="0"/>
              <a:t>MÃE DE JESUS!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17325</TotalTime>
  <Words>993</Words>
  <Application>Microsoft Office PowerPoint</Application>
  <PresentationFormat>Widescreen</PresentationFormat>
  <Paragraphs>171</Paragraphs>
  <Slides>41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7" baseType="lpstr">
      <vt:lpstr>-apple-system</vt:lpstr>
      <vt:lpstr>Arial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RESPOSTAS ÀS PRECES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55</cp:revision>
  <dcterms:created xsi:type="dcterms:W3CDTF">2023-05-06T17:01:55Z</dcterms:created>
  <dcterms:modified xsi:type="dcterms:W3CDTF">2026-08-02T17:48:31Z</dcterms:modified>
</cp:coreProperties>
</file>