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06" r:id="rId2"/>
    <p:sldId id="484" r:id="rId3"/>
    <p:sldId id="428" r:id="rId4"/>
    <p:sldId id="618" r:id="rId5"/>
    <p:sldId id="259" r:id="rId6"/>
    <p:sldId id="450" r:id="rId7"/>
    <p:sldId id="261" r:id="rId8"/>
    <p:sldId id="338" r:id="rId9"/>
    <p:sldId id="339" r:id="rId10"/>
    <p:sldId id="340" r:id="rId11"/>
    <p:sldId id="432" r:id="rId12"/>
    <p:sldId id="597" r:id="rId13"/>
    <p:sldId id="265" r:id="rId14"/>
    <p:sldId id="266" r:id="rId15"/>
    <p:sldId id="267" r:id="rId16"/>
    <p:sldId id="268" r:id="rId17"/>
    <p:sldId id="603" r:id="rId18"/>
    <p:sldId id="608" r:id="rId19"/>
    <p:sldId id="609" r:id="rId20"/>
    <p:sldId id="610" r:id="rId21"/>
    <p:sldId id="611" r:id="rId22"/>
    <p:sldId id="347" r:id="rId23"/>
    <p:sldId id="272" r:id="rId24"/>
    <p:sldId id="273" r:id="rId25"/>
    <p:sldId id="286" r:id="rId26"/>
    <p:sldId id="362" r:id="rId27"/>
    <p:sldId id="612" r:id="rId28"/>
    <p:sldId id="613" r:id="rId29"/>
    <p:sldId id="614" r:id="rId30"/>
    <p:sldId id="302" r:id="rId31"/>
    <p:sldId id="337" r:id="rId32"/>
    <p:sldId id="615" r:id="rId33"/>
    <p:sldId id="616" r:id="rId34"/>
    <p:sldId id="277" r:id="rId35"/>
    <p:sldId id="278" r:id="rId36"/>
    <p:sldId id="617" r:id="rId3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21A0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9" d="100"/>
          <a:sy n="69" d="100"/>
        </p:scale>
        <p:origin x="78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aclaracosta116@gmail.com" userId="a793634777582c92" providerId="LiveId" clId="{F6EDA821-3DDF-45FF-A3F0-D4C1D6F24652}"/>
    <pc:docChg chg="undo custSel addSld delSld modSld sldOrd">
      <pc:chgData name="anaclaracosta116@gmail.com" userId="a793634777582c92" providerId="LiveId" clId="{F6EDA821-3DDF-45FF-A3F0-D4C1D6F24652}" dt="2026-10-03T20:24:25.867" v="2102"/>
      <pc:docMkLst>
        <pc:docMk/>
      </pc:docMkLst>
      <pc:sldChg chg="modSp mod">
        <pc:chgData name="anaclaracosta116@gmail.com" userId="a793634777582c92" providerId="LiveId" clId="{F6EDA821-3DDF-45FF-A3F0-D4C1D6F24652}" dt="2026-10-03T19:54:22.774" v="67" actId="20577"/>
        <pc:sldMkLst>
          <pc:docMk/>
          <pc:sldMk cId="3388034860" sldId="265"/>
        </pc:sldMkLst>
        <pc:spChg chg="mod">
          <ac:chgData name="anaclaracosta116@gmail.com" userId="a793634777582c92" providerId="LiveId" clId="{F6EDA821-3DDF-45FF-A3F0-D4C1D6F24652}" dt="2026-10-03T19:54:22.774" v="67" actId="20577"/>
          <ac:spMkLst>
            <pc:docMk/>
            <pc:sldMk cId="3388034860" sldId="265"/>
            <ac:spMk id="3" creationId="{FC8F7E34-DB8C-1CEE-BAF4-E537563F9CD2}"/>
          </ac:spMkLst>
        </pc:spChg>
      </pc:sldChg>
      <pc:sldChg chg="modSp add del mod">
        <pc:chgData name="anaclaracosta116@gmail.com" userId="a793634777582c92" providerId="LiveId" clId="{F6EDA821-3DDF-45FF-A3F0-D4C1D6F24652}" dt="2026-10-03T19:57:21.909" v="222" actId="47"/>
        <pc:sldMkLst>
          <pc:docMk/>
          <pc:sldMk cId="2671817442" sldId="267"/>
        </pc:sldMkLst>
        <pc:spChg chg="mod">
          <ac:chgData name="anaclaracosta116@gmail.com" userId="a793634777582c92" providerId="LiveId" clId="{F6EDA821-3DDF-45FF-A3F0-D4C1D6F24652}" dt="2026-10-03T19:57:07.598" v="220" actId="20577"/>
          <ac:spMkLst>
            <pc:docMk/>
            <pc:sldMk cId="2671817442" sldId="267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F6EDA821-3DDF-45FF-A3F0-D4C1D6F24652}" dt="2026-10-03T20:06:04.549" v="683" actId="20577"/>
        <pc:sldMkLst>
          <pc:docMk/>
          <pc:sldMk cId="1261703118" sldId="272"/>
        </pc:sldMkLst>
        <pc:spChg chg="mod">
          <ac:chgData name="anaclaracosta116@gmail.com" userId="a793634777582c92" providerId="LiveId" clId="{F6EDA821-3DDF-45FF-A3F0-D4C1D6F24652}" dt="2026-10-03T20:06:04.549" v="683" actId="20577"/>
          <ac:spMkLst>
            <pc:docMk/>
            <pc:sldMk cId="1261703118" sldId="272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F6EDA821-3DDF-45FF-A3F0-D4C1D6F24652}" dt="2026-10-03T20:06:55.567" v="720" actId="255"/>
        <pc:sldMkLst>
          <pc:docMk/>
          <pc:sldMk cId="1344366557" sldId="273"/>
        </pc:sldMkLst>
        <pc:spChg chg="mod">
          <ac:chgData name="anaclaracosta116@gmail.com" userId="a793634777582c92" providerId="LiveId" clId="{F6EDA821-3DDF-45FF-A3F0-D4C1D6F24652}" dt="2026-10-03T20:06:55.567" v="720" actId="255"/>
          <ac:spMkLst>
            <pc:docMk/>
            <pc:sldMk cId="1344366557" sldId="273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F6EDA821-3DDF-45FF-A3F0-D4C1D6F24652}" dt="2026-10-03T20:23:03.009" v="1927" actId="113"/>
        <pc:sldMkLst>
          <pc:docMk/>
          <pc:sldMk cId="2451993942" sldId="278"/>
        </pc:sldMkLst>
        <pc:spChg chg="mod">
          <ac:chgData name="anaclaracosta116@gmail.com" userId="a793634777582c92" providerId="LiveId" clId="{F6EDA821-3DDF-45FF-A3F0-D4C1D6F24652}" dt="2026-10-03T20:23:03.009" v="1927" actId="113"/>
          <ac:spMkLst>
            <pc:docMk/>
            <pc:sldMk cId="2451993942" sldId="278"/>
            <ac:spMk id="3" creationId="{FC8F7E34-DB8C-1CEE-BAF4-E537563F9CD2}"/>
          </ac:spMkLst>
        </pc:spChg>
      </pc:sldChg>
      <pc:sldChg chg="del">
        <pc:chgData name="anaclaracosta116@gmail.com" userId="a793634777582c92" providerId="LiveId" clId="{F6EDA821-3DDF-45FF-A3F0-D4C1D6F24652}" dt="2026-10-03T19:57:27.089" v="223" actId="47"/>
        <pc:sldMkLst>
          <pc:docMk/>
          <pc:sldMk cId="2462963797" sldId="291"/>
        </pc:sldMkLst>
      </pc:sldChg>
      <pc:sldChg chg="del">
        <pc:chgData name="anaclaracosta116@gmail.com" userId="a793634777582c92" providerId="LiveId" clId="{F6EDA821-3DDF-45FF-A3F0-D4C1D6F24652}" dt="2026-10-03T19:57:27.755" v="224" actId="47"/>
        <pc:sldMkLst>
          <pc:docMk/>
          <pc:sldMk cId="141271530" sldId="293"/>
        </pc:sldMkLst>
      </pc:sldChg>
      <pc:sldChg chg="del">
        <pc:chgData name="anaclaracosta116@gmail.com" userId="a793634777582c92" providerId="LiveId" clId="{F6EDA821-3DDF-45FF-A3F0-D4C1D6F24652}" dt="2026-10-03T19:57:32.030" v="225" actId="47"/>
        <pc:sldMkLst>
          <pc:docMk/>
          <pc:sldMk cId="752049330" sldId="294"/>
        </pc:sldMkLst>
      </pc:sldChg>
      <pc:sldChg chg="del">
        <pc:chgData name="anaclaracosta116@gmail.com" userId="a793634777582c92" providerId="LiveId" clId="{F6EDA821-3DDF-45FF-A3F0-D4C1D6F24652}" dt="2026-10-03T19:57:32.052" v="226" actId="47"/>
        <pc:sldMkLst>
          <pc:docMk/>
          <pc:sldMk cId="93528642" sldId="295"/>
        </pc:sldMkLst>
      </pc:sldChg>
      <pc:sldChg chg="ord">
        <pc:chgData name="anaclaracosta116@gmail.com" userId="a793634777582c92" providerId="LiveId" clId="{F6EDA821-3DDF-45FF-A3F0-D4C1D6F24652}" dt="2026-10-03T20:24:25.867" v="2102"/>
        <pc:sldMkLst>
          <pc:docMk/>
          <pc:sldMk cId="2524554925" sldId="306"/>
        </pc:sldMkLst>
      </pc:sldChg>
      <pc:sldChg chg="del">
        <pc:chgData name="anaclaracosta116@gmail.com" userId="a793634777582c92" providerId="LiveId" clId="{F6EDA821-3DDF-45FF-A3F0-D4C1D6F24652}" dt="2026-10-03T20:21:42.937" v="1800" actId="47"/>
        <pc:sldMkLst>
          <pc:docMk/>
          <pc:sldMk cId="3446067807" sldId="323"/>
        </pc:sldMkLst>
      </pc:sldChg>
      <pc:sldChg chg="modSp mod">
        <pc:chgData name="anaclaracosta116@gmail.com" userId="a793634777582c92" providerId="LiveId" clId="{F6EDA821-3DDF-45FF-A3F0-D4C1D6F24652}" dt="2026-10-03T20:19:47.969" v="1598" actId="27636"/>
        <pc:sldMkLst>
          <pc:docMk/>
          <pc:sldMk cId="4141278968" sldId="337"/>
        </pc:sldMkLst>
        <pc:spChg chg="mod">
          <ac:chgData name="anaclaracosta116@gmail.com" userId="a793634777582c92" providerId="LiveId" clId="{F6EDA821-3DDF-45FF-A3F0-D4C1D6F24652}" dt="2026-10-03T20:19:47.969" v="1598" actId="27636"/>
          <ac:spMkLst>
            <pc:docMk/>
            <pc:sldMk cId="4141278968" sldId="337"/>
            <ac:spMk id="3" creationId="{FC8F7E34-DB8C-1CEE-BAF4-E537563F9CD2}"/>
          </ac:spMkLst>
        </pc:spChg>
      </pc:sldChg>
      <pc:sldChg chg="del">
        <pc:chgData name="anaclaracosta116@gmail.com" userId="a793634777582c92" providerId="LiveId" clId="{F6EDA821-3DDF-45FF-A3F0-D4C1D6F24652}" dt="2026-10-03T20:24:20.811" v="2099" actId="47"/>
        <pc:sldMkLst>
          <pc:docMk/>
          <pc:sldMk cId="1227089083" sldId="342"/>
        </pc:sldMkLst>
      </pc:sldChg>
      <pc:sldChg chg="modSp mod">
        <pc:chgData name="anaclaracosta116@gmail.com" userId="a793634777582c92" providerId="LiveId" clId="{F6EDA821-3DDF-45FF-A3F0-D4C1D6F24652}" dt="2026-10-03T20:16:36.714" v="1459" actId="27636"/>
        <pc:sldMkLst>
          <pc:docMk/>
          <pc:sldMk cId="2304799739" sldId="362"/>
        </pc:sldMkLst>
        <pc:spChg chg="mod">
          <ac:chgData name="anaclaracosta116@gmail.com" userId="a793634777582c92" providerId="LiveId" clId="{F6EDA821-3DDF-45FF-A3F0-D4C1D6F24652}" dt="2026-10-03T20:16:36.714" v="1459" actId="27636"/>
          <ac:spMkLst>
            <pc:docMk/>
            <pc:sldMk cId="2304799739" sldId="362"/>
            <ac:spMk id="3" creationId="{FC8F7E34-DB8C-1CEE-BAF4-E537563F9CD2}"/>
          </ac:spMkLst>
        </pc:spChg>
      </pc:sldChg>
      <pc:sldChg chg="del">
        <pc:chgData name="anaclaracosta116@gmail.com" userId="a793634777582c92" providerId="LiveId" clId="{F6EDA821-3DDF-45FF-A3F0-D4C1D6F24652}" dt="2026-10-03T20:20:11.708" v="1599" actId="47"/>
        <pc:sldMkLst>
          <pc:docMk/>
          <pc:sldMk cId="1457828054" sldId="374"/>
        </pc:sldMkLst>
      </pc:sldChg>
      <pc:sldChg chg="del">
        <pc:chgData name="anaclaracosta116@gmail.com" userId="a793634777582c92" providerId="LiveId" clId="{F6EDA821-3DDF-45FF-A3F0-D4C1D6F24652}" dt="2026-10-03T20:21:45.599" v="1804" actId="47"/>
        <pc:sldMkLst>
          <pc:docMk/>
          <pc:sldMk cId="2635741810" sldId="388"/>
        </pc:sldMkLst>
      </pc:sldChg>
      <pc:sldChg chg="del">
        <pc:chgData name="anaclaracosta116@gmail.com" userId="a793634777582c92" providerId="LiveId" clId="{F6EDA821-3DDF-45FF-A3F0-D4C1D6F24652}" dt="2026-10-03T20:10:33.281" v="956" actId="47"/>
        <pc:sldMkLst>
          <pc:docMk/>
          <pc:sldMk cId="1773581677" sldId="415"/>
        </pc:sldMkLst>
      </pc:sldChg>
      <pc:sldChg chg="del">
        <pc:chgData name="anaclaracosta116@gmail.com" userId="a793634777582c92" providerId="LiveId" clId="{F6EDA821-3DDF-45FF-A3F0-D4C1D6F24652}" dt="2026-10-03T20:10:34.188" v="957" actId="47"/>
        <pc:sldMkLst>
          <pc:docMk/>
          <pc:sldMk cId="3298096224" sldId="416"/>
        </pc:sldMkLst>
      </pc:sldChg>
      <pc:sldChg chg="del">
        <pc:chgData name="anaclaracosta116@gmail.com" userId="a793634777582c92" providerId="LiveId" clId="{F6EDA821-3DDF-45FF-A3F0-D4C1D6F24652}" dt="2026-10-03T20:10:34.893" v="958" actId="47"/>
        <pc:sldMkLst>
          <pc:docMk/>
          <pc:sldMk cId="3982027943" sldId="417"/>
        </pc:sldMkLst>
      </pc:sldChg>
      <pc:sldChg chg="del">
        <pc:chgData name="anaclaracosta116@gmail.com" userId="a793634777582c92" providerId="LiveId" clId="{F6EDA821-3DDF-45FF-A3F0-D4C1D6F24652}" dt="2026-10-03T20:10:35.644" v="959" actId="47"/>
        <pc:sldMkLst>
          <pc:docMk/>
          <pc:sldMk cId="3487750005" sldId="418"/>
        </pc:sldMkLst>
      </pc:sldChg>
      <pc:sldChg chg="del">
        <pc:chgData name="anaclaracosta116@gmail.com" userId="a793634777582c92" providerId="LiveId" clId="{F6EDA821-3DDF-45FF-A3F0-D4C1D6F24652}" dt="2026-10-03T20:00:45.913" v="354" actId="47"/>
        <pc:sldMkLst>
          <pc:docMk/>
          <pc:sldMk cId="2846419111" sldId="429"/>
        </pc:sldMkLst>
      </pc:sldChg>
      <pc:sldChg chg="del">
        <pc:chgData name="anaclaracosta116@gmail.com" userId="a793634777582c92" providerId="LiveId" clId="{F6EDA821-3DDF-45FF-A3F0-D4C1D6F24652}" dt="2026-10-03T20:00:46.863" v="355" actId="47"/>
        <pc:sldMkLst>
          <pc:docMk/>
          <pc:sldMk cId="2577458245" sldId="430"/>
        </pc:sldMkLst>
      </pc:sldChg>
      <pc:sldChg chg="del">
        <pc:chgData name="anaclaracosta116@gmail.com" userId="a793634777582c92" providerId="LiveId" clId="{F6EDA821-3DDF-45FF-A3F0-D4C1D6F24652}" dt="2026-10-03T20:21:34.727" v="1798" actId="47"/>
        <pc:sldMkLst>
          <pc:docMk/>
          <pc:sldMk cId="1134426133" sldId="440"/>
        </pc:sldMkLst>
      </pc:sldChg>
      <pc:sldChg chg="del">
        <pc:chgData name="anaclaracosta116@gmail.com" userId="a793634777582c92" providerId="LiveId" clId="{F6EDA821-3DDF-45FF-A3F0-D4C1D6F24652}" dt="2026-10-03T20:21:35.902" v="1799" actId="47"/>
        <pc:sldMkLst>
          <pc:docMk/>
          <pc:sldMk cId="2764636172" sldId="441"/>
        </pc:sldMkLst>
      </pc:sldChg>
      <pc:sldChg chg="del">
        <pc:chgData name="anaclaracosta116@gmail.com" userId="a793634777582c92" providerId="LiveId" clId="{F6EDA821-3DDF-45FF-A3F0-D4C1D6F24652}" dt="2026-10-03T20:20:12.319" v="1600" actId="47"/>
        <pc:sldMkLst>
          <pc:docMk/>
          <pc:sldMk cId="3606101604" sldId="461"/>
        </pc:sldMkLst>
      </pc:sldChg>
      <pc:sldChg chg="del">
        <pc:chgData name="anaclaracosta116@gmail.com" userId="a793634777582c92" providerId="LiveId" clId="{F6EDA821-3DDF-45FF-A3F0-D4C1D6F24652}" dt="2026-10-03T19:57:39.147" v="227" actId="47"/>
        <pc:sldMkLst>
          <pc:docMk/>
          <pc:sldMk cId="3075529093" sldId="526"/>
        </pc:sldMkLst>
      </pc:sldChg>
      <pc:sldChg chg="del">
        <pc:chgData name="anaclaracosta116@gmail.com" userId="a793634777582c92" providerId="LiveId" clId="{F6EDA821-3DDF-45FF-A3F0-D4C1D6F24652}" dt="2026-10-03T20:21:43.721" v="1801" actId="47"/>
        <pc:sldMkLst>
          <pc:docMk/>
          <pc:sldMk cId="1722660175" sldId="582"/>
        </pc:sldMkLst>
      </pc:sldChg>
      <pc:sldChg chg="del">
        <pc:chgData name="anaclaracosta116@gmail.com" userId="a793634777582c92" providerId="LiveId" clId="{F6EDA821-3DDF-45FF-A3F0-D4C1D6F24652}" dt="2026-10-03T20:21:44.349" v="1802" actId="47"/>
        <pc:sldMkLst>
          <pc:docMk/>
          <pc:sldMk cId="3729203954" sldId="583"/>
        </pc:sldMkLst>
      </pc:sldChg>
      <pc:sldChg chg="del">
        <pc:chgData name="anaclaracosta116@gmail.com" userId="a793634777582c92" providerId="LiveId" clId="{F6EDA821-3DDF-45FF-A3F0-D4C1D6F24652}" dt="2026-10-03T20:21:44.990" v="1803" actId="47"/>
        <pc:sldMkLst>
          <pc:docMk/>
          <pc:sldMk cId="1409772320" sldId="584"/>
        </pc:sldMkLst>
      </pc:sldChg>
      <pc:sldChg chg="modSp mod">
        <pc:chgData name="anaclaracosta116@gmail.com" userId="a793634777582c92" providerId="LiveId" clId="{F6EDA821-3DDF-45FF-A3F0-D4C1D6F24652}" dt="2026-10-03T20:00:34.885" v="352" actId="20577"/>
        <pc:sldMkLst>
          <pc:docMk/>
          <pc:sldMk cId="1233076041" sldId="603"/>
        </pc:sldMkLst>
        <pc:spChg chg="mod">
          <ac:chgData name="anaclaracosta116@gmail.com" userId="a793634777582c92" providerId="LiveId" clId="{F6EDA821-3DDF-45FF-A3F0-D4C1D6F24652}" dt="2026-10-03T20:00:34.885" v="352" actId="20577"/>
          <ac:spMkLst>
            <pc:docMk/>
            <pc:sldMk cId="1233076041" sldId="603"/>
            <ac:spMk id="3" creationId="{FC8F7E34-DB8C-1CEE-BAF4-E537563F9CD2}"/>
          </ac:spMkLst>
        </pc:spChg>
      </pc:sldChg>
      <pc:sldChg chg="del">
        <pc:chgData name="anaclaracosta116@gmail.com" userId="a793634777582c92" providerId="LiveId" clId="{F6EDA821-3DDF-45FF-A3F0-D4C1D6F24652}" dt="2026-10-03T20:00:45.123" v="353" actId="47"/>
        <pc:sldMkLst>
          <pc:docMk/>
          <pc:sldMk cId="1157082629" sldId="604"/>
        </pc:sldMkLst>
      </pc:sldChg>
      <pc:sldChg chg="del">
        <pc:chgData name="anaclaracosta116@gmail.com" userId="a793634777582c92" providerId="LiveId" clId="{F6EDA821-3DDF-45FF-A3F0-D4C1D6F24652}" dt="2026-10-03T20:23:09.088" v="1928" actId="47"/>
        <pc:sldMkLst>
          <pc:docMk/>
          <pc:sldMk cId="1128375404" sldId="605"/>
        </pc:sldMkLst>
      </pc:sldChg>
      <pc:sldChg chg="del">
        <pc:chgData name="anaclaracosta116@gmail.com" userId="a793634777582c92" providerId="LiveId" clId="{F6EDA821-3DDF-45FF-A3F0-D4C1D6F24652}" dt="2026-10-03T20:23:09.777" v="1929" actId="47"/>
        <pc:sldMkLst>
          <pc:docMk/>
          <pc:sldMk cId="1547508857" sldId="606"/>
        </pc:sldMkLst>
      </pc:sldChg>
      <pc:sldChg chg="del">
        <pc:chgData name="anaclaracosta116@gmail.com" userId="a793634777582c92" providerId="LiveId" clId="{F6EDA821-3DDF-45FF-A3F0-D4C1D6F24652}" dt="2026-10-03T20:23:10.372" v="1930" actId="47"/>
        <pc:sldMkLst>
          <pc:docMk/>
          <pc:sldMk cId="3248501743" sldId="607"/>
        </pc:sldMkLst>
      </pc:sldChg>
      <pc:sldChg chg="modSp add mod">
        <pc:chgData name="anaclaracosta116@gmail.com" userId="a793634777582c92" providerId="LiveId" clId="{F6EDA821-3DDF-45FF-A3F0-D4C1D6F24652}" dt="2026-10-03T20:01:23.788" v="427" actId="20577"/>
        <pc:sldMkLst>
          <pc:docMk/>
          <pc:sldMk cId="3837924036" sldId="608"/>
        </pc:sldMkLst>
        <pc:spChg chg="mod">
          <ac:chgData name="anaclaracosta116@gmail.com" userId="a793634777582c92" providerId="LiveId" clId="{F6EDA821-3DDF-45FF-A3F0-D4C1D6F24652}" dt="2026-10-03T20:01:23.788" v="427" actId="20577"/>
          <ac:spMkLst>
            <pc:docMk/>
            <pc:sldMk cId="3837924036" sldId="608"/>
            <ac:spMk id="3" creationId="{C2E1E641-43CC-25E1-3119-4595162A9934}"/>
          </ac:spMkLst>
        </pc:spChg>
      </pc:sldChg>
      <pc:sldChg chg="modSp add mod">
        <pc:chgData name="anaclaracosta116@gmail.com" userId="a793634777582c92" providerId="LiveId" clId="{F6EDA821-3DDF-45FF-A3F0-D4C1D6F24652}" dt="2026-10-03T20:02:06.233" v="487" actId="20577"/>
        <pc:sldMkLst>
          <pc:docMk/>
          <pc:sldMk cId="2805351321" sldId="609"/>
        </pc:sldMkLst>
        <pc:spChg chg="mod">
          <ac:chgData name="anaclaracosta116@gmail.com" userId="a793634777582c92" providerId="LiveId" clId="{F6EDA821-3DDF-45FF-A3F0-D4C1D6F24652}" dt="2026-10-03T20:02:06.233" v="487" actId="20577"/>
          <ac:spMkLst>
            <pc:docMk/>
            <pc:sldMk cId="2805351321" sldId="609"/>
            <ac:spMk id="3" creationId="{F94A07CA-AE42-2FBB-7503-2E393427E1BC}"/>
          </ac:spMkLst>
        </pc:spChg>
      </pc:sldChg>
      <pc:sldChg chg="modSp add mod">
        <pc:chgData name="anaclaracosta116@gmail.com" userId="a793634777582c92" providerId="LiveId" clId="{F6EDA821-3DDF-45FF-A3F0-D4C1D6F24652}" dt="2026-10-03T20:02:45.790" v="559" actId="20577"/>
        <pc:sldMkLst>
          <pc:docMk/>
          <pc:sldMk cId="1730116247" sldId="610"/>
        </pc:sldMkLst>
        <pc:spChg chg="mod">
          <ac:chgData name="anaclaracosta116@gmail.com" userId="a793634777582c92" providerId="LiveId" clId="{F6EDA821-3DDF-45FF-A3F0-D4C1D6F24652}" dt="2026-10-03T20:02:45.790" v="559" actId="20577"/>
          <ac:spMkLst>
            <pc:docMk/>
            <pc:sldMk cId="1730116247" sldId="610"/>
            <ac:spMk id="3" creationId="{E0766228-D0E5-AD3F-E026-9BB2FC7B64F2}"/>
          </ac:spMkLst>
        </pc:spChg>
      </pc:sldChg>
      <pc:sldChg chg="modSp add mod">
        <pc:chgData name="anaclaracosta116@gmail.com" userId="a793634777582c92" providerId="LiveId" clId="{F6EDA821-3DDF-45FF-A3F0-D4C1D6F24652}" dt="2026-10-03T20:03:40.610" v="643" actId="20577"/>
        <pc:sldMkLst>
          <pc:docMk/>
          <pc:sldMk cId="1524085943" sldId="611"/>
        </pc:sldMkLst>
        <pc:spChg chg="mod">
          <ac:chgData name="anaclaracosta116@gmail.com" userId="a793634777582c92" providerId="LiveId" clId="{F6EDA821-3DDF-45FF-A3F0-D4C1D6F24652}" dt="2026-10-03T20:03:40.610" v="643" actId="20577"/>
          <ac:spMkLst>
            <pc:docMk/>
            <pc:sldMk cId="1524085943" sldId="611"/>
            <ac:spMk id="3" creationId="{4CE270F7-8124-C53B-756A-881ADA3624A6}"/>
          </ac:spMkLst>
        </pc:spChg>
      </pc:sldChg>
      <pc:sldChg chg="modSp add mod">
        <pc:chgData name="anaclaracosta116@gmail.com" userId="a793634777582c92" providerId="LiveId" clId="{F6EDA821-3DDF-45FF-A3F0-D4C1D6F24652}" dt="2026-10-03T20:16:15.310" v="1455" actId="27636"/>
        <pc:sldMkLst>
          <pc:docMk/>
          <pc:sldMk cId="2742163170" sldId="612"/>
        </pc:sldMkLst>
        <pc:spChg chg="mod">
          <ac:chgData name="anaclaracosta116@gmail.com" userId="a793634777582c92" providerId="LiveId" clId="{F6EDA821-3DDF-45FF-A3F0-D4C1D6F24652}" dt="2026-10-03T20:16:15.310" v="1455" actId="27636"/>
          <ac:spMkLst>
            <pc:docMk/>
            <pc:sldMk cId="2742163170" sldId="612"/>
            <ac:spMk id="3" creationId="{15BB0FC4-9286-CCEA-FD9C-F0B6C50A127B}"/>
          </ac:spMkLst>
        </pc:spChg>
      </pc:sldChg>
      <pc:sldChg chg="modSp add mod">
        <pc:chgData name="anaclaracosta116@gmail.com" userId="a793634777582c92" providerId="LiveId" clId="{F6EDA821-3DDF-45FF-A3F0-D4C1D6F24652}" dt="2026-10-03T20:15:53.899" v="1451" actId="27636"/>
        <pc:sldMkLst>
          <pc:docMk/>
          <pc:sldMk cId="1374917059" sldId="613"/>
        </pc:sldMkLst>
        <pc:spChg chg="mod">
          <ac:chgData name="anaclaracosta116@gmail.com" userId="a793634777582c92" providerId="LiveId" clId="{F6EDA821-3DDF-45FF-A3F0-D4C1D6F24652}" dt="2026-10-03T20:15:53.899" v="1451" actId="27636"/>
          <ac:spMkLst>
            <pc:docMk/>
            <pc:sldMk cId="1374917059" sldId="613"/>
            <ac:spMk id="3" creationId="{3493EBE4-51A8-F738-CEF6-6A00539F1875}"/>
          </ac:spMkLst>
        </pc:spChg>
      </pc:sldChg>
      <pc:sldChg chg="modSp add mod">
        <pc:chgData name="anaclaracosta116@gmail.com" userId="a793634777582c92" providerId="LiveId" clId="{F6EDA821-3DDF-45FF-A3F0-D4C1D6F24652}" dt="2026-10-03T20:15:27.702" v="1445" actId="255"/>
        <pc:sldMkLst>
          <pc:docMk/>
          <pc:sldMk cId="3670418075" sldId="614"/>
        </pc:sldMkLst>
        <pc:spChg chg="mod">
          <ac:chgData name="anaclaracosta116@gmail.com" userId="a793634777582c92" providerId="LiveId" clId="{F6EDA821-3DDF-45FF-A3F0-D4C1D6F24652}" dt="2026-10-03T20:15:27.702" v="1445" actId="255"/>
          <ac:spMkLst>
            <pc:docMk/>
            <pc:sldMk cId="3670418075" sldId="614"/>
            <ac:spMk id="3" creationId="{E151AFBA-B184-5CCB-BF6B-4AB6CF0D6BBD}"/>
          </ac:spMkLst>
        </pc:spChg>
      </pc:sldChg>
      <pc:sldChg chg="modSp add mod">
        <pc:chgData name="anaclaracosta116@gmail.com" userId="a793634777582c92" providerId="LiveId" clId="{F6EDA821-3DDF-45FF-A3F0-D4C1D6F24652}" dt="2026-10-03T20:20:53.196" v="1738" actId="20577"/>
        <pc:sldMkLst>
          <pc:docMk/>
          <pc:sldMk cId="428184387" sldId="615"/>
        </pc:sldMkLst>
        <pc:spChg chg="mod">
          <ac:chgData name="anaclaracosta116@gmail.com" userId="a793634777582c92" providerId="LiveId" clId="{F6EDA821-3DDF-45FF-A3F0-D4C1D6F24652}" dt="2026-10-03T20:20:53.196" v="1738" actId="20577"/>
          <ac:spMkLst>
            <pc:docMk/>
            <pc:sldMk cId="428184387" sldId="615"/>
            <ac:spMk id="3" creationId="{007E3FCE-AEBB-B305-5E77-B71FF3BF02C6}"/>
          </ac:spMkLst>
        </pc:spChg>
      </pc:sldChg>
      <pc:sldChg chg="modSp add mod">
        <pc:chgData name="anaclaracosta116@gmail.com" userId="a793634777582c92" providerId="LiveId" clId="{F6EDA821-3DDF-45FF-A3F0-D4C1D6F24652}" dt="2026-10-03T20:21:27.655" v="1797" actId="255"/>
        <pc:sldMkLst>
          <pc:docMk/>
          <pc:sldMk cId="3423378754" sldId="616"/>
        </pc:sldMkLst>
        <pc:spChg chg="mod">
          <ac:chgData name="anaclaracosta116@gmail.com" userId="a793634777582c92" providerId="LiveId" clId="{F6EDA821-3DDF-45FF-A3F0-D4C1D6F24652}" dt="2026-10-03T20:21:27.655" v="1797" actId="255"/>
          <ac:spMkLst>
            <pc:docMk/>
            <pc:sldMk cId="3423378754" sldId="616"/>
            <ac:spMk id="3" creationId="{8F799FE9-78AF-E559-87C6-A7741C41C302}"/>
          </ac:spMkLst>
        </pc:spChg>
      </pc:sldChg>
      <pc:sldChg chg="modSp add mod">
        <pc:chgData name="anaclaracosta116@gmail.com" userId="a793634777582c92" providerId="LiveId" clId="{F6EDA821-3DDF-45FF-A3F0-D4C1D6F24652}" dt="2026-10-03T20:24:10.730" v="2098" actId="20577"/>
        <pc:sldMkLst>
          <pc:docMk/>
          <pc:sldMk cId="2396808424" sldId="617"/>
        </pc:sldMkLst>
        <pc:spChg chg="mod">
          <ac:chgData name="anaclaracosta116@gmail.com" userId="a793634777582c92" providerId="LiveId" clId="{F6EDA821-3DDF-45FF-A3F0-D4C1D6F24652}" dt="2026-10-03T20:24:10.730" v="2098" actId="20577"/>
          <ac:spMkLst>
            <pc:docMk/>
            <pc:sldMk cId="2396808424" sldId="617"/>
            <ac:spMk id="3" creationId="{97A01925-7EC4-A4B4-159B-75CA65FFDAD4}"/>
          </ac:spMkLst>
        </pc:spChg>
      </pc:sldChg>
      <pc:sldChg chg="add">
        <pc:chgData name="anaclaracosta116@gmail.com" userId="a793634777582c92" providerId="LiveId" clId="{F6EDA821-3DDF-45FF-A3F0-D4C1D6F24652}" dt="2026-10-03T20:24:23.720" v="2100" actId="2890"/>
        <pc:sldMkLst>
          <pc:docMk/>
          <pc:sldMk cId="3592616447" sldId="618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75746C-981B-DB7C-F3D3-C84CB7E468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83BAFC4-CFE8-DA0B-A3DF-F4001B834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09E6F8-2DBC-09CB-DBA6-5CB7B9BAF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03/10/2026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8B365A-3B26-66CD-9D24-4367E82B8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9A8C3B-630C-B6E0-FC51-7BDEEDF1E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7936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CBBCDE-EE93-E1B9-DFC4-CD4BA0688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705EC5-7DEC-2E08-C99B-47CF3FB5C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9EA133-5667-C6A0-816F-7211D8A90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03/10/2026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676FB5-6941-D7F6-8C22-9135C7084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A7668A-5F33-AF5F-C51A-5D86111A2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0216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6CF12F-08E2-2AA1-B402-630CF57C7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5FE783E-B7D7-AC22-F66F-796611319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16B7AD-1710-4CD3-4A22-E88574502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03/10/2026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1FC751-3305-BB51-AA15-54E12F11B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2F7B73-8093-D5E2-CAC4-03F572BDC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8581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47092F-B59C-7924-4A19-51584430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E3394C-133A-224A-BCDB-000937916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6AAA661-EC79-7613-F4AC-F331C012D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EE4AEED-E9F1-69E2-2AE8-EC1957BD2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03/10/2026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2123F4B-01A6-51C8-AEB4-E1AC48AA8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056211B-1D00-34BF-17F6-4C30BA6E9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9153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722ED3-E34E-45C4-596D-799F50698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0A23E38-B855-5F20-08F2-F0716B37E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60AA198-9C71-DBD5-2DA8-9E6C54D985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82B1456-FF7A-2419-EDE6-2F2B28322A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6C57A7-513F-2472-12D1-E14D9BF15C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4E3205C-CDB4-96EE-62E8-150AE7415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03/10/2026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A3A62C0-3C60-1E47-29C2-C79E12380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9D97A16-135B-09CD-79D8-EA458784E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1159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980BC6-A8F2-6382-99AC-152FC6E10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ED4F30A-6FB1-2C45-39A5-99E50B6D1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03/10/2026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592C8CB-16E2-22E6-6464-F9BBD633E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48FE6A5-BBF0-2BAF-D866-1F551FC8D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666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8B764A4-531E-D809-F5D0-127A1A4CC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03/10/2026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764C7A1-A52E-B63C-6B3F-9FC9F97C3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42630A4-F3A3-D58A-06ED-BCD03CDB4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6448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89FA7F-88F6-16F6-8ECA-ADE185E90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DA3F1B-0694-BD83-53AF-C7950F6CB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9594C00-1CA6-500C-9162-0E0F6F091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44DB114-76BE-F5EA-F170-281F0DA04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03/10/2026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7238A8-285F-1735-D9B5-569DAF45A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4A8BF5C-0A98-FCAF-F426-137B14568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377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56AED0-8488-BA7C-C2E4-07712F8F6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BA242C3-D20F-43FD-4853-84A71AB1A3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CBDDE27-1CD4-780A-7D80-511F881747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8A38D9E-A624-D4D9-F7B3-DBBDC80BC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03/10/2026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407EF3-D9E0-9C43-4FA6-F1118DCF9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FF0DC0D-1C83-103D-7428-FE661E872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5075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A418C1-E1BC-6623-1236-54C03F8E1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658C9B5-3C5D-4BA9-BBEE-E642ED099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877FB8-9D1B-58A9-EB55-3D125391D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03/10/2026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E3B181-0E48-0916-F698-355E6EEC6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CED669-A055-D7E8-129B-54BBD2EC5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5169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1A45A97-5108-1EED-26EF-9FE9B26203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1D946A7-B4D7-7EE9-1234-EDD47F41F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482BBF-AF49-0D20-C141-FE4AEA692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03/10/2026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BD554E-AD86-83BF-9B3C-C7EF0387C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ADC73E-D7C1-E472-838F-4CC456C20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7966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0C5B5E5-77A5-D0B0-C8CF-4B2148E86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8CFF8A-B079-FBDE-96A4-D95E9CB3A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BC425F-B706-AF6E-05C3-9DD8B3847B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ADB375-1491-4444-9FE7-F0D57218A44F}" type="datetimeFigureOut">
              <a:rPr lang="pt-BR" smtClean="0"/>
              <a:t>03/10/2026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D9E827-BD5E-38C5-A58E-6A12B746C1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02C6BA-4483-59CD-6323-071F88AF4B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913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45549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256948" cy="5642392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7200" b="1" dirty="0">
                <a:latin typeface="Open Sans" panose="020B0606030504020204" pitchFamily="34" charset="0"/>
              </a:rPr>
              <a:t>EIS ME AQUI, EIS ME AQUI, SENHOR EIS QUE VENHO</a:t>
            </a:r>
          </a:p>
          <a:p>
            <a:pPr algn="l"/>
            <a:r>
              <a:rPr lang="pt-BR" sz="7200" b="1" dirty="0">
                <a:latin typeface="Open Sans" panose="020B0606030504020204" pitchFamily="34" charset="0"/>
              </a:rPr>
              <a:t>EIS ME AQUI, EIS ME AQUI, FAÇA-SE EM MIM A TUA VONTADE</a:t>
            </a:r>
            <a:endParaRPr lang="pt-BR" sz="13800" dirty="0"/>
          </a:p>
        </p:txBody>
      </p:sp>
    </p:spTree>
    <p:extLst>
      <p:ext uri="{BB962C8B-B14F-4D97-AF65-F5344CB8AC3E}">
        <p14:creationId xmlns:p14="http://schemas.microsoft.com/office/powerpoint/2010/main" val="38362507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256948" cy="5642392"/>
          </a:xfrm>
        </p:spPr>
        <p:txBody>
          <a:bodyPr>
            <a:normAutofit/>
          </a:bodyPr>
          <a:lstStyle/>
          <a:p>
            <a:pPr algn="l"/>
            <a:r>
              <a:rPr lang="pt-BR" sz="7200" i="0" dirty="0">
                <a:effectLst/>
                <a:latin typeface="Open Sans" panose="020B0606030504020204" pitchFamily="34" charset="0"/>
              </a:rPr>
              <a:t>NO SENHOR EU ESPEREI</a:t>
            </a:r>
          </a:p>
          <a:p>
            <a:pPr algn="l"/>
            <a:r>
              <a:rPr lang="pt-BR" sz="7200" i="0" dirty="0">
                <a:effectLst/>
                <a:latin typeface="Open Sans" panose="020B0606030504020204" pitchFamily="34" charset="0"/>
              </a:rPr>
              <a:t>ELE SE INCLINOU PARA MIM</a:t>
            </a:r>
          </a:p>
          <a:p>
            <a:pPr algn="l"/>
            <a:r>
              <a:rPr lang="pt-BR" sz="7200" dirty="0">
                <a:latin typeface="Open Sans" panose="020B0606030504020204" pitchFamily="34" charset="0"/>
              </a:rPr>
              <a:t>E OUVIU O MEU GRITO</a:t>
            </a:r>
          </a:p>
          <a:p>
            <a:pPr algn="l"/>
            <a:r>
              <a:rPr lang="pt-BR" sz="7200" dirty="0">
                <a:latin typeface="Open Sans" panose="020B0606030504020204" pitchFamily="34" charset="0"/>
              </a:rPr>
              <a:t>ME LIBERTOU DA MORTE</a:t>
            </a:r>
            <a:endParaRPr lang="pt-BR" sz="13800" dirty="0"/>
          </a:p>
        </p:txBody>
      </p:sp>
    </p:spTree>
    <p:extLst>
      <p:ext uri="{BB962C8B-B14F-4D97-AF65-F5344CB8AC3E}">
        <p14:creationId xmlns:p14="http://schemas.microsoft.com/office/powerpoint/2010/main" val="27416873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E7C055-7D68-6AD2-CCF1-57A0B30AD8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0686B732-2C27-635F-AFB5-0B6905E8A26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926164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5956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5956" y="1136073"/>
            <a:ext cx="11245466" cy="5347855"/>
          </a:xfrm>
        </p:spPr>
        <p:txBody>
          <a:bodyPr>
            <a:normAutofit fontScale="85000" lnSpcReduction="10000"/>
          </a:bodyPr>
          <a:lstStyle/>
          <a:p>
            <a:pPr algn="l"/>
            <a:r>
              <a:rPr lang="pt-BR" sz="5800" b="0" i="0" dirty="0">
                <a:effectLst/>
                <a:latin typeface="arial" panose="020B0604020202020204" pitchFamily="34" charset="0"/>
              </a:rPr>
              <a:t>TENDE COMPAIXÃO DE NÓS, SENHOR.</a:t>
            </a:r>
          </a:p>
          <a:p>
            <a:pPr algn="l"/>
            <a:r>
              <a:rPr lang="pt-BR" sz="5800" b="1" i="0" dirty="0">
                <a:effectLst/>
                <a:latin typeface="arial" panose="020B0604020202020204" pitchFamily="34" charset="0"/>
              </a:rPr>
              <a:t>T: PORQUE SOMOS PECADORES.</a:t>
            </a:r>
          </a:p>
          <a:p>
            <a:pPr algn="l"/>
            <a:endParaRPr lang="pt-BR" sz="5800" b="0" i="0" dirty="0">
              <a:effectLst/>
              <a:latin typeface="arial" panose="020B0604020202020204" pitchFamily="34" charset="0"/>
            </a:endParaRPr>
          </a:p>
          <a:p>
            <a:pPr algn="l"/>
            <a:r>
              <a:rPr lang="pt-BR" sz="5800" b="0" i="0" dirty="0">
                <a:effectLst/>
                <a:latin typeface="arial" panose="020B0604020202020204" pitchFamily="34" charset="0"/>
              </a:rPr>
              <a:t>MANIFESTAI, SENHOR, A VOSSA MISERICÓRDIA.</a:t>
            </a:r>
          </a:p>
          <a:p>
            <a:pPr algn="l"/>
            <a:r>
              <a:rPr lang="pt-BR" sz="5800" b="1" i="0" dirty="0">
                <a:effectLst/>
                <a:latin typeface="arial" panose="020B0604020202020204" pitchFamily="34" charset="0"/>
              </a:rPr>
              <a:t>T: E DAI-NOS A VOSSA SALVAÇÃO. </a:t>
            </a:r>
            <a:endParaRPr lang="pt-BR" sz="6000" b="1" dirty="0"/>
          </a:p>
        </p:txBody>
      </p:sp>
    </p:spTree>
    <p:extLst>
      <p:ext uri="{BB962C8B-B14F-4D97-AF65-F5344CB8AC3E}">
        <p14:creationId xmlns:p14="http://schemas.microsoft.com/office/powerpoint/2010/main" val="24904801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28375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284528" cy="5570040"/>
          </a:xfrm>
        </p:spPr>
        <p:txBody>
          <a:bodyPr>
            <a:normAutofit fontScale="32500" lnSpcReduction="20000"/>
          </a:bodyPr>
          <a:lstStyle/>
          <a:p>
            <a:pPr algn="just"/>
            <a:r>
              <a:rPr lang="pt-BR" sz="18500" dirty="0"/>
              <a:t>GLÓRIA A DEUS NAS ALTURAS E PAZ NA TERRA AOS HOMENS POR ELE AMADOS, POR ELE AMADOS!</a:t>
            </a:r>
          </a:p>
          <a:p>
            <a:pPr algn="just"/>
            <a:endParaRPr lang="pt-BR" sz="7200" dirty="0"/>
          </a:p>
          <a:p>
            <a:pPr algn="just"/>
            <a:r>
              <a:rPr lang="pt-BR" sz="17600" dirty="0"/>
              <a:t>SENHOR DEUS, REI DOS CÉUS, DEUS PAI TODO PODEROSO</a:t>
            </a:r>
            <a:endParaRPr lang="pt-BR" sz="12800" dirty="0"/>
          </a:p>
          <a:p>
            <a:pPr algn="just"/>
            <a:r>
              <a:rPr lang="pt-BR" sz="17600" dirty="0"/>
              <a:t>NÓS VOS LOUVAMOS, NÓS VOS BENDIZEMOS</a:t>
            </a:r>
          </a:p>
          <a:p>
            <a:pPr algn="just"/>
            <a:endParaRPr lang="pt-BR" sz="9600" dirty="0"/>
          </a:p>
          <a:p>
            <a:pPr algn="just"/>
            <a:endParaRPr lang="pt-BR" sz="9600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76616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215255" cy="5846618"/>
          </a:xfrm>
        </p:spPr>
        <p:txBody>
          <a:bodyPr>
            <a:normAutofit fontScale="62500" lnSpcReduction="20000"/>
          </a:bodyPr>
          <a:lstStyle/>
          <a:p>
            <a:pPr algn="just"/>
            <a:r>
              <a:rPr lang="pt-BR" sz="11000" dirty="0"/>
              <a:t>NÓS VOS ADORAMOS, NÓS VOS GLORIFICAMOS</a:t>
            </a:r>
          </a:p>
          <a:p>
            <a:pPr algn="just"/>
            <a:r>
              <a:rPr lang="pt-BR" sz="11000" dirty="0"/>
              <a:t>NÓS VOS DAMOS GRAÇAS, POR VOSSA IMENSA GLÓRIA.</a:t>
            </a:r>
          </a:p>
          <a:p>
            <a:pPr algn="l"/>
            <a:r>
              <a:rPr lang="pt-BR" sz="10900" dirty="0"/>
              <a:t>SENHOR JESUS CRISTO, FILHO UNIGÊNITO</a:t>
            </a:r>
          </a:p>
          <a:p>
            <a:pPr algn="just"/>
            <a:endParaRPr lang="pt-BR" sz="11000" dirty="0"/>
          </a:p>
        </p:txBody>
      </p:sp>
    </p:spTree>
    <p:extLst>
      <p:ext uri="{BB962C8B-B14F-4D97-AF65-F5344CB8AC3E}">
        <p14:creationId xmlns:p14="http://schemas.microsoft.com/office/powerpoint/2010/main" val="17336671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886691"/>
            <a:ext cx="11381510" cy="5971309"/>
          </a:xfrm>
        </p:spPr>
        <p:txBody>
          <a:bodyPr>
            <a:normAutofit/>
          </a:bodyPr>
          <a:lstStyle/>
          <a:p>
            <a:pPr algn="l"/>
            <a:r>
              <a:rPr lang="pt-BR" sz="6400" dirty="0"/>
              <a:t>SENHOR DEUS, CORDEIRO DE DEUS, FILHO DE DEUS PAI</a:t>
            </a:r>
            <a:endParaRPr lang="pt-BR" sz="5400" dirty="0"/>
          </a:p>
          <a:p>
            <a:pPr algn="l"/>
            <a:r>
              <a:rPr lang="pt-BR" sz="6600" dirty="0"/>
              <a:t>VÓS QUE TIRAIS O PECADO DO MUNDO,</a:t>
            </a:r>
          </a:p>
          <a:p>
            <a:pPr algn="l"/>
            <a:r>
              <a:rPr lang="pt-BR" sz="6600" dirty="0"/>
              <a:t>TENDE PIEDADE DE NÓS</a:t>
            </a:r>
          </a:p>
        </p:txBody>
      </p:sp>
    </p:spTree>
    <p:extLst>
      <p:ext uri="{BB962C8B-B14F-4D97-AF65-F5344CB8AC3E}">
        <p14:creationId xmlns:p14="http://schemas.microsoft.com/office/powerpoint/2010/main" val="27038948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rmAutofit fontScale="47500" lnSpcReduction="20000"/>
          </a:bodyPr>
          <a:lstStyle/>
          <a:p>
            <a:pPr algn="just"/>
            <a:r>
              <a:rPr lang="pt-BR" sz="13500" dirty="0"/>
              <a:t>VÓS QUE TIRAIS O PECADO DO MUNDO,  ACOLHEI A NOSSA SÚPLICA</a:t>
            </a:r>
            <a:endParaRPr lang="pt-BR" sz="12300" dirty="0"/>
          </a:p>
          <a:p>
            <a:pPr algn="just"/>
            <a:r>
              <a:rPr lang="pt-BR" sz="15000" dirty="0"/>
              <a:t>VÓS QUE ESTAIS À DIREITA DO PAI, TENDE PIEDADE DE NÓS</a:t>
            </a:r>
          </a:p>
          <a:p>
            <a:pPr algn="just"/>
            <a:r>
              <a:rPr lang="pt-BR" sz="15000" dirty="0"/>
              <a:t>SÓ VÓS SOIS SANTO, SÓ VÓS O SENHOR</a:t>
            </a:r>
          </a:p>
          <a:p>
            <a:pPr algn="just"/>
            <a:endParaRPr lang="pt-BR" sz="12300" dirty="0"/>
          </a:p>
          <a:p>
            <a:pPr algn="just"/>
            <a:endParaRPr lang="pt-BR" sz="12300" dirty="0"/>
          </a:p>
          <a:p>
            <a:pPr algn="just"/>
            <a:endParaRPr lang="pt-BR" sz="12300" dirty="0"/>
          </a:p>
        </p:txBody>
      </p:sp>
    </p:spTree>
    <p:extLst>
      <p:ext uri="{BB962C8B-B14F-4D97-AF65-F5344CB8AC3E}">
        <p14:creationId xmlns:p14="http://schemas.microsoft.com/office/powerpoint/2010/main" val="6419554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rmAutofit fontScale="70000" lnSpcReduction="20000"/>
          </a:bodyPr>
          <a:lstStyle/>
          <a:p>
            <a:pPr algn="just"/>
            <a:r>
              <a:rPr lang="pt-BR" sz="13500" dirty="0"/>
              <a:t>SÓ VÓS O ALTÍSSIMO, JESUS CRISTO, </a:t>
            </a:r>
          </a:p>
          <a:p>
            <a:pPr algn="just"/>
            <a:r>
              <a:rPr lang="pt-BR" sz="13500" dirty="0"/>
              <a:t>COM O ESPÍRITO SANTO NA GLÓRIA DE DEUS PAI. AMÉM!</a:t>
            </a:r>
          </a:p>
          <a:p>
            <a:pPr algn="just"/>
            <a:endParaRPr lang="pt-BR" sz="13500" dirty="0"/>
          </a:p>
          <a:p>
            <a:pPr algn="just"/>
            <a:endParaRPr lang="pt-BR" sz="12300" dirty="0"/>
          </a:p>
          <a:p>
            <a:pPr algn="just"/>
            <a:endParaRPr lang="pt-BR" sz="12300" dirty="0"/>
          </a:p>
          <a:p>
            <a:pPr algn="just"/>
            <a:endParaRPr lang="pt-BR" sz="12300" dirty="0"/>
          </a:p>
        </p:txBody>
      </p:sp>
    </p:spTree>
    <p:extLst>
      <p:ext uri="{BB962C8B-B14F-4D97-AF65-F5344CB8AC3E}">
        <p14:creationId xmlns:p14="http://schemas.microsoft.com/office/powerpoint/2010/main" val="37180633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530DEA-F3C8-0E7C-DCC6-C900BCDA4B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F708C46A-1EC3-3A03-1D75-1379FFA4F27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605627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SALMO RESPONSORIAL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51016" y="2549880"/>
            <a:ext cx="9689967" cy="1758240"/>
          </a:xfrm>
        </p:spPr>
        <p:txBody>
          <a:bodyPr>
            <a:normAutofit/>
          </a:bodyPr>
          <a:lstStyle/>
          <a:p>
            <a:r>
              <a:rPr lang="pt-BR" sz="5400" b="1" dirty="0"/>
              <a:t>A VINHA DO SENHOR É A CASA DE ISRAEL.</a:t>
            </a: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33880348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78494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512617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ACLAMAÇÃO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399308"/>
            <a:ext cx="10349345" cy="5209309"/>
          </a:xfrm>
        </p:spPr>
        <p:txBody>
          <a:bodyPr>
            <a:normAutofit lnSpcReduction="10000"/>
          </a:bodyPr>
          <a:lstStyle/>
          <a:p>
            <a:r>
              <a:rPr lang="pt-BR" sz="4400" b="1" dirty="0"/>
              <a:t>ALELUIA, ALELUIA, ALELUIA, ALELUIA</a:t>
            </a:r>
          </a:p>
          <a:p>
            <a:endParaRPr lang="pt-BR" sz="4400" b="1" dirty="0"/>
          </a:p>
          <a:p>
            <a:r>
              <a:rPr lang="pt-BR" sz="4400" dirty="0"/>
              <a:t>EU VOS ESCOLHI, FOI DO MEIO DO MUNDO, A FIM DE QUE DEIS UM FRUTO QUE DURE, EU VOS ESCOLHI, FOI DO MEIO DO MUNDO. AMÉM! ALELUIA, ALELUIA!</a:t>
            </a:r>
          </a:p>
          <a:p>
            <a:endParaRPr lang="pt-BR" sz="4400" b="1" dirty="0"/>
          </a:p>
          <a:p>
            <a:r>
              <a:rPr lang="pt-BR" sz="4400" b="1" dirty="0"/>
              <a:t>ALELUIA, ALELUIA, ALELUIA, ALELUIA</a:t>
            </a:r>
            <a:endParaRPr lang="pt-BR" sz="1100" dirty="0"/>
          </a:p>
        </p:txBody>
      </p:sp>
    </p:spTree>
    <p:extLst>
      <p:ext uri="{BB962C8B-B14F-4D97-AF65-F5344CB8AC3E}">
        <p14:creationId xmlns:p14="http://schemas.microsoft.com/office/powerpoint/2010/main" val="26718174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713434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4857172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9600" b="1" dirty="0"/>
              <a:t>FELIZES OS QUE TEMEM O SENHOR!</a:t>
            </a:r>
          </a:p>
          <a:p>
            <a:pPr algn="l"/>
            <a:endParaRPr lang="pt-BR" sz="9600" b="1" dirty="0"/>
          </a:p>
          <a:p>
            <a:pPr algn="l"/>
            <a:r>
              <a:rPr lang="pt-BR" sz="9600" dirty="0"/>
              <a:t>- DO TRABALHO DE TUAS MÃOS HÁS DE VIVER,SERÁS FELIZ, TUDO IRÁ BEM!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12330760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64F621-A570-2348-8F5C-8E19417A22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753508-F166-7E3D-8166-D0A41F223A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4857172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2E1E641-43CC-25E1-3119-4595162A99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9600" b="1" dirty="0"/>
              <a:t>FELIZES OS QUE TEMEM O SENHOR!</a:t>
            </a:r>
          </a:p>
          <a:p>
            <a:pPr algn="l"/>
            <a:endParaRPr lang="pt-BR" sz="9600" b="1" dirty="0"/>
          </a:p>
          <a:p>
            <a:pPr algn="l"/>
            <a:r>
              <a:rPr lang="pt-BR" sz="9600" dirty="0"/>
              <a:t>- SERÁ ASSIM ABENÇOADO TODO HOMEM QUE TEME O SENHOR.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38379240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08D88A-9BB2-0DDB-90A2-4A2874ACCF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CB1952-F428-5923-9249-B5E41769EF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4857172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94A07CA-AE42-2FBB-7503-2E393427E1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9600" b="1" dirty="0"/>
              <a:t>FELIZES OS QUE TEMEM O SENHOR!</a:t>
            </a:r>
          </a:p>
          <a:p>
            <a:pPr algn="l"/>
            <a:endParaRPr lang="pt-BR" sz="9600" b="1" dirty="0"/>
          </a:p>
          <a:p>
            <a:pPr algn="l"/>
            <a:r>
              <a:rPr lang="pt-BR" sz="9600" dirty="0"/>
              <a:t>- O SENHOR TE ABENÇOE DE SIÃO, CADA DIA DE TUA VIDA.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28053513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3FD2BE-97B3-EFAA-5AB4-74D3A6DDED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9B12F3-4EFB-A70A-8A9F-A8C42E6812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4857172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0766228-D0E5-AD3F-E026-9BB2FC7B64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9600" b="1" dirty="0"/>
              <a:t>FELIZES OS QUE TEMEM O SENHOR!</a:t>
            </a:r>
          </a:p>
          <a:p>
            <a:pPr algn="l"/>
            <a:endParaRPr lang="pt-BR" sz="9600" b="1" dirty="0"/>
          </a:p>
          <a:p>
            <a:pPr algn="l"/>
            <a:r>
              <a:rPr lang="pt-BR" sz="9600" dirty="0"/>
              <a:t>- PARA QUE VEJAS PROSPERAR JERUSALÉM E OS FILHOS DOS TEUS FILHOS.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17301162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3D8A0D-485F-4C7F-A30B-DAC9633AC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039C24-75DE-A148-F4C7-9962E04B6B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4857172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CE270F7-8124-C53B-756A-881ADA3624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9600" b="1" dirty="0"/>
              <a:t>FELIZES OS QUE TEMEM O SENHOR!</a:t>
            </a:r>
          </a:p>
          <a:p>
            <a:pPr algn="l"/>
            <a:endParaRPr lang="pt-BR" sz="9600" b="1" dirty="0"/>
          </a:p>
          <a:p>
            <a:pPr algn="l"/>
            <a:r>
              <a:rPr lang="pt-BR" sz="9600" dirty="0"/>
              <a:t>- Ó SENHOR, QUE VENHA A PAZ A ISRAEL, QUE VENHA A PAZ AO VOSSO POVO!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15240859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899E3B-A009-8C82-E52D-E2398AE36D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CBD55639-D838-A240-2962-3C9CA47696D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423656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1"/>
            <a:ext cx="10771909" cy="5334000"/>
          </a:xfrm>
        </p:spPr>
        <p:txBody>
          <a:bodyPr>
            <a:normAutofit fontScale="85000" lnSpcReduction="10000"/>
          </a:bodyPr>
          <a:lstStyle/>
          <a:p>
            <a:pPr algn="just"/>
            <a:r>
              <a:rPr lang="pt-BR" sz="7300" dirty="0"/>
              <a:t>SANTO, SANTO, SANTO!</a:t>
            </a:r>
          </a:p>
          <a:p>
            <a:pPr algn="just"/>
            <a:r>
              <a:rPr lang="pt-BR" sz="7300" dirty="0"/>
              <a:t>SENHOR DEUS DO UNIVERSO.</a:t>
            </a:r>
          </a:p>
          <a:p>
            <a:pPr algn="l"/>
            <a:r>
              <a:rPr lang="pt-BR" sz="7300" dirty="0"/>
              <a:t>O CÉU E A TERRA PROCLAMAM,</a:t>
            </a:r>
          </a:p>
          <a:p>
            <a:pPr algn="l"/>
            <a:r>
              <a:rPr lang="pt-BR" sz="7300" dirty="0"/>
              <a:t>PROCLAMAM A VOSSA GLÓRIA!</a:t>
            </a:r>
          </a:p>
          <a:p>
            <a:pPr algn="just"/>
            <a:r>
              <a:rPr lang="pt-BR" sz="7300" b="1" dirty="0"/>
              <a:t>HOSANA, HOSANA, HOSANA,</a:t>
            </a:r>
          </a:p>
          <a:p>
            <a:pPr algn="just"/>
            <a:r>
              <a:rPr lang="pt-BR" sz="7300" b="1" dirty="0"/>
              <a:t>HOSANA NAS ALTURAS! </a:t>
            </a:r>
          </a:p>
        </p:txBody>
      </p:sp>
    </p:spTree>
    <p:extLst>
      <p:ext uri="{BB962C8B-B14F-4D97-AF65-F5344CB8AC3E}">
        <p14:creationId xmlns:p14="http://schemas.microsoft.com/office/powerpoint/2010/main" val="12617031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831273"/>
            <a:ext cx="10710692" cy="5195454"/>
          </a:xfrm>
        </p:spPr>
        <p:txBody>
          <a:bodyPr>
            <a:noAutofit/>
          </a:bodyPr>
          <a:lstStyle/>
          <a:p>
            <a:pPr algn="just"/>
            <a:r>
              <a:rPr lang="pt-BR" sz="6000" dirty="0"/>
              <a:t>BENDITO O QUE VEM,</a:t>
            </a:r>
          </a:p>
          <a:p>
            <a:pPr algn="just"/>
            <a:r>
              <a:rPr lang="pt-BR" sz="6000" dirty="0"/>
              <a:t>EM NOME DO SENHOR (2X)</a:t>
            </a:r>
            <a:endParaRPr lang="pt-BR" sz="6000" b="1" dirty="0"/>
          </a:p>
          <a:p>
            <a:pPr algn="just"/>
            <a:r>
              <a:rPr lang="pt-BR" sz="6000" b="1" dirty="0"/>
              <a:t>HOSANA, 	HOSANA, HOSANA,</a:t>
            </a:r>
          </a:p>
          <a:p>
            <a:pPr algn="just"/>
            <a:r>
              <a:rPr lang="pt-BR" sz="6000" b="1" dirty="0"/>
              <a:t>HOSANA  NAS ALTURAS! </a:t>
            </a:r>
          </a:p>
        </p:txBody>
      </p:sp>
    </p:spTree>
    <p:extLst>
      <p:ext uri="{BB962C8B-B14F-4D97-AF65-F5344CB8AC3E}">
        <p14:creationId xmlns:p14="http://schemas.microsoft.com/office/powerpoint/2010/main" val="134436655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671835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85000" lnSpcReduction="10000"/>
          </a:bodyPr>
          <a:lstStyle/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BOM É O SENHOR PARA QUEM CONFIA NELE, PARA AQUELE QUE O PROCURA.</a:t>
            </a:r>
          </a:p>
          <a:p>
            <a:pPr algn="l"/>
            <a:endParaRPr lang="pt-BR" sz="6000" b="1" i="0" dirty="0">
              <a:solidFill>
                <a:srgbClr val="131313"/>
              </a:solidFill>
              <a:effectLst/>
              <a:latin typeface="Roboto" panose="02000000000000000000" pitchFamily="2" charset="0"/>
            </a:endParaRPr>
          </a:p>
          <a:p>
            <a:pPr algn="l"/>
            <a:r>
              <a:rPr lang="pt-BR" sz="460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BENDIREI O SENHOR DEUS EM TODO O TEMPO,</a:t>
            </a:r>
          </a:p>
          <a:p>
            <a:pPr algn="l"/>
            <a:r>
              <a:rPr lang="pt-BR" sz="4600" dirty="0">
                <a:solidFill>
                  <a:srgbClr val="131313"/>
                </a:solidFill>
                <a:latin typeface="Roboto" panose="02000000000000000000" pitchFamily="2" charset="0"/>
              </a:rPr>
              <a:t>SEU LOUVOR ESTARÁ SEMPRE EM MINHA BOCA.</a:t>
            </a:r>
          </a:p>
          <a:p>
            <a:pPr algn="l"/>
            <a:r>
              <a:rPr lang="pt-BR" sz="4600" dirty="0">
                <a:solidFill>
                  <a:srgbClr val="131313"/>
                </a:solidFill>
                <a:latin typeface="Roboto" panose="02000000000000000000" pitchFamily="2" charset="0"/>
              </a:rPr>
              <a:t>MINHA ALMA SE GLORIA NO SENHOR,</a:t>
            </a:r>
          </a:p>
          <a:p>
            <a:pPr algn="l"/>
            <a:r>
              <a:rPr lang="pt-BR" sz="4600" dirty="0">
                <a:solidFill>
                  <a:srgbClr val="131313"/>
                </a:solidFill>
                <a:latin typeface="Roboto" panose="02000000000000000000" pitchFamily="2" charset="0"/>
              </a:rPr>
              <a:t>QUE OUÇAM OS HUMILDES E SE ALEGREM.</a:t>
            </a:r>
            <a:endParaRPr lang="pt-BR" sz="4600" dirty="0"/>
          </a:p>
        </p:txBody>
      </p:sp>
    </p:spTree>
    <p:extLst>
      <p:ext uri="{BB962C8B-B14F-4D97-AF65-F5344CB8AC3E}">
        <p14:creationId xmlns:p14="http://schemas.microsoft.com/office/powerpoint/2010/main" val="230479973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46AB30-599F-8F03-9D3A-F85C8C66AA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423B7C-90E2-16FC-363D-922285ADC4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5BB0FC4-9286-CCEA-FD9C-F0B6C50A12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BOM É O SENHOR PARA QUEM CONFIA NELE, PARA AQUELE QUE O PROCURA.</a:t>
            </a:r>
          </a:p>
          <a:p>
            <a:pPr algn="l"/>
            <a:endParaRPr lang="pt-BR" sz="6000" b="1" i="0" dirty="0">
              <a:solidFill>
                <a:srgbClr val="131313"/>
              </a:solidFill>
              <a:effectLst/>
              <a:latin typeface="Roboto" panose="02000000000000000000" pitchFamily="2" charset="0"/>
            </a:endParaRPr>
          </a:p>
          <a:p>
            <a:pPr algn="l"/>
            <a:r>
              <a:rPr lang="pt-BR" sz="420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COMIGO ENGRANDECI AO SENHOR DEUS,</a:t>
            </a:r>
          </a:p>
          <a:p>
            <a:pPr algn="l"/>
            <a:r>
              <a:rPr lang="pt-BR" sz="4200" dirty="0">
                <a:solidFill>
                  <a:srgbClr val="131313"/>
                </a:solidFill>
                <a:latin typeface="Roboto" panose="02000000000000000000" pitchFamily="2" charset="0"/>
              </a:rPr>
              <a:t>EXALTEMOS TODOS JUNTOS O SEU NOME!</a:t>
            </a:r>
          </a:p>
          <a:p>
            <a:pPr algn="l"/>
            <a:r>
              <a:rPr lang="pt-BR" sz="4200" dirty="0">
                <a:solidFill>
                  <a:srgbClr val="131313"/>
                </a:solidFill>
                <a:latin typeface="Roboto" panose="02000000000000000000" pitchFamily="2" charset="0"/>
              </a:rPr>
              <a:t>TODAS AS VEZES QUE O BUSQUEI, ELE ME OUVIU,</a:t>
            </a:r>
          </a:p>
          <a:p>
            <a:pPr algn="l"/>
            <a:r>
              <a:rPr lang="pt-BR" sz="4200" dirty="0">
                <a:solidFill>
                  <a:srgbClr val="131313"/>
                </a:solidFill>
                <a:latin typeface="Roboto" panose="02000000000000000000" pitchFamily="2" charset="0"/>
              </a:rPr>
              <a:t>E DE TODOS OS TEMORES ME LIVROU.</a:t>
            </a:r>
            <a:endParaRPr lang="pt-BR" sz="4200" dirty="0"/>
          </a:p>
        </p:txBody>
      </p:sp>
    </p:spTree>
    <p:extLst>
      <p:ext uri="{BB962C8B-B14F-4D97-AF65-F5344CB8AC3E}">
        <p14:creationId xmlns:p14="http://schemas.microsoft.com/office/powerpoint/2010/main" val="274216317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4160E4-E81F-5618-A49D-CA227C76AE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1BE5B7-145D-0E22-29AA-60CF44E9DD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493EBE4-51A8-F738-CEF6-6A00539F18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85000" lnSpcReduction="10000"/>
          </a:bodyPr>
          <a:lstStyle/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BOM É O SENHOR PARA QUEM CONFIA NELE, PARA AQUELE QUE O PROCURA.</a:t>
            </a:r>
          </a:p>
          <a:p>
            <a:pPr algn="l"/>
            <a:endParaRPr lang="pt-BR" sz="6000" b="1" i="0" dirty="0">
              <a:solidFill>
                <a:srgbClr val="131313"/>
              </a:solidFill>
              <a:effectLst/>
              <a:latin typeface="Roboto" panose="02000000000000000000" pitchFamily="2" charset="0"/>
            </a:endParaRPr>
          </a:p>
          <a:p>
            <a:pPr algn="l"/>
            <a:r>
              <a:rPr lang="pt-BR" sz="420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O SENHOR POUSA SEUS OLHOS SOBRE OS JUSTOS,</a:t>
            </a:r>
          </a:p>
          <a:p>
            <a:pPr algn="l"/>
            <a:r>
              <a:rPr lang="pt-BR" sz="4200" dirty="0">
                <a:solidFill>
                  <a:srgbClr val="131313"/>
                </a:solidFill>
                <a:latin typeface="Roboto" panose="02000000000000000000" pitchFamily="2" charset="0"/>
              </a:rPr>
              <a:t>SEU OUVIDO ESTÁ ATENTO A SEU CHAMADO;</a:t>
            </a:r>
          </a:p>
          <a:p>
            <a:pPr algn="l"/>
            <a:r>
              <a:rPr lang="pt-BR" sz="4200" dirty="0">
                <a:solidFill>
                  <a:srgbClr val="131313"/>
                </a:solidFill>
                <a:latin typeface="Roboto" panose="02000000000000000000" pitchFamily="2" charset="0"/>
              </a:rPr>
              <a:t>CLAMAM OS JUSTOS E O SENHOR BONDOSO ESCUTA</a:t>
            </a:r>
          </a:p>
          <a:p>
            <a:pPr algn="l"/>
            <a:r>
              <a:rPr lang="pt-BR" sz="4200" dirty="0">
                <a:solidFill>
                  <a:srgbClr val="131313"/>
                </a:solidFill>
                <a:latin typeface="Roboto" panose="02000000000000000000" pitchFamily="2" charset="0"/>
              </a:rPr>
              <a:t>E DE TODAS AS ANGÚSTIAS OS LIBERTA.</a:t>
            </a:r>
            <a:endParaRPr lang="pt-BR" sz="4200" dirty="0"/>
          </a:p>
        </p:txBody>
      </p:sp>
    </p:spTree>
    <p:extLst>
      <p:ext uri="{BB962C8B-B14F-4D97-AF65-F5344CB8AC3E}">
        <p14:creationId xmlns:p14="http://schemas.microsoft.com/office/powerpoint/2010/main" val="137491705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1B4AD9-39BA-B653-4838-4CD612FDA0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9BA39C-1276-FB62-6DA6-87B2265DAA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151AFBA-B184-5CCB-BF6B-4AB6CF0D6B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BOM É O SENHOR PARA QUEM CONFIA NELE, PARA AQUELE QUE O PROCURA.</a:t>
            </a:r>
          </a:p>
          <a:p>
            <a:pPr algn="l"/>
            <a:endParaRPr lang="pt-BR" sz="6000" b="1" i="0" dirty="0">
              <a:solidFill>
                <a:srgbClr val="131313"/>
              </a:solidFill>
              <a:effectLst/>
              <a:latin typeface="Roboto" panose="02000000000000000000" pitchFamily="2" charset="0"/>
            </a:endParaRPr>
          </a:p>
          <a:p>
            <a:pPr algn="l"/>
            <a:r>
              <a:rPr lang="pt-BR" sz="570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DO CORAÇÃO ATRIBULADO ELE ESTÁ PERTO</a:t>
            </a:r>
          </a:p>
          <a:p>
            <a:pPr algn="l"/>
            <a:r>
              <a:rPr lang="pt-BR" sz="5700" dirty="0">
                <a:solidFill>
                  <a:srgbClr val="131313"/>
                </a:solidFill>
                <a:latin typeface="Roboto" panose="02000000000000000000" pitchFamily="2" charset="0"/>
              </a:rPr>
              <a:t>E CONFORTA OS DE ESPÍRITO ABATIDO.</a:t>
            </a:r>
          </a:p>
          <a:p>
            <a:pPr algn="l"/>
            <a:r>
              <a:rPr lang="pt-BR" sz="5700" dirty="0">
                <a:solidFill>
                  <a:srgbClr val="131313"/>
                </a:solidFill>
                <a:latin typeface="Roboto" panose="02000000000000000000" pitchFamily="2" charset="0"/>
              </a:rPr>
              <a:t>MUITOS MALES SE ABATEM SOBRE OS JUSTOS,</a:t>
            </a:r>
          </a:p>
          <a:p>
            <a:pPr algn="l"/>
            <a:r>
              <a:rPr lang="pt-BR" sz="5700" dirty="0">
                <a:solidFill>
                  <a:srgbClr val="131313"/>
                </a:solidFill>
                <a:latin typeface="Roboto" panose="02000000000000000000" pitchFamily="2" charset="0"/>
              </a:rPr>
              <a:t>MAS O SENHOR DE TODOS ELES OS LIBERTA.</a:t>
            </a:r>
            <a:endParaRPr lang="pt-BR" sz="5700" dirty="0"/>
          </a:p>
        </p:txBody>
      </p:sp>
    </p:spTree>
    <p:extLst>
      <p:ext uri="{BB962C8B-B14F-4D97-AF65-F5344CB8AC3E}">
        <p14:creationId xmlns:p14="http://schemas.microsoft.com/office/powerpoint/2010/main" val="367041807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964679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856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9856" y="686788"/>
            <a:ext cx="11893122" cy="6338125"/>
          </a:xfrm>
        </p:spPr>
        <p:txBody>
          <a:bodyPr>
            <a:normAutofit/>
          </a:bodyPr>
          <a:lstStyle/>
          <a:p>
            <a:pPr algn="l"/>
            <a:r>
              <a:rPr lang="pt-BR" sz="5400" dirty="0"/>
              <a:t>Ó HÓSTIA SANTA</a:t>
            </a:r>
          </a:p>
          <a:p>
            <a:pPr algn="l"/>
            <a:r>
              <a:rPr lang="pt-BR" sz="5400" dirty="0"/>
              <a:t>TU ÉS O TESTAMENTO</a:t>
            </a:r>
          </a:p>
          <a:p>
            <a:pPr algn="l"/>
            <a:r>
              <a:rPr lang="pt-BR" sz="5400" dirty="0"/>
              <a:t>DA TÃO GRANDE DIVINA MISERICÓRIDA</a:t>
            </a:r>
          </a:p>
          <a:p>
            <a:pPr algn="l"/>
            <a:r>
              <a:rPr lang="pt-BR" sz="5400" dirty="0"/>
              <a:t>TU ÉS O CORPO E O SANGUE DO SENHOR</a:t>
            </a:r>
          </a:p>
          <a:p>
            <a:pPr algn="l"/>
            <a:r>
              <a:rPr lang="pt-BR" sz="5400" dirty="0"/>
              <a:t>SINAL DE AMOR POR NÓS PECADORES</a:t>
            </a:r>
          </a:p>
        </p:txBody>
      </p:sp>
    </p:spTree>
    <p:extLst>
      <p:ext uri="{BB962C8B-B14F-4D97-AF65-F5344CB8AC3E}">
        <p14:creationId xmlns:p14="http://schemas.microsoft.com/office/powerpoint/2010/main" val="414127896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1DC3BA-6D95-556D-A7F5-60F0A04F99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6B55BC-2707-B988-92BD-73826477BC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856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07E3FCE-AEBB-B305-5E77-B71FF3BF02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9856" y="686788"/>
            <a:ext cx="11893122" cy="6338125"/>
          </a:xfrm>
        </p:spPr>
        <p:txBody>
          <a:bodyPr>
            <a:normAutofit/>
          </a:bodyPr>
          <a:lstStyle/>
          <a:p>
            <a:pPr algn="l"/>
            <a:r>
              <a:rPr lang="pt-BR" sz="5400" dirty="0"/>
              <a:t>Ó HÓSTIA SANTA</a:t>
            </a:r>
          </a:p>
          <a:p>
            <a:pPr algn="l"/>
            <a:r>
              <a:rPr lang="pt-BR" sz="5400" dirty="0"/>
              <a:t>TU ÉS A NASCENTE</a:t>
            </a:r>
          </a:p>
          <a:p>
            <a:pPr algn="l"/>
            <a:r>
              <a:rPr lang="pt-BR" sz="5400" dirty="0"/>
              <a:t>DA ÁGUA VIVA PARA NÓS PECADORES</a:t>
            </a:r>
          </a:p>
          <a:p>
            <a:pPr algn="l"/>
            <a:r>
              <a:rPr lang="pt-BR" sz="5400" dirty="0"/>
              <a:t>EM TI, O FOGO PURÍSSIMO DO AMOR</a:t>
            </a:r>
          </a:p>
          <a:p>
            <a:pPr algn="l"/>
            <a:r>
              <a:rPr lang="pt-BR" sz="5400" dirty="0"/>
              <a:t>A TUA DIVINA MISERICÓRDIA</a:t>
            </a:r>
          </a:p>
        </p:txBody>
      </p:sp>
    </p:spTree>
    <p:extLst>
      <p:ext uri="{BB962C8B-B14F-4D97-AF65-F5344CB8AC3E}">
        <p14:creationId xmlns:p14="http://schemas.microsoft.com/office/powerpoint/2010/main" val="42818438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D3A3B8-8A8D-5E28-DA7E-23B1F9A7BD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535B91-4CC4-4A5A-B8C6-638EDFC582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856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F799FE9-78AF-E559-87C6-A7741C41C3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9856" y="686788"/>
            <a:ext cx="11893122" cy="6338125"/>
          </a:xfrm>
        </p:spPr>
        <p:txBody>
          <a:bodyPr>
            <a:normAutofit/>
          </a:bodyPr>
          <a:lstStyle/>
          <a:p>
            <a:pPr algn="l"/>
            <a:r>
              <a:rPr lang="pt-BR" sz="7000" dirty="0"/>
              <a:t>CONFIO EM TI</a:t>
            </a:r>
          </a:p>
          <a:p>
            <a:pPr algn="l"/>
            <a:r>
              <a:rPr lang="pt-BR" sz="7000" dirty="0"/>
              <a:t>Ó HÓSTIA SANTA</a:t>
            </a:r>
          </a:p>
          <a:p>
            <a:pPr algn="l"/>
            <a:r>
              <a:rPr lang="pt-BR" sz="7000" dirty="0"/>
              <a:t>CONFIOE M TI, HÓSTIA SANTA</a:t>
            </a:r>
          </a:p>
        </p:txBody>
      </p:sp>
    </p:spTree>
    <p:extLst>
      <p:ext uri="{BB962C8B-B14F-4D97-AF65-F5344CB8AC3E}">
        <p14:creationId xmlns:p14="http://schemas.microsoft.com/office/powerpoint/2010/main" val="342337875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940453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1"/>
            <a:ext cx="10349345" cy="5195454"/>
          </a:xfrm>
        </p:spPr>
        <p:txBody>
          <a:bodyPr>
            <a:normAutofit/>
          </a:bodyPr>
          <a:lstStyle/>
          <a:p>
            <a:pPr algn="l"/>
            <a:r>
              <a:rPr lang="pt-BR" sz="4800" dirty="0"/>
              <a:t>IMACULADA MÃE DE DEUS</a:t>
            </a:r>
          </a:p>
          <a:p>
            <a:pPr algn="l"/>
            <a:r>
              <a:rPr lang="pt-BR" sz="4800" dirty="0"/>
              <a:t>CORAÇÃO POBRE ACOLHENDO JESUS</a:t>
            </a:r>
          </a:p>
          <a:p>
            <a:pPr algn="l"/>
            <a:r>
              <a:rPr lang="pt-BR" sz="4800" dirty="0"/>
              <a:t>IMACULADA, MARIA DO POVO</a:t>
            </a:r>
          </a:p>
          <a:p>
            <a:pPr algn="l"/>
            <a:r>
              <a:rPr lang="pt-BR" sz="4800" dirty="0"/>
              <a:t>MÃE DOS AFLITOS QUE ESTÃO JUNTO</a:t>
            </a:r>
          </a:p>
          <a:p>
            <a:pPr algn="l"/>
            <a:r>
              <a:rPr lang="pt-BR" sz="4800" dirty="0"/>
              <a:t>À CRUZ</a:t>
            </a:r>
          </a:p>
        </p:txBody>
      </p:sp>
    </p:spTree>
    <p:extLst>
      <p:ext uri="{BB962C8B-B14F-4D97-AF65-F5344CB8AC3E}">
        <p14:creationId xmlns:p14="http://schemas.microsoft.com/office/powerpoint/2010/main" val="245199394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45D936-FACE-438B-55A1-D15027E56A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01EA54-8429-8CD9-4DC5-B602774BFB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7A01925-7EC4-A4B4-159B-75CA65FFDA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1"/>
            <a:ext cx="10349345" cy="5195454"/>
          </a:xfrm>
        </p:spPr>
        <p:txBody>
          <a:bodyPr>
            <a:normAutofit/>
          </a:bodyPr>
          <a:lstStyle/>
          <a:p>
            <a:pPr algn="l"/>
            <a:r>
              <a:rPr lang="pt-BR" sz="4800" dirty="0"/>
              <a:t>UM CORAÇÃO QUE ERA SIM PARA A VIDA</a:t>
            </a:r>
          </a:p>
          <a:p>
            <a:pPr algn="l"/>
            <a:r>
              <a:rPr lang="pt-BR" sz="4800" dirty="0"/>
              <a:t>UM CORAÇÃO QUE ERA SIM PARA O IRMÃO</a:t>
            </a:r>
          </a:p>
          <a:p>
            <a:pPr algn="l"/>
            <a:r>
              <a:rPr lang="pt-BR" sz="4800" dirty="0"/>
              <a:t>UM CORAÇÃO QUE ERA SIM PARA DEUS</a:t>
            </a:r>
          </a:p>
          <a:p>
            <a:pPr algn="l"/>
            <a:r>
              <a:rPr lang="pt-BR" sz="4800" dirty="0"/>
              <a:t>REINO DE DEUS RENOVANDO ESTE CHÃO</a:t>
            </a:r>
          </a:p>
        </p:txBody>
      </p:sp>
    </p:spTree>
    <p:extLst>
      <p:ext uri="{BB962C8B-B14F-4D97-AF65-F5344CB8AC3E}">
        <p14:creationId xmlns:p14="http://schemas.microsoft.com/office/powerpoint/2010/main" val="239680842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1761</TotalTime>
  <Words>782</Words>
  <Application>Microsoft Office PowerPoint</Application>
  <PresentationFormat>Widescreen</PresentationFormat>
  <Paragraphs>132</Paragraphs>
  <Slides>36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36</vt:i4>
      </vt:variant>
    </vt:vector>
  </HeadingPairs>
  <TitlesOfParts>
    <vt:vector size="43" baseType="lpstr">
      <vt:lpstr>Arial</vt:lpstr>
      <vt:lpstr>Arial</vt:lpstr>
      <vt:lpstr>Calibri</vt:lpstr>
      <vt:lpstr>Calibri Light</vt:lpstr>
      <vt:lpstr>Open Sans</vt:lpstr>
      <vt:lpstr>Roboto</vt:lpstr>
      <vt:lpstr>Tema do Office</vt:lpstr>
      <vt:lpstr>Apresentação do PowerPoint</vt:lpstr>
      <vt:lpstr>ENTRADA</vt:lpstr>
      <vt:lpstr>ENTRADA</vt:lpstr>
      <vt:lpstr>Apresentação do PowerPoint</vt:lpstr>
      <vt:lpstr>ATO PENITENCIAL</vt:lpstr>
      <vt:lpstr>Apresentação do PowerPoint</vt:lpstr>
      <vt:lpstr>HINO DE LOUVOR</vt:lpstr>
      <vt:lpstr>HINO DE LOUVOR</vt:lpstr>
      <vt:lpstr>HINO DE LOUVOR</vt:lpstr>
      <vt:lpstr>HINO DE LOUVOR</vt:lpstr>
      <vt:lpstr>HINO DE LOUVOR</vt:lpstr>
      <vt:lpstr>Apresentação do PowerPoint</vt:lpstr>
      <vt:lpstr>SALMO RESPONSORIAL</vt:lpstr>
      <vt:lpstr>Apresentação do PowerPoint</vt:lpstr>
      <vt:lpstr>ACLAMAÇÃO</vt:lpstr>
      <vt:lpstr>Apresentação do PowerPoint</vt:lpstr>
      <vt:lpstr>APRESENTAÇÃO DAS OFERENDAS</vt:lpstr>
      <vt:lpstr>APRESENTAÇÃO DAS OFERENDAS</vt:lpstr>
      <vt:lpstr>APRESENTAÇÃO DAS OFERENDAS</vt:lpstr>
      <vt:lpstr>APRESENTAÇÃO DAS OFERENDAS</vt:lpstr>
      <vt:lpstr>APRESENTAÇÃO DAS OFERENDAS</vt:lpstr>
      <vt:lpstr>Apresentação do PowerPoint</vt:lpstr>
      <vt:lpstr>SANTO</vt:lpstr>
      <vt:lpstr>Apresentação do PowerPoint</vt:lpstr>
      <vt:lpstr>Apresentação do PowerPoint</vt:lpstr>
      <vt:lpstr>COMUNHÃO</vt:lpstr>
      <vt:lpstr>COMUNHÃO</vt:lpstr>
      <vt:lpstr>COMUNHÃO</vt:lpstr>
      <vt:lpstr>COMUNHÃO</vt:lpstr>
      <vt:lpstr>Apresentação do PowerPoint</vt:lpstr>
      <vt:lpstr>PÓS</vt:lpstr>
      <vt:lpstr>PÓS</vt:lpstr>
      <vt:lpstr>PÓS</vt:lpstr>
      <vt:lpstr>Apresentação do PowerPoint</vt:lpstr>
      <vt:lpstr>FINAL</vt:lpstr>
      <vt:lpstr>FINAL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ENTRADA</dc:title>
  <dc:creator>anaclaracosta116@gmail.com</dc:creator>
  <cp:lastModifiedBy>anaclaracosta116@gmail.com</cp:lastModifiedBy>
  <cp:revision>35</cp:revision>
  <dcterms:created xsi:type="dcterms:W3CDTF">2023-05-06T17:01:55Z</dcterms:created>
  <dcterms:modified xsi:type="dcterms:W3CDTF">2026-10-03T20:24:43Z</dcterms:modified>
</cp:coreProperties>
</file>