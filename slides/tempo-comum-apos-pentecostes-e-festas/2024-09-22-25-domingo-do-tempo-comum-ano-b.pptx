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10" r:id="rId4"/>
    <p:sldId id="482" r:id="rId5"/>
    <p:sldId id="483" r:id="rId6"/>
    <p:sldId id="484" r:id="rId7"/>
    <p:sldId id="485" r:id="rId8"/>
    <p:sldId id="486" r:id="rId9"/>
    <p:sldId id="258" r:id="rId10"/>
    <p:sldId id="437" r:id="rId11"/>
    <p:sldId id="438" r:id="rId12"/>
    <p:sldId id="439" r:id="rId13"/>
    <p:sldId id="260" r:id="rId14"/>
    <p:sldId id="261" r:id="rId15"/>
    <p:sldId id="338" r:id="rId16"/>
    <p:sldId id="339" r:id="rId17"/>
    <p:sldId id="340" r:id="rId18"/>
    <p:sldId id="377" r:id="rId19"/>
    <p:sldId id="264" r:id="rId20"/>
    <p:sldId id="265" r:id="rId21"/>
    <p:sldId id="266" r:id="rId22"/>
    <p:sldId id="267" r:id="rId23"/>
    <p:sldId id="271" r:id="rId24"/>
    <p:sldId id="472" r:id="rId25"/>
    <p:sldId id="487" r:id="rId26"/>
    <p:sldId id="488" r:id="rId27"/>
    <p:sldId id="489" r:id="rId28"/>
    <p:sldId id="490" r:id="rId29"/>
    <p:sldId id="491" r:id="rId30"/>
    <p:sldId id="292" r:id="rId31"/>
    <p:sldId id="275" r:id="rId32"/>
    <p:sldId id="361" r:id="rId33"/>
    <p:sldId id="362" r:id="rId34"/>
    <p:sldId id="415" r:id="rId35"/>
    <p:sldId id="492" r:id="rId36"/>
    <p:sldId id="495" r:id="rId37"/>
    <p:sldId id="494" r:id="rId38"/>
    <p:sldId id="493" r:id="rId39"/>
    <p:sldId id="496" r:id="rId40"/>
    <p:sldId id="497" r:id="rId41"/>
    <p:sldId id="498" r:id="rId42"/>
    <p:sldId id="499" r:id="rId43"/>
    <p:sldId id="500" r:id="rId44"/>
    <p:sldId id="404" r:id="rId45"/>
    <p:sldId id="420" r:id="rId46"/>
    <p:sldId id="421" r:id="rId47"/>
    <p:sldId id="422" r:id="rId48"/>
    <p:sldId id="423" r:id="rId49"/>
    <p:sldId id="419" r:id="rId50"/>
    <p:sldId id="337" r:id="rId51"/>
    <p:sldId id="501" r:id="rId52"/>
    <p:sldId id="502" r:id="rId53"/>
    <p:sldId id="503" r:id="rId5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375"/>
            <p14:sldId id="354"/>
            <p14:sldId id="410"/>
            <p14:sldId id="482"/>
            <p14:sldId id="483"/>
            <p14:sldId id="484"/>
            <p14:sldId id="485"/>
            <p14:sldId id="486"/>
            <p14:sldId id="258"/>
            <p14:sldId id="437"/>
            <p14:sldId id="438"/>
            <p14:sldId id="439"/>
            <p14:sldId id="260"/>
            <p14:sldId id="261"/>
            <p14:sldId id="338"/>
            <p14:sldId id="339"/>
            <p14:sldId id="340"/>
            <p14:sldId id="377"/>
            <p14:sldId id="264"/>
            <p14:sldId id="265"/>
            <p14:sldId id="266"/>
            <p14:sldId id="267"/>
            <p14:sldId id="271"/>
            <p14:sldId id="472"/>
            <p14:sldId id="487"/>
            <p14:sldId id="488"/>
            <p14:sldId id="489"/>
            <p14:sldId id="490"/>
            <p14:sldId id="491"/>
            <p14:sldId id="292"/>
            <p14:sldId id="275"/>
            <p14:sldId id="361"/>
            <p14:sldId id="362"/>
            <p14:sldId id="415"/>
            <p14:sldId id="492"/>
            <p14:sldId id="495"/>
            <p14:sldId id="494"/>
            <p14:sldId id="493"/>
            <p14:sldId id="496"/>
            <p14:sldId id="497"/>
            <p14:sldId id="498"/>
            <p14:sldId id="499"/>
            <p14:sldId id="500"/>
            <p14:sldId id="404"/>
            <p14:sldId id="420"/>
            <p14:sldId id="421"/>
            <p14:sldId id="422"/>
            <p14:sldId id="423"/>
            <p14:sldId id="419"/>
            <p14:sldId id="337"/>
            <p14:sldId id="501"/>
            <p14:sldId id="502"/>
            <p14:sldId id="5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0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2D7353C-489B-9834-0211-760A99A322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2274838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25º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  <a:endParaRPr lang="pt-BR" sz="6900" b="1" dirty="0">
              <a:solidFill>
                <a:srgbClr val="000000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O SENHOR É O PASTOR QUE ME CONDUZ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POR CAMINHOS NUNCA VISTOS ME ENVIOU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SOU CHAMADO A SER FERMENTO SAL E LUZ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E POR ISSO RESPONDI: AQUI ESTOU!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4107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  <a:endParaRPr lang="pt-BR" sz="6900" b="1" dirty="0">
              <a:solidFill>
                <a:srgbClr val="000000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874319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ELE PÔS EM MINHA BOCA UMA CANÇÃO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ME UNGIU COMO PROFETA E TROVADOR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DA HISTÓRIA E DA VIDA DO MEU POVO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E POR ISSO RESPONDI: AQUI ESTOU!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049813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  <a:endParaRPr lang="pt-BR" sz="6900" b="1" dirty="0">
              <a:solidFill>
                <a:srgbClr val="000000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656949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PONHO A MINHA CONFIANÇA NO SENHOR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DA ESPERANÇA SOU CHAMADO A SER SINAL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SEU OUVIDO SE INCLINOU AO MEU CLAMOR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E POR ISSO RESPONDI: AQUI ESTOU!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275304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  <a:endParaRPr lang="pt-BR" sz="6900" b="1" dirty="0">
              <a:solidFill>
                <a:srgbClr val="000000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570039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VIESTES NÃO PARA CONDENAR,* MAS PARA PERDOAR,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KYRIE ELEISON! KYRIE ELEISON!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852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925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CRISTO, QUE VOS ALEGRAIS* PELO PECADOR ARREPENDIDO,</a:t>
            </a: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CHRISTE ELEISON! CHRISTE ELEISON! 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058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MUITO PERDOAIS* A QUEM MUITO AMA,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KYRIE ELEISON! </a:t>
            </a:r>
            <a:r>
              <a:rPr lang="pt-BR" sz="6000" b="1" i="0" dirty="0">
                <a:effectLst/>
                <a:latin typeface="arial" panose="020B0604020202020204" pitchFamily="34" charset="0"/>
              </a:rPr>
              <a:t>KYRIE ELEISON!</a:t>
            </a:r>
            <a:endParaRPr lang="pt-BR" sz="6600" b="1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607406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500" b="1" dirty="0"/>
              <a:t>GLÓRIA A DEUS NAS ALTURAS! GLÓRIA A DEUS NAS ALTURAS! GLORIA A DEUS NAS ALTURAS E PAZ NA TERRA AOS HOMENS POR ELE AMADOS!</a:t>
            </a:r>
          </a:p>
          <a:p>
            <a:pPr algn="just"/>
            <a:endParaRPr lang="pt-BR" sz="6000" dirty="0"/>
          </a:p>
          <a:p>
            <a:pPr algn="just"/>
            <a:r>
              <a:rPr lang="pt-BR" sz="58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endParaRPr lang="pt-BR" sz="96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9600" dirty="0"/>
              <a:t>SÓ VÓS SOIS O SANTO, SÓ VÓS O SENHOR, </a:t>
            </a:r>
          </a:p>
          <a:p>
            <a:pPr algn="just"/>
            <a:r>
              <a:rPr lang="pt-BR" sz="9600" dirty="0"/>
              <a:t>SÓ VÓS O ALTÍSSIMO, JESUS CRISTO,</a:t>
            </a:r>
          </a:p>
          <a:p>
            <a:pPr algn="just"/>
            <a:r>
              <a:rPr lang="pt-BR" sz="9600" dirty="0"/>
              <a:t>COM O ESPÍRITO SANTO NA GLÓRIA DE DEUS PAI. </a:t>
            </a:r>
          </a:p>
          <a:p>
            <a:pPr algn="just"/>
            <a:r>
              <a:rPr lang="pt-BR" sz="9600" dirty="0"/>
              <a:t>AMÉM!</a:t>
            </a:r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95" y="2680938"/>
            <a:ext cx="10628009" cy="1496124"/>
          </a:xfrm>
        </p:spPr>
        <p:txBody>
          <a:bodyPr>
            <a:normAutofit lnSpcReduction="10000"/>
          </a:bodyPr>
          <a:lstStyle/>
          <a:p>
            <a:r>
              <a:rPr lang="pt-BR" sz="5400" b="1" dirty="0"/>
              <a:t>É O SENHOR QUEM SUSTENTA MINHA VIDA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PELO EVANGELHO O PAI NOS CHAMOU, A FIM DE ALCANÇARMOS A GLÓRIA DE NOSSO SENHOR JESUS CRISTO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A MESA SANTA QUE PREPARAMOS,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MÃOS QUE SE ELEVAM A TI, Ó SENHOR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O PÃO E O VINHO, FRUTOS DA TERRA,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DURO TRABALHO, CARINHO E AMOR.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439757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endParaRPr lang="pt-BR" sz="6000" dirty="0">
              <a:solidFill>
                <a:srgbClr val="131313"/>
              </a:solidFill>
            </a:endParaRP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Ô, Ô, Ô, RECEBE SENHOR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Ô, Ô RECEBE SENHOR (BIS)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052585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FLORES, ESPINHOS, DOR E ALEGRIA,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PAIS, MÃES E FILHOS DIANTE DO ALTAR.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A NOSSA OFERTA EM NOVA FESTA,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A NOSSA DOR, VEM SENHOR TRANSFORMAR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8707747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endParaRPr lang="pt-BR" sz="6000" dirty="0">
              <a:solidFill>
                <a:srgbClr val="131313"/>
              </a:solidFill>
            </a:endParaRP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Ô, Ô, Ô, RECEBE SENHOR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Ô, Ô RECEBE SENHOR (BIS)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490780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</a:rPr>
              <a:t>A VIDA NOVA, NOVA FAMÍLIA,</a:t>
            </a:r>
            <a:br>
              <a:rPr lang="pt-BR" sz="6000" dirty="0"/>
            </a:br>
            <a:r>
              <a:rPr lang="pt-BR" sz="6000" b="0" i="0" dirty="0">
                <a:solidFill>
                  <a:srgbClr val="333333"/>
                </a:solidFill>
                <a:effectLst/>
              </a:rPr>
              <a:t>QUE CELEBRAMOS AQUI TEM LUGAR.</a:t>
            </a:r>
            <a:br>
              <a:rPr lang="pt-BR" sz="6000" dirty="0"/>
            </a:br>
            <a:r>
              <a:rPr lang="pt-BR" sz="6000" b="0" i="0" dirty="0">
                <a:solidFill>
                  <a:srgbClr val="333333"/>
                </a:solidFill>
                <a:effectLst/>
              </a:rPr>
              <a:t>TUA BONDADE VEM COM FARTURA</a:t>
            </a:r>
            <a:br>
              <a:rPr lang="pt-BR" sz="6000" dirty="0"/>
            </a:br>
            <a:r>
              <a:rPr lang="pt-BR" sz="6000" b="0" i="0" dirty="0">
                <a:solidFill>
                  <a:srgbClr val="333333"/>
                </a:solidFill>
                <a:effectLst/>
              </a:rPr>
              <a:t>É SÓ SABER REUNIR, PARTILHAR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617811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endParaRPr lang="pt-BR" sz="6000" dirty="0">
              <a:solidFill>
                <a:srgbClr val="131313"/>
              </a:solidFill>
            </a:endParaRP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Ô, Ô, Ô, RECEBE SENHOR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Ô, Ô RECEBE SENHOR (BIS)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792006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8029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0000" b="1" dirty="0"/>
              <a:t>SANTO, SANTO, SANTO</a:t>
            </a:r>
          </a:p>
          <a:p>
            <a:pPr algn="just"/>
            <a:r>
              <a:rPr lang="pt-BR" sz="20000" dirty="0"/>
              <a:t>SENHOR DEUS DO UNIVERSO, O CÉU E A TERRA PROCLAMAM A VOSSA GLÓRIA</a:t>
            </a:r>
          </a:p>
          <a:p>
            <a:pPr algn="just"/>
            <a:r>
              <a:rPr lang="pt-BR" sz="20000" b="1" dirty="0"/>
              <a:t>HOSANA NAS ALTURAS!</a:t>
            </a:r>
            <a:endParaRPr lang="pt-BR" sz="20000" dirty="0"/>
          </a:p>
          <a:p>
            <a:pPr algn="just"/>
            <a:endParaRPr lang="pt-BR" sz="20000" dirty="0"/>
          </a:p>
          <a:p>
            <a:pPr algn="just"/>
            <a:r>
              <a:rPr lang="pt-BR" sz="20000" dirty="0"/>
              <a:t>BENDITO O QUE VEM EM NOME DO SENHOR</a:t>
            </a:r>
          </a:p>
          <a:p>
            <a:pPr algn="just"/>
            <a:r>
              <a:rPr lang="pt-BR" sz="20000" b="1" dirty="0"/>
              <a:t>HOSANA NAS ALTURAS! HOSANA NAS ALTURAS! </a:t>
            </a:r>
            <a:endParaRPr lang="pt-BR" sz="54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OS VOSSOS MANDAMENTOS VÓS NOS DESTES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PARA SEREM FIELMENTE OBSERVADOS.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OXALÁ SEJA BEM FIRME A MINHA VIDA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EM CUMPRIR VOSSA VONTADE E VOSSA LEI!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FELIZ O HOMEM SEM PECADO EM SEU CAMINHO,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QUE NA LEI DO SENHOR DEUS VAI PROGREDINDO!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FELIZ O HOMEM QUE OBSERVA SEUS PRECEITOS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DE TODO O CORAÇÃO PROCURA A DEUS.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735816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OS VOSSOS MANDAMENTOS VÓS NOS DESTES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PARA SEREM FIELMENTE OBSERVADOS.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OXALÁ SEJA BEM FIRME A MINHA VIDA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EM CUMPRIR VOSSA VONTADE E VOSSA LEI!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9246630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101" y="1056361"/>
            <a:ext cx="11386320" cy="5424487"/>
          </a:xfrm>
        </p:spPr>
        <p:txBody>
          <a:bodyPr>
            <a:noAutofit/>
          </a:bodyPr>
          <a:lstStyle/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QUE NÃO PRATICA A MALDADE EM SUA VIDA</a:t>
            </a: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MAS VAI ANDANDO NOS CAMINHOS DO SENHOR.</a:t>
            </a: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QUERO GUARDAR VOSSA VONTADE E VOSSA LEI;</a:t>
            </a:r>
          </a:p>
          <a:p>
            <a:pPr algn="l"/>
            <a:r>
              <a:rPr lang="pt-BR" sz="4800" dirty="0"/>
              <a:t>SENHOR, NÃO ME DEIXEIS DESAMPARADO!</a:t>
            </a:r>
          </a:p>
        </p:txBody>
      </p:sp>
    </p:spTree>
    <p:extLst>
      <p:ext uri="{BB962C8B-B14F-4D97-AF65-F5344CB8AC3E}">
        <p14:creationId xmlns:p14="http://schemas.microsoft.com/office/powerpoint/2010/main" val="36628164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OS VOSSOS MANDAMENTOS VÓS NOS DESTES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PARA SEREM FIELMENTE OBSERVADOS.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OXALÁ SEJA BEM FIRME A MINHA VIDA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EM CUMPRIR VOSSA VONTADE E VOSSA LEI!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8458809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101" y="1056361"/>
            <a:ext cx="11386320" cy="5424487"/>
          </a:xfrm>
        </p:spPr>
        <p:txBody>
          <a:bodyPr>
            <a:noAutofit/>
          </a:bodyPr>
          <a:lstStyle/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COMO UM JOVEM PODERÁ TER VIDA PURA?</a:t>
            </a: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OBSERVANDO, Ó SENHOR, VOSSA PALAVRA.</a:t>
            </a:r>
          </a:p>
          <a:p>
            <a:pPr algn="l"/>
            <a:endParaRPr lang="pt-BR" sz="48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EU VOS NARREI A MINHA SORTE E ME ATENDESTES,</a:t>
            </a: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ENSINAI-ME, Ó SENHOR, VOSSA VONTADE!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5320239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OS VOSSOS MANDAMENTOS VÓS NOS DESTES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PARA SEREM FIELMENTE OBSERVADOS.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OXALÁ SEJA BEM FIRME A MINHA VIDA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EM CUMPRIR VOSSA VONTADE E VOSSA LEI!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8761770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545" y="913748"/>
            <a:ext cx="11386320" cy="5424487"/>
          </a:xfrm>
        </p:spPr>
        <p:txBody>
          <a:bodyPr>
            <a:noAutofit/>
          </a:bodyPr>
          <a:lstStyle/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FICO PENSANDO, Ó SENHOR, NOS MEUS CAMINHOS;</a:t>
            </a: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ESCOLHI POR VOSSA LEI GUIAR MEUS PASSOS.</a:t>
            </a: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EU ME APRESSO SEM PERDER UM SÓ INSTANTE</a:t>
            </a: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EM PRATICAR TODOS OS VOSSOS MANDAMENTOS.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4440826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OS VOSSOS MANDAMENTOS VÓS NOS DESTES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PARA SEREM FIELMENTE OBSERVADOS.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OXALÁ SEJA BEM FIRME A MINHA VIDA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EM CUMPRIR VOSSA VONTADE E VOSSA LEI!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193630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545" y="913748"/>
            <a:ext cx="11386320" cy="5424487"/>
          </a:xfrm>
        </p:spPr>
        <p:txBody>
          <a:bodyPr>
            <a:noAutofit/>
          </a:bodyPr>
          <a:lstStyle/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LIBERTAI-ME DA OPRESSÃO E DA CALÚNIA,</a:t>
            </a: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PARA QUE EU POSSA OBSERVAR VOSSOS PRECEITOS.</a:t>
            </a: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SEREI FIEL À VOSSA LEI, VOSSA ALIANÇA;</a:t>
            </a:r>
          </a:p>
          <a:p>
            <a:pPr algn="l"/>
            <a:r>
              <a:rPr lang="pt-BR" sz="4800" i="0" dirty="0">
                <a:solidFill>
                  <a:srgbClr val="131313"/>
                </a:solidFill>
                <a:effectLst/>
              </a:rPr>
              <a:t>OS MEUS CAMINHOS ESTÃO TODOS ANTE VÓS.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2927786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OS VOSSOS MANDAMENTOS VÓS NOS DESTES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PARA SEREM FIELMENTE OBSERVADOS.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OXALÁ SEJA BEM FIRME A MINHA VIDA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EM CUMPRIR VOSSA VONTADE E VOSSA LEI!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4611403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ALMA DE CRISTO, SANTIFICAI-ME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CORPO DE CRISTO, SALVAI-ME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SANGUE DE CRISTO, INEBRIAI-ME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ÁGUA DO LADO DE CRISTO, LAVAI-ME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PAIXÃO DE CRISTO, CONFORTAI-ME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BOM JESUS, OUVI-ME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DENTRO DE VOSSAS CHAGAS, ESCONDEI-ME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918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PERMITAIS QUE EU ME SEPARE DE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ESPÍRITO MALIGNO DEFENDEI-ME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HORA DA MORTE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20775425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MANDAI-ME IR PARA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QUE COM VOSSOS SANTOS VOS LOUVE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TODOS OS SÉCULOS DOS SÉCULOS, AMÉM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637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endParaRPr lang="pt-BR" sz="6600" dirty="0"/>
          </a:p>
          <a:p>
            <a:pPr algn="l"/>
            <a:r>
              <a:rPr lang="pt-BR" sz="6600" dirty="0"/>
              <a:t>MARIA DE NAZARÉ, MARIA ME CATIVOU</a:t>
            </a:r>
          </a:p>
          <a:p>
            <a:pPr algn="l"/>
            <a:r>
              <a:rPr lang="pt-BR" sz="6600" dirty="0"/>
              <a:t>FEZ MAIS FORTE A MINHA FÉ</a:t>
            </a:r>
          </a:p>
          <a:p>
            <a:pPr algn="l"/>
            <a:r>
              <a:rPr lang="pt-BR" sz="6600" dirty="0"/>
              <a:t>E POR FILHO ME ADOTOU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92500"/>
          </a:bodyPr>
          <a:lstStyle/>
          <a:p>
            <a:pPr algn="l"/>
            <a:endParaRPr lang="pt-BR" sz="6600" dirty="0"/>
          </a:p>
          <a:p>
            <a:pPr algn="l"/>
            <a:r>
              <a:rPr lang="pt-BR" sz="6600" dirty="0"/>
              <a:t>ÀS VEZES EU PARO E FICO A PENSAR</a:t>
            </a:r>
          </a:p>
          <a:p>
            <a:pPr algn="l"/>
            <a:r>
              <a:rPr lang="pt-BR" sz="6600" dirty="0"/>
              <a:t>E SEM PERCEBER, ME VEJO A REZAR</a:t>
            </a:r>
          </a:p>
          <a:p>
            <a:pPr algn="l"/>
            <a:r>
              <a:rPr lang="pt-BR" sz="6600" dirty="0"/>
              <a:t>E MEU CORAÇÃO SE PÕE A CANTAR</a:t>
            </a:r>
          </a:p>
          <a:p>
            <a:pPr algn="l"/>
            <a:r>
              <a:rPr lang="pt-BR" sz="6600" dirty="0"/>
              <a:t>PRA VIRGEM DE NAZARÉ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32217548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92500" lnSpcReduction="20000"/>
          </a:bodyPr>
          <a:lstStyle/>
          <a:p>
            <a:pPr algn="l"/>
            <a:endParaRPr lang="pt-BR" sz="6600" dirty="0"/>
          </a:p>
          <a:p>
            <a:pPr algn="l"/>
            <a:r>
              <a:rPr lang="pt-BR" sz="6600" dirty="0"/>
              <a:t>MENINA QUE DEUS AMOU E ESCOLHEU</a:t>
            </a:r>
          </a:p>
          <a:p>
            <a:pPr algn="l"/>
            <a:r>
              <a:rPr lang="pt-BR" sz="6600" dirty="0"/>
              <a:t>PRA MÃE DE JESUS, O FILHO DE DEUS</a:t>
            </a:r>
          </a:p>
          <a:p>
            <a:pPr algn="l"/>
            <a:r>
              <a:rPr lang="pt-BR" sz="6600" dirty="0"/>
              <a:t>MARIA QUE O POVO INTEIRO ELEGEU</a:t>
            </a:r>
          </a:p>
          <a:p>
            <a:pPr algn="l"/>
            <a:r>
              <a:rPr lang="pt-BR" sz="6600" dirty="0"/>
              <a:t>SENHORA E MÃE DO CÉU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2018120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endParaRPr lang="pt-BR" sz="6600" dirty="0"/>
          </a:p>
          <a:p>
            <a:pPr algn="l"/>
            <a:r>
              <a:rPr lang="pt-BR" sz="6600" b="1" dirty="0"/>
              <a:t>AVE MARIA</a:t>
            </a:r>
          </a:p>
          <a:p>
            <a:pPr algn="l"/>
            <a:r>
              <a:rPr lang="pt-BR" sz="6600" b="1" dirty="0"/>
              <a:t>AVE MARIA</a:t>
            </a:r>
          </a:p>
          <a:p>
            <a:pPr algn="l"/>
            <a:r>
              <a:rPr lang="pt-BR" sz="6600" b="1" dirty="0"/>
              <a:t>AVE MARIA</a:t>
            </a:r>
          </a:p>
          <a:p>
            <a:pPr algn="l"/>
            <a:r>
              <a:rPr lang="pt-BR" sz="6600" b="1" dirty="0"/>
              <a:t>MÃE DE JESUS</a:t>
            </a:r>
            <a:r>
              <a:rPr lang="pt-BR" sz="6600" dirty="0"/>
              <a:t>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33685610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8366</TotalTime>
  <Words>1194</Words>
  <Application>Microsoft Office PowerPoint</Application>
  <PresentationFormat>Widescreen</PresentationFormat>
  <Paragraphs>227</Paragraphs>
  <Slides>53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53</vt:i4>
      </vt:variant>
    </vt:vector>
  </HeadingPairs>
  <TitlesOfParts>
    <vt:vector size="61" baseType="lpstr">
      <vt:lpstr>-apple-system</vt:lpstr>
      <vt:lpstr>Arial</vt:lpstr>
      <vt:lpstr>Arial</vt:lpstr>
      <vt:lpstr>Bookman Old Style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42</cp:revision>
  <dcterms:created xsi:type="dcterms:W3CDTF">2023-05-06T17:01:55Z</dcterms:created>
  <dcterms:modified xsi:type="dcterms:W3CDTF">2024-09-22T20:26:06Z</dcterms:modified>
</cp:coreProperties>
</file>