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26" r:id="rId3"/>
    <p:sldId id="406" r:id="rId4"/>
    <p:sldId id="427" r:id="rId5"/>
    <p:sldId id="411" r:id="rId6"/>
    <p:sldId id="258" r:id="rId7"/>
    <p:sldId id="259" r:id="rId8"/>
    <p:sldId id="424" r:id="rId9"/>
    <p:sldId id="425" r:id="rId10"/>
    <p:sldId id="260" r:id="rId11"/>
    <p:sldId id="261" r:id="rId12"/>
    <p:sldId id="338" r:id="rId13"/>
    <p:sldId id="339" r:id="rId14"/>
    <p:sldId id="340" r:id="rId15"/>
    <p:sldId id="377" r:id="rId16"/>
    <p:sldId id="407" r:id="rId17"/>
    <p:sldId id="264" r:id="rId18"/>
    <p:sldId id="265" r:id="rId19"/>
    <p:sldId id="266" r:id="rId20"/>
    <p:sldId id="267" r:id="rId21"/>
    <p:sldId id="271" r:id="rId22"/>
    <p:sldId id="269" r:id="rId23"/>
    <p:sldId id="428" r:id="rId24"/>
    <p:sldId id="429" r:id="rId25"/>
    <p:sldId id="430" r:id="rId26"/>
    <p:sldId id="292" r:id="rId27"/>
    <p:sldId id="275" r:id="rId28"/>
    <p:sldId id="361" r:id="rId29"/>
    <p:sldId id="362" r:id="rId30"/>
    <p:sldId id="415" r:id="rId31"/>
    <p:sldId id="416" r:id="rId32"/>
    <p:sldId id="417" r:id="rId33"/>
    <p:sldId id="418" r:id="rId34"/>
    <p:sldId id="404" r:id="rId35"/>
    <p:sldId id="477" r:id="rId36"/>
    <p:sldId id="479" r:id="rId37"/>
    <p:sldId id="480" r:id="rId38"/>
    <p:sldId id="481" r:id="rId39"/>
    <p:sldId id="419" r:id="rId40"/>
    <p:sldId id="483" r:id="rId41"/>
    <p:sldId id="484" r:id="rId42"/>
    <p:sldId id="485" r:id="rId43"/>
    <p:sldId id="337" r:id="rId44"/>
    <p:sldId id="482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426"/>
            <p14:sldId id="406"/>
            <p14:sldId id="427"/>
            <p14:sldId id="411"/>
            <p14:sldId id="258"/>
            <p14:sldId id="259"/>
            <p14:sldId id="424"/>
            <p14:sldId id="425"/>
            <p14:sldId id="260"/>
            <p14:sldId id="261"/>
            <p14:sldId id="338"/>
            <p14:sldId id="339"/>
            <p14:sldId id="340"/>
            <p14:sldId id="377"/>
            <p14:sldId id="407"/>
            <p14:sldId id="264"/>
            <p14:sldId id="265"/>
            <p14:sldId id="266"/>
            <p14:sldId id="267"/>
            <p14:sldId id="271"/>
            <p14:sldId id="269"/>
            <p14:sldId id="428"/>
            <p14:sldId id="429"/>
            <p14:sldId id="430"/>
            <p14:sldId id="292"/>
            <p14:sldId id="275"/>
            <p14:sldId id="361"/>
            <p14:sldId id="362"/>
            <p14:sldId id="415"/>
            <p14:sldId id="416"/>
            <p14:sldId id="417"/>
            <p14:sldId id="418"/>
            <p14:sldId id="404"/>
            <p14:sldId id="477"/>
            <p14:sldId id="479"/>
            <p14:sldId id="480"/>
            <p14:sldId id="481"/>
            <p14:sldId id="419"/>
            <p14:sldId id="483"/>
            <p14:sldId id="484"/>
            <p14:sldId id="485"/>
            <p14:sldId id="337"/>
            <p14:sldId id="4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3D0366-54A5-20BA-8D65-C7A30233C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6" r="3678"/>
          <a:stretch/>
        </p:blipFill>
        <p:spPr>
          <a:xfrm>
            <a:off x="-1" y="0"/>
            <a:ext cx="12191998" cy="687809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8" cy="6857999"/>
          </a:xfrm>
          <a:prstGeom prst="rect">
            <a:avLst/>
          </a:prstGeom>
          <a:solidFill>
            <a:schemeClr val="tx1">
              <a:alpha val="7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27º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SENHOR, TUDO ESTÁ EM VOSSA MÃO E A VÓS NINGUÉM PODE RESISTIR. VÓS FIZESTES, SENHOR, TODAS AS COISAS SOIS O DEUS CRIADOR DO UNIVERSO.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905765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FELIZ O HOMEM SEM PECADO EM SEU CAMINHO, QUE NA LEI DO SENHOR DEUS VAI PROGREDINDO! FELIZ O HOMEM QUE OBSERVA SEUS PRECEITOS, E DE TODO O CORAÇÃO PROCURA A DEUS! </a:t>
            </a:r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SENHOR, TUDO ESTÁ EM VOSSA MÃO E A VÓS NINGUÉM PODE RESISTIR. VÓS FIZESTES, SENHOR, TODAS AS COISAS SOIS O DEUS CRIADOR DO UNIVERSO.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42971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OXALÁ SEJA BEM FIRME A MINHA VIDA /EM CUMPRIR VOSSA VONTADE E VOSSA LEI! ENTÃO NÃO FICAREI ENVERGONHADO AO REPASSAR TODOS OS VOSSOS MANDAMENTOS.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378059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 SOIS O CAMINHO QUE LEVA AO PAI,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KYRIE, KYRIE ELEISON! KYRIE ELEISON!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SOIS A VERDADE QUE ILUMINA OS POVOS,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CHRISTE, CHRISTE ELEISON! CHRISTE ELEISON!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SOIS A VIDA QUE RENOVA O MUNDO,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KYRIE, 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 </a:t>
            </a:r>
            <a:r>
              <a:rPr lang="pt-BR" sz="6500" dirty="0"/>
              <a:t>E </a:t>
            </a:r>
            <a:r>
              <a:rPr lang="pt-BR" sz="6500" b="1" dirty="0"/>
              <a:t>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 </a:t>
            </a:r>
            <a:r>
              <a:rPr lang="pt-BR" sz="5400" dirty="0"/>
              <a:t>E </a:t>
            </a:r>
            <a:r>
              <a:rPr lang="pt-BR" sz="5400" b="1" dirty="0"/>
              <a:t>PAZ NA TERRA AOS HOMENS POR ELE AMADOS</a:t>
            </a:r>
          </a:p>
          <a:p>
            <a:pPr algn="l"/>
            <a:endParaRPr lang="pt-BR" sz="5400" dirty="0"/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l"/>
            <a:endParaRPr lang="pt-BR" sz="9600" b="1" dirty="0"/>
          </a:p>
          <a:p>
            <a:pPr algn="just"/>
            <a:r>
              <a:rPr lang="pt-BR" sz="9600" b="1" dirty="0"/>
              <a:t>GLÓRIA A DEUS NAS ALTURAS </a:t>
            </a:r>
            <a:r>
              <a:rPr lang="pt-BR" sz="9600" dirty="0"/>
              <a:t>E </a:t>
            </a:r>
            <a:r>
              <a:rPr lang="pt-BR" sz="9600" b="1" dirty="0"/>
              <a:t>PAZ NA TERRA AOS HOMENS POR ELE AMADOS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516816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O SENHOR TE ABENÇOE DE SIÃO, CADA DIA DE TUA VIDA.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 SE AMARMOS UNS AOS OUTROS, DEUS EM NÓS HÁ DE ESTAR; E O SEU AMOR EM NÓS SE APERFEIÇOARÁ.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– 2 ESCUTAI, Ó SENHOR DEUS, MINHAS PALAVRAS, *</a:t>
            </a:r>
          </a:p>
          <a:p>
            <a:pPr algn="l"/>
            <a:r>
              <a:rPr lang="pt-BR" sz="9600" dirty="0"/>
              <a:t>ATENDEI O MEU GEMIDO!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É A VÓS QUE EU DIRIJO A MINHA PRECE; *</a:t>
            </a:r>
          </a:p>
          <a:p>
            <a:pPr algn="l"/>
            <a:r>
              <a:rPr lang="pt-BR" sz="9600" dirty="0"/>
              <a:t>DE MANHÃ JÁ ME ESCUTAIS! R.</a:t>
            </a:r>
          </a:p>
        </p:txBody>
      </p:sp>
    </p:spTree>
    <p:extLst>
      <p:ext uri="{BB962C8B-B14F-4D97-AF65-F5344CB8AC3E}">
        <p14:creationId xmlns:p14="http://schemas.microsoft.com/office/powerpoint/2010/main" val="1157082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9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DESDE CEDO EU ME PREPARO PARA VÓS, *</a:t>
            </a:r>
          </a:p>
          <a:p>
            <a:pPr algn="l"/>
            <a:r>
              <a:rPr lang="pt-BR" sz="9600" dirty="0"/>
              <a:t>5 NÃO SOIS UM DEUS A QUEM AGRADE A INIQUIDADE.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46419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QUE ME POSSA CONDUZIR VOSSA JUSTIÇA, *</a:t>
            </a:r>
          </a:p>
          <a:p>
            <a:pPr algn="l"/>
            <a:r>
              <a:rPr lang="pt-BR" sz="9600" dirty="0"/>
              <a:t>POR CAUSA DO INIMIGO! R.</a:t>
            </a:r>
          </a:p>
        </p:txBody>
      </p:sp>
    </p:spTree>
    <p:extLst>
      <p:ext uri="{BB962C8B-B14F-4D97-AF65-F5344CB8AC3E}">
        <p14:creationId xmlns:p14="http://schemas.microsoft.com/office/powerpoint/2010/main" val="2577458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 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59B83C7-F638-BECC-8C4F-93F9585A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74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CA8520-7B5F-2C76-B1E5-5D7988739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7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65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1. PELAS ESTRADAS DA VIDA,</a:t>
            </a:r>
          </a:p>
          <a:p>
            <a:pPr algn="l"/>
            <a:r>
              <a:rPr lang="pt-BR" sz="6600" dirty="0"/>
              <a:t>NUNCA SOZINHO ESTÁS.</a:t>
            </a:r>
          </a:p>
          <a:p>
            <a:pPr algn="l"/>
            <a:r>
              <a:rPr lang="pt-BR" sz="6600" dirty="0"/>
              <a:t>CONTIGO PELO CAMINHO,</a:t>
            </a:r>
          </a:p>
          <a:p>
            <a:pPr algn="l"/>
            <a:r>
              <a:rPr lang="pt-BR" sz="6600" dirty="0"/>
              <a:t>SANTA MARIA VAI.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MESMO QUE DIGAM OS HOMENS,</a:t>
            </a:r>
          </a:p>
          <a:p>
            <a:pPr algn="l"/>
            <a:r>
              <a:rPr lang="pt-BR" sz="6600" dirty="0"/>
              <a:t>TU NADA PODES MUDAR</a:t>
            </a:r>
          </a:p>
          <a:p>
            <a:pPr algn="l"/>
            <a:r>
              <a:rPr lang="pt-BR" sz="6600" dirty="0"/>
              <a:t>LUTA POR UM MUNDO NOVO</a:t>
            </a:r>
          </a:p>
          <a:p>
            <a:pPr algn="l"/>
            <a:r>
              <a:rPr lang="pt-BR" sz="6600" dirty="0"/>
              <a:t>DE UNIDADE E PAZ.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1776818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8322</TotalTime>
  <Words>1033</Words>
  <Application>Microsoft Office PowerPoint</Application>
  <PresentationFormat>Widescreen</PresentationFormat>
  <Paragraphs>168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2" baseType="lpstr">
      <vt:lpstr>-apple-system</vt:lpstr>
      <vt:lpstr>Arial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42</cp:revision>
  <dcterms:created xsi:type="dcterms:W3CDTF">2023-05-06T17:01:55Z</dcterms:created>
  <dcterms:modified xsi:type="dcterms:W3CDTF">2024-10-05T18:47:41Z</dcterms:modified>
</cp:coreProperties>
</file>