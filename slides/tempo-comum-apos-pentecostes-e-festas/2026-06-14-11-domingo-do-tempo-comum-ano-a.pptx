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326" r:id="rId4"/>
    <p:sldId id="441" r:id="rId5"/>
    <p:sldId id="327" r:id="rId6"/>
    <p:sldId id="482" r:id="rId7"/>
    <p:sldId id="483" r:id="rId8"/>
    <p:sldId id="258" r:id="rId9"/>
    <p:sldId id="397" r:id="rId10"/>
    <p:sldId id="425" r:id="rId11"/>
    <p:sldId id="260" r:id="rId12"/>
    <p:sldId id="261" r:id="rId13"/>
    <p:sldId id="338" r:id="rId14"/>
    <p:sldId id="339" r:id="rId15"/>
    <p:sldId id="340" r:id="rId16"/>
    <p:sldId id="377" r:id="rId17"/>
    <p:sldId id="264" r:id="rId18"/>
    <p:sldId id="265" r:id="rId19"/>
    <p:sldId id="266" r:id="rId20"/>
    <p:sldId id="267" r:id="rId21"/>
    <p:sldId id="271" r:id="rId22"/>
    <p:sldId id="546" r:id="rId23"/>
    <p:sldId id="618" r:id="rId24"/>
    <p:sldId id="619" r:id="rId25"/>
    <p:sldId id="621" r:id="rId26"/>
    <p:sldId id="292" r:id="rId27"/>
    <p:sldId id="275" r:id="rId28"/>
    <p:sldId id="363" r:id="rId29"/>
    <p:sldId id="361" r:id="rId30"/>
    <p:sldId id="622" r:id="rId31"/>
    <p:sldId id="358" r:id="rId32"/>
    <p:sldId id="465" r:id="rId33"/>
    <p:sldId id="418" r:id="rId34"/>
    <p:sldId id="466" r:id="rId35"/>
    <p:sldId id="419" r:id="rId36"/>
    <p:sldId id="467" r:id="rId37"/>
    <p:sldId id="420" r:id="rId38"/>
    <p:sldId id="468" r:id="rId39"/>
    <p:sldId id="421" r:id="rId40"/>
    <p:sldId id="623" r:id="rId41"/>
    <p:sldId id="430" r:id="rId42"/>
    <p:sldId id="429" r:id="rId43"/>
    <p:sldId id="431" r:id="rId44"/>
    <p:sldId id="433" r:id="rId45"/>
    <p:sldId id="432" r:id="rId46"/>
    <p:sldId id="404" r:id="rId47"/>
    <p:sldId id="337" r:id="rId48"/>
    <p:sldId id="624" r:id="rId49"/>
    <p:sldId id="625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82" autoAdjust="0"/>
    <p:restoredTop sz="86770" autoAdjust="0"/>
  </p:normalViewPr>
  <p:slideViewPr>
    <p:cSldViewPr snapToGrid="0">
      <p:cViewPr varScale="1">
        <p:scale>
          <a:sx n="35" d="100"/>
          <a:sy n="35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BD458F2-0244-D855-95D0-C5C2B0E43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5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NO MEU SENHOR EU ESPEREI</a:t>
            </a:r>
          </a:p>
          <a:p>
            <a:pPr algn="l"/>
            <a:r>
              <a:rPr lang="pt-BR" sz="8000" dirty="0"/>
              <a:t>ELE SE INCLINOU PARA MIM</a:t>
            </a:r>
          </a:p>
          <a:p>
            <a:pPr algn="l"/>
            <a:r>
              <a:rPr lang="pt-BR" sz="8000" dirty="0"/>
              <a:t>E OUVIU O MEU GRITO</a:t>
            </a:r>
          </a:p>
          <a:p>
            <a:pPr algn="l"/>
            <a:r>
              <a:rPr lang="pt-BR" sz="8000" dirty="0"/>
              <a:t>ME LIBERTOU DA MORTE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OS MEUS PÉS ELE APAROU</a:t>
            </a:r>
          </a:p>
          <a:p>
            <a:pPr algn="just"/>
            <a:r>
              <a:rPr lang="pt-BR" sz="7200" dirty="0"/>
              <a:t>OS MEUS PASSOS FIRMOU</a:t>
            </a:r>
          </a:p>
          <a:p>
            <a:pPr algn="just"/>
            <a:r>
              <a:rPr lang="pt-BR" sz="7200" dirty="0"/>
              <a:t>ELE COLOCOU NA MINHA BOCA</a:t>
            </a:r>
          </a:p>
          <a:p>
            <a:pPr algn="just"/>
            <a:r>
              <a:rPr lang="pt-BR" sz="7200" dirty="0"/>
              <a:t>O CANTO NOVO DE LOUVOR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01B3-0393-634D-FCCC-3F65101B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B932B-8C5C-FD85-DA86-090388ADD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749799-B488-B6FE-1BBC-8C8CD8AE3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112593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6A15-FFB4-EA5E-138F-7B6BF4D6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FC4ED-A23A-36A8-8FF9-65BC21D36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9E8CB0-5C17-E7EF-7803-6BCBB41B7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7200" dirty="0"/>
              <a:t>OS SACRIFÍCIOS NÃO QUISESTE </a:t>
            </a:r>
          </a:p>
          <a:p>
            <a:pPr algn="just"/>
            <a:r>
              <a:rPr lang="pt-BR" sz="7200" dirty="0"/>
              <a:t>MAS ME ABRISTE O OUVIDO </a:t>
            </a:r>
          </a:p>
          <a:p>
            <a:pPr algn="just"/>
            <a:r>
              <a:rPr lang="pt-BR" sz="7200" dirty="0"/>
              <a:t>NÃO PEDISTE HOLOCAUSTO</a:t>
            </a:r>
          </a:p>
          <a:p>
            <a:pPr algn="just"/>
            <a:r>
              <a:rPr lang="pt-BR" sz="7200" dirty="0"/>
              <a:t>E ENTÃO EU DISSE: EIS QUE VENHO</a:t>
            </a:r>
          </a:p>
        </p:txBody>
      </p:sp>
    </p:spTree>
    <p:extLst>
      <p:ext uri="{BB962C8B-B14F-4D97-AF65-F5344CB8AC3E}">
        <p14:creationId xmlns:p14="http://schemas.microsoft.com/office/powerpoint/2010/main" val="3750816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dirty="0"/>
              <a:t>SENHOR, QUE VIESTES NÃO PARA CONDENAR MAS PARA PERDOAR,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ARREPENDIDO, TENDE PIEDADE DE NÓS</a:t>
            </a:r>
          </a:p>
          <a:p>
            <a:pPr algn="just"/>
            <a:r>
              <a:rPr lang="pt-BR" sz="6000" b="1" dirty="0"/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QUEM MUITO AMA, TENDE PIEDADE DE NÓS</a:t>
            </a:r>
          </a:p>
          <a:p>
            <a:pPr algn="just"/>
            <a:r>
              <a:rPr lang="pt-BR" sz="6000" b="1" dirty="0"/>
              <a:t>KYRIE ELEISON, KYRIE ELEISON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GLÓRIA A DEUS NAS ALTURAS</a:t>
            </a:r>
          </a:p>
          <a:p>
            <a:pPr algn="just"/>
            <a:r>
              <a:rPr lang="pt-BR" sz="9600" b="1" dirty="0"/>
              <a:t>E PAZ NA TERRA AOS HOMENS POR ELE AMADOS!</a:t>
            </a:r>
            <a:endParaRPr lang="pt-BR" sz="9600" dirty="0"/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l"/>
            <a:r>
              <a:rPr lang="pt-BR" sz="9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SENHOR DEUS, CORDEIRO DE DEUS, FILHO DE DEUS PAI</a:t>
            </a:r>
          </a:p>
          <a:p>
            <a:pPr algn="l"/>
            <a:r>
              <a:rPr lang="pt-BR" sz="8000" dirty="0"/>
              <a:t>VÓS QUE TIRAIS O PECADO DO MUNDO,</a:t>
            </a:r>
          </a:p>
          <a:p>
            <a:pPr algn="l"/>
            <a:r>
              <a:rPr lang="pt-BR" sz="80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NÓS SOMOS O POVO E O REBANHO DO SENHOR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O REINO DO CÉU ESTÁ PERTO! CONVERTEI-VOS, IRMÃOS, É PRECISO! CREDE TODOS NO EVANGELHO!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</a:t>
            </a:r>
            <a:r>
              <a:rPr lang="pt-BR" sz="6000" b="1" i="0">
                <a:effectLst/>
              </a:rPr>
              <a:t>SENHOR, AGORA </a:t>
            </a:r>
            <a:r>
              <a:rPr lang="pt-BR" sz="6000" b="1" i="0" dirty="0">
                <a:effectLst/>
              </a:rPr>
              <a:t>E SEMPRE E POR TODA ETERNIDADE. 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PELO PÃO QUE DE SUA BONDADE RECEBEMOS.</a:t>
            </a:r>
          </a:p>
          <a:p>
            <a:pPr algn="l"/>
            <a:r>
              <a:rPr lang="pt-BR" sz="6000" i="0" dirty="0">
                <a:effectLst/>
              </a:rPr>
              <a:t>FRUTO DA TERRA E DO NOSSO TRABALHO</a:t>
            </a:r>
          </a:p>
          <a:p>
            <a:pPr algn="l"/>
            <a:endParaRPr lang="pt-BR" sz="6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322B-9F98-EB81-99C7-07E8A17C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6FE92-6894-61AA-CC1E-FD6A9DE38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2836A6-6408-58E9-A8A8-BDAD89FD3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 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PELO ALIMENTO ESPIRITUAL QUE A SEUS FILHOS ELE DÁ</a:t>
            </a:r>
          </a:p>
          <a:p>
            <a:pPr algn="l"/>
            <a:r>
              <a:rPr lang="pt-BR" sz="6000" i="0" dirty="0">
                <a:effectLst/>
              </a:rPr>
              <a:t>O PÃO DE CADA DIA QUE SUSTENTA NOSSO CORPO</a:t>
            </a:r>
          </a:p>
        </p:txBody>
      </p:sp>
    </p:spTree>
    <p:extLst>
      <p:ext uri="{BB962C8B-B14F-4D97-AF65-F5344CB8AC3E}">
        <p14:creationId xmlns:p14="http://schemas.microsoft.com/office/powerpoint/2010/main" val="3326097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E9DC-F53C-321C-348F-2B0110B5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911B-F9D3-B317-0038-DD67223B6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AB538E-5D4D-8903-6D3D-A43B7912D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PEÇO ALIMENTO ESPIRITUAL</a:t>
            </a:r>
          </a:p>
          <a:p>
            <a:pPr algn="l"/>
            <a:r>
              <a:rPr lang="pt-BR" sz="6000" i="0" dirty="0">
                <a:effectLst/>
              </a:rPr>
              <a:t>QUE A SEUS FILHOS ELE DÁ SUA PALAVRA E SEU CORPO QUE SUSTENTAM NOSSA ALMA</a:t>
            </a:r>
          </a:p>
        </p:txBody>
      </p:sp>
    </p:spTree>
    <p:extLst>
      <p:ext uri="{BB962C8B-B14F-4D97-AF65-F5344CB8AC3E}">
        <p14:creationId xmlns:p14="http://schemas.microsoft.com/office/powerpoint/2010/main" val="1795984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A62E-41C5-04AA-FCEF-66EAE6FA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07C33-0025-E894-ED3E-F394A9754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6A6479-6E74-AC59-F6C7-76558FE83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BENDIZEI AO SENHOR SEUS FILHOS TODOS BENDIZEI O NOME DO SENHORDESDE O NASCER ATÉ O PÔR DO SOL BENDITO SEJA O NOME DO SENHOR</a:t>
            </a:r>
          </a:p>
        </p:txBody>
      </p:sp>
    </p:spTree>
    <p:extLst>
      <p:ext uri="{BB962C8B-B14F-4D97-AF65-F5344CB8AC3E}">
        <p14:creationId xmlns:p14="http://schemas.microsoft.com/office/powerpoint/2010/main" val="271077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0100" b="1" dirty="0"/>
              <a:t>AO SENHOR, EU PEÇO APENAS UMA COISA, E SÓ ISTO QUE DESEJO: HABITAR NO SANTUÁRIO DO SENHOR, POR TODA A MINHA VIDA.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91D3ACB-DFC1-4B77-C592-4F6D9066AA6A}"/>
              </a:ext>
            </a:extLst>
          </p:cNvPr>
          <p:cNvSpPr txBox="1">
            <a:spLocks/>
          </p:cNvSpPr>
          <p:nvPr/>
        </p:nvSpPr>
        <p:spPr>
          <a:xfrm>
            <a:off x="9663546" y="623453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/>
              <a:t>SALMO 26, 4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503618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O SENHOR É MINHA LUZ E SALVAÇÃO;</a:t>
            </a:r>
          </a:p>
          <a:p>
            <a:pPr algn="l"/>
            <a:r>
              <a:rPr lang="pt-BR" sz="8000" dirty="0"/>
              <a:t>DE QUEM EU TEREI MEDO?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0100" b="1" dirty="0"/>
              <a:t>AO SENHOR, EU PEÇO APENAS UMA COISA, E SÓ ISTO QUE DESEJO: HABITAR NO SANTUÁRIO DO SENHOR, POR TODA A MINHA VIDA.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046C37B-6DF7-D94D-11BB-6943C54628CC}"/>
              </a:ext>
            </a:extLst>
          </p:cNvPr>
          <p:cNvSpPr txBox="1">
            <a:spLocks/>
          </p:cNvSpPr>
          <p:nvPr/>
        </p:nvSpPr>
        <p:spPr>
          <a:xfrm>
            <a:off x="9663546" y="623453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/>
              <a:t>SALMO 26, 4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87066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10100" dirty="0"/>
              <a:t>O SENHOR É A PROTEÇÃO DA MINHA VIDA;</a:t>
            </a:r>
          </a:p>
          <a:p>
            <a:pPr algn="l"/>
            <a:r>
              <a:rPr lang="pt-BR" sz="10100" dirty="0"/>
              <a:t>PERANTE QUEM EU TREMEREI?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89606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0100" b="1" dirty="0"/>
              <a:t>AO SENHOR, EU PEÇO APENAS UMA COISA, E SÓ ISTO QUE DESEJO: HABITAR NO SANTUÁRIO DO SENHOR, POR TODA A MINHA VIDA.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D58EDD7-B8E7-4CAD-863C-57E4D261F58F}"/>
              </a:ext>
            </a:extLst>
          </p:cNvPr>
          <p:cNvSpPr txBox="1">
            <a:spLocks/>
          </p:cNvSpPr>
          <p:nvPr/>
        </p:nvSpPr>
        <p:spPr>
          <a:xfrm>
            <a:off x="9663546" y="623453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/>
              <a:t>SALMO 26, 4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31579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36878" cy="570157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SABOREAR A SUAVIDADE DO SENHOR</a:t>
            </a:r>
          </a:p>
          <a:p>
            <a:pPr algn="l"/>
            <a:r>
              <a:rPr lang="pt-BR" sz="8000" dirty="0"/>
              <a:t>E CONTEMPLÁ-LO NO SEU TEMPLO.</a:t>
            </a:r>
          </a:p>
        </p:txBody>
      </p:sp>
    </p:spTree>
    <p:extLst>
      <p:ext uri="{BB962C8B-B14F-4D97-AF65-F5344CB8AC3E}">
        <p14:creationId xmlns:p14="http://schemas.microsoft.com/office/powerpoint/2010/main" val="1624642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0100" b="1" dirty="0"/>
              <a:t>AO SENHOR, EU PEÇO APENAS UMA COISA, E SÓ ISTO QUE DESEJO: HABITAR NO SANTUÁRIO DO SENHOR, POR TODA A MINHA VIDA.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15DE0F6-277F-3F3B-6E81-210ED2719BF7}"/>
              </a:ext>
            </a:extLst>
          </p:cNvPr>
          <p:cNvSpPr txBox="1">
            <a:spLocks/>
          </p:cNvSpPr>
          <p:nvPr/>
        </p:nvSpPr>
        <p:spPr>
          <a:xfrm>
            <a:off x="9663546" y="623453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/>
              <a:t>SALMO 26, 4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1342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10100" dirty="0"/>
              <a:t>SEI QUE A BONDADE DO SENHOR EU HEI DE VER</a:t>
            </a:r>
          </a:p>
          <a:p>
            <a:pPr algn="l"/>
            <a:r>
              <a:rPr lang="pt-BR" sz="10100" dirty="0"/>
              <a:t>NA TERRA DOS VIVENTES.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3331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0100" b="1" dirty="0"/>
              <a:t>AO SENHOR, EU PEÇO APENAS UMA COISA, E SÓ ISTO QUE DESEJO: HABITAR NO SANTUÁRIO DO SENHOR, POR TODA A MINHA VIDA.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4B05EE0-1626-759B-A846-49C655059C5F}"/>
              </a:ext>
            </a:extLst>
          </p:cNvPr>
          <p:cNvSpPr txBox="1">
            <a:spLocks/>
          </p:cNvSpPr>
          <p:nvPr/>
        </p:nvSpPr>
        <p:spPr>
          <a:xfrm>
            <a:off x="9663546" y="623453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/>
              <a:t>SALMO 26, 4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134214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36878" cy="570157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ESPERA NO SENHOR E TEM CORAGEM,</a:t>
            </a:r>
          </a:p>
          <a:p>
            <a:pPr algn="l"/>
            <a:r>
              <a:rPr lang="pt-BR" sz="8000" dirty="0"/>
              <a:t>ESPERA NO SENHOR!</a:t>
            </a:r>
          </a:p>
        </p:txBody>
      </p:sp>
    </p:spTree>
    <p:extLst>
      <p:ext uri="{BB962C8B-B14F-4D97-AF65-F5344CB8AC3E}">
        <p14:creationId xmlns:p14="http://schemas.microsoft.com/office/powerpoint/2010/main" val="25763103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5054A-C35D-5134-9A18-56BFA4D3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1F8E-358B-1FEC-A2F0-C8C5E30F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C393F8-8D70-CE54-E913-D0D6810AB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10100" b="1" dirty="0"/>
              <a:t>AO SENHOR, EU PEÇO APENAS UMA COISA, E SÓ ISTO QUE DESEJO: HABITAR NO SANTUÁRIO DO SENHOR, POR TODA A MINHA VIDA.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2FF4DCD-0FAF-0040-0245-E2A7B664EC26}"/>
              </a:ext>
            </a:extLst>
          </p:cNvPr>
          <p:cNvSpPr txBox="1">
            <a:spLocks/>
          </p:cNvSpPr>
          <p:nvPr/>
        </p:nvSpPr>
        <p:spPr>
          <a:xfrm>
            <a:off x="9663546" y="623453"/>
            <a:ext cx="2112818" cy="471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/>
              <a:t>SALMO 26, 4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20237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ALMA DE CRISTO, SANTIFICAI-ME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CORPO DE CRISTO, SALVAI-ME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SANGUE DE CRISTO, INEBRIAI-ME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ÁGUA DO LADO DE CRISTO, LAVAI-ME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459495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PAIXÃO DE CRISTO, CONFORTAI-ME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Ó BOM JESUS, OUVI-ME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DENTRO DE VOSSAS CHAGAS, ESCONDEI-ME</a:t>
            </a:r>
          </a:p>
        </p:txBody>
      </p:sp>
    </p:spTree>
    <p:extLst>
      <p:ext uri="{BB962C8B-B14F-4D97-AF65-F5344CB8AC3E}">
        <p14:creationId xmlns:p14="http://schemas.microsoft.com/office/powerpoint/2010/main" val="2489476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NÃO PERMITAIS QUE EU ME SEPARE DE VÓS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DO ESPÍRITO MALIGNO DEFENDEI-ME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NA HORA DA MORTE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1464872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32675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MANDAI-ME IR PARA VÓS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PARA QUE COM VOSSOS SANTOS VOS LOUVE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2322097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GLÓRIA DE JERUSALÉM! AVE MARIA!</a:t>
            </a:r>
          </a:p>
          <a:p>
            <a:pPr algn="l"/>
            <a:r>
              <a:rPr lang="pt-BR" sz="8000" dirty="0"/>
              <a:t>ÉS ALEGRIA DE ISRAEL! AVE MARIA!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ACDD-D0C0-2889-10AB-4FD65343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A4499-B59D-5C8F-A48F-1A2E3D9B5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D5130D-5169-501B-9599-F7EC858B1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HONRA DO NOSSO POVO! AVE MARIA!</a:t>
            </a:r>
          </a:p>
          <a:p>
            <a:pPr algn="l"/>
            <a:r>
              <a:rPr lang="pt-BR" sz="8000" dirty="0"/>
              <a:t>ÉS ADVOGADA DOS PECADORES! AVE MARIA!</a:t>
            </a:r>
          </a:p>
        </p:txBody>
      </p:sp>
    </p:spTree>
    <p:extLst>
      <p:ext uri="{BB962C8B-B14F-4D97-AF65-F5344CB8AC3E}">
        <p14:creationId xmlns:p14="http://schemas.microsoft.com/office/powerpoint/2010/main" val="13474412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AF38-7D04-D389-7C80-98D69321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CE76E-1003-A199-BD8B-057557B5F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E058ED-6890-3933-752F-1F17D0F1D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TU ÉS A GLÓRIA DE JERUSALÉM! AVE MARIA!</a:t>
            </a:r>
          </a:p>
          <a:p>
            <a:pPr algn="l"/>
            <a:r>
              <a:rPr lang="pt-BR" sz="8000" dirty="0"/>
              <a:t>ÉS ALEGRIA DE ISRAEL! AVE MARIA!</a:t>
            </a:r>
          </a:p>
        </p:txBody>
      </p:sp>
    </p:spTree>
    <p:extLst>
      <p:ext uri="{BB962C8B-B14F-4D97-AF65-F5344CB8AC3E}">
        <p14:creationId xmlns:p14="http://schemas.microsoft.com/office/powerpoint/2010/main" val="20768775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8445</TotalTime>
  <Words>971</Words>
  <Application>Microsoft Office PowerPoint</Application>
  <PresentationFormat>Widescreen</PresentationFormat>
  <Paragraphs>179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-apple-system</vt:lpstr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43</cp:revision>
  <dcterms:created xsi:type="dcterms:W3CDTF">2023-05-06T17:01:55Z</dcterms:created>
  <dcterms:modified xsi:type="dcterms:W3CDTF">2026-06-14T20:17:26Z</dcterms:modified>
</cp:coreProperties>
</file>