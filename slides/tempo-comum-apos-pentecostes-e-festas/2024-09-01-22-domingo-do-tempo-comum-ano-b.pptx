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29" r:id="rId3"/>
    <p:sldId id="261" r:id="rId4"/>
    <p:sldId id="333" r:id="rId5"/>
    <p:sldId id="344" r:id="rId6"/>
    <p:sldId id="345" r:id="rId7"/>
    <p:sldId id="346" r:id="rId8"/>
    <p:sldId id="347" r:id="rId9"/>
    <p:sldId id="348" r:id="rId10"/>
    <p:sldId id="330" r:id="rId11"/>
    <p:sldId id="259" r:id="rId12"/>
    <p:sldId id="349" r:id="rId13"/>
    <p:sldId id="350" r:id="rId14"/>
    <p:sldId id="260" r:id="rId15"/>
    <p:sldId id="331" r:id="rId16"/>
    <p:sldId id="262" r:id="rId17"/>
    <p:sldId id="263" r:id="rId18"/>
    <p:sldId id="351" r:id="rId19"/>
    <p:sldId id="283" r:id="rId20"/>
    <p:sldId id="264" r:id="rId21"/>
    <p:sldId id="265" r:id="rId22"/>
    <p:sldId id="290" r:id="rId23"/>
    <p:sldId id="267" r:id="rId24"/>
    <p:sldId id="323" r:id="rId25"/>
    <p:sldId id="352" r:id="rId26"/>
    <p:sldId id="353" r:id="rId27"/>
    <p:sldId id="354" r:id="rId28"/>
    <p:sldId id="271" r:id="rId29"/>
    <p:sldId id="272" r:id="rId30"/>
    <p:sldId id="273" r:id="rId31"/>
    <p:sldId id="286" r:id="rId32"/>
    <p:sldId id="275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02" r:id="rId42"/>
    <p:sldId id="324" r:id="rId43"/>
    <p:sldId id="363" r:id="rId44"/>
    <p:sldId id="364" r:id="rId45"/>
    <p:sldId id="277" r:id="rId46"/>
    <p:sldId id="278" r:id="rId47"/>
    <p:sldId id="326" r:id="rId48"/>
    <p:sldId id="365" r:id="rId4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EB0FD460-EB63-4A49-A95A-1C3A469AB2E7}"/>
    <pc:docChg chg="undo custSel addSld delSld modSld sldOrd">
      <pc:chgData name="anaclaracosta116@gmail.com" userId="a793634777582c92" providerId="LiveId" clId="{EB0FD460-EB63-4A49-A95A-1C3A469AB2E7}" dt="2023-06-03T19:31:54.031" v="131" actId="27636"/>
      <pc:docMkLst>
        <pc:docMk/>
      </pc:docMkLst>
      <pc:sldChg chg="modSp mod">
        <pc:chgData name="anaclaracosta116@gmail.com" userId="a793634777582c92" providerId="LiveId" clId="{EB0FD460-EB63-4A49-A95A-1C3A469AB2E7}" dt="2023-06-03T19:11:54.663" v="2" actId="113"/>
        <pc:sldMkLst>
          <pc:docMk/>
          <pc:sldMk cId="2451993942" sldId="278"/>
        </pc:sldMkLst>
        <pc:spChg chg="mod">
          <ac:chgData name="anaclaracosta116@gmail.com" userId="a793634777582c92" providerId="LiveId" clId="{EB0FD460-EB63-4A49-A95A-1C3A469AB2E7}" dt="2023-06-03T19:11:54.663" v="2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addSp delSp mod">
        <pc:chgData name="anaclaracosta116@gmail.com" userId="a793634777582c92" providerId="LiveId" clId="{EB0FD460-EB63-4A49-A95A-1C3A469AB2E7}" dt="2023-06-03T19:16:34.403" v="10" actId="22"/>
        <pc:sldMkLst>
          <pc:docMk/>
          <pc:sldMk cId="887139133" sldId="287"/>
        </pc:sldMkLst>
        <pc:spChg chg="add del">
          <ac:chgData name="anaclaracosta116@gmail.com" userId="a793634777582c92" providerId="LiveId" clId="{EB0FD460-EB63-4A49-A95A-1C3A469AB2E7}" dt="2023-06-03T19:16:34.403" v="10" actId="22"/>
          <ac:spMkLst>
            <pc:docMk/>
            <pc:sldMk cId="887139133" sldId="287"/>
            <ac:spMk id="5" creationId="{852B53DF-F299-8F35-6567-2061A36CA6EF}"/>
          </ac:spMkLst>
        </pc:spChg>
      </pc:sldChg>
      <pc:sldChg chg="ord">
        <pc:chgData name="anaclaracosta116@gmail.com" userId="a793634777582c92" providerId="LiveId" clId="{EB0FD460-EB63-4A49-A95A-1C3A469AB2E7}" dt="2023-06-03T19:16:45.565" v="16"/>
        <pc:sldMkLst>
          <pc:docMk/>
          <pc:sldMk cId="2729646799" sldId="302"/>
        </pc:sldMkLst>
      </pc:sldChg>
      <pc:sldChg chg="modSp mod">
        <pc:chgData name="anaclaracosta116@gmail.com" userId="a793634777582c92" providerId="LiveId" clId="{EB0FD460-EB63-4A49-A95A-1C3A469AB2E7}" dt="2023-06-03T19:15:29.917" v="5" actId="113"/>
        <pc:sldMkLst>
          <pc:docMk/>
          <pc:sldMk cId="3765462785" sldId="304"/>
        </pc:sldMkLst>
        <pc:spChg chg="mod">
          <ac:chgData name="anaclaracosta116@gmail.com" userId="a793634777582c92" providerId="LiveId" clId="{EB0FD460-EB63-4A49-A95A-1C3A469AB2E7}" dt="2023-06-03T19:15:29.917" v="5" actId="113"/>
          <ac:spMkLst>
            <pc:docMk/>
            <pc:sldMk cId="3765462785" sldId="30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B0FD460-EB63-4A49-A95A-1C3A469AB2E7}" dt="2023-06-03T19:19:32.547" v="24" actId="2696"/>
        <pc:sldMkLst>
          <pc:docMk/>
          <pc:sldMk cId="3361783429" sldId="312"/>
        </pc:sldMkLst>
      </pc:sldChg>
      <pc:sldChg chg="del">
        <pc:chgData name="anaclaracosta116@gmail.com" userId="a793634777582c92" providerId="LiveId" clId="{EB0FD460-EB63-4A49-A95A-1C3A469AB2E7}" dt="2023-06-03T19:19:28.504" v="23" actId="2696"/>
        <pc:sldMkLst>
          <pc:docMk/>
          <pc:sldMk cId="1398549785" sldId="313"/>
        </pc:sldMkLst>
      </pc:sldChg>
      <pc:sldChg chg="modSp add mod">
        <pc:chgData name="anaclaracosta116@gmail.com" userId="a793634777582c92" providerId="LiveId" clId="{EB0FD460-EB63-4A49-A95A-1C3A469AB2E7}" dt="2023-06-03T19:16:10.529" v="8" actId="113"/>
        <pc:sldMkLst>
          <pc:docMk/>
          <pc:sldMk cId="1681448279" sldId="314"/>
        </pc:sldMkLst>
        <pc:spChg chg="mod">
          <ac:chgData name="anaclaracosta116@gmail.com" userId="a793634777582c92" providerId="LiveId" clId="{EB0FD460-EB63-4A49-A95A-1C3A469AB2E7}" dt="2023-06-03T19:16:10.529" v="8" actId="113"/>
          <ac:spMkLst>
            <pc:docMk/>
            <pc:sldMk cId="1681448279" sldId="31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05.164" v="57" actId="20577"/>
        <pc:sldMkLst>
          <pc:docMk/>
          <pc:sldMk cId="3382839209" sldId="315"/>
        </pc:sldMkLst>
        <pc:spChg chg="mod">
          <ac:chgData name="anaclaracosta116@gmail.com" userId="a793634777582c92" providerId="LiveId" clId="{EB0FD460-EB63-4A49-A95A-1C3A469AB2E7}" dt="2023-06-03T19:25:05.164" v="57" actId="20577"/>
          <ac:spMkLst>
            <pc:docMk/>
            <pc:sldMk cId="3382839209" sldId="315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3:13.555" v="32" actId="113"/>
          <ac:spMkLst>
            <pc:docMk/>
            <pc:sldMk cId="3382839209" sldId="315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EB0FD460-EB63-4A49-A95A-1C3A469AB2E7}" dt="2023-06-03T19:16:41.959" v="14" actId="2890"/>
        <pc:sldMkLst>
          <pc:docMk/>
          <pc:sldMk cId="1472319447" sldId="316"/>
        </pc:sldMkLst>
      </pc:sldChg>
      <pc:sldChg chg="add del">
        <pc:chgData name="anaclaracosta116@gmail.com" userId="a793634777582c92" providerId="LiveId" clId="{EB0FD460-EB63-4A49-A95A-1C3A469AB2E7}" dt="2023-06-03T19:19:20.629" v="22" actId="2696"/>
        <pc:sldMkLst>
          <pc:docMk/>
          <pc:sldMk cId="1667874591" sldId="317"/>
        </pc:sldMkLst>
      </pc:sldChg>
      <pc:sldChg chg="add del">
        <pc:chgData name="anaclaracosta116@gmail.com" userId="a793634777582c92" providerId="LiveId" clId="{EB0FD460-EB63-4A49-A95A-1C3A469AB2E7}" dt="2023-06-03T19:19:20.271" v="21" actId="2696"/>
        <pc:sldMkLst>
          <pc:docMk/>
          <pc:sldMk cId="2229035475" sldId="318"/>
        </pc:sldMkLst>
      </pc:sldChg>
      <pc:sldChg chg="modSp add mod">
        <pc:chgData name="anaclaracosta116@gmail.com" userId="a793634777582c92" providerId="LiveId" clId="{EB0FD460-EB63-4A49-A95A-1C3A469AB2E7}" dt="2023-06-03T19:25:13.090" v="68" actId="20577"/>
        <pc:sldMkLst>
          <pc:docMk/>
          <pc:sldMk cId="1092484604" sldId="319"/>
        </pc:sldMkLst>
        <pc:spChg chg="mod">
          <ac:chgData name="anaclaracosta116@gmail.com" userId="a793634777582c92" providerId="LiveId" clId="{EB0FD460-EB63-4A49-A95A-1C3A469AB2E7}" dt="2023-06-03T19:25:13.090" v="68" actId="20577"/>
          <ac:spMkLst>
            <pc:docMk/>
            <pc:sldMk cId="1092484604" sldId="319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2:56.580" v="30" actId="113"/>
          <ac:spMkLst>
            <pc:docMk/>
            <pc:sldMk cId="1092484604" sldId="31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20.653" v="79" actId="20577"/>
        <pc:sldMkLst>
          <pc:docMk/>
          <pc:sldMk cId="3008358089" sldId="320"/>
        </pc:sldMkLst>
        <pc:spChg chg="mod">
          <ac:chgData name="anaclaracosta116@gmail.com" userId="a793634777582c92" providerId="LiveId" clId="{EB0FD460-EB63-4A49-A95A-1C3A469AB2E7}" dt="2023-06-03T19:25:20.653" v="79" actId="20577"/>
          <ac:spMkLst>
            <pc:docMk/>
            <pc:sldMk cId="3008358089" sldId="320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4:18.482" v="44" actId="27636"/>
          <ac:spMkLst>
            <pc:docMk/>
            <pc:sldMk cId="3008358089" sldId="32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39.905" v="90" actId="20577"/>
        <pc:sldMkLst>
          <pc:docMk/>
          <pc:sldMk cId="2374796126" sldId="321"/>
        </pc:sldMkLst>
        <pc:spChg chg="mod">
          <ac:chgData name="anaclaracosta116@gmail.com" userId="a793634777582c92" providerId="LiveId" clId="{EB0FD460-EB63-4A49-A95A-1C3A469AB2E7}" dt="2023-06-03T19:25:39.905" v="90" actId="20577"/>
          <ac:spMkLst>
            <pc:docMk/>
            <pc:sldMk cId="2374796126" sldId="321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4:51.904" v="46"/>
          <ac:spMkLst>
            <pc:docMk/>
            <pc:sldMk cId="2374796126" sldId="321"/>
            <ac:spMk id="3" creationId="{FC8F7E34-DB8C-1CEE-BAF4-E537563F9CD2}"/>
          </ac:spMkLst>
        </pc:spChg>
      </pc:sldChg>
      <pc:sldChg chg="addSp delSp modSp add mod ord">
        <pc:chgData name="anaclaracosta116@gmail.com" userId="a793634777582c92" providerId="LiveId" clId="{EB0FD460-EB63-4A49-A95A-1C3A469AB2E7}" dt="2023-06-03T19:29:41.798" v="123" actId="27636"/>
        <pc:sldMkLst>
          <pc:docMk/>
          <pc:sldMk cId="3785482088" sldId="322"/>
        </pc:sldMkLst>
        <pc:spChg chg="mod">
          <ac:chgData name="anaclaracosta116@gmail.com" userId="a793634777582c92" providerId="LiveId" clId="{EB0FD460-EB63-4A49-A95A-1C3A469AB2E7}" dt="2023-06-03T19:29:28.258" v="120" actId="1076"/>
          <ac:spMkLst>
            <pc:docMk/>
            <pc:sldMk cId="3785482088" sldId="322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9:41.798" v="123" actId="27636"/>
          <ac:spMkLst>
            <pc:docMk/>
            <pc:sldMk cId="3785482088" sldId="322"/>
            <ac:spMk id="3" creationId="{FC8F7E34-DB8C-1CEE-BAF4-E537563F9CD2}"/>
          </ac:spMkLst>
        </pc:spChg>
        <pc:picChg chg="add del mod">
          <ac:chgData name="anaclaracosta116@gmail.com" userId="a793634777582c92" providerId="LiveId" clId="{EB0FD460-EB63-4A49-A95A-1C3A469AB2E7}" dt="2023-06-03T19:28:34.138" v="114"/>
          <ac:picMkLst>
            <pc:docMk/>
            <pc:sldMk cId="3785482088" sldId="322"/>
            <ac:picMk id="4" creationId="{595307FD-148F-6A8A-6AF7-B28F611E9733}"/>
          </ac:picMkLst>
        </pc:picChg>
      </pc:sldChg>
      <pc:sldChg chg="add ord">
        <pc:chgData name="anaclaracosta116@gmail.com" userId="a793634777582c92" providerId="LiveId" clId="{EB0FD460-EB63-4A49-A95A-1C3A469AB2E7}" dt="2023-06-03T19:26:29.698" v="96"/>
        <pc:sldMkLst>
          <pc:docMk/>
          <pc:sldMk cId="1280815056" sldId="323"/>
        </pc:sldMkLst>
      </pc:sldChg>
      <pc:sldChg chg="modSp add mod">
        <pc:chgData name="anaclaracosta116@gmail.com" userId="a793634777582c92" providerId="LiveId" clId="{EB0FD460-EB63-4A49-A95A-1C3A469AB2E7}" dt="2023-06-03T19:30:47.024" v="127"/>
        <pc:sldMkLst>
          <pc:docMk/>
          <pc:sldMk cId="2915044807" sldId="324"/>
        </pc:sldMkLst>
        <pc:spChg chg="mod">
          <ac:chgData name="anaclaracosta116@gmail.com" userId="a793634777582c92" providerId="LiveId" clId="{EB0FD460-EB63-4A49-A95A-1C3A469AB2E7}" dt="2023-06-03T19:30:47.024" v="127"/>
          <ac:spMkLst>
            <pc:docMk/>
            <pc:sldMk cId="2915044807" sldId="32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31:33.883" v="129" actId="27636"/>
        <pc:sldMkLst>
          <pc:docMk/>
          <pc:sldMk cId="3871022869" sldId="325"/>
        </pc:sldMkLst>
        <pc:spChg chg="mod">
          <ac:chgData name="anaclaracosta116@gmail.com" userId="a793634777582c92" providerId="LiveId" clId="{EB0FD460-EB63-4A49-A95A-1C3A469AB2E7}" dt="2023-06-03T19:31:33.883" v="129" actId="27636"/>
          <ac:spMkLst>
            <pc:docMk/>
            <pc:sldMk cId="3871022869" sldId="32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31:54.031" v="131" actId="27636"/>
        <pc:sldMkLst>
          <pc:docMk/>
          <pc:sldMk cId="2091890128" sldId="326"/>
        </pc:sldMkLst>
        <pc:spChg chg="mod">
          <ac:chgData name="anaclaracosta116@gmail.com" userId="a793634777582c92" providerId="LiveId" clId="{EB0FD460-EB63-4A49-A95A-1C3A469AB2E7}" dt="2023-06-03T19:31:54.031" v="131" actId="27636"/>
          <ac:spMkLst>
            <pc:docMk/>
            <pc:sldMk cId="2091890128" sldId="326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25B314C9-18AF-477A-A391-AB7E28DF2081}"/>
    <pc:docChg chg="custSel addSld delSld modSld sldOrd">
      <pc:chgData name="anaclaracosta116@gmail.com" userId="a793634777582c92" providerId="LiveId" clId="{25B314C9-18AF-477A-A391-AB7E28DF2081}" dt="2024-05-25T20:02:27.984" v="396" actId="27636"/>
      <pc:docMkLst>
        <pc:docMk/>
      </pc:docMkLst>
      <pc:sldChg chg="addSp modSp mod ord">
        <pc:chgData name="anaclaracosta116@gmail.com" userId="a793634777582c92" providerId="LiveId" clId="{25B314C9-18AF-477A-A391-AB7E28DF2081}" dt="2024-05-25T19:05:59.975" v="345" actId="1076"/>
        <pc:sldMkLst>
          <pc:docMk/>
          <pc:sldMk cId="4192705753" sldId="258"/>
        </pc:sldMkLst>
        <pc:spChg chg="mod">
          <ac:chgData name="anaclaracosta116@gmail.com" userId="a793634777582c92" providerId="LiveId" clId="{25B314C9-18AF-477A-A391-AB7E28DF2081}" dt="2024-05-25T19:03:26.185" v="283" actId="207"/>
          <ac:spMkLst>
            <pc:docMk/>
            <pc:sldMk cId="4192705753" sldId="258"/>
            <ac:spMk id="2" creationId="{9E54A745-F7E1-3C86-F83C-1FFF7E55BED7}"/>
          </ac:spMkLst>
        </pc:spChg>
        <pc:spChg chg="add mod">
          <ac:chgData name="anaclaracosta116@gmail.com" userId="a793634777582c92" providerId="LiveId" clId="{25B314C9-18AF-477A-A391-AB7E28DF2081}" dt="2024-05-25T19:05:59.975" v="345" actId="1076"/>
          <ac:spMkLst>
            <pc:docMk/>
            <pc:sldMk cId="4192705753" sldId="258"/>
            <ac:spMk id="6" creationId="{B53E799C-D351-C4FF-99FC-98D1054A48D6}"/>
          </ac:spMkLst>
        </pc:spChg>
        <pc:picChg chg="add">
          <ac:chgData name="anaclaracosta116@gmail.com" userId="a793634777582c92" providerId="LiveId" clId="{25B314C9-18AF-477A-A391-AB7E28DF2081}" dt="2024-05-25T19:02:11.605" v="199"/>
          <ac:picMkLst>
            <pc:docMk/>
            <pc:sldMk cId="4192705753" sldId="258"/>
            <ac:picMk id="3" creationId="{1CD983F5-1761-FE3E-A111-14926C583E15}"/>
          </ac:picMkLst>
        </pc:picChg>
        <pc:picChg chg="add">
          <ac:chgData name="anaclaracosta116@gmail.com" userId="a793634777582c92" providerId="LiveId" clId="{25B314C9-18AF-477A-A391-AB7E28DF2081}" dt="2024-05-25T19:02:32.445" v="200"/>
          <ac:picMkLst>
            <pc:docMk/>
            <pc:sldMk cId="4192705753" sldId="258"/>
            <ac:picMk id="4" creationId="{E781F76E-F044-3728-287E-AE725A42F8A9}"/>
          </ac:picMkLst>
        </pc:picChg>
        <pc:picChg chg="add mod ord">
          <ac:chgData name="anaclaracosta116@gmail.com" userId="a793634777582c92" providerId="LiveId" clId="{25B314C9-18AF-477A-A391-AB7E28DF2081}" dt="2024-05-25T19:03:04.545" v="205" actId="167"/>
          <ac:picMkLst>
            <pc:docMk/>
            <pc:sldMk cId="4192705753" sldId="258"/>
            <ac:picMk id="5" creationId="{36AE30DB-294B-B9E0-6381-ECFAE9288626}"/>
          </ac:picMkLst>
        </pc:picChg>
      </pc:sldChg>
      <pc:sldChg chg="modSp mod">
        <pc:chgData name="anaclaracosta116@gmail.com" userId="a793634777582c92" providerId="LiveId" clId="{25B314C9-18AF-477A-A391-AB7E28DF2081}" dt="2024-05-25T18:52:17.268" v="28" actId="20577"/>
        <pc:sldMkLst>
          <pc:docMk/>
          <pc:sldMk cId="2490480151" sldId="259"/>
        </pc:sldMkLst>
        <pc:spChg chg="mod">
          <ac:chgData name="anaclaracosta116@gmail.com" userId="a793634777582c92" providerId="LiveId" clId="{25B314C9-18AF-477A-A391-AB7E28DF2081}" dt="2024-05-25T18:52:17.268" v="28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2:00.746" v="5" actId="403"/>
        <pc:sldMkLst>
          <pc:docMk/>
          <pc:sldMk cId="3868190215" sldId="262"/>
        </pc:sldMkLst>
        <pc:spChg chg="mod">
          <ac:chgData name="anaclaracosta116@gmail.com" userId="a793634777582c92" providerId="LiveId" clId="{25B314C9-18AF-477A-A391-AB7E28DF2081}" dt="2024-05-25T18:52:00.746" v="5" actId="403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2:27.255" v="34" actId="27636"/>
        <pc:sldMkLst>
          <pc:docMk/>
          <pc:sldMk cId="1799863211" sldId="263"/>
        </pc:sldMkLst>
        <pc:spChg chg="mod">
          <ac:chgData name="anaclaracosta116@gmail.com" userId="a793634777582c92" providerId="LiveId" clId="{25B314C9-18AF-477A-A391-AB7E28DF2081}" dt="2024-05-25T18:52:27.255" v="34" actId="27636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3:58.473" v="106" actId="27636"/>
        <pc:sldMkLst>
          <pc:docMk/>
          <pc:sldMk cId="3388034860" sldId="265"/>
        </pc:sldMkLst>
        <pc:spChg chg="mod">
          <ac:chgData name="anaclaracosta116@gmail.com" userId="a793634777582c92" providerId="LiveId" clId="{25B314C9-18AF-477A-A391-AB7E28DF2081}" dt="2024-05-25T18:53:58.473" v="106" actId="2763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4:19.216" v="108" actId="5793"/>
        <pc:sldMkLst>
          <pc:docMk/>
          <pc:sldMk cId="2671817442" sldId="267"/>
        </pc:sldMkLst>
        <pc:spChg chg="mod">
          <ac:chgData name="anaclaracosta116@gmail.com" userId="a793634777582c92" providerId="LiveId" clId="{25B314C9-18AF-477A-A391-AB7E28DF2081}" dt="2024-05-25T18:54:19.216" v="108" actId="5793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41.488" v="113" actId="2696"/>
        <pc:sldMkLst>
          <pc:docMk/>
          <pc:sldMk cId="1071343473" sldId="268"/>
        </pc:sldMkLst>
      </pc:sldChg>
      <pc:sldChg chg="modSp mod">
        <pc:chgData name="anaclaracosta116@gmail.com" userId="a793634777582c92" providerId="LiveId" clId="{25B314C9-18AF-477A-A391-AB7E28DF2081}" dt="2024-05-25T20:00:45.936" v="354" actId="27636"/>
        <pc:sldMkLst>
          <pc:docMk/>
          <pc:sldMk cId="2786277918" sldId="269"/>
        </pc:sldMkLst>
        <pc:spChg chg="mod">
          <ac:chgData name="anaclaracosta116@gmail.com" userId="a793634777582c92" providerId="LiveId" clId="{25B314C9-18AF-477A-A391-AB7E28DF2081}" dt="2024-05-25T20:00:45.936" v="354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5:03.167" v="124" actId="20577"/>
        <pc:sldMkLst>
          <pc:docMk/>
          <pc:sldMk cId="1261703118" sldId="272"/>
        </pc:sldMkLst>
        <pc:spChg chg="mod">
          <ac:chgData name="anaclaracosta116@gmail.com" userId="a793634777582c92" providerId="LiveId" clId="{25B314C9-18AF-477A-A391-AB7E28DF2081}" dt="2024-05-25T18:55:03.167" v="124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9:09.512" v="178" actId="113"/>
        <pc:sldMkLst>
          <pc:docMk/>
          <pc:sldMk cId="2451993942" sldId="278"/>
        </pc:sldMkLst>
        <pc:spChg chg="mod">
          <ac:chgData name="anaclaracosta116@gmail.com" userId="a793634777582c92" providerId="LiveId" clId="{25B314C9-18AF-477A-A391-AB7E28DF2081}" dt="2024-05-25T18:59:09.512" v="178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5:41.101" v="127" actId="2696"/>
        <pc:sldMkLst>
          <pc:docMk/>
          <pc:sldMk cId="887139133" sldId="287"/>
        </pc:sldMkLst>
      </pc:sldChg>
      <pc:sldChg chg="del">
        <pc:chgData name="anaclaracosta116@gmail.com" userId="a793634777582c92" providerId="LiveId" clId="{25B314C9-18AF-477A-A391-AB7E28DF2081}" dt="2024-05-25T19:29:27.541" v="348" actId="2696"/>
        <pc:sldMkLst>
          <pc:docMk/>
          <pc:sldMk cId="1070008241" sldId="288"/>
        </pc:sldMkLst>
      </pc:sldChg>
      <pc:sldChg chg="del">
        <pc:chgData name="anaclaracosta116@gmail.com" userId="a793634777582c92" providerId="LiveId" clId="{25B314C9-18AF-477A-A391-AB7E28DF2081}" dt="2024-05-25T18:59:59.827" v="183" actId="2696"/>
        <pc:sldMkLst>
          <pc:docMk/>
          <pc:sldMk cId="3765462785" sldId="304"/>
        </pc:sldMkLst>
      </pc:sldChg>
      <pc:sldChg chg="modSp mod">
        <pc:chgData name="anaclaracosta116@gmail.com" userId="a793634777582c92" providerId="LiveId" clId="{25B314C9-18AF-477A-A391-AB7E28DF2081}" dt="2024-05-25T19:29:22.540" v="347"/>
        <pc:sldMkLst>
          <pc:docMk/>
          <pc:sldMk cId="463893758" sldId="305"/>
        </pc:sldMkLst>
        <pc:spChg chg="mod">
          <ac:chgData name="anaclaracosta116@gmail.com" userId="a793634777582c92" providerId="LiveId" clId="{25B314C9-18AF-477A-A391-AB7E28DF2081}" dt="2024-05-25T19:29:22.540" v="347"/>
          <ac:spMkLst>
            <pc:docMk/>
            <pc:sldMk cId="463893758" sldId="30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20:01:45.779" v="378" actId="403"/>
        <pc:sldMkLst>
          <pc:docMk/>
          <pc:sldMk cId="1468322957" sldId="308"/>
        </pc:sldMkLst>
        <pc:spChg chg="mod">
          <ac:chgData name="anaclaracosta116@gmail.com" userId="a793634777582c92" providerId="LiveId" clId="{25B314C9-18AF-477A-A391-AB7E28DF2081}" dt="2024-05-25T20:01:45.779" v="378" actId="403"/>
          <ac:spMkLst>
            <pc:docMk/>
            <pc:sldMk cId="1468322957" sldId="30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20:02:27.984" v="396" actId="27636"/>
        <pc:sldMkLst>
          <pc:docMk/>
          <pc:sldMk cId="3628164904" sldId="309"/>
        </pc:sldMkLst>
        <pc:spChg chg="mod">
          <ac:chgData name="anaclaracosta116@gmail.com" userId="a793634777582c92" providerId="LiveId" clId="{25B314C9-18AF-477A-A391-AB7E28DF2081}" dt="2024-05-25T20:02:27.984" v="396" actId="27636"/>
          <ac:spMkLst>
            <pc:docMk/>
            <pc:sldMk cId="3628164904" sldId="30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9:14.863" v="179" actId="2696"/>
        <pc:sldMkLst>
          <pc:docMk/>
          <pc:sldMk cId="1681448279" sldId="314"/>
        </pc:sldMkLst>
      </pc:sldChg>
      <pc:sldChg chg="del">
        <pc:chgData name="anaclaracosta116@gmail.com" userId="a793634777582c92" providerId="LiveId" clId="{25B314C9-18AF-477A-A391-AB7E28DF2081}" dt="2024-05-25T18:55:51.285" v="129" actId="2696"/>
        <pc:sldMkLst>
          <pc:docMk/>
          <pc:sldMk cId="3382839209" sldId="315"/>
        </pc:sldMkLst>
      </pc:sldChg>
      <pc:sldChg chg="del">
        <pc:chgData name="anaclaracosta116@gmail.com" userId="a793634777582c92" providerId="LiveId" clId="{25B314C9-18AF-477A-A391-AB7E28DF2081}" dt="2024-05-25T18:55:43.763" v="128" actId="2696"/>
        <pc:sldMkLst>
          <pc:docMk/>
          <pc:sldMk cId="1472319447" sldId="316"/>
        </pc:sldMkLst>
      </pc:sldChg>
      <pc:sldChg chg="del">
        <pc:chgData name="anaclaracosta116@gmail.com" userId="a793634777582c92" providerId="LiveId" clId="{25B314C9-18AF-477A-A391-AB7E28DF2081}" dt="2024-05-25T18:55:37.906" v="126" actId="2696"/>
        <pc:sldMkLst>
          <pc:docMk/>
          <pc:sldMk cId="1667874591" sldId="317"/>
        </pc:sldMkLst>
      </pc:sldChg>
      <pc:sldChg chg="del">
        <pc:chgData name="anaclaracosta116@gmail.com" userId="a793634777582c92" providerId="LiveId" clId="{25B314C9-18AF-477A-A391-AB7E28DF2081}" dt="2024-05-25T18:55:33.030" v="125" actId="2696"/>
        <pc:sldMkLst>
          <pc:docMk/>
          <pc:sldMk cId="2229035475" sldId="318"/>
        </pc:sldMkLst>
      </pc:sldChg>
      <pc:sldChg chg="del">
        <pc:chgData name="anaclaracosta116@gmail.com" userId="a793634777582c92" providerId="LiveId" clId="{25B314C9-18AF-477A-A391-AB7E28DF2081}" dt="2024-05-25T18:55:55.893" v="130" actId="2696"/>
        <pc:sldMkLst>
          <pc:docMk/>
          <pc:sldMk cId="1092484604" sldId="319"/>
        </pc:sldMkLst>
      </pc:sldChg>
      <pc:sldChg chg="del">
        <pc:chgData name="anaclaracosta116@gmail.com" userId="a793634777582c92" providerId="LiveId" clId="{25B314C9-18AF-477A-A391-AB7E28DF2081}" dt="2024-05-25T18:55:58.730" v="131" actId="2696"/>
        <pc:sldMkLst>
          <pc:docMk/>
          <pc:sldMk cId="3008358089" sldId="320"/>
        </pc:sldMkLst>
      </pc:sldChg>
      <pc:sldChg chg="del">
        <pc:chgData name="anaclaracosta116@gmail.com" userId="a793634777582c92" providerId="LiveId" clId="{25B314C9-18AF-477A-A391-AB7E28DF2081}" dt="2024-05-25T18:56:02.172" v="132" actId="2696"/>
        <pc:sldMkLst>
          <pc:docMk/>
          <pc:sldMk cId="2374796126" sldId="321"/>
        </pc:sldMkLst>
      </pc:sldChg>
      <pc:sldChg chg="del">
        <pc:chgData name="anaclaracosta116@gmail.com" userId="a793634777582c92" providerId="LiveId" clId="{25B314C9-18AF-477A-A391-AB7E28DF2081}" dt="2024-05-25T18:54:27.929" v="109" actId="2696"/>
        <pc:sldMkLst>
          <pc:docMk/>
          <pc:sldMk cId="3785482088" sldId="322"/>
        </pc:sldMkLst>
      </pc:sldChg>
      <pc:sldChg chg="modSp add mod ord">
        <pc:chgData name="anaclaracosta116@gmail.com" userId="a793634777582c92" providerId="LiveId" clId="{25B314C9-18AF-477A-A391-AB7E28DF2081}" dt="2024-05-25T18:57:58.274" v="175" actId="20577"/>
        <pc:sldMkLst>
          <pc:docMk/>
          <pc:sldMk cId="1624351481" sldId="324"/>
        </pc:sldMkLst>
        <pc:spChg chg="mod">
          <ac:chgData name="anaclaracosta116@gmail.com" userId="a793634777582c92" providerId="LiveId" clId="{25B314C9-18AF-477A-A391-AB7E28DF2081}" dt="2024-05-25T18:57:58.274" v="175" actId="20577"/>
          <ac:spMkLst>
            <pc:docMk/>
            <pc:sldMk cId="1624351481" sldId="324"/>
            <ac:spMk id="2" creationId="{F0E406B4-85AC-B67B-F9E2-21AAF8067483}"/>
          </ac:spMkLst>
        </pc:spChg>
        <pc:spChg chg="mod">
          <ac:chgData name="anaclaracosta116@gmail.com" userId="a793634777582c92" providerId="LiveId" clId="{25B314C9-18AF-477A-A391-AB7E28DF2081}" dt="2024-05-25T18:57:29.832" v="140" actId="403"/>
          <ac:spMkLst>
            <pc:docMk/>
            <pc:sldMk cId="1624351481" sldId="32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0.549" v="110" actId="2696"/>
        <pc:sldMkLst>
          <pc:docMk/>
          <pc:sldMk cId="2915044807" sldId="324"/>
        </pc:sldMkLst>
      </pc:sldChg>
      <pc:sldChg chg="modSp add mod">
        <pc:chgData name="anaclaracosta116@gmail.com" userId="a793634777582c92" providerId="LiveId" clId="{25B314C9-18AF-477A-A391-AB7E28DF2081}" dt="2024-05-25T19:00:46.502" v="190" actId="113"/>
        <pc:sldMkLst>
          <pc:docMk/>
          <pc:sldMk cId="3227296153" sldId="325"/>
        </pc:sldMkLst>
        <pc:spChg chg="mod">
          <ac:chgData name="anaclaracosta116@gmail.com" userId="a793634777582c92" providerId="LiveId" clId="{25B314C9-18AF-477A-A391-AB7E28DF2081}" dt="2024-05-25T18:57:47.763" v="163" actId="20577"/>
          <ac:spMkLst>
            <pc:docMk/>
            <pc:sldMk cId="3227296153" sldId="325"/>
            <ac:spMk id="2" creationId="{F0E406B4-85AC-B67B-F9E2-21AAF8067483}"/>
          </ac:spMkLst>
        </pc:spChg>
        <pc:spChg chg="mod">
          <ac:chgData name="anaclaracosta116@gmail.com" userId="a793634777582c92" providerId="LiveId" clId="{25B314C9-18AF-477A-A391-AB7E28DF2081}" dt="2024-05-25T19:00:46.502" v="190" actId="113"/>
          <ac:spMkLst>
            <pc:docMk/>
            <pc:sldMk cId="3227296153" sldId="32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3.839" v="111" actId="2696"/>
        <pc:sldMkLst>
          <pc:docMk/>
          <pc:sldMk cId="3871022869" sldId="325"/>
        </pc:sldMkLst>
      </pc:sldChg>
      <pc:sldChg chg="modSp add mod">
        <pc:chgData name="anaclaracosta116@gmail.com" userId="a793634777582c92" providerId="LiveId" clId="{25B314C9-18AF-477A-A391-AB7E28DF2081}" dt="2024-05-25T18:59:53.438" v="182" actId="27636"/>
        <pc:sldMkLst>
          <pc:docMk/>
          <pc:sldMk cId="1189446372" sldId="326"/>
        </pc:sldMkLst>
        <pc:spChg chg="mod">
          <ac:chgData name="anaclaracosta116@gmail.com" userId="a793634777582c92" providerId="LiveId" clId="{25B314C9-18AF-477A-A391-AB7E28DF2081}" dt="2024-05-25T18:59:53.438" v="182" actId="27636"/>
          <ac:spMkLst>
            <pc:docMk/>
            <pc:sldMk cId="1189446372" sldId="32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7.568" v="112" actId="2696"/>
        <pc:sldMkLst>
          <pc:docMk/>
          <pc:sldMk cId="2091890128" sldId="326"/>
        </pc:sldMkLst>
      </pc:sldChg>
      <pc:sldChg chg="modSp add mod ord">
        <pc:chgData name="anaclaracosta116@gmail.com" userId="a793634777582c92" providerId="LiveId" clId="{25B314C9-18AF-477A-A391-AB7E28DF2081}" dt="2024-05-25T19:01:12.800" v="195"/>
        <pc:sldMkLst>
          <pc:docMk/>
          <pc:sldMk cId="1292411427" sldId="327"/>
        </pc:sldMkLst>
        <pc:spChg chg="mod">
          <ac:chgData name="anaclaracosta116@gmail.com" userId="a793634777582c92" providerId="LiveId" clId="{25B314C9-18AF-477A-A391-AB7E28DF2081}" dt="2024-05-25T19:01:12.800" v="195"/>
          <ac:spMkLst>
            <pc:docMk/>
            <pc:sldMk cId="1292411427" sldId="327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25B314C9-18AF-477A-A391-AB7E28DF2081}" dt="2024-05-25T19:00:51.811" v="193"/>
        <pc:sldMkLst>
          <pc:docMk/>
          <pc:sldMk cId="3491269048" sldId="328"/>
        </pc:sldMkLst>
      </pc:sldChg>
      <pc:sldChg chg="add">
        <pc:chgData name="anaclaracosta116@gmail.com" userId="a793634777582c92" providerId="LiveId" clId="{25B314C9-18AF-477A-A391-AB7E28DF2081}" dt="2024-05-25T19:01:45.525" v="196" actId="2890"/>
        <pc:sldMkLst>
          <pc:docMk/>
          <pc:sldMk cId="2402118244" sldId="329"/>
        </pc:sldMkLst>
      </pc:sldChg>
      <pc:sldChg chg="add">
        <pc:chgData name="anaclaracosta116@gmail.com" userId="a793634777582c92" providerId="LiveId" clId="{25B314C9-18AF-477A-A391-AB7E28DF2081}" dt="2024-05-25T19:29:04.655" v="346" actId="2890"/>
        <pc:sldMkLst>
          <pc:docMk/>
          <pc:sldMk cId="1337601505" sldId="33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4BD2EC5-BECE-CA26-C280-3D8E6F344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231"/>
            <a:ext cx="12192000" cy="6858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-4231"/>
            <a:ext cx="12192000" cy="6858000"/>
          </a:xfrm>
          <a:prstGeom prst="rect">
            <a:avLst/>
          </a:prstGeom>
          <a:solidFill>
            <a:schemeClr val="tx1">
              <a:alpha val="22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53E799C-D351-C4FF-99FC-98D1054A48D6}"/>
              </a:ext>
            </a:extLst>
          </p:cNvPr>
          <p:cNvSpPr txBox="1">
            <a:spLocks/>
          </p:cNvSpPr>
          <p:nvPr/>
        </p:nvSpPr>
        <p:spPr>
          <a:xfrm>
            <a:off x="460663" y="2005545"/>
            <a:ext cx="11270673" cy="28469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22º DOMINGO DO TEMPO COMUM</a:t>
            </a:r>
            <a:endParaRPr lang="pt-BR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11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562100"/>
            <a:ext cx="10801349" cy="4852555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>
                <a:solidFill>
                  <a:srgbClr val="333333"/>
                </a:solidFill>
                <a:highlight>
                  <a:srgbClr val="FFFFFF"/>
                </a:highlight>
              </a:rPr>
              <a:t>Ó, SENHOR, VÓS SOIS BOM E CLEMENTE (bis)</a:t>
            </a:r>
          </a:p>
          <a:p>
            <a:pPr algn="l"/>
            <a:r>
              <a:rPr lang="pt-BR" sz="7200" b="1" dirty="0">
                <a:solidFill>
                  <a:srgbClr val="333333"/>
                </a:solidFill>
                <a:highlight>
                  <a:srgbClr val="FFFFFF"/>
                </a:highlight>
              </a:rPr>
              <a:t>SOIS PERDÃO PARA QUEM VOS INVOCA. (bis)</a:t>
            </a:r>
          </a:p>
          <a:p>
            <a:pPr algn="l"/>
            <a:endParaRPr lang="pt-BR" sz="6600" b="1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41921"/>
            <a:ext cx="10349345" cy="3545746"/>
          </a:xfrm>
        </p:spPr>
        <p:txBody>
          <a:bodyPr>
            <a:noAutofit/>
          </a:bodyPr>
          <a:lstStyle/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AS NAÇÕES QUE CRIASTES VIRÃO ADORAR E LOUVAR VOSSO NOME. SOIS TÃO GRANDE E FAZEIS MARAVILHAS: VÓS SOMENTE SOIS DEUS E SENHOR!</a:t>
            </a:r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52110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562100"/>
            <a:ext cx="10801349" cy="4852555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>
                <a:solidFill>
                  <a:srgbClr val="333333"/>
                </a:solidFill>
                <a:highlight>
                  <a:srgbClr val="FFFFFF"/>
                </a:highlight>
              </a:rPr>
              <a:t>Ó, SENHOR, VÓS SOIS BOM E CLEMENTE (bis)</a:t>
            </a:r>
          </a:p>
          <a:p>
            <a:pPr algn="l"/>
            <a:r>
              <a:rPr lang="pt-BR" sz="7200" b="1" dirty="0">
                <a:solidFill>
                  <a:srgbClr val="333333"/>
                </a:solidFill>
                <a:highlight>
                  <a:srgbClr val="FFFFFF"/>
                </a:highlight>
              </a:rPr>
              <a:t>SOIS PERDÃO PARA QUEM VOS INVOCA. (bis)</a:t>
            </a:r>
          </a:p>
          <a:p>
            <a:pPr algn="l"/>
            <a:endParaRPr lang="pt-BR" sz="6600" b="1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3697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41921"/>
            <a:ext cx="10349345" cy="3545746"/>
          </a:xfrm>
        </p:spPr>
        <p:txBody>
          <a:bodyPr>
            <a:noAutofit/>
          </a:bodyPr>
          <a:lstStyle/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ENSINAI-ME OS VOSSOS CAMINHOS, E NA VOSSA VERDADE ANDAREI; MEU CORAÇÃO ORIENTAI PARA VÓS: QUE RESPEITE, SENHOR, VOSSO NOME!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65116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562100"/>
            <a:ext cx="10801349" cy="4852555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>
                <a:solidFill>
                  <a:srgbClr val="333333"/>
                </a:solidFill>
                <a:highlight>
                  <a:srgbClr val="FFFFFF"/>
                </a:highlight>
              </a:rPr>
              <a:t>Ó, SENHOR, VÓS SOIS BOM E CLEMENTE (bis)</a:t>
            </a:r>
          </a:p>
          <a:p>
            <a:pPr algn="l"/>
            <a:r>
              <a:rPr lang="pt-BR" sz="7200" b="1" dirty="0">
                <a:solidFill>
                  <a:srgbClr val="333333"/>
                </a:solidFill>
                <a:highlight>
                  <a:srgbClr val="FFFFFF"/>
                </a:highlight>
              </a:rPr>
              <a:t>SOIS PERDÃO PARA QUEM VOS INVOCA. (bis)</a:t>
            </a:r>
          </a:p>
          <a:p>
            <a:pPr algn="l"/>
            <a:endParaRPr lang="pt-BR" sz="6600" b="1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70103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41921"/>
            <a:ext cx="10349345" cy="3545746"/>
          </a:xfrm>
        </p:spPr>
        <p:txBody>
          <a:bodyPr>
            <a:noAutofit/>
          </a:bodyPr>
          <a:lstStyle/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DOU-VOS GRAÇAS COM TODA A MINH'ALMA, SEM CESSAR LOUVAREI VOSSO NOME! VOSSO AMOR PARA MIM FOI IMENSO: RETIRAI-ME DO ABISMO DA MORTE!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027015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562100"/>
            <a:ext cx="10801349" cy="4852555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>
                <a:solidFill>
                  <a:srgbClr val="333333"/>
                </a:solidFill>
                <a:highlight>
                  <a:srgbClr val="FFFFFF"/>
                </a:highlight>
              </a:rPr>
              <a:t>Ó, SENHOR, VÓS SOIS BOM E CLEMENTE (bis)</a:t>
            </a:r>
          </a:p>
          <a:p>
            <a:pPr algn="l"/>
            <a:r>
              <a:rPr lang="pt-BR" sz="7200" b="1" dirty="0">
                <a:solidFill>
                  <a:srgbClr val="333333"/>
                </a:solidFill>
                <a:highlight>
                  <a:srgbClr val="FFFFFF"/>
                </a:highlight>
              </a:rPr>
              <a:t>SOIS PERDÃO PARA QUEM VOS INVOCA. (bis)</a:t>
            </a:r>
          </a:p>
          <a:p>
            <a:pPr algn="l"/>
            <a:endParaRPr lang="pt-BR" sz="6600" b="1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0855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030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9000" dirty="0"/>
              <a:t>SENHOR, QUE VIESTES NÃO PARA CONDENAR, MAS PARA PERDOAR, TENDE PIEDADE DE NÓS.</a:t>
            </a:r>
          </a:p>
          <a:p>
            <a:pPr algn="just"/>
            <a:endParaRPr lang="pt-BR" sz="9000" dirty="0"/>
          </a:p>
          <a:p>
            <a:pPr algn="just"/>
            <a:r>
              <a:rPr lang="pt-BR" sz="9000" b="1" dirty="0"/>
              <a:t>KYRIE, ELEISON! KYRIE, ELEISON!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9000" dirty="0"/>
              <a:t>CRISTO, QUE VOS ALEGRAIS PELO PECADOR ARREPENDIDO, TENDE PIEDADE DE NÓS.</a:t>
            </a:r>
          </a:p>
          <a:p>
            <a:pPr algn="just"/>
            <a:endParaRPr lang="pt-BR" sz="9000" dirty="0"/>
          </a:p>
          <a:p>
            <a:pPr algn="just"/>
            <a:r>
              <a:rPr lang="pt-BR" sz="9000" b="1" dirty="0"/>
              <a:t>CHRISTE, ELEISON. CHRISTE, ELEISON.</a:t>
            </a:r>
          </a:p>
          <a:p>
            <a:pPr algn="just"/>
            <a:endParaRPr lang="pt-BR" sz="9000" b="1" dirty="0"/>
          </a:p>
          <a:p>
            <a:pPr algn="just"/>
            <a:endParaRPr lang="pt-BR" sz="9000" dirty="0"/>
          </a:p>
        </p:txBody>
      </p:sp>
    </p:spTree>
    <p:extLst>
      <p:ext uri="{BB962C8B-B14F-4D97-AF65-F5344CB8AC3E}">
        <p14:creationId xmlns:p14="http://schemas.microsoft.com/office/powerpoint/2010/main" val="1530130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9000" dirty="0"/>
              <a:t>SENHOR, QUE MUITO PERDOAIS A QUEM MUITO AMA, TENDE PIEDADE DE NÓS.</a:t>
            </a:r>
          </a:p>
          <a:p>
            <a:pPr algn="just"/>
            <a:endParaRPr lang="pt-BR" sz="9000" dirty="0"/>
          </a:p>
          <a:p>
            <a:pPr algn="just"/>
            <a:r>
              <a:rPr lang="pt-BR" sz="9000" b="1" dirty="0"/>
              <a:t>KYRIE, ELEISON. KYRIE, ELEISON.</a:t>
            </a:r>
          </a:p>
          <a:p>
            <a:pPr algn="just"/>
            <a:endParaRPr lang="pt-BR" sz="9000" dirty="0"/>
          </a:p>
          <a:p>
            <a:pPr algn="just"/>
            <a:endParaRPr lang="pt-BR" sz="9000" b="1" dirty="0"/>
          </a:p>
          <a:p>
            <a:pPr algn="just"/>
            <a:endParaRPr lang="pt-BR" sz="9000" dirty="0"/>
          </a:p>
        </p:txBody>
      </p:sp>
    </p:spTree>
    <p:extLst>
      <p:ext uri="{BB962C8B-B14F-4D97-AF65-F5344CB8AC3E}">
        <p14:creationId xmlns:p14="http://schemas.microsoft.com/office/powerpoint/2010/main" val="4057840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700" b="1" dirty="0"/>
              <a:t>GLÓRIA A DEUS NAS ALTURAS </a:t>
            </a:r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8497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NÓS VOS LOUVAMOS, NÓS VOS BENDIZEMOS</a:t>
            </a:r>
          </a:p>
          <a:p>
            <a:pPr algn="just"/>
            <a:r>
              <a:rPr lang="pt-BR" sz="6000" dirty="0"/>
              <a:t>NÓS VOS ADORAMOS, NÓS VOS GLORIFICAMOS</a:t>
            </a:r>
          </a:p>
          <a:p>
            <a:pPr algn="just"/>
            <a:r>
              <a:rPr lang="pt-BR" sz="6000" dirty="0"/>
              <a:t>NÓS VOS DAMOS GRAÇAS, POR VOSSA IMENSA GLÓRIA.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GLÓRIA A DEUS NAS ALTURAS </a:t>
            </a:r>
          </a:p>
          <a:p>
            <a:pPr algn="just"/>
            <a:r>
              <a:rPr lang="pt-BR" sz="6000" b="1" dirty="0"/>
              <a:t>E PAZ NA TERRA AOS HOMENS POR ELE AMADOS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fontScale="85000" lnSpcReduction="20000"/>
          </a:bodyPr>
          <a:lstStyle/>
          <a:p>
            <a:pPr algn="just"/>
            <a:endParaRPr lang="pt-BR" sz="6000" dirty="0"/>
          </a:p>
          <a:p>
            <a:pPr algn="l"/>
            <a:r>
              <a:rPr lang="pt-BR" sz="6000" dirty="0"/>
              <a:t>VÓS QUE TIRAIS O PECADO DO MUNDO, TENDE PIEDADE DE NÓS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TIRAIS O PECADO DO MUNDO, </a:t>
            </a:r>
          </a:p>
          <a:p>
            <a:pPr algn="l"/>
            <a:r>
              <a:rPr lang="pt-BR" sz="6000" dirty="0"/>
              <a:t>ACOLHEI A NOSSA SÚPLICA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ESTAIS À DIREITA DO PAI, </a:t>
            </a:r>
          </a:p>
          <a:p>
            <a:pPr algn="l"/>
            <a:r>
              <a:rPr lang="pt-BR" sz="6000" dirty="0"/>
              <a:t>TENDE PIEDADE DE NÓS</a:t>
            </a:r>
            <a:endParaRPr lang="pt-BR" sz="2000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  <a:p>
            <a:pPr algn="just"/>
            <a:endParaRPr lang="pt-BR" sz="6000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25009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63236"/>
            <a:ext cx="11617036" cy="6594764"/>
          </a:xfrm>
        </p:spPr>
        <p:txBody>
          <a:bodyPr>
            <a:normAutofit fontScale="92500"/>
          </a:bodyPr>
          <a:lstStyle/>
          <a:p>
            <a:pPr algn="l"/>
            <a:endParaRPr lang="pt-BR" sz="4800" dirty="0"/>
          </a:p>
          <a:p>
            <a:pPr algn="l"/>
            <a:r>
              <a:rPr lang="pt-BR" sz="4800" dirty="0"/>
              <a:t>SÓ VÓS SOIS SANTO, SÓ VÓS O SENHOR, SÓ VÓS O ALTÍSSIMO, JESUS CRISTO, COM O ESPÍRITO SANTO NA GLÓRIA DE DEUS PAI. </a:t>
            </a:r>
          </a:p>
          <a:p>
            <a:pPr algn="l"/>
            <a:endParaRPr lang="pt-BR" sz="4800" b="1" dirty="0"/>
          </a:p>
          <a:p>
            <a:pPr algn="just"/>
            <a:r>
              <a:rPr lang="pt-BR" sz="4800" b="1" dirty="0"/>
              <a:t>GLÓRIA A DEUS NAS ALTURAS </a:t>
            </a:r>
          </a:p>
          <a:p>
            <a:pPr algn="just"/>
            <a:r>
              <a:rPr lang="pt-BR" sz="4800" b="1" dirty="0"/>
              <a:t>E PAZ NA TERRA AOS HOMENS POR ELE AMADOS</a:t>
            </a:r>
          </a:p>
          <a:p>
            <a:pPr algn="l"/>
            <a:endParaRPr lang="pt-BR" sz="4800" b="1" dirty="0"/>
          </a:p>
          <a:p>
            <a:pPr algn="l"/>
            <a:r>
              <a:rPr lang="pt-BR" sz="48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6904" y="2466108"/>
            <a:ext cx="9078191" cy="2050474"/>
          </a:xfrm>
        </p:spPr>
        <p:txBody>
          <a:bodyPr>
            <a:normAutofit fontScale="92500" lnSpcReduction="20000"/>
          </a:bodyPr>
          <a:lstStyle/>
          <a:p>
            <a:r>
              <a:rPr lang="pt-BR" sz="6000" b="1" dirty="0"/>
              <a:t>SENHOR, QUEM MORARÁ EM VOSSA CASA E NO VOSSO MONTE SANTO, HABITARÁ?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310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</a:t>
            </a:r>
          </a:p>
          <a:p>
            <a:r>
              <a:rPr lang="pt-BR" sz="4400" dirty="0"/>
              <a:t>DEUS, NOSSO PAI, NESSE SEU IMENSO AMOR, FOI QUEM GEROU-NOS COM A PALAVRA DA VERDADE, NÓS, AS PRIMÍCIAS DO SEU GESTO CRIADOR.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815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29490"/>
            <a:ext cx="466032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899" y="1205346"/>
            <a:ext cx="11849101" cy="563879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SENHOR, MEU DEUS, OBRIGADO, SENHOR</a:t>
            </a:r>
            <a:b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PORQUE TUDO É TEU! (BIS)</a:t>
            </a:r>
            <a:endParaRPr lang="pt-BR" sz="7300" dirty="0"/>
          </a:p>
          <a:p>
            <a:pPr algn="l"/>
            <a:endParaRPr lang="pt-BR" sz="6600" b="0" i="0" dirty="0">
              <a:solidFill>
                <a:srgbClr val="333333"/>
              </a:solidFill>
              <a:effectLst/>
              <a:highlight>
                <a:srgbClr val="FFFFFF"/>
              </a:highlight>
            </a:endParaRPr>
          </a:p>
          <a:p>
            <a:pPr algn="l"/>
            <a:r>
              <a:rPr lang="pt-BR" sz="6600" dirty="0">
                <a:solidFill>
                  <a:srgbClr val="333333"/>
                </a:solidFill>
                <a:highlight>
                  <a:srgbClr val="FFFFFF"/>
                </a:highlight>
              </a:rPr>
              <a:t>É </a:t>
            </a:r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TEU O PÃO QUE OFERECEMOS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É A TUA VIDA QUE VIVEMOS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OBRIGADO SENHOR!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8027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29490"/>
            <a:ext cx="446982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899" y="1219201"/>
            <a:ext cx="11849101" cy="563879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SENHOR, MEU DEUS, OBRIGADO, SENHOR</a:t>
            </a:r>
            <a:b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PORQUE TUDO É TEU!</a:t>
            </a:r>
            <a:endParaRPr lang="pt-BR" sz="7300" dirty="0"/>
          </a:p>
          <a:p>
            <a:pPr algn="l"/>
            <a:endParaRPr lang="pt-BR" sz="6600" b="0" i="0" dirty="0">
              <a:solidFill>
                <a:srgbClr val="333333"/>
              </a:solidFill>
              <a:effectLst/>
              <a:highlight>
                <a:srgbClr val="FFFFFF"/>
              </a:highlight>
            </a:endParaRPr>
          </a:p>
          <a:p>
            <a:pPr algn="l"/>
            <a:r>
              <a:rPr lang="pt-BR" sz="6600" dirty="0">
                <a:solidFill>
                  <a:srgbClr val="333333"/>
                </a:solidFill>
                <a:highlight>
                  <a:srgbClr val="FFFFFF"/>
                </a:highlight>
              </a:rPr>
              <a:t>É TEU O VINHO QUE OFERTAMOS</a:t>
            </a:r>
          </a:p>
          <a:p>
            <a:pPr algn="l"/>
            <a:r>
              <a:rPr lang="pt-BR" sz="6600" dirty="0">
                <a:solidFill>
                  <a:srgbClr val="333333"/>
                </a:solidFill>
                <a:highlight>
                  <a:srgbClr val="FFFFFF"/>
                </a:highlight>
              </a:rPr>
              <a:t>É TUA A DOR QUE SUPORTAMOS</a:t>
            </a:r>
          </a:p>
          <a:p>
            <a:pPr algn="l"/>
            <a:r>
              <a:rPr lang="pt-BR" sz="6600" dirty="0">
                <a:solidFill>
                  <a:srgbClr val="333333"/>
                </a:solidFill>
                <a:highlight>
                  <a:srgbClr val="FFFFFF"/>
                </a:highlight>
              </a:rPr>
              <a:t>OBRIGADO SENHOR!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9343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29490"/>
            <a:ext cx="469842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899" y="1219201"/>
            <a:ext cx="11849101" cy="563879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SENHOR, MEU DEUS, OBRIGADO, SENHOR</a:t>
            </a:r>
            <a:b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PORQUE TUDO É TEU!</a:t>
            </a:r>
            <a:endParaRPr lang="pt-BR" sz="7300" dirty="0"/>
          </a:p>
          <a:p>
            <a:pPr algn="l"/>
            <a:endParaRPr lang="pt-BR" sz="6600" b="0" i="0" dirty="0">
              <a:solidFill>
                <a:srgbClr val="333333"/>
              </a:solidFill>
              <a:effectLst/>
              <a:highlight>
                <a:srgbClr val="FFFFFF"/>
              </a:highlight>
            </a:endParaRPr>
          </a:p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unito Sans" pitchFamily="2" charset="0"/>
              </a:rPr>
              <a:t>A TUA VIDA É NOSSA VIDA</a:t>
            </a:r>
            <a:br>
              <a:rPr lang="pt-BR" sz="5400" dirty="0"/>
            </a:br>
            <a:r>
              <a:rPr lang="pt-BR" sz="5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unito Sans" pitchFamily="2" charset="0"/>
              </a:rPr>
              <a:t>NA TUA CASA RECEBIDA</a:t>
            </a:r>
          </a:p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unito Sans" pitchFamily="2" charset="0"/>
              </a:rPr>
              <a:t>OBRIGADO, SENHOR!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6333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TERRA PROCLAMAM</a:t>
            </a:r>
          </a:p>
          <a:p>
            <a:pPr algn="just"/>
            <a:r>
              <a:rPr lang="pt-BR" sz="7300" dirty="0"/>
              <a:t>PROCLAMAM 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HOSANA, HOSANA, 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HOSANA, HOSANA, 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4800" b="1" dirty="0"/>
              <a:t>CANTAI AO NOSSO DEUS, PORQUE É SUAVE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O SENHOR RECONSTRUIU JERUSALÉM, *</a:t>
            </a:r>
          </a:p>
          <a:p>
            <a:pPr algn="just"/>
            <a:r>
              <a:rPr lang="pt-BR" sz="14800" dirty="0"/>
              <a:t>E OS DISPERSOS DE ISRAEL JUNTOU DE NOVO;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4800" b="1" dirty="0"/>
              <a:t>CANTAI AO NOSSO DEUS, PORQUE É SUAVE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ELE CONFORTA OS CORAÇÕES DESPEDAÇADOS, *</a:t>
            </a:r>
          </a:p>
          <a:p>
            <a:pPr algn="just"/>
            <a:r>
              <a:rPr lang="pt-BR" sz="14800" dirty="0"/>
              <a:t>ELE ENFAIXA SUAS FERIDAS E AS CURA;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53394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4800" b="1" dirty="0"/>
              <a:t>CANTAI AO NOSSO DEUS, PORQUE É SUAVE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FIXA O NÚMERO DE TODAS AS ESTRELAS *</a:t>
            </a:r>
          </a:p>
          <a:p>
            <a:pPr algn="just"/>
            <a:r>
              <a:rPr lang="pt-BR" sz="14800" dirty="0"/>
              <a:t>E CHAMA A CADA UMA POR SEU NOME.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502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4800" b="1" dirty="0"/>
              <a:t>CANTAI AO NOSSO DEUS, PORQUE É SUAVE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 É GRANDE E ONIPOTENTE O NOSSO DEUS, *</a:t>
            </a:r>
          </a:p>
          <a:p>
            <a:pPr algn="just"/>
            <a:r>
              <a:rPr lang="pt-BR" sz="14800" dirty="0"/>
              <a:t>SEU SABER NÃO TEM MEDIDA NEM LIMITES.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1055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4800" b="1" dirty="0"/>
              <a:t>CANTAI AO NOSSO DEUS, PORQUE É SUAVE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 O SENHOR DEUS É O AMPARO DOS HUMILDES, *</a:t>
            </a:r>
          </a:p>
          <a:p>
            <a:pPr algn="just"/>
            <a:r>
              <a:rPr lang="pt-BR" sz="14800" dirty="0"/>
              <a:t>MAS DOBRA ATÉ O CHÃO OS QUE SÃO ÍMPIOS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2027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4800" b="1" dirty="0"/>
              <a:t>CANTAI AO NOSSO DEUS, PORQUE É SUAVE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ELE REVESTE TODO O CÉU COM DENSAS NUVENS, *</a:t>
            </a:r>
          </a:p>
          <a:p>
            <a:pPr algn="just"/>
            <a:r>
              <a:rPr lang="pt-BR" sz="14800" dirty="0"/>
              <a:t>E A CHUVA PARA A TERRA ELE PREPARA;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8752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4800" b="1" dirty="0"/>
              <a:t>CANTAI AO NOSSO DEUS, PORQUE É SUAVE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FAZ CRESCER A VERDE RELVA SOBRE OS MONTES *</a:t>
            </a:r>
          </a:p>
          <a:p>
            <a:pPr algn="just"/>
            <a:r>
              <a:rPr lang="pt-BR" sz="14800" dirty="0"/>
              <a:t>E AS PLANTAS QUE SÃO ÚTEIS PARA O HOMEM;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75149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4800" b="1" dirty="0"/>
              <a:t>CANTAI AO NOSSO DEUS, PORQUE É SUAVE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ELE DÁ AOS ANIMAIS SEU ALIMENTO, *</a:t>
            </a:r>
          </a:p>
          <a:p>
            <a:pPr algn="just"/>
            <a:r>
              <a:rPr lang="pt-BR" sz="14800" dirty="0"/>
              <a:t>E AO CORVO E A SEUS FILHOTES QUE O INVOCAM.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02429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4800" b="1" dirty="0"/>
              <a:t>CANTAI AO NOSSO DEUS, PORQUE É SUAVE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MAS AGRADAM AO SENHOR OS QUE O RESPEITAM, *</a:t>
            </a:r>
          </a:p>
          <a:p>
            <a:pPr algn="just"/>
            <a:r>
              <a:rPr lang="pt-BR" sz="14800" dirty="0"/>
              <a:t>OS QUE CONFIAM, ESPERANDO EM SEU AMOR!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8902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EU TE ADORO HÓSTIA DIVINA</a:t>
            </a:r>
          </a:p>
          <a:p>
            <a:pPr algn="l"/>
            <a:r>
              <a:rPr lang="pt-BR" sz="6000" dirty="0"/>
              <a:t>EU TE ADORO HÓSTIA DE AMOR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ÉS DOS ANJOS O TESOURO</a:t>
            </a:r>
          </a:p>
          <a:p>
            <a:pPr algn="l"/>
            <a:r>
              <a:rPr lang="pt-BR" sz="6000" dirty="0"/>
              <a:t>ÉS DOS HOMENS O DULÇOR</a:t>
            </a:r>
          </a:p>
        </p:txBody>
      </p:sp>
    </p:spTree>
    <p:extLst>
      <p:ext uri="{BB962C8B-B14F-4D97-AF65-F5344CB8AC3E}">
        <p14:creationId xmlns:p14="http://schemas.microsoft.com/office/powerpoint/2010/main" val="16243514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EU TE ADORO HÓSTIA DIVINA</a:t>
            </a:r>
          </a:p>
          <a:p>
            <a:pPr algn="l"/>
            <a:r>
              <a:rPr lang="pt-BR" sz="6000" dirty="0"/>
              <a:t>EU TE ADORO HÓSTIA DE AMOR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ÉS NA VIDA ALENTO E FORÇA,</a:t>
            </a:r>
          </a:p>
          <a:p>
            <a:pPr algn="l"/>
            <a:r>
              <a:rPr lang="pt-BR" sz="6000" dirty="0"/>
              <a:t>ÉS NA MORTE DEFENSOR</a:t>
            </a:r>
          </a:p>
        </p:txBody>
      </p:sp>
    </p:spTree>
    <p:extLst>
      <p:ext uri="{BB962C8B-B14F-4D97-AF65-F5344CB8AC3E}">
        <p14:creationId xmlns:p14="http://schemas.microsoft.com/office/powerpoint/2010/main" val="535921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EU TE ADORO HÓSTIA DIVINA</a:t>
            </a:r>
          </a:p>
          <a:p>
            <a:pPr algn="l"/>
            <a:r>
              <a:rPr lang="pt-BR" sz="6000" dirty="0"/>
              <a:t>EU TE ADORO HÓSTIA DE AMOR</a:t>
            </a:r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6153528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5100" b="1" dirty="0"/>
              <a:t>MARIA, MÃE DOS CAMINHANTES</a:t>
            </a:r>
          </a:p>
          <a:p>
            <a:pPr algn="l"/>
            <a:r>
              <a:rPr lang="pt-BR" sz="5100" b="1" dirty="0"/>
              <a:t>ENSINA-NOS A CAMINHAR</a:t>
            </a:r>
          </a:p>
          <a:p>
            <a:pPr algn="l"/>
            <a:r>
              <a:rPr lang="pt-BR" sz="5100" b="1" dirty="0"/>
              <a:t>NÓS SOMOS TODOS VIAJANTES</a:t>
            </a:r>
          </a:p>
          <a:p>
            <a:pPr algn="l"/>
            <a:r>
              <a:rPr lang="pt-BR" sz="51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5100" dirty="0"/>
              <a:t>FIZESTE LONGA CAMINHADA</a:t>
            </a:r>
          </a:p>
          <a:p>
            <a:pPr algn="l"/>
            <a:r>
              <a:rPr lang="pt-BR" sz="5100" dirty="0"/>
              <a:t>PARA SERVIR A ISABEL</a:t>
            </a:r>
          </a:p>
          <a:p>
            <a:pPr algn="l"/>
            <a:r>
              <a:rPr lang="pt-BR" sz="5100" dirty="0"/>
              <a:t>SABENDO-TE DE DEUS</a:t>
            </a:r>
          </a:p>
          <a:p>
            <a:pPr algn="l"/>
            <a:r>
              <a:rPr lang="pt-BR" sz="5100" dirty="0"/>
              <a:t>MORADA APÓS TEU SIM A GABRIEL</a:t>
            </a:r>
            <a:endParaRPr lang="pt-BR" sz="5100" b="1" dirty="0"/>
          </a:p>
        </p:txBody>
      </p:sp>
    </p:spTree>
    <p:extLst>
      <p:ext uri="{BB962C8B-B14F-4D97-AF65-F5344CB8AC3E}">
        <p14:creationId xmlns:p14="http://schemas.microsoft.com/office/powerpoint/2010/main" val="11894463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5100" b="1" dirty="0"/>
              <a:t>MARIA, MÃE DOS CAMINHANTES</a:t>
            </a:r>
          </a:p>
          <a:p>
            <a:pPr algn="l"/>
            <a:r>
              <a:rPr lang="pt-BR" sz="5100" b="1" dirty="0"/>
              <a:t>ENSINA-NOS A CAMINHAR</a:t>
            </a:r>
          </a:p>
          <a:p>
            <a:pPr algn="l"/>
            <a:r>
              <a:rPr lang="pt-BR" sz="5100" b="1" dirty="0"/>
              <a:t>NÓS SOMOS TODOS VIAJANTES</a:t>
            </a:r>
          </a:p>
          <a:p>
            <a:pPr algn="l"/>
            <a:r>
              <a:rPr lang="pt-BR" sz="51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8763417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991</Words>
  <Application>Microsoft Office PowerPoint</Application>
  <PresentationFormat>Widescreen</PresentationFormat>
  <Paragraphs>182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Nunito Sans</vt:lpstr>
      <vt:lpstr>Open Sans</vt:lpstr>
      <vt:lpstr>Tema do Office</vt:lpstr>
      <vt:lpstr>Apresentação do PowerPoint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9</cp:revision>
  <dcterms:created xsi:type="dcterms:W3CDTF">2023-05-06T17:01:55Z</dcterms:created>
  <dcterms:modified xsi:type="dcterms:W3CDTF">2024-09-01T18:53:08Z</dcterms:modified>
</cp:coreProperties>
</file>