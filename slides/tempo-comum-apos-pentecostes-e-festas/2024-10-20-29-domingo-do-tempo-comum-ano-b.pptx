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10" r:id="rId4"/>
    <p:sldId id="527" r:id="rId5"/>
    <p:sldId id="528" r:id="rId6"/>
    <p:sldId id="529" r:id="rId7"/>
    <p:sldId id="530" r:id="rId8"/>
    <p:sldId id="531" r:id="rId9"/>
    <p:sldId id="258" r:id="rId10"/>
    <p:sldId id="259" r:id="rId11"/>
    <p:sldId id="532" r:id="rId12"/>
    <p:sldId id="533" r:id="rId13"/>
    <p:sldId id="260" r:id="rId14"/>
    <p:sldId id="261" r:id="rId15"/>
    <p:sldId id="338" r:id="rId16"/>
    <p:sldId id="339" r:id="rId17"/>
    <p:sldId id="340" r:id="rId18"/>
    <p:sldId id="377" r:id="rId19"/>
    <p:sldId id="264" r:id="rId20"/>
    <p:sldId id="265" r:id="rId21"/>
    <p:sldId id="266" r:id="rId22"/>
    <p:sldId id="267" r:id="rId23"/>
    <p:sldId id="271" r:id="rId24"/>
    <p:sldId id="472" r:id="rId25"/>
    <p:sldId id="534" r:id="rId26"/>
    <p:sldId id="535" r:id="rId27"/>
    <p:sldId id="536" r:id="rId28"/>
    <p:sldId id="537" r:id="rId29"/>
    <p:sldId id="538" r:id="rId30"/>
    <p:sldId id="539" r:id="rId31"/>
    <p:sldId id="540" r:id="rId32"/>
    <p:sldId id="541" r:id="rId33"/>
    <p:sldId id="292" r:id="rId34"/>
    <p:sldId id="275" r:id="rId35"/>
    <p:sldId id="516" r:id="rId36"/>
    <p:sldId id="361" r:id="rId37"/>
    <p:sldId id="362" r:id="rId38"/>
    <p:sldId id="415" r:id="rId39"/>
    <p:sldId id="542" r:id="rId40"/>
    <p:sldId id="543" r:id="rId41"/>
    <p:sldId id="544" r:id="rId42"/>
    <p:sldId id="545" r:id="rId43"/>
    <p:sldId id="546" r:id="rId44"/>
    <p:sldId id="547" r:id="rId45"/>
    <p:sldId id="548" r:id="rId46"/>
    <p:sldId id="549" r:id="rId47"/>
    <p:sldId id="550" r:id="rId48"/>
    <p:sldId id="551" r:id="rId49"/>
    <p:sldId id="552" r:id="rId50"/>
    <p:sldId id="553" r:id="rId51"/>
    <p:sldId id="556" r:id="rId52"/>
    <p:sldId id="555" r:id="rId53"/>
    <p:sldId id="554" r:id="rId54"/>
    <p:sldId id="404" r:id="rId55"/>
    <p:sldId id="420" r:id="rId56"/>
    <p:sldId id="421" r:id="rId57"/>
    <p:sldId id="422" r:id="rId58"/>
    <p:sldId id="423" r:id="rId59"/>
    <p:sldId id="419" r:id="rId60"/>
    <p:sldId id="337" r:id="rId61"/>
    <p:sldId id="501" r:id="rId62"/>
    <p:sldId id="502" r:id="rId63"/>
    <p:sldId id="503" r:id="rId6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375"/>
            <p14:sldId id="354"/>
            <p14:sldId id="410"/>
            <p14:sldId id="527"/>
            <p14:sldId id="528"/>
            <p14:sldId id="529"/>
            <p14:sldId id="530"/>
            <p14:sldId id="531"/>
            <p14:sldId id="258"/>
            <p14:sldId id="259"/>
            <p14:sldId id="532"/>
            <p14:sldId id="533"/>
            <p14:sldId id="260"/>
            <p14:sldId id="261"/>
            <p14:sldId id="338"/>
            <p14:sldId id="339"/>
            <p14:sldId id="340"/>
            <p14:sldId id="377"/>
            <p14:sldId id="264"/>
            <p14:sldId id="265"/>
            <p14:sldId id="266"/>
            <p14:sldId id="267"/>
            <p14:sldId id="271"/>
            <p14:sldId id="472"/>
            <p14:sldId id="534"/>
            <p14:sldId id="535"/>
            <p14:sldId id="536"/>
            <p14:sldId id="537"/>
            <p14:sldId id="538"/>
            <p14:sldId id="539"/>
            <p14:sldId id="540"/>
            <p14:sldId id="541"/>
            <p14:sldId id="292"/>
            <p14:sldId id="275"/>
            <p14:sldId id="516"/>
            <p14:sldId id="361"/>
            <p14:sldId id="362"/>
            <p14:sldId id="415"/>
            <p14:sldId id="542"/>
            <p14:sldId id="543"/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  <p14:sldId id="556"/>
            <p14:sldId id="555"/>
            <p14:sldId id="554"/>
            <p14:sldId id="404"/>
            <p14:sldId id="420"/>
            <p14:sldId id="421"/>
            <p14:sldId id="422"/>
            <p14:sldId id="423"/>
            <p14:sldId id="419"/>
            <p14:sldId id="337"/>
            <p14:sldId id="501"/>
            <p14:sldId id="502"/>
            <p14:sldId id="5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05" autoAdjust="0"/>
    <p:restoredTop sz="94660"/>
  </p:normalViewPr>
  <p:slideViewPr>
    <p:cSldViewPr snapToGrid="0">
      <p:cViewPr>
        <p:scale>
          <a:sx n="66" d="100"/>
          <a:sy n="66" d="100"/>
        </p:scale>
        <p:origin x="2034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CC Criança Uberlândia: MISSA 15º DOMINGO DO TEMPO COMUM">
            <a:extLst>
              <a:ext uri="{FF2B5EF4-FFF2-40B4-BE49-F238E27FC236}">
                <a16:creationId xmlns:a16="http://schemas.microsoft.com/office/drawing/2014/main" id="{A5690D86-7A73-913A-1B40-1E5D184D9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2D7353C-489B-9834-0211-760A99A32207}"/>
              </a:ext>
            </a:extLst>
          </p:cNvPr>
          <p:cNvSpPr/>
          <p:nvPr/>
        </p:nvSpPr>
        <p:spPr>
          <a:xfrm>
            <a:off x="-3" y="10550"/>
            <a:ext cx="12192000" cy="6858000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4" y="2274838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29º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EU VOS CHAMO, Ó MEU DEUS, PORQUE ME OUVIS; / INCLINAI O VOSSO OUVIDO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E ESCUTAI-ME! / PROTEGEI-ME QUAL DOS OLHOS A PUPILA / E GUARDAI-ME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À PROTEÇÃO DE VOSSAS ASAS.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1. Ó SENHOR, OUVI A MINHA JUSTA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CAUSA, * ESCUTAI-ME E ATENDEI O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MEU CLAMOR! / INCLINAI O VOSSO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OUVIDO À MINHA PRECE,* POIS NÃO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EXISTE FALSIDADE NOS MEUS LÁBIOS!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410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EU VOS CHAMO, Ó MEU DEUS, PORQUE ME OUVIS; / INCLINAI O VOSSO OUVIDO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E ESCUTAI-ME! / PROTEGEI-ME QUAL DOS OLHOS A PUPILA / E GUARDAI-ME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À PROTEÇÃO DE VOSSAS ASAS.</a:t>
            </a:r>
          </a:p>
        </p:txBody>
      </p:sp>
    </p:spTree>
    <p:extLst>
      <p:ext uri="{BB962C8B-B14F-4D97-AF65-F5344CB8AC3E}">
        <p14:creationId xmlns:p14="http://schemas.microsoft.com/office/powerpoint/2010/main" val="674307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2. DE VOSSA FACE É QUE ME VENHA O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JULGAMENTO, * POIS VOSSOS OLHOS SABEM VER O QUE É JUSTO. / PROVAI MEU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CORAÇÃO DURANTE A NOITE, * VISITAI-O,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EXAMINAI-O PELO FOGO.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83419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EU VOS CHAMO, Ó MEU DEUS, PORQUE ME OUVIS; / INCLINAI O VOSSO OUVIDO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E ESCUTAI-ME! / PROTEGEI-ME QUAL DOS OLHOS A PUPILA / E GUARDAI-ME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À PROTEÇÃO DE VOSSAS ASAS.</a:t>
            </a:r>
          </a:p>
        </p:txBody>
      </p:sp>
    </p:spTree>
    <p:extLst>
      <p:ext uri="{BB962C8B-B14F-4D97-AF65-F5344CB8AC3E}">
        <p14:creationId xmlns:p14="http://schemas.microsoft.com/office/powerpoint/2010/main" val="4105016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3. SEGUINDO AS PALAVRAS QUE DISSESTES,* ANDEI SEMPRE NOS CAMINHOS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DA ALIANÇA. / OS MEUS PASSOS EU FIRMEI NA VOSSA ESTRADA,* E POR ISSO OS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MEUS PÉS NÃO VACILARAM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53088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EU VOS CHAMO, Ó MEU DEUS, PORQUE ME OUVIS; / INCLINAI O VOSSO OUVIDO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E ESCUTAI-ME! / PROTEGEI-ME QUAL DOS OLHOS A PUPILA / E GUARDAI-ME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À PROTEÇÃO DE VOSSAS ASAS.</a:t>
            </a:r>
          </a:p>
        </p:txBody>
      </p:sp>
    </p:spTree>
    <p:extLst>
      <p:ext uri="{BB962C8B-B14F-4D97-AF65-F5344CB8AC3E}">
        <p14:creationId xmlns:p14="http://schemas.microsoft.com/office/powerpoint/2010/main" val="1760268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QUE VIESTES NÃO PARA CONDENAR, MAS PARA PERDOAR,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 ELEISON! KYRIE ELEISON!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CRISTO, QUE VOS ALEGRAIS PELO PECADOR ARREPENDIDO, TENDE PIEDADE DE NÓS.</a:t>
            </a:r>
          </a:p>
          <a:p>
            <a:pPr algn="l"/>
            <a:r>
              <a:rPr lang="pt-BR" sz="5800" b="1" i="0" dirty="0">
                <a:effectLst/>
              </a:rPr>
              <a:t>CHRISTE ELEISON! CHRISTE ELEISON!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983030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QUE MUITO PERDOAIS A QUEM MUITO AMA,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 ELEISON! KYRIE ELEISON!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4217075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/>
          </a:bodyPr>
          <a:lstStyle/>
          <a:p>
            <a:pPr algn="just"/>
            <a:r>
              <a:rPr lang="pt-BR" sz="6000" b="0" i="0" dirty="0">
                <a:solidFill>
                  <a:srgbClr val="131313"/>
                </a:solidFill>
                <a:effectLst/>
              </a:rPr>
              <a:t>GLÓRIA A DEUS NAS ALTURAS! GLÓRIA A DEUS NAS ALTURAS! GLÓRIAS A DEUS NAS ALTURAS E PAZ NA TERRA AOS HOMENS POR ELE AMADOS, POR ELE AMADOS!</a:t>
            </a:r>
            <a:endParaRPr lang="pt-BR" sz="60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1000" dirty="0"/>
              <a:t>SENHOR DEUS, REI DOS CÉUS, DEUS PAI TODO-PODEROSO: </a:t>
            </a:r>
          </a:p>
          <a:p>
            <a:pPr algn="l"/>
            <a:r>
              <a:rPr lang="pt-BR" sz="11000" dirty="0"/>
              <a:t>NÓS VOS LOUVAMOS, </a:t>
            </a:r>
          </a:p>
          <a:p>
            <a:pPr algn="l"/>
            <a:r>
              <a:rPr lang="pt-BR" sz="11000" dirty="0"/>
              <a:t>NÓS VOS BENDIZEMOS, </a:t>
            </a:r>
          </a:p>
          <a:p>
            <a:pPr algn="l"/>
            <a:r>
              <a:rPr lang="pt-BR" sz="11000" dirty="0"/>
              <a:t>NÓS VOS ADORAMOS, </a:t>
            </a:r>
          </a:p>
          <a:p>
            <a:pPr algn="l"/>
            <a:r>
              <a:rPr lang="pt-BR" sz="11000" dirty="0"/>
              <a:t>NÓS VOS GLORIFICAMOS. </a:t>
            </a:r>
          </a:p>
          <a:p>
            <a:pPr algn="l"/>
            <a:r>
              <a:rPr lang="pt-BR" sz="11000" dirty="0"/>
              <a:t>NÓS VOS DAMOS GRAÇAS POR VOSSA IMENSA GLÓRIA.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</a:t>
            </a:r>
          </a:p>
          <a:p>
            <a:pPr algn="l"/>
            <a:r>
              <a:rPr lang="pt-BR" sz="5400" dirty="0"/>
              <a:t>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endParaRPr lang="pt-BR" sz="9600" dirty="0"/>
          </a:p>
          <a:p>
            <a:pPr algn="just"/>
            <a:r>
              <a:rPr lang="pt-BR" sz="12300" dirty="0"/>
              <a:t>VÓS QUE TIRAIS O PECADO DO MUNDO,  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SÓ VÓS SOIS O SANTO, SÓ VÓS O SENHOR, </a:t>
            </a:r>
          </a:p>
          <a:p>
            <a:pPr algn="l"/>
            <a:r>
              <a:rPr lang="pt-BR" sz="6000" dirty="0"/>
              <a:t>SÓ VÓS O ALTÍSSIMO, JESUS CRISTO,</a:t>
            </a:r>
          </a:p>
          <a:p>
            <a:pPr algn="l"/>
            <a:r>
              <a:rPr lang="pt-BR" sz="6000" dirty="0"/>
              <a:t>COM O ESPÍRITO SANTO NA GLÓRIA DE DEUS PAI. AMÉM!</a:t>
            </a:r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8"/>
            <a:ext cx="10628009" cy="1496124"/>
          </a:xfrm>
        </p:spPr>
        <p:txBody>
          <a:bodyPr>
            <a:normAutofit fontScale="85000" lnSpcReduction="10000"/>
          </a:bodyPr>
          <a:lstStyle/>
          <a:p>
            <a:r>
              <a:rPr lang="pt-BR" sz="5400" b="1" dirty="0"/>
              <a:t>SOBRE NÓS VENHA, SENHOR, A VOSSA GRAÇA, POIS, EM VÓS, NÓS ESPERAMOS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ALELUIA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JESUS CRISTO VEIO SERVIR, CRISTO VEIO DAR SUA VIDA. JESUS CRISTO VEIO SALVAR, VIVA CRISTO, CRISTO VIVA!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pt-BR" sz="9600" b="1" i="0" dirty="0">
                <a:solidFill>
                  <a:srgbClr val="131313"/>
                </a:solidFill>
                <a:effectLst/>
              </a:rPr>
              <a:t>QUEM ME PROTEGE E ME AMPARA É MEU DEUS; É O SENHOR QUEM SUSTENTA MINHA VIDA!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39757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>
              <a:lnSpc>
                <a:spcPct val="120000"/>
              </a:lnSpc>
            </a:pPr>
            <a:r>
              <a:rPr lang="pt-BR" sz="9600" i="0" dirty="0">
                <a:solidFill>
                  <a:srgbClr val="131313"/>
                </a:solidFill>
                <a:effectLst/>
              </a:rPr>
              <a:t>POR VOSSO NOME, </a:t>
            </a:r>
          </a:p>
          <a:p>
            <a:pPr algn="l">
              <a:lnSpc>
                <a:spcPct val="120000"/>
              </a:lnSpc>
            </a:pPr>
            <a:r>
              <a:rPr lang="pt-BR" sz="9600" i="0" dirty="0">
                <a:solidFill>
                  <a:srgbClr val="131313"/>
                </a:solidFill>
                <a:effectLst/>
              </a:rPr>
              <a:t>SALVAI-ME, SENHOR; *</a:t>
            </a:r>
          </a:p>
          <a:p>
            <a:pPr algn="l">
              <a:lnSpc>
                <a:spcPct val="120000"/>
              </a:lnSpc>
            </a:pPr>
            <a:r>
              <a:rPr lang="pt-BR" sz="9600" i="0" dirty="0">
                <a:solidFill>
                  <a:srgbClr val="131313"/>
                </a:solidFill>
                <a:effectLst/>
              </a:rPr>
              <a:t>E DAI-ME A VOSSA JUSTIÇA! R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607216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pt-BR" sz="9600" b="1" i="0" dirty="0">
                <a:solidFill>
                  <a:srgbClr val="131313"/>
                </a:solidFill>
                <a:effectLst/>
              </a:rPr>
              <a:t>QUEM ME PROTEGE E ME AMPARA É MEU DEUS; É O SENHOR QUEM SUSTENTA MINHA VIDA!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148490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pt-BR" sz="9600" i="0" dirty="0">
                <a:solidFill>
                  <a:srgbClr val="131313"/>
                </a:solidFill>
                <a:effectLst/>
              </a:rPr>
              <a:t>Ó MEU DEUS, ATENDEI MINHA PRECE *</a:t>
            </a:r>
          </a:p>
          <a:p>
            <a:pPr algn="l">
              <a:lnSpc>
                <a:spcPct val="120000"/>
              </a:lnSpc>
            </a:pPr>
            <a:r>
              <a:rPr lang="pt-BR" sz="9600" i="0" dirty="0">
                <a:solidFill>
                  <a:srgbClr val="131313"/>
                </a:solidFill>
                <a:effectLst/>
              </a:rPr>
              <a:t>E ESCUTAI AS PALAVRAS QUE EU DIGO! R.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594894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pt-BR" sz="9600" b="1" i="0" dirty="0">
                <a:solidFill>
                  <a:srgbClr val="131313"/>
                </a:solidFill>
                <a:effectLst/>
              </a:rPr>
              <a:t>QUEM ME PROTEGE E ME AMPARA É MEU DEUS; É O SENHOR QUEM SUSTENTA MINHA VIDA!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13061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pt-BR" sz="9600" i="0" dirty="0">
                <a:solidFill>
                  <a:srgbClr val="131313"/>
                </a:solidFill>
                <a:effectLst/>
              </a:rPr>
              <a:t>QUERO OFERTAR-VOS O MEU SACRIFÍCIO *</a:t>
            </a:r>
          </a:p>
          <a:p>
            <a:pPr algn="l">
              <a:lnSpc>
                <a:spcPct val="120000"/>
              </a:lnSpc>
            </a:pPr>
            <a:r>
              <a:rPr lang="pt-BR" sz="9600" i="0" dirty="0">
                <a:solidFill>
                  <a:srgbClr val="131313"/>
                </a:solidFill>
                <a:effectLst/>
              </a:rPr>
              <a:t>DE CORAÇÃO E COM MUITA ALEGRIA; R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7883469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pt-BR" sz="9600" b="1" i="0" dirty="0">
                <a:solidFill>
                  <a:srgbClr val="131313"/>
                </a:solidFill>
                <a:effectLst/>
              </a:rPr>
              <a:t>QUEM ME PROTEGE E ME AMPARA É MEU DEUS; É O SENHOR QUEM SUSTENTA MINHA VIDA!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6634146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pt-BR" sz="9600" i="0" dirty="0">
                <a:solidFill>
                  <a:srgbClr val="131313"/>
                </a:solidFill>
                <a:effectLst/>
              </a:rPr>
              <a:t>POIS ME LIVRASTES DE TODA A ANGÚSTIA, *</a:t>
            </a:r>
          </a:p>
          <a:p>
            <a:pPr algn="l">
              <a:lnSpc>
                <a:spcPct val="120000"/>
              </a:lnSpc>
            </a:pPr>
            <a:r>
              <a:rPr lang="pt-BR" sz="9600" i="0" dirty="0">
                <a:solidFill>
                  <a:srgbClr val="131313"/>
                </a:solidFill>
                <a:effectLst/>
              </a:rPr>
              <a:t>E HUMILHADOS VI MEUS INIMIGOS! R.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2050158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pt-BR" sz="9600" b="1" i="0" dirty="0">
                <a:solidFill>
                  <a:srgbClr val="131313"/>
                </a:solidFill>
                <a:effectLst/>
              </a:rPr>
              <a:t>QUEM ME PROTEGE E ME AMPARA É MEU DEUS; É O SENHOR QUEM SUSTENTA MINHA VIDA!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7971631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8029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0000" dirty="0"/>
              <a:t>SANTO, SANTO, SANTO</a:t>
            </a:r>
          </a:p>
          <a:p>
            <a:pPr algn="l"/>
            <a:r>
              <a:rPr lang="pt-BR" sz="20000" dirty="0"/>
              <a:t>SENHOR DEUS DO UNIVERSO, O CÉU E A TERRA PROCLAMAM, PROCLAMAM A VOSSA GLÓRIA</a:t>
            </a:r>
          </a:p>
          <a:p>
            <a:pPr algn="l"/>
            <a:endParaRPr lang="pt-BR" sz="20000" dirty="0"/>
          </a:p>
          <a:p>
            <a:pPr algn="l"/>
            <a:r>
              <a:rPr lang="pt-BR" sz="20000" b="1" dirty="0"/>
              <a:t>HOSANA! HOSANA! HOSANA! HOSANA NAS ALTURAS! (2X)</a:t>
            </a:r>
            <a:endParaRPr lang="pt-BR" sz="20000" dirty="0"/>
          </a:p>
          <a:p>
            <a:pPr algn="l"/>
            <a:endParaRPr lang="pt-BR" sz="20000" dirty="0"/>
          </a:p>
          <a:p>
            <a:pPr algn="l"/>
            <a:endParaRPr lang="pt-BR" sz="54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8029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0000" dirty="0"/>
              <a:t>BENDITO O QUE VEM EM NOME DO SENHOR! BENDITO O QUE VEM EM NOME DO SENHOR</a:t>
            </a:r>
          </a:p>
          <a:p>
            <a:pPr algn="l"/>
            <a:endParaRPr lang="pt-BR" sz="20000" dirty="0"/>
          </a:p>
          <a:p>
            <a:pPr algn="l"/>
            <a:r>
              <a:rPr lang="pt-BR" sz="20000" b="1" dirty="0"/>
              <a:t>HOSANA! HOSANA! HOSANA! HOSANA NAS ALTURAS! (2X)</a:t>
            </a:r>
            <a:endParaRPr lang="pt-BR" sz="20000" dirty="0"/>
          </a:p>
          <a:p>
            <a:pPr algn="l"/>
            <a:endParaRPr lang="pt-BR" sz="20000" dirty="0"/>
          </a:p>
          <a:p>
            <a:pPr algn="l"/>
            <a:endParaRPr lang="pt-BR" sz="54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5670747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QUEM SERÁ?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 ÚLTIMO HÁ DE SER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A TODOS VAI SERVIR,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JESUS NOS VEM DIZER..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HÁ DE SER,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QUEM MAIS SERVIR!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MEU CORAÇÃO PENETRAS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LÊS MEUS PENSAMENTOS.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SE LUTO OU SE DESCANSO,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TU VÊS MEUS MOVIMENTOS.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DE TODAS AS MINHAS PALAVRAS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TU TENS CONHECIMENTO.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735816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QUEM SERÁ?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 ÚLTIMO HÁ DE SER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A TODOS VAI SERVIR,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JESUS NOS VEM DIZER..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HÁ DE SER,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QUEM MAIS SERVIR!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5812651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QUISESSE EU ME ESCONDER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DO TEU IMENSO OLHAR,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SUBIR ATÉ O CÉU,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NA TERRA ME ENTRANHAR,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ATRÁS DO HORIZONTE,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LÁ, IRIA TE ENCONTRAR!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069578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QUEM SERÁ?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 ÚLTIMO HÁ DE SER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A TODOS VAI SERVIR,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JESUS NOS VEM DIZER..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HÁ DE SER,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QUEM MAIS SERVIR!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4988430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POR TRÁS E PELA FRENTE,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TEU SER ME ENVOLVE E CERCA.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O TEU SABER ME ENCANTA,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ME EXCEDE E ME SUPERA.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TUA MÃO ME ACOMPANHA,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ME GUIA E ME ACOBERTA.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451105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QUEM SERÁ?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 ÚLTIMO HÁ DE SER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A TODOS VAI SERVIR,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JESUS NOS VEM DIZER..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HÁ DE SER,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QUEM MAIS SERVIR!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2024346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SE A LUZ DO SOL SE FOSSE,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QUE ESCURIDÃO SERIA!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SE AS TREVAS ME ENVOLVESSEM,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O QUE ADIANTARIA?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PRA TI, SENHOR, A NOITE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 CLARA COMO O DIA!</a:t>
            </a:r>
          </a:p>
        </p:txBody>
      </p:sp>
    </p:spTree>
    <p:extLst>
      <p:ext uri="{BB962C8B-B14F-4D97-AF65-F5344CB8AC3E}">
        <p14:creationId xmlns:p14="http://schemas.microsoft.com/office/powerpoint/2010/main" val="10216164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QUEM SERÁ?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 ÚLTIMO HÁ DE SER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A TODOS VAI SERVIR,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JESUS NOS VEM DIZER..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HÁ DE SER,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QUEM MAIS SERVIR!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5986079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AS FIBRAS DO MEU CORPO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TECESTE E ENTRANÇASTE.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NO SEIO DE MINHA MÃE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BEM CEDO ME FORMASTE.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MELHOR DO QUE NINGUÉM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ME CONHECESTE E AMASTE!</a:t>
            </a:r>
          </a:p>
        </p:txBody>
      </p:sp>
    </p:spTree>
    <p:extLst>
      <p:ext uri="{BB962C8B-B14F-4D97-AF65-F5344CB8AC3E}">
        <p14:creationId xmlns:p14="http://schemas.microsoft.com/office/powerpoint/2010/main" val="26825166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QUEM SERÁ?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 ÚLTIMO HÁ DE SER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A TODOS VAI SERVIR,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JESUS NOS VEM DIZER..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HÁ DE SER,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QUEM MAIS SERVIR!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1277336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TEUS PLANOS INSONDÁVEIS!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SEM FIM, TUAS MARAVILHAS!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CONTÁ-LAS EU QUISERA,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MAS QUEM O PODERIA?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COMO DA PRAIA A AREIA,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SÓ TU AS SABERIAS!</a:t>
            </a:r>
          </a:p>
        </p:txBody>
      </p:sp>
    </p:spTree>
    <p:extLst>
      <p:ext uri="{BB962C8B-B14F-4D97-AF65-F5344CB8AC3E}">
        <p14:creationId xmlns:p14="http://schemas.microsoft.com/office/powerpoint/2010/main" val="14606950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QUEM SERÁ?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 ÚLTIMO HÁ DE SER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A TODOS VAI SERVIR,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JESUS NOS VEM DIZER..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HÁ DE SER,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QUEM MAIS SERVIR!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0852472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QUE OS MAUS DA TERRA SUMAM,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PEREÇAM OS VIOLENTOS,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QUE TRAMAM CONTRA TI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COM VERGONHOSO INTENTO,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ABUSAM DO TEU NOME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PARA SEUS PLANOS SANGRENTOS.</a:t>
            </a:r>
          </a:p>
        </p:txBody>
      </p:sp>
    </p:spTree>
    <p:extLst>
      <p:ext uri="{BB962C8B-B14F-4D97-AF65-F5344CB8AC3E}">
        <p14:creationId xmlns:p14="http://schemas.microsoft.com/office/powerpoint/2010/main" val="7120493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QUEM SERÁ?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 ÚLTIMO HÁ DE SER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A TODOS VAI SERVIR,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JESUS NOS VEM DIZER..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HÁ DE SER,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QUEM MAIS SERVIR!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2558235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MAS VÊ MEU CORAÇÃO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MINHA ANGÚSTIA SENTE.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OLHA, SENHOR, MEUS PASSOS,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SE SOU ERRADAMENTE,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ME BOTA NO CAMINHO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DA VIDA PARA SEMPRE!</a:t>
            </a:r>
          </a:p>
        </p:txBody>
      </p:sp>
    </p:spTree>
    <p:extLst>
      <p:ext uri="{BB962C8B-B14F-4D97-AF65-F5344CB8AC3E}">
        <p14:creationId xmlns:p14="http://schemas.microsoft.com/office/powerpoint/2010/main" val="2213691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QUEM SERÁ?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 ÚLTIMO HÁ DE SER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A TODOS VAI SERVIR,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JESUS NOS VEM DIZER..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PRIMEIRO HÁ DE SER,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QUEM MAIS SERVIR!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9197330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ALMA DE CRISTO, SANTIFICAI-ME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CORPO DE CRISTO, SALVAI-ME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SANGUE DE CRISTO, INEBRIAI-ME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ÁGUA DO LADO DE CRISTO, LAVAI-ME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PAIXÃO DE CRISTO, CONFORTAI-ME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BOM JESUS, OUVI-ME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DENTRO DE VOSSAS CHAGAS, ESCONDEI-ME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918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PERMITAIS QUE EU ME SEPARE DE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ESPÍRITO MALIGNO DEFENDEI-ME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HORA DA MORTE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20775425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MANDAI-ME IR PARA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QUE COM VOSSOS SANTOS VOS LOUVE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TODOS OS SÉCULOS DOS SÉCULOS, AMÉM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637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endParaRPr lang="pt-BR" sz="6600" dirty="0"/>
          </a:p>
          <a:p>
            <a:pPr algn="l"/>
            <a:r>
              <a:rPr lang="pt-BR" sz="6600" dirty="0"/>
              <a:t>MARIA DE NAZARÉ, MARIA ME CATIVOU</a:t>
            </a:r>
          </a:p>
          <a:p>
            <a:pPr algn="l"/>
            <a:r>
              <a:rPr lang="pt-BR" sz="6600" dirty="0"/>
              <a:t>FEZ MAIS FORTE A MINHA FÉ</a:t>
            </a:r>
          </a:p>
          <a:p>
            <a:pPr algn="l"/>
            <a:r>
              <a:rPr lang="pt-BR" sz="6600" dirty="0"/>
              <a:t>E POR FILHO ME ADOTOU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92500"/>
          </a:bodyPr>
          <a:lstStyle/>
          <a:p>
            <a:pPr algn="l"/>
            <a:endParaRPr lang="pt-BR" sz="6600" dirty="0"/>
          </a:p>
          <a:p>
            <a:pPr algn="l"/>
            <a:r>
              <a:rPr lang="pt-BR" sz="6600" dirty="0"/>
              <a:t>ÀS VEZES EU PARO E FICO A PENSAR</a:t>
            </a:r>
          </a:p>
          <a:p>
            <a:pPr algn="l"/>
            <a:r>
              <a:rPr lang="pt-BR" sz="6600" dirty="0"/>
              <a:t>E SEM PERCEBER, ME VEJO A REZAR</a:t>
            </a:r>
          </a:p>
          <a:p>
            <a:pPr algn="l"/>
            <a:r>
              <a:rPr lang="pt-BR" sz="6600" dirty="0"/>
              <a:t>E MEU CORAÇÃO SE PÕE A CANTAR</a:t>
            </a:r>
          </a:p>
          <a:p>
            <a:pPr algn="l"/>
            <a:r>
              <a:rPr lang="pt-BR" sz="6600" dirty="0"/>
              <a:t>PRA VIRGEM DE NAZARÉ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2217548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92500" lnSpcReduction="20000"/>
          </a:bodyPr>
          <a:lstStyle/>
          <a:p>
            <a:pPr algn="l"/>
            <a:endParaRPr lang="pt-BR" sz="6600" dirty="0"/>
          </a:p>
          <a:p>
            <a:pPr algn="l"/>
            <a:r>
              <a:rPr lang="pt-BR" sz="6600" dirty="0"/>
              <a:t>MENINA QUE DEUS AMOU E ESCOLHEU</a:t>
            </a:r>
          </a:p>
          <a:p>
            <a:pPr algn="l"/>
            <a:r>
              <a:rPr lang="pt-BR" sz="6600" dirty="0"/>
              <a:t>PRA MÃE DE JESUS, O FILHO DE DEUS</a:t>
            </a:r>
          </a:p>
          <a:p>
            <a:pPr algn="l"/>
            <a:r>
              <a:rPr lang="pt-BR" sz="6600" dirty="0"/>
              <a:t>MARIA QUE O POVO INTEIRO ELEGEU</a:t>
            </a:r>
          </a:p>
          <a:p>
            <a:pPr algn="l"/>
            <a:r>
              <a:rPr lang="pt-BR" sz="6600" dirty="0"/>
              <a:t>SENHORA E MÃE DO CÉU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2018120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endParaRPr lang="pt-BR" sz="6600" dirty="0"/>
          </a:p>
          <a:p>
            <a:pPr algn="l"/>
            <a:r>
              <a:rPr lang="pt-BR" sz="6600" b="1" dirty="0"/>
              <a:t>AVE MARIA</a:t>
            </a:r>
          </a:p>
          <a:p>
            <a:pPr algn="l"/>
            <a:r>
              <a:rPr lang="pt-BR" sz="6600" b="1" dirty="0"/>
              <a:t>AVE MARIA</a:t>
            </a:r>
          </a:p>
          <a:p>
            <a:pPr algn="l"/>
            <a:r>
              <a:rPr lang="pt-BR" sz="6600" b="1" dirty="0"/>
              <a:t>AVE MARIA</a:t>
            </a:r>
          </a:p>
          <a:p>
            <a:pPr algn="l"/>
            <a:r>
              <a:rPr lang="pt-BR" sz="6600" b="1" dirty="0"/>
              <a:t>MÃE DE JESUS</a:t>
            </a:r>
            <a:r>
              <a:rPr lang="pt-BR" sz="6600" dirty="0"/>
              <a:t>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3685610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18232</TotalTime>
  <Words>1492</Words>
  <Application>Microsoft Office PowerPoint</Application>
  <PresentationFormat>Widescreen</PresentationFormat>
  <Paragraphs>274</Paragraphs>
  <Slides>63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63</vt:i4>
      </vt:variant>
    </vt:vector>
  </HeadingPairs>
  <TitlesOfParts>
    <vt:vector size="69" baseType="lpstr"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ALELUIA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52</cp:revision>
  <dcterms:created xsi:type="dcterms:W3CDTF">2023-05-06T17:01:55Z</dcterms:created>
  <dcterms:modified xsi:type="dcterms:W3CDTF">2024-10-20T19:31:40Z</dcterms:modified>
</cp:coreProperties>
</file>