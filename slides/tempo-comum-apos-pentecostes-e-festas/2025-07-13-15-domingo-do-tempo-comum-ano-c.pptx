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56" r:id="rId3"/>
    <p:sldId id="326" r:id="rId4"/>
    <p:sldId id="441" r:id="rId5"/>
    <p:sldId id="327" r:id="rId6"/>
    <p:sldId id="482" r:id="rId7"/>
    <p:sldId id="483" r:id="rId8"/>
    <p:sldId id="258" r:id="rId9"/>
    <p:sldId id="492" r:id="rId10"/>
    <p:sldId id="493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271" r:id="rId21"/>
    <p:sldId id="425" r:id="rId22"/>
    <p:sldId id="426" r:id="rId23"/>
    <p:sldId id="442" r:id="rId24"/>
    <p:sldId id="443" r:id="rId25"/>
    <p:sldId id="444" r:id="rId26"/>
    <p:sldId id="445" r:id="rId27"/>
    <p:sldId id="484" r:id="rId28"/>
    <p:sldId id="485" r:id="rId29"/>
    <p:sldId id="292" r:id="rId30"/>
    <p:sldId id="275" r:id="rId31"/>
    <p:sldId id="361" r:id="rId32"/>
    <p:sldId id="362" r:id="rId33"/>
    <p:sldId id="446" r:id="rId34"/>
    <p:sldId id="447" r:id="rId35"/>
    <p:sldId id="448" r:id="rId36"/>
    <p:sldId id="449" r:id="rId37"/>
    <p:sldId id="404" r:id="rId38"/>
    <p:sldId id="477" r:id="rId39"/>
    <p:sldId id="486" r:id="rId40"/>
    <p:sldId id="487" r:id="rId41"/>
    <p:sldId id="488" r:id="rId42"/>
    <p:sldId id="419" r:id="rId43"/>
    <p:sldId id="337" r:id="rId44"/>
    <p:sldId id="489" r:id="rId45"/>
    <p:sldId id="490" r:id="rId46"/>
    <p:sldId id="491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256"/>
            <p14:sldId id="326"/>
            <p14:sldId id="441"/>
            <p14:sldId id="327"/>
            <p14:sldId id="482"/>
            <p14:sldId id="483"/>
            <p14:sldId id="258"/>
            <p14:sldId id="492"/>
            <p14:sldId id="493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271"/>
            <p14:sldId id="425"/>
            <p14:sldId id="426"/>
            <p14:sldId id="442"/>
            <p14:sldId id="443"/>
            <p14:sldId id="444"/>
            <p14:sldId id="445"/>
            <p14:sldId id="484"/>
            <p14:sldId id="485"/>
            <p14:sldId id="292"/>
            <p14:sldId id="275"/>
            <p14:sldId id="361"/>
            <p14:sldId id="362"/>
            <p14:sldId id="446"/>
            <p14:sldId id="447"/>
            <p14:sldId id="448"/>
            <p14:sldId id="449"/>
            <p14:sldId id="404"/>
            <p14:sldId id="477"/>
            <p14:sldId id="486"/>
            <p14:sldId id="487"/>
            <p14:sldId id="488"/>
            <p14:sldId id="419"/>
            <p14:sldId id="337"/>
            <p14:sldId id="489"/>
            <p14:sldId id="490"/>
            <p14:sldId id="4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D5D91815-3822-4372-B2FE-501692C6DB88}"/>
    <pc:docChg chg="undo custSel addSld delSld modSld modSection">
      <pc:chgData name="anaclaracosta116@gmail.com" userId="a793634777582c92" providerId="LiveId" clId="{D5D91815-3822-4372-B2FE-501692C6DB88}" dt="2025-07-13T19:20:40.094" v="2581" actId="20577"/>
      <pc:docMkLst>
        <pc:docMk/>
      </pc:docMkLst>
      <pc:sldChg chg="modSp mod">
        <pc:chgData name="anaclaracosta116@gmail.com" userId="a793634777582c92" providerId="LiveId" clId="{D5D91815-3822-4372-B2FE-501692C6DB88}" dt="2025-07-12T19:47:11.406" v="4" actId="20577"/>
        <pc:sldMkLst>
          <pc:docMk/>
          <pc:sldMk cId="337661645" sldId="261"/>
        </pc:sldMkLst>
        <pc:spChg chg="mod">
          <ac:chgData name="anaclaracosta116@gmail.com" userId="a793634777582c92" providerId="LiveId" clId="{D5D91815-3822-4372-B2FE-501692C6DB88}" dt="2025-07-12T19:47:11.406" v="4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5D91815-3822-4372-B2FE-501692C6DB88}" dt="2025-07-13T18:48:42.827" v="1472" actId="20577"/>
        <pc:sldMkLst>
          <pc:docMk/>
          <pc:sldMk cId="3388034860" sldId="265"/>
        </pc:sldMkLst>
        <pc:spChg chg="mod">
          <ac:chgData name="anaclaracosta116@gmail.com" userId="a793634777582c92" providerId="LiveId" clId="{D5D91815-3822-4372-B2FE-501692C6DB88}" dt="2025-07-13T18:48:42.827" v="1472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5D91815-3822-4372-B2FE-501692C6DB88}" dt="2025-07-13T18:49:18.672" v="1473" actId="20577"/>
        <pc:sldMkLst>
          <pc:docMk/>
          <pc:sldMk cId="2671817442" sldId="267"/>
        </pc:sldMkLst>
        <pc:spChg chg="mod">
          <ac:chgData name="anaclaracosta116@gmail.com" userId="a793634777582c92" providerId="LiveId" clId="{D5D91815-3822-4372-B2FE-501692C6DB88}" dt="2025-07-13T18:49:18.672" v="1473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5D91815-3822-4372-B2FE-501692C6DB88}" dt="2025-07-13T18:53:24.756" v="1662" actId="20577"/>
        <pc:sldMkLst>
          <pc:docMk/>
          <pc:sldMk cId="1963412704" sldId="275"/>
        </pc:sldMkLst>
        <pc:spChg chg="mod">
          <ac:chgData name="anaclaracosta116@gmail.com" userId="a793634777582c92" providerId="LiveId" clId="{D5D91815-3822-4372-B2FE-501692C6DB88}" dt="2025-07-13T18:53:24.756" v="1662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D5D91815-3822-4372-B2FE-501692C6DB88}" dt="2025-07-13T19:12:51.587" v="2518" actId="403"/>
        <pc:sldMkLst>
          <pc:docMk/>
          <pc:sldMk cId="4141278968" sldId="337"/>
        </pc:sldMkLst>
        <pc:spChg chg="mod">
          <ac:chgData name="anaclaracosta116@gmail.com" userId="a793634777582c92" providerId="LiveId" clId="{D5D91815-3822-4372-B2FE-501692C6DB88}" dt="2025-07-13T19:12:51.587" v="2518" actId="403"/>
          <ac:spMkLst>
            <pc:docMk/>
            <pc:sldMk cId="4141278968" sldId="337"/>
            <ac:spMk id="3" creationId="{FC8F7E34-DB8C-1CEE-BAF4-E537563F9CD2}"/>
          </ac:spMkLst>
        </pc:spChg>
        <pc:spChg chg="add del">
          <ac:chgData name="anaclaracosta116@gmail.com" userId="a793634777582c92" providerId="LiveId" clId="{D5D91815-3822-4372-B2FE-501692C6DB88}" dt="2025-07-13T19:09:31.180" v="2246" actId="478"/>
          <ac:spMkLst>
            <pc:docMk/>
            <pc:sldMk cId="4141278968" sldId="337"/>
            <ac:spMk id="5" creationId="{990B6811-2529-0E60-B4E6-2A21F09175C9}"/>
          </ac:spMkLst>
        </pc:spChg>
      </pc:sldChg>
      <pc:sldChg chg="modSp mod">
        <pc:chgData name="anaclaracosta116@gmail.com" userId="a793634777582c92" providerId="LiveId" clId="{D5D91815-3822-4372-B2FE-501692C6DB88}" dt="2025-07-12T20:25:12.840" v="910" actId="403"/>
        <pc:sldMkLst>
          <pc:docMk/>
          <pc:sldMk cId="2304799739" sldId="362"/>
        </pc:sldMkLst>
        <pc:spChg chg="mod">
          <ac:chgData name="anaclaracosta116@gmail.com" userId="a793634777582c92" providerId="LiveId" clId="{D5D91815-3822-4372-B2FE-501692C6DB88}" dt="2025-07-12T20:25:12.840" v="910" actId="403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5D91815-3822-4372-B2FE-501692C6DB88}" dt="2025-07-12T20:35:10.495" v="1143" actId="20577"/>
        <pc:sldMkLst>
          <pc:docMk/>
          <pc:sldMk cId="725659120" sldId="375"/>
        </pc:sldMkLst>
        <pc:spChg chg="mod">
          <ac:chgData name="anaclaracosta116@gmail.com" userId="a793634777582c92" providerId="LiveId" clId="{D5D91815-3822-4372-B2FE-501692C6DB88}" dt="2025-07-12T20:35:10.495" v="1143" actId="20577"/>
          <ac:spMkLst>
            <pc:docMk/>
            <pc:sldMk cId="725659120" sldId="375"/>
            <ac:spMk id="4" creationId="{6BC42A13-94D8-1373-BB98-025A5C022561}"/>
          </ac:spMkLst>
        </pc:spChg>
      </pc:sldChg>
      <pc:sldChg chg="modSp del mod">
        <pc:chgData name="anaclaracosta116@gmail.com" userId="a793634777582c92" providerId="LiveId" clId="{D5D91815-3822-4372-B2FE-501692C6DB88}" dt="2025-07-12T20:33:48.915" v="1141" actId="47"/>
        <pc:sldMkLst>
          <pc:docMk/>
          <pc:sldMk cId="2836879697" sldId="420"/>
        </pc:sldMkLst>
        <pc:spChg chg="mod">
          <ac:chgData name="anaclaracosta116@gmail.com" userId="a793634777582c92" providerId="LiveId" clId="{D5D91815-3822-4372-B2FE-501692C6DB88}" dt="2025-07-12T20:32:36.183" v="1129" actId="20577"/>
          <ac:spMkLst>
            <pc:docMk/>
            <pc:sldMk cId="2836879697" sldId="420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D5D91815-3822-4372-B2FE-501692C6DB88}" dt="2025-07-12T20:33:22.479" v="1138" actId="47"/>
        <pc:sldMkLst>
          <pc:docMk/>
          <pc:sldMk cId="3000991878" sldId="421"/>
        </pc:sldMkLst>
      </pc:sldChg>
      <pc:sldChg chg="del">
        <pc:chgData name="anaclaracosta116@gmail.com" userId="a793634777582c92" providerId="LiveId" clId="{D5D91815-3822-4372-B2FE-501692C6DB88}" dt="2025-07-12T20:33:23.641" v="1139" actId="47"/>
        <pc:sldMkLst>
          <pc:docMk/>
          <pc:sldMk cId="2077542525" sldId="422"/>
        </pc:sldMkLst>
      </pc:sldChg>
      <pc:sldChg chg="del">
        <pc:chgData name="anaclaracosta116@gmail.com" userId="a793634777582c92" providerId="LiveId" clId="{D5D91815-3822-4372-B2FE-501692C6DB88}" dt="2025-07-12T20:33:24.941" v="1140" actId="47"/>
        <pc:sldMkLst>
          <pc:docMk/>
          <pc:sldMk cId="1190763701" sldId="423"/>
        </pc:sldMkLst>
      </pc:sldChg>
      <pc:sldChg chg="modSp mod">
        <pc:chgData name="anaclaracosta116@gmail.com" userId="a793634777582c92" providerId="LiveId" clId="{D5D91815-3822-4372-B2FE-501692C6DB88}" dt="2025-07-12T20:16:39.542" v="298" actId="20577"/>
        <pc:sldMkLst>
          <pc:docMk/>
          <pc:sldMk cId="3905826755" sldId="425"/>
        </pc:sldMkLst>
        <pc:spChg chg="mod">
          <ac:chgData name="anaclaracosta116@gmail.com" userId="a793634777582c92" providerId="LiveId" clId="{D5D91815-3822-4372-B2FE-501692C6DB88}" dt="2025-07-12T20:16:39.542" v="298" actId="20577"/>
          <ac:spMkLst>
            <pc:docMk/>
            <pc:sldMk cId="3905826755" sldId="42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5D91815-3822-4372-B2FE-501692C6DB88}" dt="2025-07-12T20:17:38.532" v="372" actId="20577"/>
        <pc:sldMkLst>
          <pc:docMk/>
          <pc:sldMk cId="1924890712" sldId="426"/>
        </pc:sldMkLst>
        <pc:spChg chg="mod">
          <ac:chgData name="anaclaracosta116@gmail.com" userId="a793634777582c92" providerId="LiveId" clId="{D5D91815-3822-4372-B2FE-501692C6DB88}" dt="2025-07-12T20:17:38.532" v="372" actId="20577"/>
          <ac:spMkLst>
            <pc:docMk/>
            <pc:sldMk cId="1924890712" sldId="42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D5D91815-3822-4372-B2FE-501692C6DB88}" dt="2025-07-12T20:19:01.361" v="452" actId="47"/>
        <pc:sldMkLst>
          <pc:docMk/>
          <pc:sldMk cId="1572523682" sldId="427"/>
        </pc:sldMkLst>
      </pc:sldChg>
      <pc:sldChg chg="del">
        <pc:chgData name="anaclaracosta116@gmail.com" userId="a793634777582c92" providerId="LiveId" clId="{D5D91815-3822-4372-B2FE-501692C6DB88}" dt="2025-07-12T20:19:02.855" v="453" actId="47"/>
        <pc:sldMkLst>
          <pc:docMk/>
          <pc:sldMk cId="2959604818" sldId="428"/>
        </pc:sldMkLst>
      </pc:sldChg>
      <pc:sldChg chg="del">
        <pc:chgData name="anaclaracosta116@gmail.com" userId="a793634777582c92" providerId="LiveId" clId="{D5D91815-3822-4372-B2FE-501692C6DB88}" dt="2025-07-12T20:25:56.976" v="911" actId="47"/>
        <pc:sldMkLst>
          <pc:docMk/>
          <pc:sldMk cId="2561731766" sldId="429"/>
        </pc:sldMkLst>
      </pc:sldChg>
      <pc:sldChg chg="del">
        <pc:chgData name="anaclaracosta116@gmail.com" userId="a793634777582c92" providerId="LiveId" clId="{D5D91815-3822-4372-B2FE-501692C6DB88}" dt="2025-07-12T20:25:57.310" v="912" actId="47"/>
        <pc:sldMkLst>
          <pc:docMk/>
          <pc:sldMk cId="3082421186" sldId="430"/>
        </pc:sldMkLst>
      </pc:sldChg>
      <pc:sldChg chg="del">
        <pc:chgData name="anaclaracosta116@gmail.com" userId="a793634777582c92" providerId="LiveId" clId="{D5D91815-3822-4372-B2FE-501692C6DB88}" dt="2025-07-12T20:25:57.981" v="913" actId="47"/>
        <pc:sldMkLst>
          <pc:docMk/>
          <pc:sldMk cId="428035971" sldId="431"/>
        </pc:sldMkLst>
      </pc:sldChg>
      <pc:sldChg chg="del">
        <pc:chgData name="anaclaracosta116@gmail.com" userId="a793634777582c92" providerId="LiveId" clId="{D5D91815-3822-4372-B2FE-501692C6DB88}" dt="2025-07-13T19:12:04.907" v="2499" actId="47"/>
        <pc:sldMkLst>
          <pc:docMk/>
          <pc:sldMk cId="2742565861" sldId="432"/>
        </pc:sldMkLst>
      </pc:sldChg>
      <pc:sldChg chg="add">
        <pc:chgData name="anaclaracosta116@gmail.com" userId="a793634777582c92" providerId="LiveId" clId="{D5D91815-3822-4372-B2FE-501692C6DB88}" dt="2025-07-12T20:17:54.768" v="373"/>
        <pc:sldMkLst>
          <pc:docMk/>
          <pc:sldMk cId="3507975256" sldId="442"/>
        </pc:sldMkLst>
      </pc:sldChg>
      <pc:sldChg chg="modSp add mod">
        <pc:chgData name="anaclaracosta116@gmail.com" userId="a793634777582c92" providerId="LiveId" clId="{D5D91815-3822-4372-B2FE-501692C6DB88}" dt="2025-07-12T20:18:48.250" v="450" actId="20577"/>
        <pc:sldMkLst>
          <pc:docMk/>
          <pc:sldMk cId="4098624383" sldId="443"/>
        </pc:sldMkLst>
        <pc:spChg chg="mod">
          <ac:chgData name="anaclaracosta116@gmail.com" userId="a793634777582c92" providerId="LiveId" clId="{D5D91815-3822-4372-B2FE-501692C6DB88}" dt="2025-07-12T20:18:48.250" v="450" actId="20577"/>
          <ac:spMkLst>
            <pc:docMk/>
            <pc:sldMk cId="4098624383" sldId="443"/>
            <ac:spMk id="3" creationId="{1E7D751C-1CDC-02B3-0C80-34FC76EBD322}"/>
          </ac:spMkLst>
        </pc:spChg>
      </pc:sldChg>
      <pc:sldChg chg="add">
        <pc:chgData name="anaclaracosta116@gmail.com" userId="a793634777582c92" providerId="LiveId" clId="{D5D91815-3822-4372-B2FE-501692C6DB88}" dt="2025-07-12T20:18:56.315" v="451"/>
        <pc:sldMkLst>
          <pc:docMk/>
          <pc:sldMk cId="1384073570" sldId="444"/>
        </pc:sldMkLst>
      </pc:sldChg>
      <pc:sldChg chg="modSp add mod">
        <pc:chgData name="anaclaracosta116@gmail.com" userId="a793634777582c92" providerId="LiveId" clId="{D5D91815-3822-4372-B2FE-501692C6DB88}" dt="2025-07-12T20:20:19.225" v="594" actId="20577"/>
        <pc:sldMkLst>
          <pc:docMk/>
          <pc:sldMk cId="2375914626" sldId="445"/>
        </pc:sldMkLst>
        <pc:spChg chg="mod">
          <ac:chgData name="anaclaracosta116@gmail.com" userId="a793634777582c92" providerId="LiveId" clId="{D5D91815-3822-4372-B2FE-501692C6DB88}" dt="2025-07-12T20:20:19.225" v="594" actId="20577"/>
          <ac:spMkLst>
            <pc:docMk/>
            <pc:sldMk cId="2375914626" sldId="445"/>
            <ac:spMk id="3" creationId="{0932F7F1-1B3E-1ABB-894E-887DDDD78411}"/>
          </ac:spMkLst>
        </pc:spChg>
      </pc:sldChg>
      <pc:sldChg chg="modSp add mod">
        <pc:chgData name="anaclaracosta116@gmail.com" userId="a793634777582c92" providerId="LiveId" clId="{D5D91815-3822-4372-B2FE-501692C6DB88}" dt="2025-07-12T20:27:00.593" v="917" actId="27636"/>
        <pc:sldMkLst>
          <pc:docMk/>
          <pc:sldMk cId="3491574548" sldId="446"/>
        </pc:sldMkLst>
        <pc:spChg chg="mod">
          <ac:chgData name="anaclaracosta116@gmail.com" userId="a793634777582c92" providerId="LiveId" clId="{D5D91815-3822-4372-B2FE-501692C6DB88}" dt="2025-07-12T20:27:00.593" v="917" actId="27636"/>
          <ac:spMkLst>
            <pc:docMk/>
            <pc:sldMk cId="3491574548" sldId="446"/>
            <ac:spMk id="3" creationId="{E8A6B696-D7FD-3841-1E0B-31D1E673A302}"/>
          </ac:spMkLst>
        </pc:spChg>
      </pc:sldChg>
      <pc:sldChg chg="modSp add mod">
        <pc:chgData name="anaclaracosta116@gmail.com" userId="a793634777582c92" providerId="LiveId" clId="{D5D91815-3822-4372-B2FE-501692C6DB88}" dt="2025-07-12T20:27:56.010" v="918"/>
        <pc:sldMkLst>
          <pc:docMk/>
          <pc:sldMk cId="371872281" sldId="447"/>
        </pc:sldMkLst>
        <pc:spChg chg="mod">
          <ac:chgData name="anaclaracosta116@gmail.com" userId="a793634777582c92" providerId="LiveId" clId="{D5D91815-3822-4372-B2FE-501692C6DB88}" dt="2025-07-12T20:27:56.010" v="918"/>
          <ac:spMkLst>
            <pc:docMk/>
            <pc:sldMk cId="371872281" sldId="447"/>
            <ac:spMk id="3" creationId="{446204C8-519C-0524-42CB-5D1ED87E382B}"/>
          </ac:spMkLst>
        </pc:spChg>
      </pc:sldChg>
      <pc:sldChg chg="modSp add mod">
        <pc:chgData name="anaclaracosta116@gmail.com" userId="a793634777582c92" providerId="LiveId" clId="{D5D91815-3822-4372-B2FE-501692C6DB88}" dt="2025-07-12T20:28:29.535" v="921" actId="27636"/>
        <pc:sldMkLst>
          <pc:docMk/>
          <pc:sldMk cId="2640080645" sldId="448"/>
        </pc:sldMkLst>
        <pc:spChg chg="mod">
          <ac:chgData name="anaclaracosta116@gmail.com" userId="a793634777582c92" providerId="LiveId" clId="{D5D91815-3822-4372-B2FE-501692C6DB88}" dt="2025-07-12T20:28:29.535" v="921" actId="27636"/>
          <ac:spMkLst>
            <pc:docMk/>
            <pc:sldMk cId="2640080645" sldId="448"/>
            <ac:spMk id="3" creationId="{062A6780-7A47-5D1B-C9C0-DEAB342FA80F}"/>
          </ac:spMkLst>
        </pc:spChg>
      </pc:sldChg>
      <pc:sldChg chg="modSp add mod">
        <pc:chgData name="anaclaracosta116@gmail.com" userId="a793634777582c92" providerId="LiveId" clId="{D5D91815-3822-4372-B2FE-501692C6DB88}" dt="2025-07-12T20:29:32.450" v="925"/>
        <pc:sldMkLst>
          <pc:docMk/>
          <pc:sldMk cId="4109266761" sldId="449"/>
        </pc:sldMkLst>
        <pc:spChg chg="mod">
          <ac:chgData name="anaclaracosta116@gmail.com" userId="a793634777582c92" providerId="LiveId" clId="{D5D91815-3822-4372-B2FE-501692C6DB88}" dt="2025-07-12T20:29:32.450" v="925"/>
          <ac:spMkLst>
            <pc:docMk/>
            <pc:sldMk cId="4109266761" sldId="449"/>
            <ac:spMk id="3" creationId="{B7FB56C3-0A04-11D3-E065-090662BCB2A7}"/>
          </ac:spMkLst>
        </pc:spChg>
      </pc:sldChg>
      <pc:sldChg chg="add del">
        <pc:chgData name="anaclaracosta116@gmail.com" userId="a793634777582c92" providerId="LiveId" clId="{D5D91815-3822-4372-B2FE-501692C6DB88}" dt="2025-07-12T20:29:00.395" v="924" actId="47"/>
        <pc:sldMkLst>
          <pc:docMk/>
          <pc:sldMk cId="863932998" sldId="450"/>
        </pc:sldMkLst>
      </pc:sldChg>
      <pc:sldChg chg="add del">
        <pc:chgData name="anaclaracosta116@gmail.com" userId="a793634777582c92" providerId="LiveId" clId="{D5D91815-3822-4372-B2FE-501692C6DB88}" dt="2025-07-13T18:57:01.368" v="1959" actId="47"/>
        <pc:sldMkLst>
          <pc:docMk/>
          <pc:sldMk cId="3064756287" sldId="466"/>
        </pc:sldMkLst>
      </pc:sldChg>
      <pc:sldChg chg="modSp add mod">
        <pc:chgData name="anaclaracosta116@gmail.com" userId="a793634777582c92" providerId="LiveId" clId="{D5D91815-3822-4372-B2FE-501692C6DB88}" dt="2025-07-13T18:56:48.778" v="1958" actId="20577"/>
        <pc:sldMkLst>
          <pc:docMk/>
          <pc:sldMk cId="1093983766" sldId="477"/>
        </pc:sldMkLst>
        <pc:spChg chg="mod">
          <ac:chgData name="anaclaracosta116@gmail.com" userId="a793634777582c92" providerId="LiveId" clId="{D5D91815-3822-4372-B2FE-501692C6DB88}" dt="2025-07-12T20:33:15.314" v="1137" actId="20577"/>
          <ac:spMkLst>
            <pc:docMk/>
            <pc:sldMk cId="1093983766" sldId="477"/>
            <ac:spMk id="2" creationId="{F0E406B4-85AC-B67B-F9E2-21AAF8067483}"/>
          </ac:spMkLst>
        </pc:spChg>
        <pc:spChg chg="mod">
          <ac:chgData name="anaclaracosta116@gmail.com" userId="a793634777582c92" providerId="LiveId" clId="{D5D91815-3822-4372-B2FE-501692C6DB88}" dt="2025-07-13T18:56:48.778" v="1958" actId="20577"/>
          <ac:spMkLst>
            <pc:docMk/>
            <pc:sldMk cId="1093983766" sldId="477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D5D91815-3822-4372-B2FE-501692C6DB88}" dt="2025-07-13T18:57:03.115" v="1960" actId="47"/>
        <pc:sldMkLst>
          <pc:docMk/>
          <pc:sldMk cId="3738050050" sldId="478"/>
        </pc:sldMkLst>
      </pc:sldChg>
      <pc:sldChg chg="add del">
        <pc:chgData name="anaclaracosta116@gmail.com" userId="a793634777582c92" providerId="LiveId" clId="{D5D91815-3822-4372-B2FE-501692C6DB88}" dt="2025-07-13T18:57:04.032" v="1961" actId="47"/>
        <pc:sldMkLst>
          <pc:docMk/>
          <pc:sldMk cId="1255787916" sldId="479"/>
        </pc:sldMkLst>
      </pc:sldChg>
      <pc:sldChg chg="add del">
        <pc:chgData name="anaclaracosta116@gmail.com" userId="a793634777582c92" providerId="LiveId" clId="{D5D91815-3822-4372-B2FE-501692C6DB88}" dt="2025-07-13T18:57:04.771" v="1962" actId="47"/>
        <pc:sldMkLst>
          <pc:docMk/>
          <pc:sldMk cId="502570925" sldId="480"/>
        </pc:sldMkLst>
      </pc:sldChg>
      <pc:sldChg chg="add del">
        <pc:chgData name="anaclaracosta116@gmail.com" userId="a793634777582c92" providerId="LiveId" clId="{D5D91815-3822-4372-B2FE-501692C6DB88}" dt="2025-07-13T18:57:06.478" v="1963" actId="47"/>
        <pc:sldMkLst>
          <pc:docMk/>
          <pc:sldMk cId="1969797096" sldId="481"/>
        </pc:sldMkLst>
      </pc:sldChg>
      <pc:sldChg chg="add">
        <pc:chgData name="anaclaracosta116@gmail.com" userId="a793634777582c92" providerId="LiveId" clId="{D5D91815-3822-4372-B2FE-501692C6DB88}" dt="2025-07-13T18:44:50.068" v="1144"/>
        <pc:sldMkLst>
          <pc:docMk/>
          <pc:sldMk cId="1125935803" sldId="482"/>
        </pc:sldMkLst>
      </pc:sldChg>
      <pc:sldChg chg="modSp add mod">
        <pc:chgData name="anaclaracosta116@gmail.com" userId="a793634777582c92" providerId="LiveId" clId="{D5D91815-3822-4372-B2FE-501692C6DB88}" dt="2025-07-13T18:47:09.806" v="1349" actId="20577"/>
        <pc:sldMkLst>
          <pc:docMk/>
          <pc:sldMk cId="3750816370" sldId="483"/>
        </pc:sldMkLst>
        <pc:spChg chg="mod">
          <ac:chgData name="anaclaracosta116@gmail.com" userId="a793634777582c92" providerId="LiveId" clId="{D5D91815-3822-4372-B2FE-501692C6DB88}" dt="2025-07-13T18:47:09.806" v="1349" actId="20577"/>
          <ac:spMkLst>
            <pc:docMk/>
            <pc:sldMk cId="3750816370" sldId="483"/>
            <ac:spMk id="3" creationId="{8C9E8CB0-5C17-E7EF-7803-6BCBB41B7F4D}"/>
          </ac:spMkLst>
        </pc:spChg>
      </pc:sldChg>
      <pc:sldChg chg="add">
        <pc:chgData name="anaclaracosta116@gmail.com" userId="a793634777582c92" providerId="LiveId" clId="{D5D91815-3822-4372-B2FE-501692C6DB88}" dt="2025-07-13T18:49:52.486" v="1474"/>
        <pc:sldMkLst>
          <pc:docMk/>
          <pc:sldMk cId="1147532210" sldId="484"/>
        </pc:sldMkLst>
      </pc:sldChg>
      <pc:sldChg chg="modSp add mod">
        <pc:chgData name="anaclaracosta116@gmail.com" userId="a793634777582c92" providerId="LiveId" clId="{D5D91815-3822-4372-B2FE-501692C6DB88}" dt="2025-07-13T18:51:53.359" v="1625" actId="20577"/>
        <pc:sldMkLst>
          <pc:docMk/>
          <pc:sldMk cId="107182208" sldId="485"/>
        </pc:sldMkLst>
        <pc:spChg chg="mod">
          <ac:chgData name="anaclaracosta116@gmail.com" userId="a793634777582c92" providerId="LiveId" clId="{D5D91815-3822-4372-B2FE-501692C6DB88}" dt="2025-07-13T18:51:53.359" v="1625" actId="20577"/>
          <ac:spMkLst>
            <pc:docMk/>
            <pc:sldMk cId="107182208" sldId="485"/>
            <ac:spMk id="3" creationId="{9A615550-4837-FB1A-C299-9B4959B0EAE0}"/>
          </ac:spMkLst>
        </pc:spChg>
      </pc:sldChg>
      <pc:sldChg chg="modSp add mod">
        <pc:chgData name="anaclaracosta116@gmail.com" userId="a793634777582c92" providerId="LiveId" clId="{D5D91815-3822-4372-B2FE-501692C6DB88}" dt="2025-07-13T18:57:59.659" v="2192" actId="20577"/>
        <pc:sldMkLst>
          <pc:docMk/>
          <pc:sldMk cId="4275190294" sldId="486"/>
        </pc:sldMkLst>
        <pc:spChg chg="mod">
          <ac:chgData name="anaclaracosta116@gmail.com" userId="a793634777582c92" providerId="LiveId" clId="{D5D91815-3822-4372-B2FE-501692C6DB88}" dt="2025-07-13T18:57:59.659" v="2192" actId="20577"/>
          <ac:spMkLst>
            <pc:docMk/>
            <pc:sldMk cId="4275190294" sldId="486"/>
            <ac:spMk id="3" creationId="{CEB15D4A-24F7-3FAA-6C93-11D651A34537}"/>
          </ac:spMkLst>
        </pc:spChg>
      </pc:sldChg>
      <pc:sldChg chg="modSp add mod">
        <pc:chgData name="anaclaracosta116@gmail.com" userId="a793634777582c92" providerId="LiveId" clId="{D5D91815-3822-4372-B2FE-501692C6DB88}" dt="2025-07-13T19:04:04.935" v="2213"/>
        <pc:sldMkLst>
          <pc:docMk/>
          <pc:sldMk cId="1914896933" sldId="487"/>
        </pc:sldMkLst>
        <pc:spChg chg="mod">
          <ac:chgData name="anaclaracosta116@gmail.com" userId="a793634777582c92" providerId="LiveId" clId="{D5D91815-3822-4372-B2FE-501692C6DB88}" dt="2025-07-13T19:04:04.935" v="2213"/>
          <ac:spMkLst>
            <pc:docMk/>
            <pc:sldMk cId="1914896933" sldId="487"/>
            <ac:spMk id="3" creationId="{2237F4CE-F2AC-7C20-9F65-2DC26FB191BE}"/>
          </ac:spMkLst>
        </pc:spChg>
      </pc:sldChg>
      <pc:sldChg chg="modSp add mod">
        <pc:chgData name="anaclaracosta116@gmail.com" userId="a793634777582c92" providerId="LiveId" clId="{D5D91815-3822-4372-B2FE-501692C6DB88}" dt="2025-07-13T19:05:58.006" v="2232" actId="27636"/>
        <pc:sldMkLst>
          <pc:docMk/>
          <pc:sldMk cId="2012402933" sldId="488"/>
        </pc:sldMkLst>
        <pc:spChg chg="mod">
          <ac:chgData name="anaclaracosta116@gmail.com" userId="a793634777582c92" providerId="LiveId" clId="{D5D91815-3822-4372-B2FE-501692C6DB88}" dt="2025-07-13T19:05:58.006" v="2232" actId="27636"/>
          <ac:spMkLst>
            <pc:docMk/>
            <pc:sldMk cId="2012402933" sldId="488"/>
            <ac:spMk id="3" creationId="{94243CEE-66E9-ECB4-B34D-C6975C9802D5}"/>
          </ac:spMkLst>
        </pc:spChg>
      </pc:sldChg>
      <pc:sldChg chg="addSp modSp add mod">
        <pc:chgData name="anaclaracosta116@gmail.com" userId="a793634777582c92" providerId="LiveId" clId="{D5D91815-3822-4372-B2FE-501692C6DB88}" dt="2025-07-13T19:16:26.656" v="2549" actId="1076"/>
        <pc:sldMkLst>
          <pc:docMk/>
          <pc:sldMk cId="1640170339" sldId="489"/>
        </pc:sldMkLst>
        <pc:spChg chg="mod">
          <ac:chgData name="anaclaracosta116@gmail.com" userId="a793634777582c92" providerId="LiveId" clId="{D5D91815-3822-4372-B2FE-501692C6DB88}" dt="2025-07-13T19:13:47.828" v="2523" actId="1076"/>
          <ac:spMkLst>
            <pc:docMk/>
            <pc:sldMk cId="1640170339" sldId="489"/>
            <ac:spMk id="2" creationId="{B4FE2379-F0EA-5C03-C3C5-6F37B10E9369}"/>
          </ac:spMkLst>
        </pc:spChg>
        <pc:spChg chg="mod">
          <ac:chgData name="anaclaracosta116@gmail.com" userId="a793634777582c92" providerId="LiveId" clId="{D5D91815-3822-4372-B2FE-501692C6DB88}" dt="2025-07-13T19:09:56.148" v="2328" actId="20577"/>
          <ac:spMkLst>
            <pc:docMk/>
            <pc:sldMk cId="1640170339" sldId="489"/>
            <ac:spMk id="3" creationId="{D5E9CD40-B50C-665D-DBD6-B425160EAC24}"/>
          </ac:spMkLst>
        </pc:spChg>
        <pc:spChg chg="add mod">
          <ac:chgData name="anaclaracosta116@gmail.com" userId="a793634777582c92" providerId="LiveId" clId="{D5D91815-3822-4372-B2FE-501692C6DB88}" dt="2025-07-13T19:16:26.656" v="2549" actId="1076"/>
          <ac:spMkLst>
            <pc:docMk/>
            <pc:sldMk cId="1640170339" sldId="489"/>
            <ac:spMk id="5" creationId="{CAE3CD77-5AD0-64F8-40E5-12DD71CEBA9C}"/>
          </ac:spMkLst>
        </pc:spChg>
      </pc:sldChg>
      <pc:sldChg chg="modSp add mod">
        <pc:chgData name="anaclaracosta116@gmail.com" userId="a793634777582c92" providerId="LiveId" clId="{D5D91815-3822-4372-B2FE-501692C6DB88}" dt="2025-07-13T19:15:31.224" v="2535" actId="403"/>
        <pc:sldMkLst>
          <pc:docMk/>
          <pc:sldMk cId="1791940976" sldId="490"/>
        </pc:sldMkLst>
        <pc:spChg chg="mod">
          <ac:chgData name="anaclaracosta116@gmail.com" userId="a793634777582c92" providerId="LiveId" clId="{D5D91815-3822-4372-B2FE-501692C6DB88}" dt="2025-07-13T19:15:31.224" v="2535" actId="403"/>
          <ac:spMkLst>
            <pc:docMk/>
            <pc:sldMk cId="1791940976" sldId="490"/>
            <ac:spMk id="3" creationId="{0DDFA793-3DD0-DCF6-8EDB-56089F5A7B2A}"/>
          </ac:spMkLst>
        </pc:spChg>
      </pc:sldChg>
      <pc:sldChg chg="modSp add mod">
        <pc:chgData name="anaclaracosta116@gmail.com" userId="a793634777582c92" providerId="LiveId" clId="{D5D91815-3822-4372-B2FE-501692C6DB88}" dt="2025-07-13T19:16:13.724" v="2547" actId="404"/>
        <pc:sldMkLst>
          <pc:docMk/>
          <pc:sldMk cId="1177228177" sldId="491"/>
        </pc:sldMkLst>
        <pc:spChg chg="mod">
          <ac:chgData name="anaclaracosta116@gmail.com" userId="a793634777582c92" providerId="LiveId" clId="{D5D91815-3822-4372-B2FE-501692C6DB88}" dt="2025-07-13T19:16:13.724" v="2547" actId="404"/>
          <ac:spMkLst>
            <pc:docMk/>
            <pc:sldMk cId="1177228177" sldId="491"/>
            <ac:spMk id="5" creationId="{8C20C606-CF36-7736-2F17-3B3C362074F7}"/>
          </ac:spMkLst>
        </pc:spChg>
      </pc:sldChg>
      <pc:sldChg chg="modSp add mod">
        <pc:chgData name="anaclaracosta116@gmail.com" userId="a793634777582c92" providerId="LiveId" clId="{D5D91815-3822-4372-B2FE-501692C6DB88}" dt="2025-07-13T19:20:40.094" v="2581" actId="20577"/>
        <pc:sldMkLst>
          <pc:docMk/>
          <pc:sldMk cId="3952964541" sldId="492"/>
        </pc:sldMkLst>
        <pc:spChg chg="mod">
          <ac:chgData name="anaclaracosta116@gmail.com" userId="a793634777582c92" providerId="LiveId" clId="{D5D91815-3822-4372-B2FE-501692C6DB88}" dt="2025-07-13T19:20:17.027" v="2579" actId="20577"/>
          <ac:spMkLst>
            <pc:docMk/>
            <pc:sldMk cId="3952964541" sldId="492"/>
            <ac:spMk id="2" creationId="{3E74CCFF-0809-EBBC-434E-BB90644A058C}"/>
          </ac:spMkLst>
        </pc:spChg>
        <pc:spChg chg="mod">
          <ac:chgData name="anaclaracosta116@gmail.com" userId="a793634777582c92" providerId="LiveId" clId="{D5D91815-3822-4372-B2FE-501692C6DB88}" dt="2025-07-13T19:20:40.094" v="2581" actId="20577"/>
          <ac:spMkLst>
            <pc:docMk/>
            <pc:sldMk cId="3952964541" sldId="492"/>
            <ac:spMk id="3" creationId="{3BCDB095-715F-280A-CE27-8053D10B203C}"/>
          </ac:spMkLst>
        </pc:spChg>
      </pc:sldChg>
      <pc:sldChg chg="add">
        <pc:chgData name="anaclaracosta116@gmail.com" userId="a793634777582c92" providerId="LiveId" clId="{D5D91815-3822-4372-B2FE-501692C6DB88}" dt="2025-07-13T19:20:34.737" v="2580"/>
        <pc:sldMkLst>
          <pc:docMk/>
          <pc:sldMk cId="2077266686" sldId="4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83AAE5C-01D8-0854-F320-73E7468F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4156351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15º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NO MEU SENHOR EU ESPEREI</a:t>
            </a:r>
          </a:p>
          <a:p>
            <a:pPr algn="l"/>
            <a:r>
              <a:rPr lang="pt-BR" sz="8000" dirty="0"/>
              <a:t>ELE SE INCLINOU PARA MIM</a:t>
            </a:r>
          </a:p>
          <a:p>
            <a:pPr algn="l"/>
            <a:r>
              <a:rPr lang="pt-BR" sz="8000" dirty="0"/>
              <a:t>E OUVIU O MEU GRITO</a:t>
            </a:r>
          </a:p>
          <a:p>
            <a:pPr algn="l"/>
            <a:r>
              <a:rPr lang="pt-BR" sz="8000" dirty="0"/>
              <a:t>ME LIBERTOU DA MORTE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41049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220688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OS MEUS PÉS ELE APAROU</a:t>
            </a:r>
          </a:p>
          <a:p>
            <a:pPr algn="just"/>
            <a:r>
              <a:rPr lang="pt-BR" sz="7200" dirty="0"/>
              <a:t>OS MEUS PASSOS FIRMOU</a:t>
            </a:r>
          </a:p>
          <a:p>
            <a:pPr algn="just"/>
            <a:r>
              <a:rPr lang="pt-BR" sz="7200" dirty="0"/>
              <a:t>ELE COLOCOU NA MINHA BOCA</a:t>
            </a:r>
          </a:p>
          <a:p>
            <a:pPr algn="just"/>
            <a:r>
              <a:rPr lang="pt-BR" sz="7200" dirty="0"/>
              <a:t>O CANTO NOVO DE LOUVOR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54219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01B3-0393-634D-FCCC-3F65101B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B932B-8C5C-FD85-DA86-090388ADD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749799-B488-B6FE-1BBC-8C8CD8AE3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112593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6A15-FFB4-EA5E-138F-7B6BF4D6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FC4ED-A23A-36A8-8FF9-65BC21D36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9E8CB0-5C17-E7EF-7803-6BCBB41B7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7200" dirty="0"/>
              <a:t>OS SACRIFÍCIOS NÃO QUISESTE </a:t>
            </a:r>
          </a:p>
          <a:p>
            <a:pPr algn="just"/>
            <a:r>
              <a:rPr lang="pt-BR" sz="7200" dirty="0"/>
              <a:t>MAS ME ABRISTE O OUVIDO </a:t>
            </a:r>
          </a:p>
          <a:p>
            <a:pPr algn="just"/>
            <a:r>
              <a:rPr lang="pt-BR" sz="7200" dirty="0"/>
              <a:t>NÃO PEDISTE HOLOCAUSTO</a:t>
            </a:r>
          </a:p>
          <a:p>
            <a:pPr algn="just"/>
            <a:r>
              <a:rPr lang="pt-BR" sz="7200" dirty="0"/>
              <a:t>E ENTÃO EU DISSE: EIS QUE VENHO</a:t>
            </a:r>
          </a:p>
        </p:txBody>
      </p:sp>
    </p:spTree>
    <p:extLst>
      <p:ext uri="{BB962C8B-B14F-4D97-AF65-F5344CB8AC3E}">
        <p14:creationId xmlns:p14="http://schemas.microsoft.com/office/powerpoint/2010/main" val="375081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059A-B86F-E8E7-484C-D2799444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4CCFF-0809-EBBC-434E-BB90644A0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CDB095-715F-280A-CE27-8053D10B2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2964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BCA04-4B3F-BA36-6DF9-2CD1433E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856206E-2BFF-8A64-0229-3566CDDAFD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266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500" b="1" dirty="0"/>
              <a:t>GLÓRIA A DEUS NAS ALTURAS</a:t>
            </a:r>
          </a:p>
          <a:p>
            <a:pPr algn="just"/>
            <a:r>
              <a:rPr lang="pt-BR" sz="6500" b="1" dirty="0"/>
              <a:t>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dirty="0"/>
              <a:t>SENHOR JESUS CRISTO, FILHO UNIGÊNITO</a:t>
            </a:r>
          </a:p>
          <a:p>
            <a:pPr algn="l"/>
            <a:r>
              <a:rPr lang="pt-BR" sz="9400" dirty="0"/>
              <a:t>SENHOR DEUS, CORDEIRO DE DEUS, FILHO DE DEUS PAI</a:t>
            </a:r>
            <a:endParaRPr lang="pt-BR" sz="5600" dirty="0"/>
          </a:p>
          <a:p>
            <a:pPr algn="l"/>
            <a:r>
              <a:rPr lang="pt-BR" sz="9600" dirty="0"/>
              <a:t>VÓS QUE TIRAIS O PECADO DO MUNDO,</a:t>
            </a:r>
          </a:p>
          <a:p>
            <a:pPr algn="l"/>
            <a:r>
              <a:rPr lang="pt-BR" sz="96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r>
              <a:rPr lang="pt-BR" sz="9600" dirty="0"/>
              <a:t>AMÉM!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fontScale="92500"/>
          </a:bodyPr>
          <a:lstStyle/>
          <a:p>
            <a:r>
              <a:rPr lang="pt-BR" sz="5400" b="1" i="0" dirty="0">
                <a:effectLst/>
              </a:rPr>
              <a:t>HUMILDES, BUSCAI A DEU</a:t>
            </a:r>
            <a:r>
              <a:rPr lang="pt-BR" sz="5400" b="1" dirty="0"/>
              <a:t>S E ALEGRAI-VOS: O VOSSO CORAÇÃO REVIVERÁ</a:t>
            </a:r>
            <a:r>
              <a:rPr lang="pt-BR" sz="5400" b="1" i="0" dirty="0">
                <a:effectLst/>
              </a:rPr>
              <a:t>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Ó SENHOR, VOSSAS PALAVRAS SÃO ESPÍRITO E VIDA, AS PALAVRAS QUE DIZEIS BEM QUE SÃO DE ETERNA VIDA!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marL="1143000" indent="-1143000" algn="l">
              <a:buAutoNum type="arabicPeriod"/>
            </a:pPr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LOUVAI, LOUVAI, Ó SERVOS DO SENHOR.</a:t>
            </a:r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 LOUVAI</a:t>
            </a:r>
            <a:r>
              <a:rPr lang="pt-BR" sz="6000" dirty="0">
                <a:solidFill>
                  <a:srgbClr val="000000"/>
                </a:solidFill>
                <a:latin typeface="-apple-system"/>
              </a:rPr>
              <a:t>, LOUVAI O NOME DO SENHOR.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206A2-EE44-1BF5-2FE5-723FA46D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00D6F-EEDA-E6A5-B8A3-8327DA97A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255823-62DD-F9F1-AD4E-8F1E071DB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507975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3B65-EAB2-8F2E-0ECC-C99D581B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5AFD8-1B7F-3E9C-24B0-06BA1E6FD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7D751C-1CDC-02B3-0C80-34FC76EBD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BENDITO SEJA O NOME DO SENHOR, AGORA E POR TODA ETERNIDADE.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98624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C8EA-5A8B-B274-2E84-FFCEA317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83F33-BB25-AA8E-567C-0EF56CF07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4039E4-45C6-6F50-CA6B-51874775D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384073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1430-5603-ABC2-2CFD-93939786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BA0F0-1D4D-FD13-9889-F8CA56F8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32F7F1-1B3E-1ABB-894E-887DDDD78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rgbClr val="000000"/>
                </a:solidFill>
                <a:latin typeface="-apple-system"/>
              </a:rPr>
              <a:t>3</a:t>
            </a:r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. O SENHOR ESTÁ ACIMA DAS NAÇÕES, SUA GLÓRIA VAI ALÉM DOS ALTOS CÉUS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75914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A85C-5A4B-6AB1-6926-8C3D23EC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9BE08-6E47-C907-EFC7-2F5D57E12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C5EA9B-9361-EA0F-CA01-2ABC51621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147532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014D8-D6D4-D4C7-9AF8-3B698C5E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2CCA-4228-CA89-3745-47761F21D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615550-4837-FB1A-C299-9B4959B0E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4. 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QUEM PODE COMPARAR-SE AO NOSSO DEUS, QUE SE INCLINA PARA OLHAR O CÉU E A TERRA?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7182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HOSANA, HOSANA NAS ALTURAS</a:t>
            </a:r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HOSANA, HOSANA NAS ALTURAS </a:t>
            </a:r>
          </a:p>
          <a:p>
            <a:pPr algn="just"/>
            <a:r>
              <a:rPr lang="pt-BR" sz="20000" b="1" dirty="0"/>
              <a:t>HOSANA, HOSANA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1. ATÉ MESMO O PARDAL UM ABRIGO ENCONTRA,</a:t>
            </a:r>
            <a:br>
              <a:rPr lang="pt-BR" sz="11500" dirty="0"/>
            </a:br>
            <a:r>
              <a:rPr lang="pt-BR" sz="4800" dirty="0"/>
              <a:t>E A ANDORINHA UM LUGAR PARA PÔR SEUS FILHOTES:</a:t>
            </a:r>
            <a:br>
              <a:rPr lang="pt-BR" sz="11500" dirty="0"/>
            </a:br>
            <a:r>
              <a:rPr lang="pt-BR" sz="4800" dirty="0"/>
              <a:t>TEUS ALTARES, Ó DEUS E SENHOR DO UNIVERSO,</a:t>
            </a:r>
            <a:br>
              <a:rPr lang="pt-BR" sz="11500" dirty="0"/>
            </a:br>
            <a:r>
              <a:rPr lang="pt-BR" sz="4800" dirty="0"/>
              <a:t>TEUS ALTARES, Ó DEUS, Ó MEU REI E SENHOR.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4245-05A2-9431-0A05-64C82A27A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D16E8-2F9B-94A0-4673-4141CFE60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A6B696-D7FD-3841-1E0B-31D1E673A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2. SÃO FELIZES, SENHOR, OS QUE HABITAM TUA CASA:</a:t>
            </a:r>
          </a:p>
          <a:p>
            <a:pPr algn="l"/>
            <a:r>
              <a:rPr lang="pt-BR" sz="4800" dirty="0"/>
              <a:t>PARA SEMPRE, Ó DEUS, ELES VÃO TE LOUVAR.</a:t>
            </a:r>
          </a:p>
          <a:p>
            <a:pPr algn="l"/>
            <a:r>
              <a:rPr lang="pt-BR" sz="4800" dirty="0"/>
              <a:t>QUÃO AMÁVEL, SENHOR, É TUA SANTA MORADA,</a:t>
            </a:r>
          </a:p>
          <a:p>
            <a:pPr algn="l"/>
            <a:r>
              <a:rPr lang="pt-BR" sz="4800" dirty="0"/>
              <a:t>COMO A AMO, Ó DEUS E SENHOR DO UNIVERSO.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3491574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2420-76E3-0F27-976A-EA5A7DDD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01597-7471-0DFE-ABC0-A040BC76D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6204C8-519C-0524-42CB-5D1ED87E3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3. CONSUMINDO-SE ESTÁ DE SAUDADES MINH’ALMA,</a:t>
            </a:r>
          </a:p>
          <a:p>
            <a:pPr algn="l"/>
            <a:r>
              <a:rPr lang="pt-BR" sz="4800" dirty="0"/>
              <a:t>POR TEUS ÁTRIOS ANSEIA, TEUS ÁTRIOS, SENHOR.</a:t>
            </a:r>
          </a:p>
          <a:p>
            <a:pPr algn="l"/>
            <a:r>
              <a:rPr lang="pt-BR" sz="4800" dirty="0"/>
              <a:t>MINHA PRECE ESCUTA, Ó DEUS DO UNIVERSO,</a:t>
            </a:r>
          </a:p>
          <a:p>
            <a:pPr algn="l"/>
            <a:r>
              <a:rPr lang="pt-BR" sz="4800" dirty="0"/>
              <a:t>TEU OUVIDO, INCLINA, Ó DEUS DE JACÓ.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371872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952F-39A5-F91F-52E6-DFE369D3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A17D5-95F0-F638-4B82-0401FFCE7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2A6780-7A47-5D1B-C9C0-DEAB342FA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4. OLHA AGORA, ADONAI, TU QUE ÉS NOSSO ESCUDO,</a:t>
            </a:r>
          </a:p>
          <a:p>
            <a:pPr algn="l"/>
            <a:r>
              <a:rPr lang="pt-BR" sz="4800" dirty="0"/>
              <a:t>VÊ A FACE DO ELEITO, DAQUELE QUE UNGISTE.</a:t>
            </a:r>
          </a:p>
          <a:p>
            <a:pPr algn="l"/>
            <a:r>
              <a:rPr lang="pt-BR" sz="4800" dirty="0"/>
              <a:t>NA VERDADE, SENHOR, UM SÓ DIA EM TUA CASA</a:t>
            </a:r>
          </a:p>
          <a:p>
            <a:pPr algn="l"/>
            <a:r>
              <a:rPr lang="pt-BR" sz="4800" dirty="0"/>
              <a:t>VALE MAIS QUE MILHARES DO LADO DE FORA.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2640080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5F57D-8CDF-ABA0-3B9B-D07092CE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97489-6F30-A7B2-DF7E-88EC7614E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FB56C3-0A04-11D3-E065-090662BCB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5. EU PREFIRO ESTAR NO LIMIAR DE TUA CASA</a:t>
            </a:r>
          </a:p>
          <a:p>
            <a:pPr algn="l"/>
            <a:r>
              <a:rPr lang="pt-BR" sz="4800" dirty="0"/>
              <a:t>A HOSPEDAR-ME NO LAR DE QUEM CONTRA TI PECA.</a:t>
            </a:r>
          </a:p>
          <a:p>
            <a:pPr algn="l"/>
            <a:r>
              <a:rPr lang="pt-BR" sz="4800" dirty="0"/>
              <a:t>O SENHOR NOSSO DEUS, ELE É SOL, É ESCUDO:</a:t>
            </a:r>
          </a:p>
          <a:p>
            <a:pPr algn="l"/>
            <a:r>
              <a:rPr lang="pt-BR" sz="4800" dirty="0"/>
              <a:t>DISTRIBUI LARGAMENTE A GRAÇA E A GLÓRIA.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4109266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DOS ANJOS O TESOURO E DOS HOMENS O DULÇOR.</a:t>
            </a:r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B8B7-21F3-7903-3584-88CE5270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1EC2-39CD-818D-744C-E555CB432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B15D4A-24F7-3FAA-6C93-11D651A3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NA VIDA ALENTO E FORÇA,</a:t>
            </a:r>
          </a:p>
          <a:p>
            <a:pPr algn="l"/>
            <a:r>
              <a:rPr lang="pt-BR" sz="15000" dirty="0"/>
              <a:t>E NA MORTE O DEFENSOR.</a:t>
            </a:r>
          </a:p>
        </p:txBody>
      </p:sp>
    </p:spTree>
    <p:extLst>
      <p:ext uri="{BB962C8B-B14F-4D97-AF65-F5344CB8AC3E}">
        <p14:creationId xmlns:p14="http://schemas.microsoft.com/office/powerpoint/2010/main" val="42751902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5821-9BED-F044-7B12-1372D406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57D1-9CEF-7B6B-29AA-FCD3BC57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37F4CE-F2AC-7C20-9F65-2DC26FB19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EU TE ADORO, HÓSTIA DIVINA,</a:t>
            </a:r>
          </a:p>
          <a:p>
            <a:pPr algn="l"/>
            <a:r>
              <a:rPr lang="pt-BR" sz="6600" dirty="0"/>
              <a:t>EU TE ADORO, HÓSTIA DE AMOR!</a:t>
            </a:r>
          </a:p>
          <a:p>
            <a:pPr algn="l"/>
            <a:r>
              <a:rPr lang="pt-BR" sz="6600" dirty="0"/>
              <a:t>ÉS NA TERRA FIEL AMIGO,</a:t>
            </a:r>
          </a:p>
          <a:p>
            <a:pPr algn="l"/>
            <a:r>
              <a:rPr lang="pt-BR" sz="6600" dirty="0"/>
              <a:t>E DO CÉU, FELIZ PENHOR.</a:t>
            </a:r>
            <a:endParaRPr lang="pt-BR" sz="77500" dirty="0"/>
          </a:p>
        </p:txBody>
      </p:sp>
    </p:spTree>
    <p:extLst>
      <p:ext uri="{BB962C8B-B14F-4D97-AF65-F5344CB8AC3E}">
        <p14:creationId xmlns:p14="http://schemas.microsoft.com/office/powerpoint/2010/main" val="1914896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8D29-B9DB-6691-1165-BA585273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2C9A-FB90-05E6-3E05-0FFAE0C59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43CEE-66E9-ECB4-B34D-C6975C98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EU TE ADORO, HÓSTIA DIVINA,</a:t>
            </a:r>
            <a:br>
              <a:rPr lang="pt-BR" sz="6600" dirty="0"/>
            </a:br>
            <a:r>
              <a:rPr lang="pt-BR" sz="6600" dirty="0"/>
              <a:t>EU TE ADORO, HÓSTIA DE AMOR!</a:t>
            </a:r>
            <a:br>
              <a:rPr lang="pt-BR" sz="6600" dirty="0"/>
            </a:br>
            <a:r>
              <a:rPr lang="pt-BR" sz="6600" dirty="0"/>
              <a:t>ÉS MEU DEUS, EXCELSO E GRANDE,</a:t>
            </a:r>
            <a:br>
              <a:rPr lang="pt-BR" sz="6600" dirty="0"/>
            </a:br>
            <a:r>
              <a:rPr lang="pt-BR" sz="6600" dirty="0"/>
              <a:t>E DOS SÉCULOS, O SENHOR.</a:t>
            </a:r>
          </a:p>
        </p:txBody>
      </p:sp>
    </p:spTree>
    <p:extLst>
      <p:ext uri="{BB962C8B-B14F-4D97-AF65-F5344CB8AC3E}">
        <p14:creationId xmlns:p14="http://schemas.microsoft.com/office/powerpoint/2010/main" val="20124029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400" dirty="0"/>
              <a:t>MARIA DE NAZARÉ,</a:t>
            </a:r>
            <a:br>
              <a:rPr lang="pt-BR" sz="11400" dirty="0"/>
            </a:br>
            <a:r>
              <a:rPr lang="pt-BR" sz="11400" dirty="0"/>
              <a:t>MARIA ME CATIVOU</a:t>
            </a:r>
            <a:br>
              <a:rPr lang="pt-BR" sz="11400" dirty="0"/>
            </a:br>
            <a:r>
              <a:rPr lang="pt-BR" sz="11400" dirty="0"/>
              <a:t>FEZ MAIS FORTE A MINHA FÉ</a:t>
            </a:r>
            <a:br>
              <a:rPr lang="pt-BR" sz="11400" dirty="0"/>
            </a:br>
            <a:r>
              <a:rPr lang="pt-BR" sz="11400" dirty="0"/>
              <a:t>E POR FILHO ME ADOTOU</a:t>
            </a:r>
          </a:p>
          <a:p>
            <a:pPr algn="l"/>
            <a:r>
              <a:rPr lang="pt-BR" sz="11400" dirty="0"/>
              <a:t>AS VEZES EU PARO E FICO A PENSAR</a:t>
            </a:r>
            <a:br>
              <a:rPr lang="pt-BR" sz="11400" dirty="0"/>
            </a:br>
            <a:r>
              <a:rPr lang="pt-BR" sz="11400" dirty="0"/>
              <a:t>E SEM PERCEBER, ME VEJO A REZAR</a:t>
            </a:r>
            <a:br>
              <a:rPr lang="pt-BR" sz="11400" dirty="0"/>
            </a:br>
            <a:r>
              <a:rPr lang="pt-BR" sz="11400" dirty="0"/>
              <a:t>E MEU CORAÇÃO SE PÕE A CANTAR</a:t>
            </a:r>
            <a:br>
              <a:rPr lang="pt-BR" sz="11400" dirty="0"/>
            </a:br>
            <a:r>
              <a:rPr lang="pt-BR" sz="11400" dirty="0"/>
              <a:t>PRA VIRGEM DE NAZARÉ</a:t>
            </a:r>
          </a:p>
          <a:p>
            <a:pPr algn="l"/>
            <a:br>
              <a:rPr lang="pt-BR" sz="8800" dirty="0"/>
            </a:b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C43B-36B5-F012-C0E7-C4B8ECBD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E2379-F0EA-5C03-C3C5-6F37B10E9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907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E9CD40-B50C-665D-DBD6-B425160EA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3600" dirty="0"/>
          </a:p>
          <a:p>
            <a:pPr algn="l"/>
            <a:br>
              <a:rPr lang="pt-BR" sz="8800" dirty="0"/>
            </a:br>
            <a:endParaRPr lang="pt-BR" sz="60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E3CD77-5AD0-64F8-40E5-12DD71CEBA9C}"/>
              </a:ext>
            </a:extLst>
          </p:cNvPr>
          <p:cNvSpPr txBox="1"/>
          <p:nvPr/>
        </p:nvSpPr>
        <p:spPr>
          <a:xfrm>
            <a:off x="533400" y="520133"/>
            <a:ext cx="1091045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0" i="0" dirty="0">
                <a:effectLst/>
              </a:rPr>
              <a:t>MENINA QUE DEUS AMOU E ESCOLHEU</a:t>
            </a:r>
            <a:br>
              <a:rPr lang="pt-BR" sz="4800" dirty="0"/>
            </a:br>
            <a:r>
              <a:rPr lang="pt-BR" sz="4800" b="0" i="0" dirty="0">
                <a:effectLst/>
              </a:rPr>
              <a:t>PRA MÃE DE JESUS, O FILHO DE DEUS</a:t>
            </a:r>
            <a:br>
              <a:rPr lang="pt-BR" sz="4800" dirty="0"/>
            </a:br>
            <a:r>
              <a:rPr lang="pt-BR" sz="4800" b="0" i="0" dirty="0">
                <a:effectLst/>
              </a:rPr>
              <a:t>MARIA QUE O POVO INTEIRO ELEGEU</a:t>
            </a:r>
            <a:br>
              <a:rPr lang="pt-BR" sz="4800" dirty="0"/>
            </a:br>
            <a:r>
              <a:rPr lang="pt-BR" sz="4800" b="0" i="0" dirty="0">
                <a:effectLst/>
              </a:rPr>
              <a:t>SENHORA E MÃE DO CÉU</a:t>
            </a:r>
            <a:endParaRPr lang="pt-BR" sz="4800" dirty="0"/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AVE MARIA </a:t>
            </a:r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MÃE DE JESUS</a:t>
            </a:r>
          </a:p>
        </p:txBody>
      </p:sp>
    </p:spTree>
    <p:extLst>
      <p:ext uri="{BB962C8B-B14F-4D97-AF65-F5344CB8AC3E}">
        <p14:creationId xmlns:p14="http://schemas.microsoft.com/office/powerpoint/2010/main" val="1640170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D8B3-2FF8-55C8-94AD-26AB7D80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8505C-F3CE-DBAB-25DB-F4AC261EF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DFA793-3DD0-DCF6-8EDB-56089F5A7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MARIA QUE EU QUERO BEM,</a:t>
            </a:r>
            <a:br>
              <a:rPr lang="pt-BR" sz="28700" dirty="0"/>
            </a:br>
            <a:r>
              <a:rPr lang="pt-BR" sz="4800" dirty="0"/>
              <a:t>MARIA DO PURO AMOR</a:t>
            </a:r>
            <a:br>
              <a:rPr lang="pt-BR" sz="28700" dirty="0"/>
            </a:br>
            <a:r>
              <a:rPr lang="pt-BR" sz="4800" dirty="0"/>
              <a:t>IGUAL A VOCÊ, NINGUÉM</a:t>
            </a:r>
            <a:br>
              <a:rPr lang="pt-BR" sz="28700" dirty="0"/>
            </a:br>
            <a:r>
              <a:rPr lang="pt-BR" sz="4800" dirty="0"/>
              <a:t>MÃE PURA DO MEU SENHOR</a:t>
            </a:r>
            <a:br>
              <a:rPr lang="pt-BR" sz="28700" dirty="0"/>
            </a:br>
            <a:r>
              <a:rPr lang="pt-BR" sz="4800" dirty="0"/>
              <a:t>EM CADA MULHER QUE A TERRA CRIOU</a:t>
            </a:r>
            <a:br>
              <a:rPr lang="pt-BR" sz="28700" dirty="0"/>
            </a:br>
            <a:r>
              <a:rPr lang="pt-BR" sz="4800" dirty="0"/>
              <a:t>UM TRAÇO DE DEUS MARIA DEIXOU</a:t>
            </a:r>
            <a:br>
              <a:rPr lang="pt-BR" sz="28700" dirty="0"/>
            </a:br>
            <a:r>
              <a:rPr lang="pt-BR" sz="4800" dirty="0"/>
              <a:t>UM SONHO DE MÃE MARIA PLANTOU</a:t>
            </a:r>
            <a:br>
              <a:rPr lang="pt-BR" sz="28700" dirty="0"/>
            </a:br>
            <a:r>
              <a:rPr lang="pt-BR" sz="4800" dirty="0"/>
              <a:t>PRO MUNDO ENCONTRAR A PAZ</a:t>
            </a:r>
            <a:br>
              <a:rPr lang="pt-BR" sz="8800" dirty="0"/>
            </a:b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7919409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61F2C-E697-3695-1479-3132FBD29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3BC3A-2ABA-27CB-142A-5C7E41214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907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E22DCB-4CC2-C9B6-3C94-65D63201A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endParaRPr lang="pt-BR" sz="3600" dirty="0"/>
          </a:p>
          <a:p>
            <a:pPr algn="l"/>
            <a:br>
              <a:rPr lang="pt-BR" sz="8800" dirty="0"/>
            </a:br>
            <a:endParaRPr lang="pt-BR" sz="60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20C606-CF36-7736-2F17-3B3C362074F7}"/>
              </a:ext>
            </a:extLst>
          </p:cNvPr>
          <p:cNvSpPr txBox="1"/>
          <p:nvPr/>
        </p:nvSpPr>
        <p:spPr>
          <a:xfrm>
            <a:off x="533400" y="302655"/>
            <a:ext cx="10910455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dirty="0"/>
              <a:t>MARIA QUE FEZ O CRISTO FALAR</a:t>
            </a:r>
            <a:br>
              <a:rPr lang="pt-BR" sz="11500" dirty="0"/>
            </a:br>
            <a:r>
              <a:rPr lang="pt-BR" sz="4800" dirty="0"/>
              <a:t>MARIA QUE FEZ JESUS CAMINHAR</a:t>
            </a:r>
            <a:br>
              <a:rPr lang="pt-BR" sz="11500" dirty="0"/>
            </a:br>
            <a:r>
              <a:rPr lang="pt-BR" sz="4800" dirty="0"/>
              <a:t>MARIA QUE SÓ VIVEU PRA SEU DEUS</a:t>
            </a:r>
            <a:br>
              <a:rPr lang="pt-BR" sz="11500" dirty="0"/>
            </a:br>
            <a:r>
              <a:rPr lang="pt-BR" sz="4800" dirty="0"/>
              <a:t>MARIA DO POVO MEU</a:t>
            </a:r>
            <a:endParaRPr lang="pt-BR" sz="11500" dirty="0"/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AVE MARIA </a:t>
            </a:r>
          </a:p>
          <a:p>
            <a:r>
              <a:rPr lang="pt-BR" sz="4800" b="1" dirty="0"/>
              <a:t>AVE MARIA</a:t>
            </a:r>
          </a:p>
          <a:p>
            <a:r>
              <a:rPr lang="pt-BR" sz="4800" b="1" dirty="0"/>
              <a:t>MÃE DE JESUS</a:t>
            </a:r>
          </a:p>
        </p:txBody>
      </p:sp>
    </p:spTree>
    <p:extLst>
      <p:ext uri="{BB962C8B-B14F-4D97-AF65-F5344CB8AC3E}">
        <p14:creationId xmlns:p14="http://schemas.microsoft.com/office/powerpoint/2010/main" val="11772281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8452</TotalTime>
  <Words>1052</Words>
  <Application>Microsoft Office PowerPoint</Application>
  <PresentationFormat>Widescreen</PresentationFormat>
  <Paragraphs>152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2" baseType="lpstr">
      <vt:lpstr>-apple-system</vt:lpstr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42</cp:revision>
  <dcterms:created xsi:type="dcterms:W3CDTF">2023-05-06T17:01:55Z</dcterms:created>
  <dcterms:modified xsi:type="dcterms:W3CDTF">2025-07-13T19:20:46Z</dcterms:modified>
</cp:coreProperties>
</file>