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06" r:id="rId4"/>
    <p:sldId id="420" r:id="rId5"/>
    <p:sldId id="411" r:id="rId6"/>
    <p:sldId id="258" r:id="rId7"/>
    <p:sldId id="397" r:id="rId8"/>
    <p:sldId id="425" r:id="rId9"/>
    <p:sldId id="260" r:id="rId10"/>
    <p:sldId id="261" r:id="rId11"/>
    <p:sldId id="338" r:id="rId12"/>
    <p:sldId id="339" r:id="rId13"/>
    <p:sldId id="340" r:id="rId14"/>
    <p:sldId id="377" r:id="rId15"/>
    <p:sldId id="264" r:id="rId16"/>
    <p:sldId id="265" r:id="rId17"/>
    <p:sldId id="266" r:id="rId18"/>
    <p:sldId id="267" r:id="rId19"/>
    <p:sldId id="271" r:id="rId20"/>
    <p:sldId id="269" r:id="rId21"/>
    <p:sldId id="421" r:id="rId22"/>
    <p:sldId id="434" r:id="rId23"/>
    <p:sldId id="435" r:id="rId24"/>
    <p:sldId id="436" r:id="rId25"/>
    <p:sldId id="437" r:id="rId26"/>
    <p:sldId id="438" r:id="rId27"/>
    <p:sldId id="439" r:id="rId28"/>
    <p:sldId id="440" r:id="rId29"/>
    <p:sldId id="292" r:id="rId30"/>
    <p:sldId id="275" r:id="rId31"/>
    <p:sldId id="363" r:id="rId32"/>
    <p:sldId id="361" r:id="rId33"/>
    <p:sldId id="362" r:id="rId34"/>
    <p:sldId id="414" r:id="rId35"/>
    <p:sldId id="423" r:id="rId36"/>
    <p:sldId id="415" r:id="rId37"/>
    <p:sldId id="424" r:id="rId38"/>
    <p:sldId id="416" r:id="rId39"/>
    <p:sldId id="430" r:id="rId40"/>
    <p:sldId id="429" r:id="rId41"/>
    <p:sldId id="431" r:id="rId42"/>
    <p:sldId id="433" r:id="rId43"/>
    <p:sldId id="432" r:id="rId44"/>
    <p:sldId id="404" r:id="rId45"/>
    <p:sldId id="337" r:id="rId46"/>
    <p:sldId id="374" r:id="rId47"/>
    <p:sldId id="427" r:id="rId48"/>
    <p:sldId id="428" r:id="rId4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82" autoAdjust="0"/>
    <p:restoredTop sz="86770" autoAdjust="0"/>
  </p:normalViewPr>
  <p:slideViewPr>
    <p:cSldViewPr snapToGrid="0">
      <p:cViewPr varScale="1">
        <p:scale>
          <a:sx n="56" d="100"/>
          <a:sy n="56" d="100"/>
        </p:scale>
        <p:origin x="10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B641DFB-ED0D-B922-7AAB-3A52C9D7D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870" y="-1"/>
            <a:ext cx="12225869" cy="6858001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1" y="0"/>
            <a:ext cx="12192000" cy="6857999"/>
          </a:xfrm>
          <a:prstGeom prst="rect">
            <a:avLst/>
          </a:prstGeom>
          <a:solidFill>
            <a:schemeClr val="tx1">
              <a:alpha val="58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631266" y="2028615"/>
            <a:ext cx="915806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EIS-ME AQUI SENHOR!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EIS-ME AQUI SENHOR!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PRA FAZER TUA VONTADE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PRA VIVER NO TEU AMOR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PRA FAZER TUA VONTADE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PRA VIVER NO TEU AMOR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EIS-ME AQUI SENHOR!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6" y="1108364"/>
            <a:ext cx="11516593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O SENHOR É O PASTOR QUE ME CONDUZ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CAMINHOS NUNCA VISTOS ME ENVIOU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SOU CHAMADO A SER FERMENTO SAL E LUZ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POR ISSO RESPONDI: AQUI ESTOU!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2279701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EIS-ME AQUI SENHOR!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EIS-ME AQUI SENHOR!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PRA FAZER TUA VONTADE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PRA VIVER NO TEU AMOR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PRA FAZER TUA VONTADE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PRA VIVER NO TEU AMOR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EIS-ME AQUI SENHOR!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1737258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ELE PÔS EM MINHA BOCA UMA CANÇÃO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ME UNGIU COMO PROFETA E TROVADOR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DA HISTÓRIA E DA VIDA DO MEU POVO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POR ISSO RESPONDI: AQUI ESTOU!</a:t>
            </a:r>
            <a:endParaRPr lang="pt-BR" sz="11500" dirty="0"/>
          </a:p>
        </p:txBody>
      </p:sp>
    </p:spTree>
    <p:extLst>
      <p:ext uri="{BB962C8B-B14F-4D97-AF65-F5344CB8AC3E}">
        <p14:creationId xmlns:p14="http://schemas.microsoft.com/office/powerpoint/2010/main" val="3780590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6000" dirty="0"/>
              <a:t>SENHOR, QUE VIESTES NÃO PARA CONDENAR MAS PARA PERDOAR, TENDE PIEDADE DE NÓS</a:t>
            </a:r>
          </a:p>
          <a:p>
            <a:pPr algn="just"/>
            <a:r>
              <a:rPr lang="pt-BR" sz="6000" b="1" dirty="0"/>
              <a:t>KYRIE ELEISON, KYRIE ELEISON</a:t>
            </a:r>
          </a:p>
          <a:p>
            <a:pPr algn="just"/>
            <a:endParaRPr lang="pt-BR" sz="6000" dirty="0"/>
          </a:p>
          <a:p>
            <a:pPr algn="just"/>
            <a:r>
              <a:rPr lang="pt-BR" sz="6000" dirty="0"/>
              <a:t>CRISTO, QUE VOS ALEGRAIS PELO PECADOR ARREPENDIDO, TENDE PIEDADE DE NÓS</a:t>
            </a:r>
          </a:p>
          <a:p>
            <a:pPr algn="just"/>
            <a:r>
              <a:rPr lang="pt-BR" sz="6000" b="1" dirty="0"/>
              <a:t>CHRISTE ELEISON, CHRISTE ELEISON</a:t>
            </a:r>
          </a:p>
        </p:txBody>
      </p:sp>
    </p:spTree>
    <p:extLst>
      <p:ext uri="{BB962C8B-B14F-4D97-AF65-F5344CB8AC3E}">
        <p14:creationId xmlns:p14="http://schemas.microsoft.com/office/powerpoint/2010/main" val="1426477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SENHOR, QUE MUITO PERDOAIS QUEM MUITO AMA, TENDE PIEDADE DE NÓS</a:t>
            </a:r>
          </a:p>
          <a:p>
            <a:pPr algn="just"/>
            <a:r>
              <a:rPr lang="pt-BR" sz="6000" b="1" dirty="0"/>
              <a:t>KYRIE ELEISON, KYRIE ELEISON</a:t>
            </a:r>
          </a:p>
        </p:txBody>
      </p:sp>
    </p:spTree>
    <p:extLst>
      <p:ext uri="{BB962C8B-B14F-4D97-AF65-F5344CB8AC3E}">
        <p14:creationId xmlns:p14="http://schemas.microsoft.com/office/powerpoint/2010/main" val="1700317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9600" b="1" dirty="0"/>
              <a:t>GLÓRIA A DEUS NAS ALTURAS (3X)</a:t>
            </a:r>
          </a:p>
          <a:p>
            <a:pPr algn="just"/>
            <a:r>
              <a:rPr lang="pt-BR" sz="9600" b="1" dirty="0"/>
              <a:t>E PAZ NA TERRA AOS HOMENS POR ELE AMADOS!</a:t>
            </a:r>
            <a:endParaRPr lang="pt-BR" sz="9600" dirty="0"/>
          </a:p>
          <a:p>
            <a:pPr algn="just"/>
            <a:endParaRPr lang="pt-BR" sz="6000" dirty="0"/>
          </a:p>
          <a:p>
            <a:pPr algn="just"/>
            <a:r>
              <a:rPr lang="pt-BR" sz="9600" dirty="0"/>
              <a:t>SENHOR DEUS, REI DOS CÉUS, DEUS PAI TODO PODEROSO</a:t>
            </a:r>
          </a:p>
          <a:p>
            <a:pPr algn="l"/>
            <a:r>
              <a:rPr lang="pt-BR" sz="9600" dirty="0"/>
              <a:t>NÓS VOS LOUVAMOS, NÓS VOS BENDIZEMOS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l"/>
            <a:r>
              <a:rPr lang="pt-BR" sz="10900" dirty="0"/>
              <a:t>SENHOR JESUS CRISTO, FILHO UNIGÊNITO</a:t>
            </a:r>
          </a:p>
          <a:p>
            <a:pPr algn="just"/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581890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000" dirty="0"/>
              <a:t>SENHOR DEUS, CORDEIRO DE DEUS, FILHO DE DEUS PAI</a:t>
            </a:r>
          </a:p>
          <a:p>
            <a:pPr algn="l"/>
            <a:r>
              <a:rPr lang="pt-BR" sz="8000" dirty="0"/>
              <a:t>VÓS QUE TIRAIS O PECADO DO MUNDO,</a:t>
            </a:r>
          </a:p>
          <a:p>
            <a:pPr algn="l"/>
            <a:r>
              <a:rPr lang="pt-BR" sz="8000" dirty="0"/>
              <a:t>TENDE PIEDADE DE NÓS</a:t>
            </a:r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2300" dirty="0"/>
              <a:t>VÓS QUE TIRAIS O PECADO DO MUNDO,  ACOLHEI A NOSSA SÚPLICA</a:t>
            </a:r>
          </a:p>
          <a:p>
            <a:pPr algn="just"/>
            <a:r>
              <a:rPr lang="pt-BR" sz="12300" dirty="0"/>
              <a:t>VÓS QUE ESTAIS À DIREITA DO PAI, TENDE PIEDADE DE NÓS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510306" cy="584661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9600" dirty="0"/>
              <a:t>SÓ VÓS SOIS SANTO, SÓ VÓS O SENHOR</a:t>
            </a:r>
          </a:p>
          <a:p>
            <a:pPr algn="just"/>
            <a:r>
              <a:rPr lang="pt-BR" sz="9600" dirty="0"/>
              <a:t>SÓ VÓS O ALTÍSSIMO, JESUS CRISTO </a:t>
            </a:r>
          </a:p>
          <a:p>
            <a:pPr algn="just"/>
            <a:r>
              <a:rPr lang="pt-BR" sz="9600" dirty="0"/>
              <a:t>COM O ESPÍRITO SANTO NA GLÓRIA DE DEUS PAI. AMÉM!</a:t>
            </a:r>
          </a:p>
          <a:p>
            <a:pPr algn="just"/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PROVAI E VEDE QUÃO SUAVE É O SENHOR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 (2X)</a:t>
            </a:r>
          </a:p>
          <a:p>
            <a:endParaRPr lang="pt-BR" sz="4800" b="1" dirty="0"/>
          </a:p>
          <a:p>
            <a:r>
              <a:rPr lang="pt-BR" sz="4800" dirty="0"/>
              <a:t>Ó SENHOR, VOSSAS PALAVRAS SÃO ESPÍRITO E VIDA; AS PALAVRAS QUE DIZEIS, BEM QUE SÃO DE ETERNA VIDA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ALELUIA(2X)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97914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7100" b="1" i="0" dirty="0">
                <a:effectLst/>
                <a:latin typeface="Open Sans" panose="020B0606030504020204" pitchFamily="34" charset="0"/>
              </a:rPr>
              <a:t>FICAI ATENTO AO CLAMOR DA MINHA PRECE, Ó MEU REI E MEU SENHOR!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0661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4068" y="1104181"/>
            <a:ext cx="11514696" cy="5559855"/>
          </a:xfrm>
        </p:spPr>
        <p:txBody>
          <a:bodyPr>
            <a:normAutofit/>
          </a:bodyPr>
          <a:lstStyle/>
          <a:p>
            <a:pPr algn="l"/>
            <a:r>
              <a:rPr lang="pt-BR" sz="7100" i="0" dirty="0">
                <a:effectLst/>
                <a:latin typeface="Open Sans" panose="020B0606030504020204" pitchFamily="34" charset="0"/>
              </a:rPr>
              <a:t>ESCUTAI, Ó SENHOR DEUS, MINHAS PALAVRAS, * ATENDEI O MEU GEMIDO! 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9426297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0136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7100" b="1" i="0" dirty="0">
                <a:effectLst/>
                <a:latin typeface="Open Sans" panose="020B0606030504020204" pitchFamily="34" charset="0"/>
              </a:rPr>
              <a:t>FICAI ATENTO AO CLAMOR DA MINHA PRECE, Ó MEU REI E MEU SENHOR!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1261639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9287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4068" y="1104181"/>
            <a:ext cx="11514696" cy="5559855"/>
          </a:xfrm>
        </p:spPr>
        <p:txBody>
          <a:bodyPr>
            <a:normAutofit/>
          </a:bodyPr>
          <a:lstStyle/>
          <a:p>
            <a:pPr algn="l"/>
            <a:r>
              <a:rPr lang="pt-BR" sz="7100" i="0" dirty="0">
                <a:effectLst/>
                <a:latin typeface="Open Sans" panose="020B0606030504020204" pitchFamily="34" charset="0"/>
              </a:rPr>
              <a:t>É A VÓS QUE EU DIRIJO A MINHA PRECE; *</a:t>
            </a:r>
          </a:p>
          <a:p>
            <a:pPr algn="l"/>
            <a:r>
              <a:rPr lang="pt-BR" sz="7100" i="0" dirty="0">
                <a:effectLst/>
                <a:latin typeface="Open Sans" panose="020B0606030504020204" pitchFamily="34" charset="0"/>
              </a:rPr>
              <a:t>DE MANHÃ JÁ ME ESCUTAIS!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2683091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0136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7100" b="1" i="0" dirty="0">
                <a:effectLst/>
                <a:latin typeface="Open Sans" panose="020B0606030504020204" pitchFamily="34" charset="0"/>
              </a:rPr>
              <a:t>FICAI ATENTO AO CLAMOR DA MINHA PRECE, Ó MEU REI E MEU SENHOR!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6812042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9287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4068" y="1104181"/>
            <a:ext cx="11514696" cy="5559855"/>
          </a:xfrm>
        </p:spPr>
        <p:txBody>
          <a:bodyPr>
            <a:normAutofit/>
          </a:bodyPr>
          <a:lstStyle/>
          <a:p>
            <a:pPr algn="l"/>
            <a:r>
              <a:rPr lang="pt-BR" sz="7100" i="0" dirty="0">
                <a:effectLst/>
                <a:latin typeface="Open Sans" panose="020B0606030504020204" pitchFamily="34" charset="0"/>
              </a:rPr>
              <a:t>QUE ME POSSA CONDUZIR VOSSA JUSTIÇA, *</a:t>
            </a:r>
          </a:p>
          <a:p>
            <a:pPr algn="l"/>
            <a:r>
              <a:rPr lang="pt-BR" sz="7100" i="0" dirty="0">
                <a:effectLst/>
                <a:latin typeface="Open Sans" panose="020B0606030504020204" pitchFamily="34" charset="0"/>
              </a:rPr>
              <a:t>POR CAUSA DO INIMIGO!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2971083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0136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7100" b="1" i="0" dirty="0">
                <a:effectLst/>
                <a:latin typeface="Open Sans" panose="020B0606030504020204" pitchFamily="34" charset="0"/>
              </a:rPr>
              <a:t>FICAI ATENTO AO CLAMOR DA MINHA PRECE, Ó MEU REI E MEU SENHOR!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2162062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9287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5057" y="1104181"/>
            <a:ext cx="11583707" cy="5559855"/>
          </a:xfrm>
        </p:spPr>
        <p:txBody>
          <a:bodyPr>
            <a:normAutofit/>
          </a:bodyPr>
          <a:lstStyle/>
          <a:p>
            <a:pPr algn="l"/>
            <a:r>
              <a:rPr lang="pt-BR" sz="7100" i="0" dirty="0">
                <a:effectLst/>
                <a:latin typeface="Open Sans" panose="020B0606030504020204" pitchFamily="34" charset="0"/>
              </a:rPr>
              <a:t>À MINHA FRENTE APLAINAI VOSSO CAMINHO, *</a:t>
            </a:r>
          </a:p>
          <a:p>
            <a:pPr algn="l"/>
            <a:r>
              <a:rPr lang="pt-BR" sz="7100" i="0" dirty="0">
                <a:effectLst/>
                <a:latin typeface="Open Sans" panose="020B0606030504020204" pitchFamily="34" charset="0"/>
              </a:rPr>
              <a:t> E GUIAI MEU CAMINHAR!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4191613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0136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7100" b="1" i="0" dirty="0">
                <a:effectLst/>
                <a:latin typeface="Open Sans" panose="020B0606030504020204" pitchFamily="34" charset="0"/>
              </a:rPr>
              <a:t>FICAI ATENTO AO CLAMOR DA MINHA PRECE, Ó MEU REI E MEU SENHOR!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234736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just"/>
            <a:endParaRPr lang="pt-BR" sz="6600" dirty="0"/>
          </a:p>
          <a:p>
            <a:pPr algn="just"/>
            <a:r>
              <a:rPr lang="pt-BR" sz="66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9600" b="1" i="0" dirty="0">
                <a:solidFill>
                  <a:srgbClr val="000000"/>
                </a:solidFill>
                <a:effectLst/>
                <a:latin typeface="-apple-system"/>
              </a:rPr>
              <a:t>QUE EU VOS CANTE, Ó SENHOR, PELO BEM QUE ME FIZESTES</a:t>
            </a:r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ATÉ QUANDO, Ó SENHOR, ME ESQUECEREIS? 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ATÉ QUANDO ESCONDEREIS A VOSSA FACE? 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ATÉ QUANDO ESTARÁ TRISTE A MINHA ALMA? 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E O CORAÇÃO ANGUSTIADO CADA DIA? </a:t>
            </a:r>
          </a:p>
        </p:txBody>
      </p:sp>
    </p:spTree>
    <p:extLst>
      <p:ext uri="{BB962C8B-B14F-4D97-AF65-F5344CB8AC3E}">
        <p14:creationId xmlns:p14="http://schemas.microsoft.com/office/powerpoint/2010/main" val="36068717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9600" b="1" i="0" dirty="0">
                <a:solidFill>
                  <a:srgbClr val="000000"/>
                </a:solidFill>
                <a:effectLst/>
                <a:latin typeface="-apple-system"/>
              </a:rPr>
              <a:t>QUE EU VOS CANTE, Ó SENHOR, PELO BEM QUE ME FIZESTES</a:t>
            </a:r>
          </a:p>
        </p:txBody>
      </p:sp>
    </p:spTree>
    <p:extLst>
      <p:ext uri="{BB962C8B-B14F-4D97-AF65-F5344CB8AC3E}">
        <p14:creationId xmlns:p14="http://schemas.microsoft.com/office/powerpoint/2010/main" val="20093545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ATÉ QUANDO O INIMIGO SE ERGUERÁ? 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OLHAI, SENHOR, MEU DEUS, E RESPONDEI-ME! 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NÃO DEIXEIS QUE SE ME APAGUE A LUZ DOS OLHOS 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E SE FECHEM, PELA MORTE, ADORMECIDOS! </a:t>
            </a:r>
          </a:p>
        </p:txBody>
      </p:sp>
    </p:spTree>
    <p:extLst>
      <p:ext uri="{BB962C8B-B14F-4D97-AF65-F5344CB8AC3E}">
        <p14:creationId xmlns:p14="http://schemas.microsoft.com/office/powerpoint/2010/main" val="24152493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9600" b="1" i="0" dirty="0">
                <a:solidFill>
                  <a:srgbClr val="000000"/>
                </a:solidFill>
                <a:effectLst/>
                <a:latin typeface="-apple-system"/>
              </a:rPr>
              <a:t>QUE EU VOS CANTE, Ó SENHOR, PELO BEM QUE ME FIZESTES</a:t>
            </a:r>
          </a:p>
        </p:txBody>
      </p:sp>
    </p:spTree>
    <p:extLst>
      <p:ext uri="{BB962C8B-B14F-4D97-AF65-F5344CB8AC3E}">
        <p14:creationId xmlns:p14="http://schemas.microsoft.com/office/powerpoint/2010/main" val="5108324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QUE O INIMIGO NÃO ME DIGA: ‘EU TRIUNFEI!’ 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NEM EXULTE O OPRESSOR POR MINHA QUEDA.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UMA VEZ QUE CONFIEI NO VOSSO AMOR, 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MEU CORAÇÃO, POR VOSSO AUXÍLIO, REJUBILE. </a:t>
            </a:r>
          </a:p>
        </p:txBody>
      </p:sp>
    </p:spTree>
    <p:extLst>
      <p:ext uri="{BB962C8B-B14F-4D97-AF65-F5344CB8AC3E}">
        <p14:creationId xmlns:p14="http://schemas.microsoft.com/office/powerpoint/2010/main" val="39750660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0571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32675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ALMA DE CRISTO, SANTIFICAI-ME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CORPO DE CRISTO, SALVAI-ME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SANGUE DE CRISTO, INEBRIAI-ME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ÁGUA DO LADO DE CRISTO, LAVAI-ME</a:t>
            </a:r>
          </a:p>
          <a:p>
            <a:pPr algn="l"/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2459495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32675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PAIXÃO DE CRISTO, CONFORTAI-ME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Ó BOM JESUS, OUVI-ME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DENTRO DE VOSSAS CHAGAS, ESCONDEI-ME, ESCONDEI-ME</a:t>
            </a:r>
          </a:p>
        </p:txBody>
      </p:sp>
    </p:spTree>
    <p:extLst>
      <p:ext uri="{BB962C8B-B14F-4D97-AF65-F5344CB8AC3E}">
        <p14:creationId xmlns:p14="http://schemas.microsoft.com/office/powerpoint/2010/main" val="24894764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32675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NÃO PERMITAIS QUE EU ME SEPARE DE VÓS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DO ESPÍRITO MALIGNO DEFENDEI-ME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NA HORA DA MORTE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CHAMAI-ME, CHAMAI-ME</a:t>
            </a:r>
          </a:p>
        </p:txBody>
      </p:sp>
    </p:spTree>
    <p:extLst>
      <p:ext uri="{BB962C8B-B14F-4D97-AF65-F5344CB8AC3E}">
        <p14:creationId xmlns:p14="http://schemas.microsoft.com/office/powerpoint/2010/main" val="14648720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32675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E MANDAI-ME IR PARA VÓS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PARA QUE COM VOSSOS SANTOS VOS LOUVE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POR TODOS OS SÉCULOS DOS SÉCULOS, AMÉM</a:t>
            </a:r>
          </a:p>
        </p:txBody>
      </p:sp>
    </p:spTree>
    <p:extLst>
      <p:ext uri="{BB962C8B-B14F-4D97-AF65-F5344CB8AC3E}">
        <p14:creationId xmlns:p14="http://schemas.microsoft.com/office/powerpoint/2010/main" val="23220975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78" y="957721"/>
            <a:ext cx="11893122" cy="6338125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1. PELAS ESTRADAS DA VIDA,</a:t>
            </a:r>
          </a:p>
          <a:p>
            <a:pPr algn="l"/>
            <a:r>
              <a:rPr lang="pt-BR" sz="8000" dirty="0"/>
              <a:t>NUNCA SOZINHO ESTÁS.</a:t>
            </a:r>
          </a:p>
          <a:p>
            <a:pPr algn="l"/>
            <a:r>
              <a:rPr lang="pt-BR" sz="8000" dirty="0"/>
              <a:t>CONTIGO PELO CAMINHO,</a:t>
            </a:r>
          </a:p>
          <a:p>
            <a:pPr algn="l"/>
            <a:r>
              <a:rPr lang="pt-BR" sz="8000" dirty="0"/>
              <a:t>SANTA MARIA VAI.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Ó VEM CONOSCO, VEM CAMINHAR,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SANTA MARIA VEM.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Ó VEM CONOSCO, VEM CAMINHAR,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SANTA MARIA VEM.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78" y="957721"/>
            <a:ext cx="11893122" cy="6338125"/>
          </a:xfrm>
        </p:spPr>
        <p:txBody>
          <a:bodyPr>
            <a:normAutofit fontScale="92500"/>
          </a:bodyPr>
          <a:lstStyle/>
          <a:p>
            <a:pPr algn="l"/>
            <a:r>
              <a:rPr lang="pt-BR" sz="8000" dirty="0"/>
              <a:t>2. MESMO QUE DIGAM OS HOMENS,</a:t>
            </a:r>
          </a:p>
          <a:p>
            <a:pPr algn="l"/>
            <a:r>
              <a:rPr lang="pt-BR" sz="8000" dirty="0"/>
              <a:t>TU NADA PODES MUDAR</a:t>
            </a:r>
          </a:p>
          <a:p>
            <a:pPr algn="l"/>
            <a:r>
              <a:rPr lang="pt-BR" sz="8000" dirty="0"/>
              <a:t>LUTA POR UM MUNDO NOVO</a:t>
            </a:r>
          </a:p>
          <a:p>
            <a:pPr algn="l"/>
            <a:r>
              <a:rPr lang="pt-BR" sz="8000" dirty="0"/>
              <a:t>DE UNIDADE E PAZ.</a:t>
            </a:r>
          </a:p>
        </p:txBody>
      </p:sp>
    </p:spTree>
    <p:extLst>
      <p:ext uri="{BB962C8B-B14F-4D97-AF65-F5344CB8AC3E}">
        <p14:creationId xmlns:p14="http://schemas.microsoft.com/office/powerpoint/2010/main" val="6806104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Ó VEM CONOSCO, VEM CAMINHAR,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SANTA MARIA VEM.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Ó VEM CONOSCO, VEM CAMINHAR,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SANTA MARIA VEM.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24411913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8428</TotalTime>
  <Words>903</Words>
  <Application>Microsoft Office PowerPoint</Application>
  <PresentationFormat>Widescreen</PresentationFormat>
  <Paragraphs>160</Paragraphs>
  <Slides>48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48</vt:i4>
      </vt:variant>
    </vt:vector>
  </HeadingPairs>
  <TitlesOfParts>
    <vt:vector size="56" baseType="lpstr">
      <vt:lpstr>-apple-system</vt:lpstr>
      <vt:lpstr>Arial</vt:lpstr>
      <vt:lpstr>Calibri</vt:lpstr>
      <vt:lpstr>Calibri Light</vt:lpstr>
      <vt:lpstr>Open Sans</vt:lpstr>
      <vt:lpstr>Roboto</vt:lpstr>
      <vt:lpstr>Verdana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39</cp:revision>
  <dcterms:created xsi:type="dcterms:W3CDTF">2023-05-06T17:01:55Z</dcterms:created>
  <dcterms:modified xsi:type="dcterms:W3CDTF">2024-08-25T20:38:02Z</dcterms:modified>
</cp:coreProperties>
</file>