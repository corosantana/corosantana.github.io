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612" r:id="rId3"/>
    <p:sldId id="433" r:id="rId4"/>
    <p:sldId id="450" r:id="rId5"/>
    <p:sldId id="451" r:id="rId6"/>
    <p:sldId id="613" r:id="rId7"/>
    <p:sldId id="614" r:id="rId8"/>
    <p:sldId id="454" r:id="rId9"/>
    <p:sldId id="258" r:id="rId10"/>
    <p:sldId id="397" r:id="rId11"/>
    <p:sldId id="626" r:id="rId12"/>
    <p:sldId id="627" r:id="rId13"/>
    <p:sldId id="260" r:id="rId14"/>
    <p:sldId id="425" r:id="rId15"/>
    <p:sldId id="426" r:id="rId16"/>
    <p:sldId id="427" r:id="rId17"/>
    <p:sldId id="428" r:id="rId18"/>
    <p:sldId id="429" r:id="rId19"/>
    <p:sldId id="264" r:id="rId20"/>
    <p:sldId id="265" r:id="rId21"/>
    <p:sldId id="266" r:id="rId22"/>
    <p:sldId id="267" r:id="rId23"/>
    <p:sldId id="271" r:id="rId24"/>
    <p:sldId id="269" r:id="rId25"/>
    <p:sldId id="452" r:id="rId26"/>
    <p:sldId id="620" r:id="rId27"/>
    <p:sldId id="453" r:id="rId28"/>
    <p:sldId id="621" r:id="rId29"/>
    <p:sldId id="616" r:id="rId30"/>
    <p:sldId id="622" r:id="rId31"/>
    <p:sldId id="617" r:id="rId32"/>
    <p:sldId id="623" r:id="rId33"/>
    <p:sldId id="618" r:id="rId34"/>
    <p:sldId id="624" r:id="rId35"/>
    <p:sldId id="619" r:id="rId36"/>
    <p:sldId id="625" r:id="rId37"/>
    <p:sldId id="292" r:id="rId38"/>
    <p:sldId id="275" r:id="rId39"/>
    <p:sldId id="361" r:id="rId40"/>
    <p:sldId id="362" r:id="rId41"/>
    <p:sldId id="415" r:id="rId42"/>
    <p:sldId id="416" r:id="rId43"/>
    <p:sldId id="417" r:id="rId44"/>
    <p:sldId id="418" r:id="rId45"/>
    <p:sldId id="430" r:id="rId46"/>
    <p:sldId id="607" r:id="rId47"/>
    <p:sldId id="608" r:id="rId48"/>
    <p:sldId id="609" r:id="rId49"/>
    <p:sldId id="404" r:id="rId50"/>
    <p:sldId id="337" r:id="rId51"/>
    <p:sldId id="615" r:id="rId52"/>
    <p:sldId id="431" r:id="rId5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26" autoAdjust="0"/>
    <p:restoredTop sz="86770" autoAdjust="0"/>
  </p:normalViewPr>
  <p:slideViewPr>
    <p:cSldViewPr snapToGrid="0">
      <p:cViewPr varScale="1">
        <p:scale>
          <a:sx n="99" d="100"/>
          <a:sy n="99" d="100"/>
        </p:scale>
        <p:origin x="103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218E267-E878-ED9C-990B-4838ADE7E2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08" b="7462"/>
          <a:stretch>
            <a:fillRect/>
          </a:stretch>
        </p:blipFill>
        <p:spPr>
          <a:xfrm>
            <a:off x="-1" y="0"/>
            <a:ext cx="12192000" cy="692279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1" y="0"/>
            <a:ext cx="12192000" cy="6857999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631266" y="2028615"/>
            <a:ext cx="915806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16º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221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EIS-ME AQUI, SENHOR! EIS-ME AQUI, SENHOR!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PRA FAZER TUA VONTADE, PRA VIVER DO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PRA FAZER TUA VONTADE, PRA VIVER DO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EIS-ME AQUI, SENHOR!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942560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O SENHOR É O PASTOR QUE ME CONDUZ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POR CAMINHOS NUNCA VISTOS ME ENVIOU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SOU CHAMADO A SER FERMENTO, SAL E LUZ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E POR ISSO RESPONDI: AQUI ESTOU!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15931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221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EIS-ME AQUI, SENHOR! EIS-ME AQUI, SENHOR!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PRA FAZER TUA VONTADE, PRA VIVER DO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PRA FAZER TUA VONTADE, PRA VIVER DO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EIS-ME AQUI, SENHOR!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244354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400" y="1005815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ELE PÔS EM MINHA BOCA UMA CANÇÃO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ME UNGIU COMO PROFETA E TROVADOR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DA HISTÓRIA E DA VIDA DO MEU POVO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E POR ISSO RESPONDI: AQUI ESTOU!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841372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221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EIS-ME AQUI, SENHOR! EIS-ME AQUI, SENHOR!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PRA FAZER TUA VONTADE, PRA VIVER DO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PRA FAZER TUA VONTADE, PRA VIVER DO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EIS-ME AQUI, SENHOR!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290576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400" y="1005815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PONHO A MINHA CONFIANÇA NO SENHOR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DA ESPERANÇA SOU CHAMADO A SER SINAL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SEU OUVIDO SE INCLINOU AO MEU CLAMOR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E POR ISSO RESPONDI: AQUI ESTOU!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626551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221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EIS-ME AQUI, SENHOR! EIS-ME AQUI, SENHOR!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PRA FAZER TUA VONTADE, PRA VIVER DO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PRA FAZER TUA VONTADE, PRA VIVER DO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EIS-ME AQUI, SENHOR!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030337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SENHOR, QUE VIESTES NÃO PARA CONDENAR, MAS PARA PERDOAR, TENDE PIEDADE DE NÓS</a:t>
            </a:r>
          </a:p>
          <a:p>
            <a:pPr algn="just"/>
            <a:endParaRPr lang="pt-BR" sz="6000" b="1" dirty="0"/>
          </a:p>
          <a:p>
            <a:pPr algn="just"/>
            <a:r>
              <a:rPr lang="pt-BR" sz="6000" b="1" dirty="0"/>
              <a:t>KYRIE ELEISON! (2X)</a:t>
            </a:r>
          </a:p>
        </p:txBody>
      </p:sp>
    </p:spTree>
    <p:extLst>
      <p:ext uri="{BB962C8B-B14F-4D97-AF65-F5344CB8AC3E}">
        <p14:creationId xmlns:p14="http://schemas.microsoft.com/office/powerpoint/2010/main" val="1426477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068AC-6EF3-99E6-757D-5D3C26E7E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EBB532-50F4-2EF1-7C0E-55C92114F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DC3599-566D-12A7-185D-2CF8CA8D92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CRISTO, QUE VOS ALEGRAIS PELO PECADOR ARREPENDIDO, TENDE PIEDADE DE NÓS.</a:t>
            </a:r>
          </a:p>
          <a:p>
            <a:pPr algn="just"/>
            <a:endParaRPr lang="pt-BR" sz="6000" b="1" dirty="0"/>
          </a:p>
          <a:p>
            <a:pPr algn="just"/>
            <a:r>
              <a:rPr lang="pt-BR" sz="6000" b="1" dirty="0"/>
              <a:t>CHRISTE, ELEISON! (2X)</a:t>
            </a:r>
          </a:p>
        </p:txBody>
      </p:sp>
    </p:spTree>
    <p:extLst>
      <p:ext uri="{BB962C8B-B14F-4D97-AF65-F5344CB8AC3E}">
        <p14:creationId xmlns:p14="http://schemas.microsoft.com/office/powerpoint/2010/main" val="1844879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59070-4463-A3C2-4C65-9B87732A0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D5072D-18ED-B569-CA57-41B4D7AFB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B36B97-68DA-CD01-026A-CE917328D0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SENHOR, QUE MUITO PERDOAIS A QUEM MUITO AMA, TENDE PIEDADE DE </a:t>
            </a:r>
            <a:r>
              <a:rPr lang="pt-BR" sz="6000"/>
              <a:t>NÓS.</a:t>
            </a:r>
          </a:p>
          <a:p>
            <a:pPr algn="just"/>
            <a:endParaRPr lang="pt-BR" sz="6000" b="1" dirty="0"/>
          </a:p>
          <a:p>
            <a:pPr algn="just"/>
            <a:r>
              <a:rPr lang="pt-BR" sz="6000" b="1" dirty="0"/>
              <a:t>KYRIE ELEISON! (2X)</a:t>
            </a:r>
          </a:p>
        </p:txBody>
      </p:sp>
    </p:spTree>
    <p:extLst>
      <p:ext uri="{BB962C8B-B14F-4D97-AF65-F5344CB8AC3E}">
        <p14:creationId xmlns:p14="http://schemas.microsoft.com/office/powerpoint/2010/main" val="4196073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93088" cy="558753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8500" b="1" dirty="0"/>
              <a:t>GLÓRIA A DEUS NAS ALTURAS! (3X) E PAZ NA TERRA AOS HOMENS POR ELE AMADOS</a:t>
            </a:r>
          </a:p>
          <a:p>
            <a:pPr algn="just"/>
            <a:endParaRPr lang="pt-BR" sz="10600" b="1" dirty="0"/>
          </a:p>
          <a:p>
            <a:pPr algn="just"/>
            <a:r>
              <a:rPr lang="pt-BR" sz="8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6559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467408" cy="59990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  <a:endParaRPr lang="pt-BR" sz="11000" b="1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97694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23275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703811"/>
            <a:ext cx="11436928" cy="6220691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dirty="0"/>
              <a:t>SENHOR JESUS CRISTO, FILHO UNIGÊNITO,</a:t>
            </a:r>
          </a:p>
          <a:p>
            <a:pPr algn="l"/>
            <a:r>
              <a:rPr lang="pt-BR" sz="6600" dirty="0"/>
              <a:t>SENHOR DEUS, CORDEIRO DE DEUS, FILHO DE DEUS PAI</a:t>
            </a:r>
            <a:endParaRPr lang="pt-BR" sz="6600" b="1" dirty="0"/>
          </a:p>
          <a:p>
            <a:pPr algn="l"/>
            <a:r>
              <a:rPr lang="pt-BR" sz="6600" dirty="0"/>
              <a:t>VÓS QUE TIRAIS O PECADO DO MUNDO, TENDE PIEDADE DE NÓS</a:t>
            </a:r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670595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000" dirty="0"/>
              <a:t>VÓS QUE TIRAIS O PECADO DO MUNDO, ACOLHEI A NOSSA SÚPLICA</a:t>
            </a:r>
          </a:p>
          <a:p>
            <a:pPr algn="just"/>
            <a:r>
              <a:rPr lang="pt-BR" sz="6000" dirty="0"/>
              <a:t>VÓS QUE ESTAIS À DIREITA DO PAI, </a:t>
            </a:r>
          </a:p>
          <a:p>
            <a:pPr algn="just"/>
            <a:r>
              <a:rPr lang="pt-BR" sz="6000" dirty="0"/>
              <a:t>TENDE PIEDADE DE NÓS</a:t>
            </a:r>
          </a:p>
          <a:p>
            <a:pPr algn="just"/>
            <a:r>
              <a:rPr lang="pt-BR" sz="6000" dirty="0"/>
              <a:t>SÓ VÓS SOIS SANTO, SÓ VÓS O SENHOR</a:t>
            </a:r>
          </a:p>
        </p:txBody>
      </p:sp>
    </p:spTree>
    <p:extLst>
      <p:ext uri="{BB962C8B-B14F-4D97-AF65-F5344CB8AC3E}">
        <p14:creationId xmlns:p14="http://schemas.microsoft.com/office/powerpoint/2010/main" val="2788905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9600" dirty="0"/>
              <a:t>SÓ VÓS O ALTÍSSIMO, JESUS CRISTO, </a:t>
            </a:r>
          </a:p>
          <a:p>
            <a:pPr algn="just"/>
            <a:r>
              <a:rPr lang="pt-BR" sz="9600" dirty="0"/>
              <a:t>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1182347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Ó SENHOR, VÓS SOIS BOM, SOIS CLEMENTE E FIEL!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 (2X)</a:t>
            </a:r>
          </a:p>
          <a:p>
            <a:endParaRPr lang="pt-BR" sz="4800" b="1" dirty="0"/>
          </a:p>
          <a:p>
            <a:r>
              <a:rPr lang="pt-BR" sz="4800" dirty="0"/>
              <a:t>EU TE LOUVO, Ó PAI SANTO, DEUS DO CÉU, SENHOR DA TERRA: OS MISTÉRIOS DO TEU REINO AOS PEQUENOS, PAI, REVELAS!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ALELUIA(2X)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BENDITO SEJA O NOME DO SENHOR, </a:t>
            </a:r>
          </a:p>
          <a:p>
            <a:pPr algn="l"/>
            <a:r>
              <a:rPr lang="pt-BR" sz="6000" b="1" dirty="0"/>
              <a:t>AGORA E SEMPRE E POR TODA A ETERNIDADE.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8D252-1BE8-C844-26B8-935CE5B47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33BA1-4C26-4056-03B6-409840839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6DCFD2-287B-2F14-8631-C85ACB91A4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PELO PÃO QUE DE SUA BONDADE RECEBEMOS, / FRUTO DA TERRA E DO NOSSO TRABALHO.</a:t>
            </a:r>
          </a:p>
        </p:txBody>
      </p:sp>
    </p:spTree>
    <p:extLst>
      <p:ext uri="{BB962C8B-B14F-4D97-AF65-F5344CB8AC3E}">
        <p14:creationId xmlns:p14="http://schemas.microsoft.com/office/powerpoint/2010/main" val="26435223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BE870-EA44-1E13-DE23-0F957E043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6BE58E-EC38-1B93-7AD3-CE67E1A435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9CA078-745E-5C92-3284-BAA55C85DC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BENDITO SEJA O NOME DO SENHOR, </a:t>
            </a:r>
          </a:p>
          <a:p>
            <a:pPr algn="l"/>
            <a:r>
              <a:rPr lang="pt-BR" sz="6000" b="1" dirty="0"/>
              <a:t>AGORA E SEMPRE E POR TODA A ETERNIDADE.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5622238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AE416-CFAF-F29C-6657-6FF935801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67910-7A9E-3BBA-8B83-AEF03A142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9D5FFB-C5B0-0B2F-8779-E05BDD6E7A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PELO VINHO QUE DE SEU AMOR NÓS RECEBEMOS, / FRUTO DA VIDEIRA E DO NOSSO TRABALHO.</a:t>
            </a:r>
          </a:p>
        </p:txBody>
      </p:sp>
    </p:spTree>
    <p:extLst>
      <p:ext uri="{BB962C8B-B14F-4D97-AF65-F5344CB8AC3E}">
        <p14:creationId xmlns:p14="http://schemas.microsoft.com/office/powerpoint/2010/main" val="20571399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1B8E4-17D1-7B0B-815F-98158E9A4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A0BF0E-D1FF-854F-057B-0EB63CCB4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E9B4AE-6B02-D33C-A74C-34C622EDE3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BENDITO SEJA O NOME DO SENHOR, </a:t>
            </a:r>
          </a:p>
          <a:p>
            <a:pPr algn="l"/>
            <a:r>
              <a:rPr lang="pt-BR" sz="6000" b="1" dirty="0"/>
              <a:t>AGORA E SEMPRE E POR TODA A ETERNIDADE.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3743723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AFECD-4512-1B92-0A0A-F6216FE5E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0D1432-73AD-04FC-082A-4AE8B1307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C7A404-0FC8-7079-A8D1-9AFF696EA2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PELO ALIMENTO CORPORAL QUE À CRIATURA ELE DÁ, / O PÃO DE CADA DIA QUE SUSTENTA NOSSO CORPO.</a:t>
            </a:r>
          </a:p>
        </p:txBody>
      </p:sp>
    </p:spTree>
    <p:extLst>
      <p:ext uri="{BB962C8B-B14F-4D97-AF65-F5344CB8AC3E}">
        <p14:creationId xmlns:p14="http://schemas.microsoft.com/office/powerpoint/2010/main" val="10900811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CE6EA-58E3-FAA6-9B1A-DDE409B90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9BAD11-2815-CE1B-66BB-C36068B2A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AA70C3-2C1E-1F16-7811-372F338E7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BENDITO SEJA O NOME DO SENHOR, </a:t>
            </a:r>
          </a:p>
          <a:p>
            <a:pPr algn="l"/>
            <a:r>
              <a:rPr lang="pt-BR" sz="6000" b="1" dirty="0"/>
              <a:t>AGORA E SEMPRE E POR TODA A ETERNIDADE.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8298543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29330-F85B-20B5-0ADE-946126B3D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A6CA4-F540-8540-373B-866C32DDC0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63B65F-16AB-201F-295E-DFFACE4BE2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PELO ALIMENTO ESPIRITUAL QUE AS SEUS FILHOS ELE DÁ / SUA PALAVRA E SEU CORPO QUE SUSTENTAM NOSSA ALMA. </a:t>
            </a:r>
          </a:p>
        </p:txBody>
      </p:sp>
    </p:spTree>
    <p:extLst>
      <p:ext uri="{BB962C8B-B14F-4D97-AF65-F5344CB8AC3E}">
        <p14:creationId xmlns:p14="http://schemas.microsoft.com/office/powerpoint/2010/main" val="13829917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202F4-A537-2E62-1A45-913DA2604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1DBAE8-4AF4-EBC5-2B4A-7C9299AEAD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AEFC48-A3F5-94EC-C2D6-2ACBC40352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BENDITO SEJA O NOME DO SENHOR, </a:t>
            </a:r>
          </a:p>
          <a:p>
            <a:pPr algn="l"/>
            <a:r>
              <a:rPr lang="pt-BR" sz="6000" b="1" dirty="0"/>
              <a:t>AGORA E SEMPRE E POR TODA A ETERNIDADE.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9680577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A0DEC-E589-0F7D-324A-DFBF12EEA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C52103-F6FA-B141-AACB-2400D2339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39DC80-259F-FA66-6747-4D2D93B2E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BENDIZEI AO SENHOR, SEUS FILHOS TODOS, / BENDIZEI O NOME DO SENHOR!</a:t>
            </a:r>
          </a:p>
        </p:txBody>
      </p:sp>
    </p:spTree>
    <p:extLst>
      <p:ext uri="{BB962C8B-B14F-4D97-AF65-F5344CB8AC3E}">
        <p14:creationId xmlns:p14="http://schemas.microsoft.com/office/powerpoint/2010/main" val="20303007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92689-39E0-64D3-00B4-7B1B242DD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23D90B-793C-4ACE-E05F-1B2EED6D4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B5D4E3-98D6-AE88-9C91-1D19F139C7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BENDITO SEJA O NOME DO SENHOR, </a:t>
            </a:r>
          </a:p>
          <a:p>
            <a:pPr algn="l"/>
            <a:r>
              <a:rPr lang="pt-BR" sz="6000" b="1" dirty="0"/>
              <a:t>AGORA E SEMPRE E POR TODA A ETERNIDADE.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0545892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6083C-DEA8-D06C-D40C-8F563026D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777545-9621-3427-7CEF-51A606E19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67B5C2-A151-753B-BFB0-CF6282B42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DESDE O NASCER AO PÔR DO SOL, / BENDITO SEJA O NOME DO SENHOR!</a:t>
            </a:r>
          </a:p>
        </p:txBody>
      </p:sp>
    </p:spTree>
    <p:extLst>
      <p:ext uri="{BB962C8B-B14F-4D97-AF65-F5344CB8AC3E}">
        <p14:creationId xmlns:p14="http://schemas.microsoft.com/office/powerpoint/2010/main" val="8699725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E0C02-CDF3-35CC-427C-3797140ED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DF8648-80D0-D023-0953-C1E87B48B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D50E5D2-DCF2-255B-8572-26A9EDC39C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BENDITO SEJA O NOME DO SENHOR, </a:t>
            </a:r>
          </a:p>
          <a:p>
            <a:pPr algn="l"/>
            <a:r>
              <a:rPr lang="pt-BR" sz="6000" b="1" dirty="0"/>
              <a:t>AGORA E SEMPRE E POR TODA A ETERNIDADE.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511855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ALTURAS! (2X)</a:t>
            </a:r>
          </a:p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just"/>
            <a:r>
              <a:rPr lang="pt-BR" sz="6600" b="1" dirty="0"/>
              <a:t>HOSANA NAS ALTURAS! (2X) 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1. NÓS RECONHECEMOS O SENHOR, PARTINDO O PÃO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MISTÉRIO DE AMOR, A NOSSA REFEIÇÃO.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2. O SENHOR JESUS NO SACRAMENTO NOS DEIXOU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MEMORIAL DA CRUZ: MORTE E RESSURREIÇÃO.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7735816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3. TÃO GRANDE MISTÉRIO ADORAMOS, NESTE ALTAR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QUE NOSSA FÉ SUSTENTE O NOSSO CAMINHAR.</a:t>
            </a:r>
          </a:p>
        </p:txBody>
      </p:sp>
    </p:spTree>
    <p:extLst>
      <p:ext uri="{BB962C8B-B14F-4D97-AF65-F5344CB8AC3E}">
        <p14:creationId xmlns:p14="http://schemas.microsoft.com/office/powerpoint/2010/main" val="32980962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4. AO POVO DE DEUS, LÁ NO DESERTO, SEM PÃO, SEM LAR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DEUS FEZ CAIR DO CÉU COMIDA SALUTAR.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9820279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5. TODOS SE ASSENTARAM, TODOS COMERAM, ATÉ FARTAR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GLÓRIA E LOUVOR A DEUS, QUE VEM NOS SACIAR.</a:t>
            </a:r>
          </a:p>
        </p:txBody>
      </p:sp>
    </p:spTree>
    <p:extLst>
      <p:ext uri="{BB962C8B-B14F-4D97-AF65-F5344CB8AC3E}">
        <p14:creationId xmlns:p14="http://schemas.microsoft.com/office/powerpoint/2010/main" val="34877500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0571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b="1" dirty="0"/>
              <a:t>CREIO EM TI, SENHOR, CREIO NO TEU AMOR</a:t>
            </a:r>
          </a:p>
          <a:p>
            <a:pPr algn="l"/>
            <a:r>
              <a:rPr lang="pt-BR" sz="8000" b="1" dirty="0"/>
              <a:t>NA TUA FORÇA QUE SUSTENTA O MUNDO</a:t>
            </a:r>
          </a:p>
          <a:p>
            <a:pPr algn="l"/>
            <a:r>
              <a:rPr lang="pt-BR" sz="8000" b="1" dirty="0"/>
              <a:t>CREIO NO TEU SORRISO QUE FAZ BRILHAR O CÉU</a:t>
            </a:r>
          </a:p>
          <a:p>
            <a:pPr algn="l"/>
            <a:r>
              <a:rPr lang="pt-BR" sz="8000" b="1" dirty="0"/>
              <a:t>E NO TEU CANTO QUE ME DÁ ALEGRIA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7349919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b="1" dirty="0"/>
              <a:t>CREIO EM TI, SENHOR, CREIO NA TUA PAZ</a:t>
            </a:r>
          </a:p>
          <a:p>
            <a:pPr algn="l"/>
            <a:r>
              <a:rPr lang="pt-BR" sz="8000" b="1" dirty="0"/>
              <a:t>NA TUA VIDA QUE FAZ BELA A TERRA</a:t>
            </a:r>
          </a:p>
          <a:p>
            <a:pPr algn="l"/>
            <a:r>
              <a:rPr lang="pt-BR" sz="8000" b="1" dirty="0"/>
              <a:t>NA TUA LUZ QUE CLAREIA A NOITE</a:t>
            </a:r>
          </a:p>
          <a:p>
            <a:pPr algn="l"/>
            <a:r>
              <a:rPr lang="pt-BR" sz="8000" b="1" dirty="0"/>
              <a:t>ROTA SEGURA NO MEU CAMINHO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14754412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b="1" dirty="0"/>
              <a:t>CREIO EM TI, SENHOR, CREIO QUE TU ME AMAS</a:t>
            </a:r>
          </a:p>
          <a:p>
            <a:pPr algn="l"/>
            <a:r>
              <a:rPr lang="pt-BR" sz="8000" b="1" dirty="0"/>
              <a:t>QUE ME SUSTENTAS, QUE ME DÁS O PERDÃO</a:t>
            </a:r>
          </a:p>
          <a:p>
            <a:pPr algn="l"/>
            <a:r>
              <a:rPr lang="pt-BR" sz="8000" b="1" dirty="0"/>
              <a:t>QUE TU ME GUIAS PELAS ESTRADAS DO MUNDO</a:t>
            </a:r>
          </a:p>
          <a:p>
            <a:pPr algn="l"/>
            <a:r>
              <a:rPr lang="pt-BR" sz="8000" b="1" dirty="0"/>
              <a:t>QUE ME DARÁS A VIDA ETERNA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23958729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Ó SANT’ANA E TAMBÉM SÃO JOAQUIM OLHEM TEU POVO AQUI REUNIDOS/ AGRADECEMOS A TI AVÓS QUERIDOS NESTE DIA FESTIVO DE ALEGRIA</a:t>
            </a:r>
          </a:p>
          <a:p>
            <a:pPr algn="l"/>
            <a:endParaRPr lang="pt-BR" dirty="0"/>
          </a:p>
          <a:p>
            <a:pPr algn="l"/>
            <a:r>
              <a:rPr lang="pt-BR" sz="4800" b="1" dirty="0"/>
              <a:t>SANT’ANA E SÃO JOAQUIM ROGUEM POR NÓS/ POIS POR VÓS VEIO A MÃE DO SALVADOR/ COM SANT’ANA E SÃO JOAQUIM CONSTRUAMOS MUNDO NOVO DE IRMÃOS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Ó SANT’ANA E TAMBÉM SÃO JOAQUIM VEM</a:t>
            </a:r>
          </a:p>
          <a:p>
            <a:pPr algn="l"/>
            <a:r>
              <a:rPr lang="pt-BR" sz="4800" dirty="0"/>
              <a:t>CAMINHAR COM ESTE POVO SOFRIDO/ TODOS JUNTOS VAMOS ACREDITAR/ EMANUEL DEUS CONOSCO VEM MORAR.</a:t>
            </a:r>
          </a:p>
          <a:p>
            <a:pPr algn="l"/>
            <a:endParaRPr lang="pt-BR" sz="2000" dirty="0"/>
          </a:p>
          <a:p>
            <a:pPr algn="l"/>
            <a:r>
              <a:rPr lang="pt-BR" sz="4800" b="1" dirty="0"/>
              <a:t>SANT’ANA E SÃO JOAQUIM ROGUEM POR NÓS/ POIS POR VÓS VEIO A MÃE DO SALVADOR/ COM SANT’ANA E SÃO JOAQUIM CONSTRUAMOS MUNDO NOVO DE IRMÃOS</a:t>
            </a:r>
          </a:p>
        </p:txBody>
      </p:sp>
    </p:spTree>
    <p:extLst>
      <p:ext uri="{BB962C8B-B14F-4D97-AF65-F5344CB8AC3E}">
        <p14:creationId xmlns:p14="http://schemas.microsoft.com/office/powerpoint/2010/main" val="7177400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Ó SANT’ANA E TAMBÉM SÃO JOAQUIM PAIS DE</a:t>
            </a:r>
          </a:p>
          <a:p>
            <a:pPr algn="l"/>
            <a:r>
              <a:rPr lang="pt-BR" sz="4800" dirty="0"/>
              <a:t>AMOR , ESPERANÇA E FÉ / Ó SANT’ANA E TAMBÉM SÃO JOAQUIM ABENÇOAI TODOS NOSSOS LAVRADORES. </a:t>
            </a:r>
          </a:p>
          <a:p>
            <a:pPr algn="l"/>
            <a:endParaRPr lang="pt-BR" sz="2800" dirty="0"/>
          </a:p>
          <a:p>
            <a:pPr algn="l"/>
            <a:r>
              <a:rPr lang="pt-BR" sz="4800" b="1" dirty="0"/>
              <a:t>SANT’ANA E SÃO JOAQUIM ROGUEM POR NÓS/ POIS POR VÓS VEIO A MÃE DO SALVADOR/ COM SANT’ANA E SÃO JOAQUIM CONSTRUAMOS MUNDO NOVO DE IRMÃOS</a:t>
            </a:r>
          </a:p>
        </p:txBody>
      </p:sp>
    </p:spTree>
    <p:extLst>
      <p:ext uri="{BB962C8B-B14F-4D97-AF65-F5344CB8AC3E}">
        <p14:creationId xmlns:p14="http://schemas.microsoft.com/office/powerpoint/2010/main" val="13575229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17168</TotalTime>
  <Words>1257</Words>
  <Application>Microsoft Office PowerPoint</Application>
  <PresentationFormat>Widescreen</PresentationFormat>
  <Paragraphs>180</Paragraphs>
  <Slides>52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52</vt:i4>
      </vt:variant>
    </vt:vector>
  </HeadingPairs>
  <TitlesOfParts>
    <vt:vector size="56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52</cp:revision>
  <dcterms:created xsi:type="dcterms:W3CDTF">2023-05-06T17:01:55Z</dcterms:created>
  <dcterms:modified xsi:type="dcterms:W3CDTF">2026-07-19T20:57:01Z</dcterms:modified>
</cp:coreProperties>
</file>