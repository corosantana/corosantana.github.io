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401" r:id="rId5"/>
    <p:sldId id="258" r:id="rId6"/>
    <p:sldId id="259" r:id="rId7"/>
    <p:sldId id="260" r:id="rId8"/>
    <p:sldId id="261" r:id="rId9"/>
    <p:sldId id="338" r:id="rId10"/>
    <p:sldId id="339" r:id="rId11"/>
    <p:sldId id="340" r:id="rId12"/>
    <p:sldId id="377" r:id="rId13"/>
    <p:sldId id="264" r:id="rId14"/>
    <p:sldId id="265" r:id="rId15"/>
    <p:sldId id="266" r:id="rId16"/>
    <p:sldId id="267" r:id="rId17"/>
    <p:sldId id="271" r:id="rId18"/>
    <p:sldId id="269" r:id="rId19"/>
    <p:sldId id="376" r:id="rId20"/>
    <p:sldId id="395" r:id="rId21"/>
    <p:sldId id="396" r:id="rId22"/>
    <p:sldId id="292" r:id="rId23"/>
    <p:sldId id="275" r:id="rId24"/>
    <p:sldId id="363" r:id="rId25"/>
    <p:sldId id="361" r:id="rId26"/>
    <p:sldId id="362" r:id="rId27"/>
    <p:sldId id="358" r:id="rId28"/>
    <p:sldId id="397" r:id="rId29"/>
    <p:sldId id="398" r:id="rId30"/>
    <p:sldId id="399" r:id="rId31"/>
    <p:sldId id="400" r:id="rId32"/>
    <p:sldId id="277" r:id="rId33"/>
    <p:sldId id="337" r:id="rId34"/>
    <p:sldId id="374" r:id="rId3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09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37EEA817-895D-451B-9543-8A98F6C27FAC}"/>
    <pc:docChg chg="undo custSel addSld delSld modSld sldOrd">
      <pc:chgData name="anaclaracosta116@gmail.com" userId="a793634777582c92" providerId="LiveId" clId="{37EEA817-895D-451B-9543-8A98F6C27FAC}" dt="2023-08-13T17:57:42.604" v="678"/>
      <pc:docMkLst>
        <pc:docMk/>
      </pc:docMkLst>
      <pc:sldChg chg="modSp mod">
        <pc:chgData name="anaclaracosta116@gmail.com" userId="a793634777582c92" providerId="LiveId" clId="{37EEA817-895D-451B-9543-8A98F6C27FAC}" dt="2023-08-12T15:59:56.609" v="44" actId="20577"/>
        <pc:sldMkLst>
          <pc:docMk/>
          <pc:sldMk cId="337661645" sldId="261"/>
        </pc:sldMkLst>
        <pc:spChg chg="mod">
          <ac:chgData name="anaclaracosta116@gmail.com" userId="a793634777582c92" providerId="LiveId" clId="{37EEA817-895D-451B-9543-8A98F6C27FAC}" dt="2023-08-12T15:59:56.609" v="44" actId="20577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7EEA817-895D-451B-9543-8A98F6C27FAC}" dt="2023-08-12T16:03:01.389" v="130" actId="20577"/>
        <pc:sldMkLst>
          <pc:docMk/>
          <pc:sldMk cId="3388034860" sldId="265"/>
        </pc:sldMkLst>
        <pc:spChg chg="mod">
          <ac:chgData name="anaclaracosta116@gmail.com" userId="a793634777582c92" providerId="LiveId" clId="{37EEA817-895D-451B-9543-8A98F6C27FAC}" dt="2023-08-12T16:03:01.389" v="130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7EEA817-895D-451B-9543-8A98F6C27FAC}" dt="2023-08-12T16:04:26.528" v="260" actId="20577"/>
        <pc:sldMkLst>
          <pc:docMk/>
          <pc:sldMk cId="2671817442" sldId="267"/>
        </pc:sldMkLst>
        <pc:spChg chg="mod">
          <ac:chgData name="anaclaracosta116@gmail.com" userId="a793634777582c92" providerId="LiveId" clId="{37EEA817-895D-451B-9543-8A98F6C27FAC}" dt="2023-08-12T16:04:26.528" v="260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7EEA817-895D-451B-9543-8A98F6C27FAC}" dt="2023-08-12T16:05:10.789" v="315" actId="20577"/>
        <pc:sldMkLst>
          <pc:docMk/>
          <pc:sldMk cId="2786277918" sldId="269"/>
        </pc:sldMkLst>
        <pc:spChg chg="mod">
          <ac:chgData name="anaclaracosta116@gmail.com" userId="a793634777582c92" providerId="LiveId" clId="{37EEA817-895D-451B-9543-8A98F6C27FAC}" dt="2023-08-12T16:05:10.789" v="315" actId="20577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7EEA817-895D-451B-9543-8A98F6C27FAC}" dt="2023-08-12T16:08:46.111" v="509" actId="20577"/>
        <pc:sldMkLst>
          <pc:docMk/>
          <pc:sldMk cId="1963412704" sldId="275"/>
        </pc:sldMkLst>
        <pc:spChg chg="mod">
          <ac:chgData name="anaclaracosta116@gmail.com" userId="a793634777582c92" providerId="LiveId" clId="{37EEA817-895D-451B-9543-8A98F6C27FAC}" dt="2023-08-12T16:08:46.111" v="509" actId="20577"/>
          <ac:spMkLst>
            <pc:docMk/>
            <pc:sldMk cId="1963412704" sldId="27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7EEA817-895D-451B-9543-8A98F6C27FAC}" dt="2023-08-12T16:17:48.324" v="664" actId="113"/>
        <pc:sldMkLst>
          <pc:docMk/>
          <pc:sldMk cId="4141278968" sldId="337"/>
        </pc:sldMkLst>
        <pc:spChg chg="mod">
          <ac:chgData name="anaclaracosta116@gmail.com" userId="a793634777582c92" providerId="LiveId" clId="{37EEA817-895D-451B-9543-8A98F6C27FAC}" dt="2023-08-12T16:17:48.324" v="664" actId="113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7EEA817-895D-451B-9543-8A98F6C27FAC}" dt="2023-08-12T16:01:04.008" v="58" actId="403"/>
        <pc:sldMkLst>
          <pc:docMk/>
          <pc:sldMk cId="2703894855" sldId="339"/>
        </pc:sldMkLst>
        <pc:spChg chg="mod">
          <ac:chgData name="anaclaracosta116@gmail.com" userId="a793634777582c92" providerId="LiveId" clId="{37EEA817-895D-451B-9543-8A98F6C27FAC}" dt="2023-08-12T16:01:04.008" v="58" actId="403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7EEA817-895D-451B-9543-8A98F6C27FAC}" dt="2023-08-12T16:00:37.025" v="47" actId="27636"/>
        <pc:sldMkLst>
          <pc:docMk/>
          <pc:sldMk cId="641955455" sldId="340"/>
        </pc:sldMkLst>
        <pc:spChg chg="mod">
          <ac:chgData name="anaclaracosta116@gmail.com" userId="a793634777582c92" providerId="LiveId" clId="{37EEA817-895D-451B-9543-8A98F6C27FAC}" dt="2023-08-12T16:00:37.025" v="47" actId="27636"/>
          <ac:spMkLst>
            <pc:docMk/>
            <pc:sldMk cId="641955455" sldId="34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7EEA817-895D-451B-9543-8A98F6C27FAC}" dt="2023-08-13T17:56:53.094" v="672" actId="27636"/>
        <pc:sldMkLst>
          <pc:docMk/>
          <pc:sldMk cId="880466366" sldId="354"/>
        </pc:sldMkLst>
        <pc:spChg chg="mod">
          <ac:chgData name="anaclaracosta116@gmail.com" userId="a793634777582c92" providerId="LiveId" clId="{37EEA817-895D-451B-9543-8A98F6C27FAC}" dt="2023-08-13T17:56:53.094" v="672" actId="27636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7EEA817-895D-451B-9543-8A98F6C27FAC}" dt="2023-08-12T16:11:59.828" v="602" actId="27636"/>
        <pc:sldMkLst>
          <pc:docMk/>
          <pc:sldMk cId="3348609962" sldId="358"/>
        </pc:sldMkLst>
        <pc:spChg chg="mod">
          <ac:chgData name="anaclaracosta116@gmail.com" userId="a793634777582c92" providerId="LiveId" clId="{37EEA817-895D-451B-9543-8A98F6C27FAC}" dt="2023-08-12T16:11:59.828" v="602" actId="27636"/>
          <ac:spMkLst>
            <pc:docMk/>
            <pc:sldMk cId="3348609962" sldId="35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7EEA817-895D-451B-9543-8A98F6C27FAC}" dt="2023-08-12T16:12:14.319" v="610" actId="404"/>
        <pc:sldMkLst>
          <pc:docMk/>
          <pc:sldMk cId="2304799739" sldId="362"/>
        </pc:sldMkLst>
        <pc:spChg chg="mod">
          <ac:chgData name="anaclaracosta116@gmail.com" userId="a793634777582c92" providerId="LiveId" clId="{37EEA817-895D-451B-9543-8A98F6C27FAC}" dt="2023-08-12T16:12:14.319" v="610" actId="404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7EEA817-895D-451B-9543-8A98F6C27FAC}" dt="2023-08-12T16:09:28.603" v="533" actId="404"/>
        <pc:sldMkLst>
          <pc:docMk/>
          <pc:sldMk cId="496775209" sldId="363"/>
        </pc:sldMkLst>
        <pc:spChg chg="mod">
          <ac:chgData name="anaclaracosta116@gmail.com" userId="a793634777582c92" providerId="LiveId" clId="{37EEA817-895D-451B-9543-8A98F6C27FAC}" dt="2023-08-12T16:09:28.603" v="533" actId="404"/>
          <ac:spMkLst>
            <pc:docMk/>
            <pc:sldMk cId="496775209" sldId="3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7EEA817-895D-451B-9543-8A98F6C27FAC}" dt="2023-08-12T16:18:36.511" v="670"/>
        <pc:sldMkLst>
          <pc:docMk/>
          <pc:sldMk cId="1457828054" sldId="374"/>
        </pc:sldMkLst>
        <pc:spChg chg="mod">
          <ac:chgData name="anaclaracosta116@gmail.com" userId="a793634777582c92" providerId="LiveId" clId="{37EEA817-895D-451B-9543-8A98F6C27FAC}" dt="2023-08-12T16:18:36.511" v="670"/>
          <ac:spMkLst>
            <pc:docMk/>
            <pc:sldMk cId="1457828054" sldId="37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7EEA817-895D-451B-9543-8A98F6C27FAC}" dt="2023-08-12T16:07:59.820" v="482" actId="20577"/>
        <pc:sldMkLst>
          <pc:docMk/>
          <pc:sldMk cId="1775942911" sldId="376"/>
        </pc:sldMkLst>
        <pc:spChg chg="mod">
          <ac:chgData name="anaclaracosta116@gmail.com" userId="a793634777582c92" providerId="LiveId" clId="{37EEA817-895D-451B-9543-8A98F6C27FAC}" dt="2023-08-12T16:07:59.820" v="482" actId="20577"/>
          <ac:spMkLst>
            <pc:docMk/>
            <pc:sldMk cId="1775942911" sldId="37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37EEA817-895D-451B-9543-8A98F6C27FAC}" dt="2023-08-12T16:06:58.725" v="389" actId="2696"/>
        <pc:sldMkLst>
          <pc:docMk/>
          <pc:sldMk cId="383514559" sldId="384"/>
        </pc:sldMkLst>
      </pc:sldChg>
      <pc:sldChg chg="del">
        <pc:chgData name="anaclaracosta116@gmail.com" userId="a793634777582c92" providerId="LiveId" clId="{37EEA817-895D-451B-9543-8A98F6C27FAC}" dt="2023-08-12T16:12:21.522" v="611" actId="2696"/>
        <pc:sldMkLst>
          <pc:docMk/>
          <pc:sldMk cId="4176954706" sldId="385"/>
        </pc:sldMkLst>
      </pc:sldChg>
      <pc:sldChg chg="del">
        <pc:chgData name="anaclaracosta116@gmail.com" userId="a793634777582c92" providerId="LiveId" clId="{37EEA817-895D-451B-9543-8A98F6C27FAC}" dt="2023-08-12T16:12:25.537" v="612" actId="2696"/>
        <pc:sldMkLst>
          <pc:docMk/>
          <pc:sldMk cId="1486308907" sldId="386"/>
        </pc:sldMkLst>
      </pc:sldChg>
      <pc:sldChg chg="del">
        <pc:chgData name="anaclaracosta116@gmail.com" userId="a793634777582c92" providerId="LiveId" clId="{37EEA817-895D-451B-9543-8A98F6C27FAC}" dt="2023-08-12T16:12:27.903" v="613" actId="2696"/>
        <pc:sldMkLst>
          <pc:docMk/>
          <pc:sldMk cId="198633968" sldId="387"/>
        </pc:sldMkLst>
      </pc:sldChg>
      <pc:sldChg chg="del">
        <pc:chgData name="anaclaracosta116@gmail.com" userId="a793634777582c92" providerId="LiveId" clId="{37EEA817-895D-451B-9543-8A98F6C27FAC}" dt="2023-08-12T16:12:31.328" v="614" actId="2696"/>
        <pc:sldMkLst>
          <pc:docMk/>
          <pc:sldMk cId="2475703222" sldId="388"/>
        </pc:sldMkLst>
      </pc:sldChg>
      <pc:sldChg chg="del">
        <pc:chgData name="anaclaracosta116@gmail.com" userId="a793634777582c92" providerId="LiveId" clId="{37EEA817-895D-451B-9543-8A98F6C27FAC}" dt="2023-08-12T16:12:34.954" v="615" actId="2696"/>
        <pc:sldMkLst>
          <pc:docMk/>
          <pc:sldMk cId="2752251189" sldId="389"/>
        </pc:sldMkLst>
      </pc:sldChg>
      <pc:sldChg chg="del">
        <pc:chgData name="anaclaracosta116@gmail.com" userId="a793634777582c92" providerId="LiveId" clId="{37EEA817-895D-451B-9543-8A98F6C27FAC}" dt="2023-08-12T16:12:37.655" v="616" actId="2696"/>
        <pc:sldMkLst>
          <pc:docMk/>
          <pc:sldMk cId="3332835279" sldId="390"/>
        </pc:sldMkLst>
      </pc:sldChg>
      <pc:sldChg chg="del">
        <pc:chgData name="anaclaracosta116@gmail.com" userId="a793634777582c92" providerId="LiveId" clId="{37EEA817-895D-451B-9543-8A98F6C27FAC}" dt="2023-08-12T16:07:02.120" v="390" actId="2696"/>
        <pc:sldMkLst>
          <pc:docMk/>
          <pc:sldMk cId="668652678" sldId="391"/>
        </pc:sldMkLst>
      </pc:sldChg>
      <pc:sldChg chg="del">
        <pc:chgData name="anaclaracosta116@gmail.com" userId="a793634777582c92" providerId="LiveId" clId="{37EEA817-895D-451B-9543-8A98F6C27FAC}" dt="2023-08-12T16:07:08.415" v="392" actId="2696"/>
        <pc:sldMkLst>
          <pc:docMk/>
          <pc:sldMk cId="1318393279" sldId="392"/>
        </pc:sldMkLst>
      </pc:sldChg>
      <pc:sldChg chg="del">
        <pc:chgData name="anaclaracosta116@gmail.com" userId="a793634777582c92" providerId="LiveId" clId="{37EEA817-895D-451B-9543-8A98F6C27FAC}" dt="2023-08-12T16:07:05.498" v="391" actId="2696"/>
        <pc:sldMkLst>
          <pc:docMk/>
          <pc:sldMk cId="2172654710" sldId="393"/>
        </pc:sldMkLst>
      </pc:sldChg>
      <pc:sldChg chg="modSp mod">
        <pc:chgData name="anaclaracosta116@gmail.com" userId="a793634777582c92" providerId="LiveId" clId="{37EEA817-895D-451B-9543-8A98F6C27FAC}" dt="2023-08-13T17:57:26.200" v="675" actId="113"/>
        <pc:sldMkLst>
          <pc:docMk/>
          <pc:sldMk cId="103931503" sldId="394"/>
        </pc:sldMkLst>
        <pc:spChg chg="mod">
          <ac:chgData name="anaclaracosta116@gmail.com" userId="a793634777582c92" providerId="LiveId" clId="{37EEA817-895D-451B-9543-8A98F6C27FAC}" dt="2023-08-13T17:57:26.200" v="675" actId="113"/>
          <ac:spMkLst>
            <pc:docMk/>
            <pc:sldMk cId="103931503" sldId="394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37EEA817-895D-451B-9543-8A98F6C27FAC}" dt="2023-08-12T16:06:55.823" v="388"/>
        <pc:sldMkLst>
          <pc:docMk/>
          <pc:sldMk cId="488363801" sldId="395"/>
        </pc:sldMkLst>
      </pc:sldChg>
      <pc:sldChg chg="modSp add mod ord">
        <pc:chgData name="anaclaracosta116@gmail.com" userId="a793634777582c92" providerId="LiveId" clId="{37EEA817-895D-451B-9543-8A98F6C27FAC}" dt="2023-08-12T16:07:53.975" v="480" actId="20577"/>
        <pc:sldMkLst>
          <pc:docMk/>
          <pc:sldMk cId="3022578728" sldId="396"/>
        </pc:sldMkLst>
        <pc:spChg chg="mod">
          <ac:chgData name="anaclaracosta116@gmail.com" userId="a793634777582c92" providerId="LiveId" clId="{37EEA817-895D-451B-9543-8A98F6C27FAC}" dt="2023-08-12T16:07:53.975" v="480" actId="20577"/>
          <ac:spMkLst>
            <pc:docMk/>
            <pc:sldMk cId="3022578728" sldId="396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37EEA817-895D-451B-9543-8A98F6C27FAC}" dt="2023-08-12T16:12:50.796" v="619"/>
        <pc:sldMkLst>
          <pc:docMk/>
          <pc:sldMk cId="1334932472" sldId="397"/>
        </pc:sldMkLst>
      </pc:sldChg>
      <pc:sldChg chg="modSp add mod ord">
        <pc:chgData name="anaclaracosta116@gmail.com" userId="a793634777582c92" providerId="LiveId" clId="{37EEA817-895D-451B-9543-8A98F6C27FAC}" dt="2023-08-12T16:15:28.639" v="640" actId="255"/>
        <pc:sldMkLst>
          <pc:docMk/>
          <pc:sldMk cId="947951164" sldId="398"/>
        </pc:sldMkLst>
        <pc:spChg chg="mod">
          <ac:chgData name="anaclaracosta116@gmail.com" userId="a793634777582c92" providerId="LiveId" clId="{37EEA817-895D-451B-9543-8A98F6C27FAC}" dt="2023-08-12T16:15:28.639" v="640" actId="255"/>
          <ac:spMkLst>
            <pc:docMk/>
            <pc:sldMk cId="947951164" sldId="398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37EEA817-895D-451B-9543-8A98F6C27FAC}" dt="2023-08-12T16:15:42.328" v="643"/>
        <pc:sldMkLst>
          <pc:docMk/>
          <pc:sldMk cId="3652477976" sldId="399"/>
        </pc:sldMkLst>
      </pc:sldChg>
      <pc:sldChg chg="modSp add mod ord">
        <pc:chgData name="anaclaracosta116@gmail.com" userId="a793634777582c92" providerId="LiveId" clId="{37EEA817-895D-451B-9543-8A98F6C27FAC}" dt="2023-08-12T16:16:52.349" v="660" actId="14100"/>
        <pc:sldMkLst>
          <pc:docMk/>
          <pc:sldMk cId="1897722864" sldId="400"/>
        </pc:sldMkLst>
        <pc:spChg chg="mod">
          <ac:chgData name="anaclaracosta116@gmail.com" userId="a793634777582c92" providerId="LiveId" clId="{37EEA817-895D-451B-9543-8A98F6C27FAC}" dt="2023-08-12T16:16:52.349" v="660" actId="14100"/>
          <ac:spMkLst>
            <pc:docMk/>
            <pc:sldMk cId="1897722864" sldId="400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37EEA817-895D-451B-9543-8A98F6C27FAC}" dt="2023-08-13T17:57:42.604" v="678"/>
        <pc:sldMkLst>
          <pc:docMk/>
          <pc:sldMk cId="104330678" sldId="40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13/08/2023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13/08/2023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13/08/2023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13/08/2023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b="1" dirty="0"/>
              <a:t>EIS-ME AQUI SENHOR!</a:t>
            </a:r>
          </a:p>
          <a:p>
            <a:pPr algn="l"/>
            <a:r>
              <a:rPr lang="pt-BR" sz="7200" b="1" dirty="0"/>
              <a:t>EIS-ME AQUI SENHOR!</a:t>
            </a:r>
          </a:p>
          <a:p>
            <a:pPr algn="l"/>
            <a:r>
              <a:rPr lang="pt-BR" sz="7200" b="1" dirty="0"/>
              <a:t>PRA FAZER TUA VONTADE</a:t>
            </a:r>
          </a:p>
          <a:p>
            <a:pPr algn="l"/>
            <a:r>
              <a:rPr lang="pt-BR" sz="7200" b="1" dirty="0"/>
              <a:t>PRA VIVER NO TEU AMOR</a:t>
            </a:r>
          </a:p>
          <a:p>
            <a:pPr algn="l"/>
            <a:r>
              <a:rPr lang="pt-BR" sz="7200" b="1" dirty="0"/>
              <a:t>PRA FAZER TUA VONTADE</a:t>
            </a:r>
          </a:p>
          <a:p>
            <a:pPr algn="l"/>
            <a:r>
              <a:rPr lang="pt-BR" sz="7200" b="1" dirty="0"/>
              <a:t>PRA VIVER NO TEU AMOR</a:t>
            </a:r>
          </a:p>
          <a:p>
            <a:pPr algn="l"/>
            <a:r>
              <a:rPr lang="pt-BR" sz="7200" b="1" dirty="0"/>
              <a:t>EIS-ME AQUI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dirty="0"/>
              <a:t>O SENHOR É O PASTOR QUE ME CONDUZ</a:t>
            </a:r>
          </a:p>
          <a:p>
            <a:pPr algn="l"/>
            <a:r>
              <a:rPr lang="pt-BR" sz="7200" dirty="0"/>
              <a:t>POR CAMINHOS NUNCA VISTOS ME ENVIOU</a:t>
            </a:r>
          </a:p>
          <a:p>
            <a:pPr algn="l"/>
            <a:r>
              <a:rPr lang="pt-BR" sz="7200" dirty="0"/>
              <a:t>SOU CHAMADO A SER FERMENTO SAL E LUZ</a:t>
            </a:r>
          </a:p>
          <a:p>
            <a:pPr algn="l"/>
            <a:r>
              <a:rPr lang="pt-BR" sz="7200" dirty="0"/>
              <a:t>E POR ISSO RESPONDI: AQUI ESTOU! 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b="1" dirty="0"/>
              <a:t>EIS-ME AQUI SENHOR!</a:t>
            </a:r>
          </a:p>
          <a:p>
            <a:pPr algn="l"/>
            <a:r>
              <a:rPr lang="pt-BR" sz="7200" b="1" dirty="0"/>
              <a:t>EIS-ME AQUI SENHOR!</a:t>
            </a:r>
          </a:p>
          <a:p>
            <a:pPr algn="l"/>
            <a:r>
              <a:rPr lang="pt-BR" sz="7200" b="1" dirty="0"/>
              <a:t>PRA FAZER TUA VONTADE</a:t>
            </a:r>
          </a:p>
          <a:p>
            <a:pPr algn="l"/>
            <a:r>
              <a:rPr lang="pt-BR" sz="7200" b="1" dirty="0"/>
              <a:t>PRA VIVER NO TEU AMOR</a:t>
            </a:r>
          </a:p>
          <a:p>
            <a:pPr algn="l"/>
            <a:r>
              <a:rPr lang="pt-BR" sz="7200" b="1" dirty="0"/>
              <a:t>PRA FAZER TUA VONTADE</a:t>
            </a:r>
          </a:p>
          <a:p>
            <a:pPr algn="l"/>
            <a:r>
              <a:rPr lang="pt-BR" sz="7200" b="1" dirty="0"/>
              <a:t>PRA VIVER NO TEU AMOR</a:t>
            </a:r>
          </a:p>
          <a:p>
            <a:pPr algn="l"/>
            <a:r>
              <a:rPr lang="pt-BR" sz="7200" b="1" dirty="0"/>
              <a:t>EIS-ME AQUI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04330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600" b="1" dirty="0"/>
              <a:t>TENDE COMPAIXÃO DE NÓS, SENHOR</a:t>
            </a:r>
          </a:p>
          <a:p>
            <a:pPr algn="just"/>
            <a:r>
              <a:rPr lang="pt-BR" sz="6600" b="1" dirty="0"/>
              <a:t>PORQUE SOMOS PECADORES</a:t>
            </a:r>
          </a:p>
          <a:p>
            <a:pPr algn="just"/>
            <a:r>
              <a:rPr lang="pt-BR" sz="6600" b="1" dirty="0"/>
              <a:t>MANIFESTAI, SENHOR, A VOSSA MISERICÓRDIA</a:t>
            </a:r>
          </a:p>
          <a:p>
            <a:pPr algn="just"/>
            <a:r>
              <a:rPr lang="pt-BR" sz="6600" b="1" dirty="0"/>
              <a:t>E DAI-NOS A VOSSA SALVAÇÃO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4932218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GLÓRIA A DEUS NAS ALTURAS (3X)</a:t>
            </a:r>
          </a:p>
          <a:p>
            <a:pPr algn="just"/>
            <a:r>
              <a:rPr lang="pt-BR" sz="6000" b="1" dirty="0"/>
              <a:t>E PAZ NA TERRA AOS HOMENS POR ELE AMADOS</a:t>
            </a:r>
            <a:endParaRPr lang="pt-BR" sz="8000" b="1" dirty="0"/>
          </a:p>
          <a:p>
            <a:pPr algn="just"/>
            <a:r>
              <a:rPr lang="pt-BR" sz="6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SENHOR JESUS CRISTO, FILHO UNIGÊNITO</a:t>
            </a:r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r>
              <a:rPr lang="pt-BR" sz="6600" dirty="0"/>
              <a:t>VÓS QUE TIRAIS O PECADO DO MUNDO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1400" dirty="0"/>
              <a:t>TENDE PIEDADE DE NÓS</a:t>
            </a:r>
            <a:endParaRPr lang="pt-BR" sz="139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</a:t>
            </a:r>
          </a:p>
          <a:p>
            <a:pPr algn="just"/>
            <a:r>
              <a:rPr lang="pt-BR" sz="9600" dirty="0"/>
              <a:t>AMÉM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dirty="0"/>
              <a:t>MOSTRAI-NOS, Ó SENHOR, VOSSA BONDADE, E A VOSSA SALVAÇÃO NOS CONCEDEI!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EU CONFIO EM NOSSO SENHOR, COM FÉ, ESPERANÇA E AMOR; EU ESPERO EM SUA PALAVRA, HOSANA, Ó SENHOR, ME SALVA.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SENHOR, MEU DEUS, OBRIGADO, SENHOR</a:t>
            </a:r>
          </a:p>
          <a:p>
            <a:pPr algn="l"/>
            <a:r>
              <a:rPr lang="pt-BR" sz="8800" b="1" dirty="0"/>
              <a:t>PORQUE TUDO É TEU!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É TEU O PÃO QUE OFERECEMOS, É TUA VIDA QUE VIVEMOS: OBRIGADO, SENHOR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SENHOR, MEU DEUS, OBRIGADO, SENHOR</a:t>
            </a:r>
          </a:p>
          <a:p>
            <a:pPr algn="l"/>
            <a:r>
              <a:rPr lang="pt-BR" sz="8800" b="1" dirty="0"/>
              <a:t>PORQUE TUDO É TEU!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88363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É TEU O VINHO QUE OFERTAMOS, É TUA DOR QUE SUPORTAMOS: OBRIGADO, SENHOR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022578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A VOSSA GLÓRIA</a:t>
            </a:r>
          </a:p>
          <a:p>
            <a:pPr algn="just"/>
            <a:r>
              <a:rPr lang="pt-BR" sz="5400" b="1" dirty="0"/>
              <a:t>HOSANA NAS ALTURAS, HOSANA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BENDITO O QUE VEM</a:t>
            </a:r>
          </a:p>
          <a:p>
            <a:pPr algn="just"/>
            <a:r>
              <a:rPr lang="pt-BR" sz="6000" dirty="0"/>
              <a:t>EM NOME DO SENHOR (2X)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b="1" dirty="0"/>
              <a:t>HOSANA NAS ALTURAS, HOSANA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8800" b="1" dirty="0"/>
              <a:t>QUE EU VOS CANTE, Ó SENHOR, PELO BEM QUE ME FIZESTE.</a:t>
            </a:r>
            <a:endParaRPr lang="pt-BR" sz="72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ATÉ QUANDO, Ó SENHOR, ME ESQUECEREIS? </a:t>
            </a:r>
          </a:p>
          <a:p>
            <a:pPr algn="l"/>
            <a:r>
              <a:rPr lang="pt-BR" sz="8000" dirty="0"/>
              <a:t>ATÉ QUANDO ESCONDEREIS A VOSSA FACE? </a:t>
            </a:r>
          </a:p>
          <a:p>
            <a:pPr algn="l"/>
            <a:r>
              <a:rPr lang="pt-BR" sz="8000" dirty="0"/>
              <a:t>ATÉ QUANDO ESTARÁ TRISTE A MINHA ALMA? </a:t>
            </a:r>
          </a:p>
          <a:p>
            <a:pPr algn="l"/>
            <a:r>
              <a:rPr lang="pt-BR" sz="8000" dirty="0"/>
              <a:t>E O CORAÇÃO ANGUSTIADO CADA DIA? 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8800" b="1" dirty="0"/>
              <a:t>QUE EU VOS CANTE, Ó SENHOR, PELO BEM QUE ME FIZESTE.</a:t>
            </a:r>
            <a:endParaRPr lang="pt-BR" sz="72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3349324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355532" cy="561845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ATÉ QUANDO O INIMIGO SE ERGUERÁ? </a:t>
            </a:r>
          </a:p>
          <a:p>
            <a:pPr algn="l"/>
            <a:r>
              <a:rPr lang="pt-BR" sz="6000" dirty="0"/>
              <a:t>OLHAI, SENHOR, MEU DEUS, E RESPONDEI-ME! </a:t>
            </a:r>
          </a:p>
          <a:p>
            <a:pPr algn="l"/>
            <a:r>
              <a:rPr lang="pt-BR" sz="6000" dirty="0"/>
              <a:t>NÃO DEIXEIS QUE SE ME APAGUE A LUZ DOS OLHOS </a:t>
            </a:r>
          </a:p>
          <a:p>
            <a:pPr algn="l"/>
            <a:r>
              <a:rPr lang="pt-BR" sz="6000" dirty="0"/>
              <a:t>E SE FECHEM, PELA MORTE, ADORMECIDOS! </a:t>
            </a:r>
            <a:endParaRPr lang="pt-BR" sz="17900" dirty="0"/>
          </a:p>
        </p:txBody>
      </p:sp>
    </p:spTree>
    <p:extLst>
      <p:ext uri="{BB962C8B-B14F-4D97-AF65-F5344CB8AC3E}">
        <p14:creationId xmlns:p14="http://schemas.microsoft.com/office/powerpoint/2010/main" val="947951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8800" b="1" dirty="0"/>
              <a:t>QUE EU VOS CANTE, Ó SENHOR, PELO BEM QUE ME FIZESTE.</a:t>
            </a:r>
            <a:endParaRPr lang="pt-BR" sz="72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652477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2" y="990168"/>
            <a:ext cx="11521787" cy="586783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QUE O INIMIGO NÃO ME DIGA: ‘EU TRIUNFEI!’ </a:t>
            </a:r>
          </a:p>
          <a:p>
            <a:pPr algn="l"/>
            <a:r>
              <a:rPr lang="pt-BR" sz="6000" dirty="0"/>
              <a:t>NEM EXULTE O OPRESSOR POR MINHA QUEDA.</a:t>
            </a:r>
          </a:p>
          <a:p>
            <a:pPr algn="l"/>
            <a:r>
              <a:rPr lang="pt-BR" sz="6000" dirty="0"/>
              <a:t>UMA VEZ QUE CONFIEI NO VOSSO AMOR, </a:t>
            </a:r>
          </a:p>
          <a:p>
            <a:pPr algn="l"/>
            <a:r>
              <a:rPr lang="pt-BR" sz="6000" dirty="0"/>
              <a:t>MEU CORAÇÃO, POR VOSSO AUXÍLIO, REJUBILE. </a:t>
            </a:r>
            <a:endParaRPr lang="pt-BR" sz="17900" dirty="0"/>
          </a:p>
        </p:txBody>
      </p:sp>
    </p:spTree>
    <p:extLst>
      <p:ext uri="{BB962C8B-B14F-4D97-AF65-F5344CB8AC3E}">
        <p14:creationId xmlns:p14="http://schemas.microsoft.com/office/powerpoint/2010/main" val="18977228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600" dirty="0"/>
              <a:t>SALVE RAINHA, MÃE DE DEUS, ÉS SENHORA NOSSA MÃE</a:t>
            </a:r>
          </a:p>
          <a:p>
            <a:pPr algn="l"/>
            <a:r>
              <a:rPr lang="pt-BR" sz="9600" dirty="0"/>
              <a:t>NOSSA DOÇURA, NOSSA LUZ, DOCE VIRGEM MARIA</a:t>
            </a:r>
          </a:p>
          <a:p>
            <a:pPr algn="l"/>
            <a:r>
              <a:rPr lang="pt-BR" sz="9600" dirty="0"/>
              <a:t>NÓS A TI CLAMAMOS, FILHOS EXILADOS</a:t>
            </a:r>
          </a:p>
          <a:p>
            <a:pPr algn="l"/>
            <a:r>
              <a:rPr lang="pt-BR" sz="9600" dirty="0"/>
              <a:t>NÓS A TI VOLTAMOS NOSSO OLHAR CONFIANTE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893185"/>
            <a:ext cx="10993583" cy="596481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/>
              <a:t>VOLTA PARA NÓS Ó MÃE, TEU SEMBLANTE DE AMOR</a:t>
            </a:r>
          </a:p>
          <a:p>
            <a:pPr algn="l"/>
            <a:r>
              <a:rPr lang="pt-BR" sz="5400"/>
              <a:t>DAI-NOS TEU JESUS Ó MÃE, QUANDO A NOITE PASSAR</a:t>
            </a:r>
          </a:p>
          <a:p>
            <a:pPr algn="l"/>
            <a:r>
              <a:rPr lang="pt-BR" sz="5400"/>
              <a:t>SALVE RAINHA, MÃE DE DEUS, ÉS AUXÍLIO DO CRISTÃO</a:t>
            </a:r>
          </a:p>
          <a:p>
            <a:pPr algn="l"/>
            <a:r>
              <a:rPr lang="pt-BR" sz="5400"/>
              <a:t>Ó MÃE CLEMENTE, MÃE PIEDOSA, DOCE VIRGEM MARIA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8233</TotalTime>
  <Words>665</Words>
  <Application>Microsoft Office PowerPoint</Application>
  <PresentationFormat>Widescreen</PresentationFormat>
  <Paragraphs>117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30</cp:revision>
  <dcterms:created xsi:type="dcterms:W3CDTF">2023-05-06T17:01:55Z</dcterms:created>
  <dcterms:modified xsi:type="dcterms:W3CDTF">2023-08-13T17:57:44Z</dcterms:modified>
</cp:coreProperties>
</file>