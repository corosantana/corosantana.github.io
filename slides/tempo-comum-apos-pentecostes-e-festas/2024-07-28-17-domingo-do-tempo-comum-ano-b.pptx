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94" r:id="rId4"/>
    <p:sldId id="410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258" r:id="rId14"/>
    <p:sldId id="259" r:id="rId15"/>
    <p:sldId id="434" r:id="rId16"/>
    <p:sldId id="435" r:id="rId17"/>
    <p:sldId id="260" r:id="rId18"/>
    <p:sldId id="261" r:id="rId19"/>
    <p:sldId id="338" r:id="rId20"/>
    <p:sldId id="339" r:id="rId21"/>
    <p:sldId id="436" r:id="rId22"/>
    <p:sldId id="340" r:id="rId23"/>
    <p:sldId id="437" r:id="rId24"/>
    <p:sldId id="438" r:id="rId25"/>
    <p:sldId id="264" r:id="rId26"/>
    <p:sldId id="265" r:id="rId27"/>
    <p:sldId id="266" r:id="rId28"/>
    <p:sldId id="267" r:id="rId29"/>
    <p:sldId id="271" r:id="rId30"/>
    <p:sldId id="269" r:id="rId31"/>
    <p:sldId id="376" r:id="rId32"/>
    <p:sldId id="439" r:id="rId33"/>
    <p:sldId id="440" r:id="rId34"/>
    <p:sldId id="441" r:id="rId35"/>
    <p:sldId id="442" r:id="rId36"/>
    <p:sldId id="443" r:id="rId37"/>
    <p:sldId id="444" r:id="rId38"/>
    <p:sldId id="445" r:id="rId39"/>
    <p:sldId id="292" r:id="rId40"/>
    <p:sldId id="275" r:id="rId41"/>
    <p:sldId id="363" r:id="rId42"/>
    <p:sldId id="361" r:id="rId43"/>
    <p:sldId id="362" r:id="rId44"/>
    <p:sldId id="358" r:id="rId45"/>
    <p:sldId id="446" r:id="rId46"/>
    <p:sldId id="447" r:id="rId47"/>
    <p:sldId id="448" r:id="rId48"/>
    <p:sldId id="449" r:id="rId49"/>
    <p:sldId id="450" r:id="rId50"/>
    <p:sldId id="451" r:id="rId51"/>
    <p:sldId id="452" r:id="rId52"/>
    <p:sldId id="277" r:id="rId53"/>
    <p:sldId id="428" r:id="rId54"/>
    <p:sldId id="429" r:id="rId55"/>
    <p:sldId id="430" r:id="rId56"/>
    <p:sldId id="431" r:id="rId57"/>
    <p:sldId id="432" r:id="rId58"/>
    <p:sldId id="427" r:id="rId59"/>
    <p:sldId id="337" r:id="rId60"/>
    <p:sldId id="453" r:id="rId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946B393E-7691-4B3D-93CF-48B1B8BBB1EC}"/>
    <pc:docChg chg="undo custSel addSld delSld modSld sldOrd">
      <pc:chgData name="anaclaracosta116@gmail.com" userId="a793634777582c92" providerId="LiveId" clId="{946B393E-7691-4B3D-93CF-48B1B8BBB1EC}" dt="2023-08-13T18:09:41.613" v="116"/>
      <pc:docMkLst>
        <pc:docMk/>
      </pc:docMkLst>
      <pc:sldChg chg="modSp mod">
        <pc:chgData name="anaclaracosta116@gmail.com" userId="a793634777582c92" providerId="LiveId" clId="{946B393E-7691-4B3D-93CF-48B1B8BBB1EC}" dt="2023-08-13T18:02:13.560" v="30" actId="113"/>
        <pc:sldMkLst>
          <pc:docMk/>
          <pc:sldMk cId="2490480151" sldId="259"/>
        </pc:sldMkLst>
        <pc:spChg chg="mod">
          <ac:chgData name="anaclaracosta116@gmail.com" userId="a793634777582c92" providerId="LiveId" clId="{946B393E-7691-4B3D-93CF-48B1B8BBB1EC}" dt="2023-08-13T18:02:13.560" v="30" actId="113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946B393E-7691-4B3D-93CF-48B1B8BBB1EC}" dt="2023-08-13T18:04:45.848" v="65" actId="14100"/>
        <pc:sldMkLst>
          <pc:docMk/>
          <pc:sldMk cId="2786277918" sldId="269"/>
        </pc:sldMkLst>
        <pc:spChg chg="mod">
          <ac:chgData name="anaclaracosta116@gmail.com" userId="a793634777582c92" providerId="LiveId" clId="{946B393E-7691-4B3D-93CF-48B1B8BBB1EC}" dt="2023-08-13T18:04:45.848" v="65" actId="14100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946B393E-7691-4B3D-93CF-48B1B8BBB1EC}" dt="2023-08-13T18:04:34.340" v="42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946B393E-7691-4B3D-93CF-48B1B8BBB1EC}" dt="2023-08-13T18:08:09.056" v="99" actId="113"/>
        <pc:sldMkLst>
          <pc:docMk/>
          <pc:sldMk cId="3348609962" sldId="358"/>
        </pc:sldMkLst>
        <pc:spChg chg="mod">
          <ac:chgData name="anaclaracosta116@gmail.com" userId="a793634777582c92" providerId="LiveId" clId="{946B393E-7691-4B3D-93CF-48B1B8BBB1EC}" dt="2023-08-13T18:08:09.056" v="99" actId="113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946B393E-7691-4B3D-93CF-48B1B8BBB1EC}" dt="2023-08-13T18:07:38.405" v="97" actId="113"/>
        <pc:sldMkLst>
          <pc:docMk/>
          <pc:sldMk cId="2304799739" sldId="362"/>
        </pc:sldMkLst>
        <pc:spChg chg="mod">
          <ac:chgData name="anaclaracosta116@gmail.com" userId="a793634777582c92" providerId="LiveId" clId="{946B393E-7691-4B3D-93CF-48B1B8BBB1EC}" dt="2023-08-13T18:07:38.405" v="97" actId="113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946B393E-7691-4B3D-93CF-48B1B8BBB1EC}" dt="2023-08-13T18:05:23.743" v="73" actId="27636"/>
        <pc:sldMkLst>
          <pc:docMk/>
          <pc:sldMk cId="1775942911" sldId="376"/>
        </pc:sldMkLst>
        <pc:spChg chg="mod">
          <ac:chgData name="anaclaracosta116@gmail.com" userId="a793634777582c92" providerId="LiveId" clId="{946B393E-7691-4B3D-93CF-48B1B8BBB1EC}" dt="2023-08-13T18:05:23.743" v="73" actId="27636"/>
          <ac:spMkLst>
            <pc:docMk/>
            <pc:sldMk cId="1775942911" sldId="37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946B393E-7691-4B3D-93CF-48B1B8BBB1EC}" dt="2023-08-13T18:06:10.170" v="93" actId="403"/>
        <pc:sldMkLst>
          <pc:docMk/>
          <pc:sldMk cId="488363801" sldId="395"/>
        </pc:sldMkLst>
        <pc:spChg chg="mod">
          <ac:chgData name="anaclaracosta116@gmail.com" userId="a793634777582c92" providerId="LiveId" clId="{946B393E-7691-4B3D-93CF-48B1B8BBB1EC}" dt="2023-08-13T18:06:10.170" v="93" actId="403"/>
          <ac:spMkLst>
            <pc:docMk/>
            <pc:sldMk cId="488363801" sldId="39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946B393E-7691-4B3D-93CF-48B1B8BBB1EC}" dt="2023-08-13T18:06:16.687" v="94" actId="2696"/>
        <pc:sldMkLst>
          <pc:docMk/>
          <pc:sldMk cId="3022578728" sldId="396"/>
        </pc:sldMkLst>
      </pc:sldChg>
      <pc:sldChg chg="modSp mod">
        <pc:chgData name="anaclaracosta116@gmail.com" userId="a793634777582c92" providerId="LiveId" clId="{946B393E-7691-4B3D-93CF-48B1B8BBB1EC}" dt="2023-08-13T18:08:27.734" v="102" actId="113"/>
        <pc:sldMkLst>
          <pc:docMk/>
          <pc:sldMk cId="1334932472" sldId="397"/>
        </pc:sldMkLst>
        <pc:spChg chg="mod">
          <ac:chgData name="anaclaracosta116@gmail.com" userId="a793634777582c92" providerId="LiveId" clId="{946B393E-7691-4B3D-93CF-48B1B8BBB1EC}" dt="2023-08-13T18:08:27.734" v="102" actId="113"/>
          <ac:spMkLst>
            <pc:docMk/>
            <pc:sldMk cId="1334932472" sldId="39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946B393E-7691-4B3D-93CF-48B1B8BBB1EC}" dt="2023-08-13T18:09:02.055" v="107" actId="27636"/>
        <pc:sldMkLst>
          <pc:docMk/>
          <pc:sldMk cId="947951164" sldId="398"/>
        </pc:sldMkLst>
        <pc:spChg chg="mod">
          <ac:chgData name="anaclaracosta116@gmail.com" userId="a793634777582c92" providerId="LiveId" clId="{946B393E-7691-4B3D-93CF-48B1B8BBB1EC}" dt="2023-08-13T18:09:02.055" v="107" actId="27636"/>
          <ac:spMkLst>
            <pc:docMk/>
            <pc:sldMk cId="947951164" sldId="39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946B393E-7691-4B3D-93CF-48B1B8BBB1EC}" dt="2023-08-13T18:09:12.835" v="111" actId="2696"/>
        <pc:sldMkLst>
          <pc:docMk/>
          <pc:sldMk cId="3652477976" sldId="399"/>
        </pc:sldMkLst>
      </pc:sldChg>
      <pc:sldChg chg="modSp mod">
        <pc:chgData name="anaclaracosta116@gmail.com" userId="a793634777582c92" providerId="LiveId" clId="{946B393E-7691-4B3D-93CF-48B1B8BBB1EC}" dt="2023-08-13T18:09:31.166" v="113" actId="27636"/>
        <pc:sldMkLst>
          <pc:docMk/>
          <pc:sldMk cId="1897722864" sldId="400"/>
        </pc:sldMkLst>
        <pc:spChg chg="mod">
          <ac:chgData name="anaclaracosta116@gmail.com" userId="a793634777582c92" providerId="LiveId" clId="{946B393E-7691-4B3D-93CF-48B1B8BBB1EC}" dt="2023-08-13T18:09:31.166" v="113" actId="27636"/>
          <ac:spMkLst>
            <pc:docMk/>
            <pc:sldMk cId="1897722864" sldId="400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946B393E-7691-4B3D-93CF-48B1B8BBB1EC}" dt="2023-08-13T17:58:46.939" v="3"/>
        <pc:sldMkLst>
          <pc:docMk/>
          <pc:sldMk cId="167919026" sldId="402"/>
        </pc:sldMkLst>
        <pc:spChg chg="mod">
          <ac:chgData name="anaclaracosta116@gmail.com" userId="a793634777582c92" providerId="LiveId" clId="{946B393E-7691-4B3D-93CF-48B1B8BBB1EC}" dt="2023-08-13T17:58:46.939" v="3"/>
          <ac:spMkLst>
            <pc:docMk/>
            <pc:sldMk cId="167919026" sldId="402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946B393E-7691-4B3D-93CF-48B1B8BBB1EC}" dt="2023-08-13T17:59:01.425" v="6"/>
        <pc:sldMkLst>
          <pc:docMk/>
          <pc:sldMk cId="4144180248" sldId="403"/>
        </pc:sldMkLst>
      </pc:sldChg>
      <pc:sldChg chg="modSp add mod ord">
        <pc:chgData name="anaclaracosta116@gmail.com" userId="a793634777582c92" providerId="LiveId" clId="{946B393E-7691-4B3D-93CF-48B1B8BBB1EC}" dt="2023-08-13T17:59:35.220" v="10"/>
        <pc:sldMkLst>
          <pc:docMk/>
          <pc:sldMk cId="1417716642" sldId="404"/>
        </pc:sldMkLst>
        <pc:spChg chg="mod">
          <ac:chgData name="anaclaracosta116@gmail.com" userId="a793634777582c92" providerId="LiveId" clId="{946B393E-7691-4B3D-93CF-48B1B8BBB1EC}" dt="2023-08-13T17:59:35.220" v="10"/>
          <ac:spMkLst>
            <pc:docMk/>
            <pc:sldMk cId="1417716642" sldId="40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946B393E-7691-4B3D-93CF-48B1B8BBB1EC}" dt="2023-08-13T18:02:18.125" v="31" actId="113"/>
        <pc:sldMkLst>
          <pc:docMk/>
          <pc:sldMk cId="3842182134" sldId="405"/>
        </pc:sldMkLst>
        <pc:spChg chg="mod">
          <ac:chgData name="anaclaracosta116@gmail.com" userId="a793634777582c92" providerId="LiveId" clId="{946B393E-7691-4B3D-93CF-48B1B8BBB1EC}" dt="2023-08-13T18:02:18.125" v="31" actId="113"/>
          <ac:spMkLst>
            <pc:docMk/>
            <pc:sldMk cId="3842182134" sldId="40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946B393E-7691-4B3D-93CF-48B1B8BBB1EC}" dt="2023-08-13T18:02:23.343" v="32" actId="113"/>
        <pc:sldMkLst>
          <pc:docMk/>
          <pc:sldMk cId="1378869710" sldId="406"/>
        </pc:sldMkLst>
        <pc:spChg chg="mod">
          <ac:chgData name="anaclaracosta116@gmail.com" userId="a793634777582c92" providerId="LiveId" clId="{946B393E-7691-4B3D-93CF-48B1B8BBB1EC}" dt="2023-08-13T18:02:23.343" v="32" actId="113"/>
          <ac:spMkLst>
            <pc:docMk/>
            <pc:sldMk cId="1378869710" sldId="406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946B393E-7691-4B3D-93CF-48B1B8BBB1EC}" dt="2023-08-13T18:08:39.551" v="105"/>
        <pc:sldMkLst>
          <pc:docMk/>
          <pc:sldMk cId="422880591" sldId="407"/>
        </pc:sldMkLst>
      </pc:sldChg>
      <pc:sldChg chg="add ord">
        <pc:chgData name="anaclaracosta116@gmail.com" userId="a793634777582c92" providerId="LiveId" clId="{946B393E-7691-4B3D-93CF-48B1B8BBB1EC}" dt="2023-08-13T18:09:07.926" v="110"/>
        <pc:sldMkLst>
          <pc:docMk/>
          <pc:sldMk cId="2564237915" sldId="408"/>
        </pc:sldMkLst>
      </pc:sldChg>
      <pc:sldChg chg="add ord">
        <pc:chgData name="anaclaracosta116@gmail.com" userId="a793634777582c92" providerId="LiveId" clId="{946B393E-7691-4B3D-93CF-48B1B8BBB1EC}" dt="2023-08-13T18:09:41.613" v="116"/>
        <pc:sldMkLst>
          <pc:docMk/>
          <pc:sldMk cId="1720082153" sldId="40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28/07/2024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EIS O DIA DO SENHOR!</a:t>
            </a:r>
          </a:p>
          <a:p>
            <a:pPr algn="l"/>
            <a:r>
              <a:rPr lang="pt-BR" sz="7200" b="1" dirty="0"/>
              <a:t>CELEBREMOS O SEU ETERNO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1. ENTRE NÓS A PRESENÇA DO AMADO,</a:t>
            </a:r>
          </a:p>
          <a:p>
            <a:pPr algn="l"/>
            <a:r>
              <a:rPr lang="pt-BR" sz="7200" dirty="0"/>
              <a:t>DO MESSIAS QUE FOI IMOLADO!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0393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EIS O DIA DO SENHOR!</a:t>
            </a:r>
          </a:p>
          <a:p>
            <a:pPr algn="l"/>
            <a:r>
              <a:rPr lang="pt-BR" sz="7200" b="1" dirty="0"/>
              <a:t>CELEBREMOS O SEU ETERNO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5344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2. AO REDOR DE JESUS, A MEMÓRIA:</a:t>
            </a:r>
          </a:p>
          <a:p>
            <a:pPr algn="l"/>
            <a:r>
              <a:rPr lang="pt-BR" sz="7200" dirty="0"/>
              <a:t>VIDA PLENA EM NOSSA HISTÓRIA!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58610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EIS O DIA DO SENHOR!</a:t>
            </a:r>
          </a:p>
          <a:p>
            <a:pPr algn="l"/>
            <a:r>
              <a:rPr lang="pt-BR" sz="7200" b="1" dirty="0"/>
              <a:t>CELEBREMOS O SEU ETERNO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946159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3. ESTE DIA NOS TROUXE A VITÓRIA:</a:t>
            </a:r>
          </a:p>
          <a:p>
            <a:pPr algn="l"/>
            <a:r>
              <a:rPr lang="pt-BR" sz="7200" dirty="0"/>
              <a:t>SALVAÇÃO QUE SE FAZ NOSSA GLÓRIA!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42236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EIS O DIA DO SENHOR!</a:t>
            </a:r>
          </a:p>
          <a:p>
            <a:pPr algn="l"/>
            <a:r>
              <a:rPr lang="pt-BR" sz="7200" b="1" dirty="0"/>
              <a:t>CELEBREMOS O SEU ETERNO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45132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4. ESCUTAMOS O CRISTO-PALAVRA,</a:t>
            </a:r>
          </a:p>
          <a:p>
            <a:pPr algn="l"/>
            <a:r>
              <a:rPr lang="pt-BR" sz="7200" dirty="0"/>
              <a:t>A JESUS QUE EM SEU SANGUE NOS LAVA.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5156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EIS O DIA DO SENHOR!</a:t>
            </a:r>
          </a:p>
          <a:p>
            <a:pPr algn="l"/>
            <a:r>
              <a:rPr lang="pt-BR" sz="7200" b="1" dirty="0"/>
              <a:t>CELEBREMOS O SEU ETERNO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35650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5. AO PARTIRMOS O PÃO DA VERDADE,</a:t>
            </a:r>
          </a:p>
          <a:p>
            <a:pPr algn="l"/>
            <a:r>
              <a:rPr lang="pt-BR" sz="7200" dirty="0"/>
              <a:t>ASSUMIMOS REAL LIBERDADE!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33697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/>
          </a:bodyPr>
          <a:lstStyle/>
          <a:p>
            <a:pPr algn="l"/>
            <a:r>
              <a:rPr lang="pt-BR" sz="7200" b="1" dirty="0"/>
              <a:t>EIS O DIA DO SENHOR!</a:t>
            </a:r>
          </a:p>
          <a:p>
            <a:pPr algn="l"/>
            <a:r>
              <a:rPr lang="pt-BR" sz="7200" b="1" dirty="0"/>
              <a:t>CELEBREMOS O SEU ETERNO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246112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dirty="0"/>
              <a:t>SENHOR, QUE VIESTES NÃO PARA CONDENAR, MAS PARA PERDOAR, TENDE PIEDADE DE NÓS.</a:t>
            </a:r>
          </a:p>
          <a:p>
            <a:pPr algn="just"/>
            <a:r>
              <a:rPr lang="pt-BR" sz="6600" dirty="0"/>
              <a:t>KYRIE, ELEISON! KYRIE, ELEISON!</a:t>
            </a:r>
          </a:p>
          <a:p>
            <a:pPr algn="just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CRISTO, QUE VOS ALEGRAIS PELO PECADOR ARREPENDIDO, TENDE PIEDADE DE NÓS.</a:t>
            </a:r>
          </a:p>
          <a:p>
            <a:pPr algn="just"/>
            <a:r>
              <a:rPr lang="pt-BR" sz="6600" dirty="0"/>
              <a:t>CHRISTE, ELEISON! CHRISTE, ELEISON!</a:t>
            </a:r>
          </a:p>
          <a:p>
            <a:pPr algn="just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130056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SENHOR, QUE MUITO PERDOAIS A QUEM MUITO AMA, TENDE PIEDADE DE NÓS.</a:t>
            </a:r>
          </a:p>
          <a:p>
            <a:pPr algn="just"/>
            <a:r>
              <a:rPr lang="pt-BR" sz="6600" dirty="0"/>
              <a:t>KYRIE, ELEISON! KYRIE, ELEISON!</a:t>
            </a:r>
          </a:p>
          <a:p>
            <a:pPr algn="just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555849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118" y="1011382"/>
            <a:ext cx="11297810" cy="5271972"/>
          </a:xfrm>
        </p:spPr>
        <p:txBody>
          <a:bodyPr>
            <a:normAutofit/>
          </a:bodyPr>
          <a:lstStyle/>
          <a:p>
            <a:pPr algn="just"/>
            <a:endParaRPr lang="pt-BR" sz="6000" b="1" dirty="0"/>
          </a:p>
          <a:p>
            <a:pPr algn="just"/>
            <a:r>
              <a:rPr lang="pt-BR" sz="6000" b="1" dirty="0"/>
              <a:t>GLÓRIA A DEUS NAS ALTURAS</a:t>
            </a:r>
          </a:p>
          <a:p>
            <a:pPr algn="just"/>
            <a:r>
              <a:rPr lang="pt-BR" sz="6000" b="1" dirty="0"/>
              <a:t>E PAZ NA TERRA AOS HOMENS POR ELE AMADOS!</a:t>
            </a:r>
          </a:p>
          <a:p>
            <a:pPr algn="just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SENHOR DEUS, REI DOS CÉUS, DEUS PAI TODO-PODEROSO: NÓS VOS LOUVAMOS, NÓS VOS BENDIZEMOS, NÓS VOS ADORAMOS, NÓS VOS GLORIFICAMOS.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NÓS VOS DAMOS GRAÇAS POR VOSSA IMENSA GLÓRIA. SENHOR JESUS CRISTO, FILHO UNIGÊNITO, SENHOR DEUS, CORDEIRO DE DEUS, FILHO DE DEUS PAI.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118" y="1011382"/>
            <a:ext cx="11297810" cy="5271972"/>
          </a:xfrm>
        </p:spPr>
        <p:txBody>
          <a:bodyPr>
            <a:normAutofit/>
          </a:bodyPr>
          <a:lstStyle/>
          <a:p>
            <a:pPr algn="just"/>
            <a:endParaRPr lang="pt-BR" sz="6000" b="1" dirty="0"/>
          </a:p>
          <a:p>
            <a:pPr algn="just"/>
            <a:r>
              <a:rPr lang="pt-BR" sz="6000" b="1" dirty="0"/>
              <a:t>GLÓRIA A DEUS NAS ALTURAS</a:t>
            </a:r>
          </a:p>
          <a:p>
            <a:pPr algn="just"/>
            <a:r>
              <a:rPr lang="pt-BR" sz="6000" b="1" dirty="0"/>
              <a:t>E PAZ NA TERRA AOS HOMENS POR ELE AMADOS!</a:t>
            </a:r>
          </a:p>
          <a:p>
            <a:pPr algn="just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535952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1400" dirty="0"/>
              <a:t>VÓS QUE TIRAIS O PECADO DO MUNDO, TENDE PIEDADE DE NÓS. VÓS QUE TIRAIS O PECADO DO MUNDO, ACOLHEI A NOSSA SÚPLICA. VÓS QUE ESTAIS À DIREITA DO PAI, TENDE PIEDADE DE NÓS.</a:t>
            </a:r>
          </a:p>
          <a:p>
            <a:pPr algn="l"/>
            <a:endParaRPr lang="pt-BR" sz="114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Autofit/>
          </a:bodyPr>
          <a:lstStyle/>
          <a:p>
            <a:pPr algn="l"/>
            <a:r>
              <a:rPr lang="pt-BR" sz="6600" dirty="0"/>
              <a:t>SÓ VÓS SOIS O SANTO, SÓ VÓS, O SENHOR, SÓ VÓS, O ALTÍSSIMO, JESUS CRISTO, COM O ESPÍRITO SANTO, NA GLÓRIA DE DEUS PAI.</a:t>
            </a:r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733321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118" y="1011382"/>
            <a:ext cx="11297810" cy="5271972"/>
          </a:xfrm>
        </p:spPr>
        <p:txBody>
          <a:bodyPr>
            <a:normAutofit lnSpcReduction="10000"/>
          </a:bodyPr>
          <a:lstStyle/>
          <a:p>
            <a:pPr algn="just"/>
            <a:endParaRPr lang="pt-BR" sz="6000" b="1" dirty="0"/>
          </a:p>
          <a:p>
            <a:pPr algn="just"/>
            <a:r>
              <a:rPr lang="pt-BR" sz="6000" b="1" dirty="0"/>
              <a:t>GLÓRIA A DEUS NAS ALTURAS</a:t>
            </a:r>
          </a:p>
          <a:p>
            <a:pPr algn="just"/>
            <a:r>
              <a:rPr lang="pt-BR" sz="6000" b="1" dirty="0"/>
              <a:t>E PAZ NA TERRA AOS HOMENS POR ELE AMADOS!</a:t>
            </a:r>
          </a:p>
          <a:p>
            <a:pPr algn="just"/>
            <a:endParaRPr lang="pt-BR" sz="6000" b="1" dirty="0"/>
          </a:p>
          <a:p>
            <a:pPr algn="just"/>
            <a:r>
              <a:rPr lang="pt-BR" sz="6000" b="1" dirty="0"/>
              <a:t>AMÉM!</a:t>
            </a:r>
          </a:p>
          <a:p>
            <a:pPr algn="just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530866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SACIAI OS VOSSOS FILHOS, Ó SENHOR!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UM GRANDE PROFETA SUEGIU, SURGIU E ENTRE NÓS SE MOSTROU; É DEUS QUE SEU POVO VISITA, SEU POVO, MEU DEUS VISITOU!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687878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037" y="1221531"/>
            <a:ext cx="11450781" cy="5957453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QUEM ME PROTEGE E ME AMPARA É MEU DEUS; É O SENHOR QUEM SUSTENTA MINHA VIDA!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453" y="1251573"/>
            <a:ext cx="11603181" cy="619297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POR VOSSO NOME,</a:t>
            </a:r>
          </a:p>
          <a:p>
            <a:pPr algn="l"/>
            <a:r>
              <a:rPr lang="pt-BR" sz="7200" dirty="0"/>
              <a:t>SALVAI-ME, SENHOR;</a:t>
            </a:r>
          </a:p>
          <a:p>
            <a:pPr algn="l"/>
            <a:r>
              <a:rPr lang="pt-BR" sz="7200" dirty="0"/>
              <a:t>E DAI-ME A VOSSA JUSTIÇA!</a:t>
            </a:r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037" y="1221531"/>
            <a:ext cx="11450781" cy="5957453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QUEM ME PROTEGE E ME AMPARA É MEU DEUS; É O SENHOR QUEM SUSTENTA MINHA VIDA!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379631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409" y="1157570"/>
            <a:ext cx="11603181" cy="619297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Ó MEU DEUS, ATENDEI MINHA PRECE</a:t>
            </a:r>
          </a:p>
          <a:p>
            <a:pPr algn="l"/>
            <a:r>
              <a:rPr lang="pt-BR" sz="7200" dirty="0"/>
              <a:t>E ESCUTAI AS PALAVRAS QUE EU DIGO!</a:t>
            </a:r>
          </a:p>
        </p:txBody>
      </p:sp>
    </p:spTree>
    <p:extLst>
      <p:ext uri="{BB962C8B-B14F-4D97-AF65-F5344CB8AC3E}">
        <p14:creationId xmlns:p14="http://schemas.microsoft.com/office/powerpoint/2010/main" val="366507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037" y="1221531"/>
            <a:ext cx="11450781" cy="5957453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QUEM ME PROTEGE E ME AMPARA É MEU DEUS; É O SENHOR QUEM SUSTENTA MINHA VIDA!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4167962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409" y="1157570"/>
            <a:ext cx="11603181" cy="619297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QUERO OFERTAR-VOS O MEU SACRIFÍCIO</a:t>
            </a:r>
          </a:p>
          <a:p>
            <a:pPr algn="l"/>
            <a:r>
              <a:rPr lang="pt-BR" sz="7200" dirty="0"/>
              <a:t>DE CORAÇÃO E COM MUITA ALEGRIA;</a:t>
            </a:r>
          </a:p>
        </p:txBody>
      </p:sp>
    </p:spTree>
    <p:extLst>
      <p:ext uri="{BB962C8B-B14F-4D97-AF65-F5344CB8AC3E}">
        <p14:creationId xmlns:p14="http://schemas.microsoft.com/office/powerpoint/2010/main" val="1618170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037" y="1221531"/>
            <a:ext cx="11450781" cy="5957453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QUEM ME PROTEGE E ME AMPARA É MEU DEUS; É O SENHOR QUEM SUSTENTA MINHA VIDA!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2955211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409" y="1157570"/>
            <a:ext cx="11603181" cy="6192979"/>
          </a:xfrm>
        </p:spPr>
        <p:txBody>
          <a:bodyPr>
            <a:normAutofit/>
          </a:bodyPr>
          <a:lstStyle/>
          <a:p>
            <a:pPr algn="l"/>
            <a:r>
              <a:rPr lang="pt-BR" sz="7200" dirty="0"/>
              <a:t>POIS ME LIVRASTES DE TODA A ANGÚSTIA,</a:t>
            </a:r>
          </a:p>
          <a:p>
            <a:pPr algn="l"/>
            <a:r>
              <a:rPr lang="pt-BR" sz="7200" dirty="0"/>
              <a:t>E HUMILHADOS VI MEUS INIMIGOS</a:t>
            </a:r>
          </a:p>
        </p:txBody>
      </p:sp>
    </p:spTree>
    <p:extLst>
      <p:ext uri="{BB962C8B-B14F-4D97-AF65-F5344CB8AC3E}">
        <p14:creationId xmlns:p14="http://schemas.microsoft.com/office/powerpoint/2010/main" val="3222938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037" y="1221531"/>
            <a:ext cx="11450781" cy="5957453"/>
          </a:xfrm>
        </p:spPr>
        <p:txBody>
          <a:bodyPr>
            <a:normAutofit/>
          </a:bodyPr>
          <a:lstStyle/>
          <a:p>
            <a:pPr algn="l"/>
            <a:endParaRPr lang="pt-BR" sz="6000" b="1" dirty="0"/>
          </a:p>
          <a:p>
            <a:pPr algn="l"/>
            <a:r>
              <a:rPr lang="pt-BR" sz="6000" b="1" dirty="0"/>
              <a:t>QUEM ME PROTEGE E ME AMPARA É MEU DEUS; É O SENHOR QUEM SUSTENTA MINHA VIDA!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40491213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 NAS ALTURAS!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BENDITO O QUE VEM</a:t>
            </a:r>
          </a:p>
          <a:p>
            <a:pPr algn="just"/>
            <a:r>
              <a:rPr lang="pt-BR" sz="6000" dirty="0"/>
              <a:t>EM NOME DO SENHOR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HOSANA NAS ALTURAS, HOSANA NAS ALTURAS!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ADORAI O SENHOR NO ESPLENDOR DA SANTIDADE</a:t>
            </a:r>
          </a:p>
          <a:p>
            <a:pPr algn="just"/>
            <a:endParaRPr lang="pt-BR" sz="8800" b="1" dirty="0"/>
          </a:p>
          <a:p>
            <a:pPr algn="just"/>
            <a:endParaRPr lang="pt-BR" sz="8800" b="1" dirty="0"/>
          </a:p>
          <a:p>
            <a:pPr algn="just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CANTAI AO SENHOR DEUS UM CANTO NOVO, CANTAI AO SENHOR DEUS, Ó TERRA INTEIRA!</a:t>
            </a:r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ADORAI O SENHOR NO ESPLENDOR DA SANTIDADE</a:t>
            </a:r>
          </a:p>
          <a:p>
            <a:pPr algn="just"/>
            <a:endParaRPr lang="pt-BR" sz="8800" b="1" dirty="0"/>
          </a:p>
          <a:p>
            <a:pPr algn="just"/>
            <a:endParaRPr lang="pt-BR" sz="8800" b="1" dirty="0"/>
          </a:p>
          <a:p>
            <a:pPr algn="just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1242988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CANTAI E BENDIZEI SEU SANTO NOME! DIA APÓS DIA ANUNCIAI SUA SALVAÇÃO.</a:t>
            </a:r>
          </a:p>
        </p:txBody>
      </p:sp>
    </p:spTree>
    <p:extLst>
      <p:ext uri="{BB962C8B-B14F-4D97-AF65-F5344CB8AC3E}">
        <p14:creationId xmlns:p14="http://schemas.microsoft.com/office/powerpoint/2010/main" val="2472106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ADORAI O SENHOR NO ESPLENDOR DA SANTIDADE</a:t>
            </a:r>
          </a:p>
          <a:p>
            <a:pPr algn="just"/>
            <a:endParaRPr lang="pt-BR" sz="8800" b="1" dirty="0"/>
          </a:p>
          <a:p>
            <a:pPr algn="just"/>
            <a:endParaRPr lang="pt-BR" sz="8800" b="1" dirty="0"/>
          </a:p>
          <a:p>
            <a:pPr algn="just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16522740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MANIFESTAI A SUA GLÓRIA ENTRE AS NAÇÕES, E ENTRE OS POVOS DO UNIVERSO SEUS PRODÍGIOS!</a:t>
            </a:r>
          </a:p>
        </p:txBody>
      </p:sp>
    </p:spTree>
    <p:extLst>
      <p:ext uri="{BB962C8B-B14F-4D97-AF65-F5344CB8AC3E}">
        <p14:creationId xmlns:p14="http://schemas.microsoft.com/office/powerpoint/2010/main" val="9485317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ADORAI O SENHOR NO ESPLENDOR DA SANTIDADE</a:t>
            </a:r>
          </a:p>
          <a:p>
            <a:pPr algn="just"/>
            <a:endParaRPr lang="pt-BR" sz="8800" b="1" dirty="0"/>
          </a:p>
          <a:p>
            <a:pPr algn="just"/>
            <a:endParaRPr lang="pt-BR" sz="8800" b="1" dirty="0"/>
          </a:p>
          <a:p>
            <a:pPr algn="just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0690878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POIS DEUS É GRANDE E MUITO DIGNO DE LOUVOR, É MAIS TERRÍVEL E MAIOR QUE OS OUTROS DEUSES.</a:t>
            </a:r>
          </a:p>
        </p:txBody>
      </p:sp>
    </p:spTree>
    <p:extLst>
      <p:ext uri="{BB962C8B-B14F-4D97-AF65-F5344CB8AC3E}">
        <p14:creationId xmlns:p14="http://schemas.microsoft.com/office/powerpoint/2010/main" val="8130247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ADORAI O SENHOR NO ESPLENDOR DA SANTIDADE</a:t>
            </a:r>
          </a:p>
          <a:p>
            <a:pPr algn="just"/>
            <a:endParaRPr lang="pt-BR" sz="8800" b="1" dirty="0"/>
          </a:p>
          <a:p>
            <a:pPr algn="just"/>
            <a:endParaRPr lang="pt-BR" sz="8800" b="1" dirty="0"/>
          </a:p>
          <a:p>
            <a:pPr algn="just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34165360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5376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EU TE ADORO HÓSTIA DIVINA</a:t>
            </a:r>
          </a:p>
          <a:p>
            <a:pPr algn="l"/>
            <a:r>
              <a:rPr lang="pt-BR" sz="8000" b="1" dirty="0"/>
              <a:t>EU TE ADORO HÓSTIA DE AMOR</a:t>
            </a:r>
          </a:p>
        </p:txBody>
      </p:sp>
    </p:spTree>
    <p:extLst>
      <p:ext uri="{BB962C8B-B14F-4D97-AF65-F5344CB8AC3E}">
        <p14:creationId xmlns:p14="http://schemas.microsoft.com/office/powerpoint/2010/main" val="39513172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5376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ÉS DOS ANJOS O TESOURO</a:t>
            </a:r>
          </a:p>
          <a:p>
            <a:pPr algn="l"/>
            <a:r>
              <a:rPr lang="pt-BR" sz="8000" b="1" dirty="0"/>
              <a:t>ÉS DOS HOMENS O DULÇOR</a:t>
            </a:r>
          </a:p>
        </p:txBody>
      </p:sp>
    </p:spTree>
    <p:extLst>
      <p:ext uri="{BB962C8B-B14F-4D97-AF65-F5344CB8AC3E}">
        <p14:creationId xmlns:p14="http://schemas.microsoft.com/office/powerpoint/2010/main" val="14363172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5376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EU TE ADORO HÓSTIA DIVINA</a:t>
            </a:r>
          </a:p>
          <a:p>
            <a:pPr algn="l"/>
            <a:r>
              <a:rPr lang="pt-BR" sz="8000" b="1" dirty="0"/>
              <a:t>EU TE ADORO HÓSTIA DE AMOR</a:t>
            </a:r>
          </a:p>
        </p:txBody>
      </p:sp>
    </p:spTree>
    <p:extLst>
      <p:ext uri="{BB962C8B-B14F-4D97-AF65-F5344CB8AC3E}">
        <p14:creationId xmlns:p14="http://schemas.microsoft.com/office/powerpoint/2010/main" val="11128126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5376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ÉS NA VIDA ALENTO E FORÇA,</a:t>
            </a:r>
          </a:p>
          <a:p>
            <a:pPr algn="l"/>
            <a:r>
              <a:rPr lang="pt-BR" sz="8000" b="1" dirty="0"/>
              <a:t>ÉS NA MORTE DEFENSOR</a:t>
            </a:r>
          </a:p>
        </p:txBody>
      </p:sp>
    </p:spTree>
    <p:extLst>
      <p:ext uri="{BB962C8B-B14F-4D97-AF65-F5344CB8AC3E}">
        <p14:creationId xmlns:p14="http://schemas.microsoft.com/office/powerpoint/2010/main" val="34665209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53768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 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b="1" dirty="0"/>
              <a:t>EU TE ADORO HÓSTIA DIVINA</a:t>
            </a:r>
          </a:p>
          <a:p>
            <a:pPr algn="l"/>
            <a:r>
              <a:rPr lang="pt-BR" sz="8000" b="1" dirty="0"/>
              <a:t>EU TE ADORO HÓSTIA DE AMOR</a:t>
            </a:r>
          </a:p>
        </p:txBody>
      </p:sp>
    </p:spTree>
    <p:extLst>
      <p:ext uri="{BB962C8B-B14F-4D97-AF65-F5344CB8AC3E}">
        <p14:creationId xmlns:p14="http://schemas.microsoft.com/office/powerpoint/2010/main" val="27239699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50257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317" y="875674"/>
            <a:ext cx="10865365" cy="598232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9600" dirty="0"/>
              <a:t>AVE, RAINHA DO CÉU;</a:t>
            </a:r>
          </a:p>
          <a:p>
            <a:pPr algn="l"/>
            <a:r>
              <a:rPr lang="pt-BR" sz="9600" dirty="0"/>
              <a:t>AVE, DOS ANJOS SENHORA.</a:t>
            </a:r>
          </a:p>
          <a:p>
            <a:pPr algn="l"/>
            <a:r>
              <a:rPr lang="pt-BR" sz="9600" dirty="0"/>
              <a:t>AVE, RAIZ, AVE, PORTA,</a:t>
            </a:r>
          </a:p>
          <a:p>
            <a:pPr algn="l"/>
            <a:r>
              <a:rPr lang="pt-BR" sz="9600" dirty="0"/>
              <a:t>DA LUZ DO MUNDO ÉS, AURORA.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3317" y="875674"/>
            <a:ext cx="10865365" cy="598232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600" dirty="0"/>
              <a:t>EXULTA, Ó VIRGEM TÃO BELA;</a:t>
            </a:r>
          </a:p>
          <a:p>
            <a:pPr algn="l"/>
            <a:r>
              <a:rPr lang="pt-BR" sz="9600" dirty="0"/>
              <a:t>AS OUTRAS SEGUEM-TE APÓS.</a:t>
            </a:r>
          </a:p>
          <a:p>
            <a:pPr algn="l"/>
            <a:r>
              <a:rPr lang="pt-BR" sz="9600" dirty="0"/>
              <a:t>NÓS TE SAUDAMOS: ADEUS!</a:t>
            </a:r>
          </a:p>
          <a:p>
            <a:pPr algn="l"/>
            <a:r>
              <a:rPr lang="pt-BR" sz="9600" dirty="0"/>
              <a:t>E PEDE A CRISTO POR NÓS!</a:t>
            </a:r>
          </a:p>
          <a:p>
            <a:pPr algn="l"/>
            <a:endParaRPr lang="pt-BR" sz="9600" dirty="0"/>
          </a:p>
          <a:p>
            <a:pPr algn="l"/>
            <a:r>
              <a:rPr lang="pt-BR" sz="9600" dirty="0"/>
              <a:t>VIRGEM MÃE, Ó </a:t>
            </a:r>
            <a:r>
              <a:rPr lang="pt-BR" sz="9600"/>
              <a:t>MARIA!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6360154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8298</TotalTime>
  <Words>899</Words>
  <Application>Microsoft Office PowerPoint</Application>
  <PresentationFormat>Widescreen</PresentationFormat>
  <Paragraphs>157</Paragraphs>
  <Slides>60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60</vt:i4>
      </vt:variant>
    </vt:vector>
  </HeadingPairs>
  <TitlesOfParts>
    <vt:vector size="64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 COMUNHÃO</vt:lpstr>
      <vt:lpstr>PÓS COMUNHÃO</vt:lpstr>
      <vt:lpstr>PÓS COMUNHÃO</vt:lpstr>
      <vt:lpstr>PÓS COMUNHÃO</vt:lpstr>
      <vt:lpstr>PÓS 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42</cp:revision>
  <dcterms:created xsi:type="dcterms:W3CDTF">2023-05-06T17:01:55Z</dcterms:created>
  <dcterms:modified xsi:type="dcterms:W3CDTF">2024-07-28T20:57:47Z</dcterms:modified>
</cp:coreProperties>
</file>