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10" r:id="rId4"/>
    <p:sldId id="504" r:id="rId5"/>
    <p:sldId id="505" r:id="rId6"/>
    <p:sldId id="506" r:id="rId7"/>
    <p:sldId id="507" r:id="rId8"/>
    <p:sldId id="508" r:id="rId9"/>
    <p:sldId id="258" r:id="rId10"/>
    <p:sldId id="259" r:id="rId11"/>
    <p:sldId id="260" r:id="rId12"/>
    <p:sldId id="261" r:id="rId13"/>
    <p:sldId id="338" r:id="rId14"/>
    <p:sldId id="339" r:id="rId15"/>
    <p:sldId id="340" r:id="rId16"/>
    <p:sldId id="377" r:id="rId17"/>
    <p:sldId id="509" r:id="rId18"/>
    <p:sldId id="264" r:id="rId19"/>
    <p:sldId id="265" r:id="rId20"/>
    <p:sldId id="266" r:id="rId21"/>
    <p:sldId id="267" r:id="rId22"/>
    <p:sldId id="271" r:id="rId23"/>
    <p:sldId id="472" r:id="rId24"/>
    <p:sldId id="487" r:id="rId25"/>
    <p:sldId id="512" r:id="rId26"/>
    <p:sldId id="510" r:id="rId27"/>
    <p:sldId id="513" r:id="rId28"/>
    <p:sldId id="511" r:id="rId29"/>
    <p:sldId id="514" r:id="rId30"/>
    <p:sldId id="488" r:id="rId31"/>
    <p:sldId id="515" r:id="rId32"/>
    <p:sldId id="292" r:id="rId33"/>
    <p:sldId id="275" r:id="rId34"/>
    <p:sldId id="516" r:id="rId35"/>
    <p:sldId id="361" r:id="rId36"/>
    <p:sldId id="362" r:id="rId37"/>
    <p:sldId id="415" r:id="rId38"/>
    <p:sldId id="517" r:id="rId39"/>
    <p:sldId id="518" r:id="rId40"/>
    <p:sldId id="519" r:id="rId41"/>
    <p:sldId id="520" r:id="rId42"/>
    <p:sldId id="521" r:id="rId43"/>
    <p:sldId id="522" r:id="rId44"/>
    <p:sldId id="523" r:id="rId45"/>
    <p:sldId id="404" r:id="rId46"/>
    <p:sldId id="420" r:id="rId47"/>
    <p:sldId id="524" r:id="rId48"/>
    <p:sldId id="526" r:id="rId49"/>
    <p:sldId id="525" r:id="rId50"/>
    <p:sldId id="419" r:id="rId51"/>
    <p:sldId id="337" r:id="rId52"/>
    <p:sldId id="501" r:id="rId5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838203-3993-4994-A80B-F6728244DE62}">
          <p14:sldIdLst>
            <p14:sldId id="375"/>
            <p14:sldId id="354"/>
            <p14:sldId id="410"/>
            <p14:sldId id="504"/>
            <p14:sldId id="505"/>
            <p14:sldId id="506"/>
            <p14:sldId id="507"/>
            <p14:sldId id="508"/>
            <p14:sldId id="258"/>
            <p14:sldId id="259"/>
            <p14:sldId id="260"/>
            <p14:sldId id="261"/>
            <p14:sldId id="338"/>
            <p14:sldId id="339"/>
            <p14:sldId id="340"/>
            <p14:sldId id="377"/>
            <p14:sldId id="509"/>
            <p14:sldId id="264"/>
            <p14:sldId id="265"/>
            <p14:sldId id="266"/>
            <p14:sldId id="267"/>
            <p14:sldId id="271"/>
            <p14:sldId id="472"/>
            <p14:sldId id="487"/>
            <p14:sldId id="512"/>
            <p14:sldId id="510"/>
            <p14:sldId id="513"/>
            <p14:sldId id="511"/>
            <p14:sldId id="514"/>
            <p14:sldId id="488"/>
            <p14:sldId id="515"/>
            <p14:sldId id="292"/>
            <p14:sldId id="275"/>
            <p14:sldId id="516"/>
            <p14:sldId id="361"/>
            <p14:sldId id="362"/>
            <p14:sldId id="415"/>
            <p14:sldId id="517"/>
            <p14:sldId id="518"/>
            <p14:sldId id="519"/>
            <p14:sldId id="520"/>
            <p14:sldId id="521"/>
            <p14:sldId id="522"/>
            <p14:sldId id="523"/>
            <p14:sldId id="404"/>
            <p14:sldId id="420"/>
            <p14:sldId id="524"/>
            <p14:sldId id="526"/>
            <p14:sldId id="525"/>
            <p14:sldId id="419"/>
            <p14:sldId id="337"/>
            <p14:sldId id="5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05" autoAdjust="0"/>
    <p:restoredTop sz="94660"/>
  </p:normalViewPr>
  <p:slideViewPr>
    <p:cSldViewPr snapToGrid="0">
      <p:cViewPr>
        <p:scale>
          <a:sx n="66" d="100"/>
          <a:sy n="66" d="100"/>
        </p:scale>
        <p:origin x="1350" y="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22/09/2024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22/09/2024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22/09/2024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22/09/2024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22/09/2024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FLEXÃO PARA 26º DOMINGO DO TEMPO COMUM – MARCOS 9,38-43.45.47-48 – ANO B  – Jornal O Mossoroense">
            <a:extLst>
              <a:ext uri="{FF2B5EF4-FFF2-40B4-BE49-F238E27FC236}">
                <a16:creationId xmlns:a16="http://schemas.microsoft.com/office/drawing/2014/main" id="{AE126254-2EBA-2D5A-20EE-57DD5771A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65330"/>
          </a:xfrm>
          <a:prstGeom prst="rect">
            <a:avLst/>
          </a:prstGeom>
          <a:solidFill>
            <a:schemeClr val="tx1">
              <a:alpha val="93000"/>
            </a:schemeClr>
          </a:solidFill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42D7353C-489B-9834-0211-760A99A32207}"/>
              </a:ext>
            </a:extLst>
          </p:cNvPr>
          <p:cNvSpPr/>
          <p:nvPr/>
        </p:nvSpPr>
        <p:spPr>
          <a:xfrm>
            <a:off x="-2" y="0"/>
            <a:ext cx="12192000" cy="6858000"/>
          </a:xfrm>
          <a:prstGeom prst="rect">
            <a:avLst/>
          </a:prstGeom>
          <a:solidFill>
            <a:schemeClr val="tx1">
              <a:alpha val="75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4" y="2274838"/>
            <a:ext cx="91580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26º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594" y="871308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R. TUDO QUANTO VÓS FIZESTES, Ó SENHOR, COM JUSTIÇA VERDADEIRA O FIZESTES. POR VOSSO NOME NÃO ROMPAIS VOSSA ALIANÇA, MAS COM AMOR OLHAI AS NOSSAS MUITAS FALTAS</a:t>
            </a:r>
            <a:endParaRPr lang="pt-BR" sz="69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fontScale="92500"/>
          </a:bodyPr>
          <a:lstStyle/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EM TUDO QUE FIZESTES VÓS SOIS JUSTO,* RETO NO AGIR E NO JULGAR SOIS VERDADEIRO. SIM, PECAMOS AFASTANDO-NOS DE VÓS,* AGIMOS MAL EM TUDO AQUILO QUE FIZEMOS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4107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594" y="871308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R. TUDO QUANTO VÓS FIZESTES, Ó SENHOR, COM JUSTIÇA VERDADEIRA O FIZESTES. POR VOSSO NOME NÃO ROMPAIS VOSSA ALIANÇA, MAS COM AMOR OLHAI AS NOSSAS MUITAS FALTAS</a:t>
            </a:r>
            <a:endParaRPr lang="pt-BR" sz="69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067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ACEITAI O NOSSO ESPÍRITO ABATIDO* E RECEBEI O NOSSO ÂNIMO CONTRITO. NÃO SERÃO, DE MODO ALGUM, ENVERGONHADOS* OS QUE PÕEM A ESPERANÇA EM VÓS, SENHOR.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505404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594" y="871308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R. TUDO QUANTO VÓS FIZESTES, Ó SENHOR, COM JUSTIÇA VERDADEIRA O FIZESTES. POR VOSSO NOME NÃO ROMPAIS VOSSA ALIANÇA, MAS COM AMOR OLHAI AS NOSSAS MUITAS FALTAS</a:t>
            </a:r>
            <a:endParaRPr lang="pt-BR" sz="69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7447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3. DE CORAÇÃO VOS SEGUIREMOS DESDE AGORA,* COM RESPEITO PROCURANDO A VOSSA FACE. SEDE BENDITO, SENHOR DEUS DE NOSSOS PAIS,* LOUVOR E GLÓRIA AO VOSSO NOME PARA SEMPRE.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908535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594" y="871308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R. TUDO QUANTO VÓS FIZESTES, Ó SENHOR, COM JUSTIÇA VERDADEIRA O FIZESTES. POR VOSSO NOME NÃO ROMPAIS VOSSA ALIANÇA, MAS COM AMOR OLHAI AS NOSSAS MUITAS FALTAS</a:t>
            </a:r>
            <a:endParaRPr lang="pt-BR" sz="69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145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5800" b="0" i="0" dirty="0">
                <a:effectLst/>
              </a:rPr>
              <a:t>PRES: TENDE COMPAIXÃO DE NÓS, SENHOR.</a:t>
            </a:r>
          </a:p>
          <a:p>
            <a:pPr algn="l"/>
            <a:r>
              <a:rPr lang="pt-BR" sz="5800" b="1" i="0" dirty="0">
                <a:effectLst/>
              </a:rPr>
              <a:t>T: PORQUE SOMOS PECADORES.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0" i="0" dirty="0">
                <a:effectLst/>
              </a:rPr>
              <a:t>PRES: MANIFESTAI, SENHOR, A VOSSA MISERICÓRDIA.</a:t>
            </a:r>
          </a:p>
          <a:p>
            <a:pPr algn="l"/>
            <a:r>
              <a:rPr lang="pt-BR" sz="5800" b="1" i="0" dirty="0">
                <a:effectLst/>
              </a:rPr>
              <a:t>T: E DAI-NOS A VOSSA SALVAÇÃO. 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500" b="1" dirty="0"/>
              <a:t>GLORIA IN EXCELSIS DEO ET IN TERRA PAX HOMINIBUS BONÆ VOLUNTATIS, BONÆVOLUNTATIS!</a:t>
            </a:r>
          </a:p>
          <a:p>
            <a:pPr algn="just"/>
            <a:endParaRPr lang="pt-BR" sz="5800" dirty="0"/>
          </a:p>
          <a:p>
            <a:pPr algn="just"/>
            <a:r>
              <a:rPr lang="pt-BR" sz="4000" dirty="0"/>
              <a:t>TRADUÇÃO:</a:t>
            </a:r>
          </a:p>
          <a:p>
            <a:pPr algn="just"/>
            <a:r>
              <a:rPr lang="pt-BR" sz="4000" b="0" i="0" dirty="0">
                <a:solidFill>
                  <a:srgbClr val="131313"/>
                </a:solidFill>
                <a:effectLst/>
              </a:rPr>
              <a:t>GLÓRIA A DEUS NAS ALTURAS E PAZ NA TERRA AOS HOMENS POR ELE AMADOS, POR ELE AMADOS!</a:t>
            </a:r>
            <a:endParaRPr lang="pt-BR" sz="48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1000" dirty="0"/>
              <a:t>SENHOR DEUS, REI DOS CÉUS, DEUS PAI TODO-PODEROSO: </a:t>
            </a:r>
          </a:p>
          <a:p>
            <a:pPr algn="l"/>
            <a:r>
              <a:rPr lang="pt-BR" sz="11000" dirty="0"/>
              <a:t>NÓS VOS LOUVAMOS, </a:t>
            </a:r>
          </a:p>
          <a:p>
            <a:pPr algn="l"/>
            <a:r>
              <a:rPr lang="pt-BR" sz="11000" dirty="0"/>
              <a:t>NÓS VOS BENDIZEMOS, </a:t>
            </a:r>
          </a:p>
          <a:p>
            <a:pPr algn="l"/>
            <a:r>
              <a:rPr lang="pt-BR" sz="11000" dirty="0"/>
              <a:t>NÓS VOS ADORAMOS, </a:t>
            </a:r>
          </a:p>
          <a:p>
            <a:pPr algn="l"/>
            <a:r>
              <a:rPr lang="pt-BR" sz="11000" dirty="0"/>
              <a:t>NÓS VOS GLORIFICAMOS. </a:t>
            </a:r>
          </a:p>
          <a:p>
            <a:pPr algn="l"/>
            <a:r>
              <a:rPr lang="pt-BR" sz="11000" dirty="0"/>
              <a:t>NÓS VOS DAMOS GRAÇAS POR VOSSA IMENSA GLÓRIA.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</a:t>
            </a:r>
          </a:p>
          <a:p>
            <a:pPr algn="l"/>
            <a:r>
              <a:rPr lang="pt-BR" sz="5400" dirty="0"/>
              <a:t>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l"/>
            <a:endParaRPr lang="pt-BR" sz="9600" dirty="0"/>
          </a:p>
          <a:p>
            <a:pPr algn="just"/>
            <a:r>
              <a:rPr lang="pt-BR" sz="12300" dirty="0"/>
              <a:t>VÓS QUE TIRAIS O PECADO DO MUNDO,  ACOLHEI A NOSSA SÚPLICA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SÓ VÓS SOIS O SANTO, SÓ VÓS O SENHOR, </a:t>
            </a:r>
          </a:p>
          <a:p>
            <a:pPr algn="l"/>
            <a:r>
              <a:rPr lang="pt-BR" sz="6000" dirty="0"/>
              <a:t>SÓ VÓS O ALTÍSSIMO, JESUS CRISTO,</a:t>
            </a:r>
          </a:p>
          <a:p>
            <a:pPr algn="l"/>
            <a:r>
              <a:rPr lang="pt-BR" sz="6000" dirty="0"/>
              <a:t>COM O ESPÍRITO SANTO NA GLÓRIA DE DEUS PAI. </a:t>
            </a:r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500" b="1" dirty="0"/>
              <a:t>GLORIA IN EXCELSIS DEO ET IN TERRA PAX HOMINIBUS BONÆ VOLUNTATIS, BONÆVOLUNTATIS!</a:t>
            </a:r>
          </a:p>
          <a:p>
            <a:pPr algn="just"/>
            <a:r>
              <a:rPr lang="pt-BR" sz="6500" b="1" dirty="0"/>
              <a:t>AMÉM!</a:t>
            </a:r>
          </a:p>
          <a:p>
            <a:pPr algn="just"/>
            <a:endParaRPr lang="pt-BR" sz="5800" dirty="0"/>
          </a:p>
          <a:p>
            <a:pPr algn="just"/>
            <a:r>
              <a:rPr lang="pt-BR" sz="4000" dirty="0"/>
              <a:t>TRADUÇÃO:</a:t>
            </a:r>
          </a:p>
          <a:p>
            <a:pPr algn="just"/>
            <a:r>
              <a:rPr lang="pt-BR" sz="4000" b="0" i="0" dirty="0">
                <a:solidFill>
                  <a:srgbClr val="131313"/>
                </a:solidFill>
                <a:effectLst/>
              </a:rPr>
              <a:t>GLÓRIA A DEUS NAS ALTURAS E PAZ NA TERRA AOS HOMENS POR ELE AMADOS, POR ELE AMADOS! AMÉM!</a:t>
            </a:r>
            <a:endParaRPr lang="pt-BR" sz="48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970871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995" y="2680938"/>
            <a:ext cx="10628009" cy="1496124"/>
          </a:xfrm>
        </p:spPr>
        <p:txBody>
          <a:bodyPr>
            <a:normAutofit lnSpcReduction="10000"/>
          </a:bodyPr>
          <a:lstStyle/>
          <a:p>
            <a:r>
              <a:rPr lang="pt-BR" sz="5400" b="1" dirty="0"/>
              <a:t>A LEI DO SENHOR DEUS É PERFEITA, ALEGRIA AO CORAÇÃO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ALELUIA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VOSSA PALAVRA É VERDADE, ORIENTA E DÁ VIGOR; NA VERDADE SANTIFICA VOSSO POVO, Ó SENHOR!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/>
          </a:bodyPr>
          <a:lstStyle/>
          <a:p>
            <a:pPr algn="l"/>
            <a:r>
              <a:rPr lang="pt-BR" sz="9600" b="1" i="0" dirty="0">
                <a:solidFill>
                  <a:srgbClr val="131313"/>
                </a:solidFill>
                <a:effectLst/>
              </a:rPr>
              <a:t>SENHOR, MEU DEUS, OBRIGADO, SENHOR</a:t>
            </a:r>
          </a:p>
          <a:p>
            <a:pPr algn="l"/>
            <a:r>
              <a:rPr lang="pt-BR" sz="9600" b="1" i="0" dirty="0">
                <a:solidFill>
                  <a:srgbClr val="131313"/>
                </a:solidFill>
                <a:effectLst/>
              </a:rPr>
              <a:t>PORQUE TUDO É TEU!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4397578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101" y="441565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7505" y="1136074"/>
            <a:ext cx="11551259" cy="5527962"/>
          </a:xfrm>
        </p:spPr>
        <p:txBody>
          <a:bodyPr>
            <a:normAutofit/>
          </a:bodyPr>
          <a:lstStyle/>
          <a:p>
            <a:pPr algn="l"/>
            <a:endParaRPr lang="pt-BR" sz="44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É TEU O PÃO QUE APRESENTAMOS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É TUA DOR QUE SUPORTAMOS: OBRIGADO, SENHOR!</a:t>
            </a:r>
            <a:br>
              <a:rPr lang="pt-BR" sz="4400" dirty="0"/>
            </a:b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30525855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/>
          </a:bodyPr>
          <a:lstStyle/>
          <a:p>
            <a:pPr algn="l"/>
            <a:r>
              <a:rPr lang="pt-BR" sz="9600" b="1" i="0" dirty="0">
                <a:solidFill>
                  <a:srgbClr val="131313"/>
                </a:solidFill>
                <a:effectLst/>
              </a:rPr>
              <a:t>SENHOR, MEU DEUS, OBRIGADO, SENHOR</a:t>
            </a:r>
          </a:p>
          <a:p>
            <a:pPr algn="l"/>
            <a:r>
              <a:rPr lang="pt-BR" sz="9600" b="1" i="0" dirty="0">
                <a:solidFill>
                  <a:srgbClr val="131313"/>
                </a:solidFill>
                <a:effectLst/>
              </a:rPr>
              <a:t>PORQUE TUDO É TEU!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8164071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101" y="441565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7505" y="1136074"/>
            <a:ext cx="11551259" cy="5527962"/>
          </a:xfrm>
        </p:spPr>
        <p:txBody>
          <a:bodyPr>
            <a:normAutofit lnSpcReduction="10000"/>
          </a:bodyPr>
          <a:lstStyle/>
          <a:p>
            <a:pPr algn="l"/>
            <a:endParaRPr lang="pt-BR" sz="48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7200" i="0" dirty="0">
                <a:solidFill>
                  <a:srgbClr val="131313"/>
                </a:solidFill>
                <a:effectLst/>
              </a:rPr>
              <a:t>É TEU O VINHO QUE TRAZEMOS</a:t>
            </a:r>
          </a:p>
          <a:p>
            <a:pPr algn="l"/>
            <a:r>
              <a:rPr lang="pt-BR" sz="7200" i="0" dirty="0">
                <a:solidFill>
                  <a:srgbClr val="131313"/>
                </a:solidFill>
                <a:effectLst/>
              </a:rPr>
              <a:t>É TUA VIDA QUE VIVEMOS: OBRIGADO, SENHOR</a:t>
            </a:r>
            <a:br>
              <a:rPr lang="pt-BR" sz="4800" dirty="0"/>
            </a:b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39029180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/>
          </a:bodyPr>
          <a:lstStyle/>
          <a:p>
            <a:pPr algn="l"/>
            <a:r>
              <a:rPr lang="pt-BR" sz="9600" b="1" i="0" dirty="0">
                <a:solidFill>
                  <a:srgbClr val="131313"/>
                </a:solidFill>
                <a:effectLst/>
              </a:rPr>
              <a:t>SENHOR, MEU DEUS, OBRIGADO, SENHOR</a:t>
            </a:r>
          </a:p>
          <a:p>
            <a:pPr algn="l"/>
            <a:r>
              <a:rPr lang="pt-BR" sz="9600" b="1" i="0" dirty="0">
                <a:solidFill>
                  <a:srgbClr val="131313"/>
                </a:solidFill>
                <a:effectLst/>
              </a:rPr>
              <a:t>PORQUE TUDO É TEU!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8151732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101" y="441565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7505" y="1136074"/>
            <a:ext cx="11551259" cy="5527962"/>
          </a:xfrm>
        </p:spPr>
        <p:txBody>
          <a:bodyPr>
            <a:normAutofit/>
          </a:bodyPr>
          <a:lstStyle/>
          <a:p>
            <a:pPr algn="l"/>
            <a:endParaRPr lang="pt-BR" sz="48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A TUA VIDA É NOSSA VIDA</a:t>
            </a:r>
          </a:p>
          <a:p>
            <a:pPr algn="l"/>
            <a:r>
              <a:rPr lang="pt-BR" sz="8000" i="0" dirty="0">
                <a:solidFill>
                  <a:srgbClr val="131313"/>
                </a:solidFill>
                <a:effectLst/>
              </a:rPr>
              <a:t>NA TUA CASA RECEBIDA: OBRIGADO, SENHOR!</a:t>
            </a:r>
            <a:br>
              <a:rPr lang="pt-BR" sz="4800" dirty="0"/>
            </a:b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29067662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/>
          </a:bodyPr>
          <a:lstStyle/>
          <a:p>
            <a:pPr algn="l"/>
            <a:r>
              <a:rPr lang="pt-BR" sz="9600" b="1" i="0" dirty="0">
                <a:solidFill>
                  <a:srgbClr val="131313"/>
                </a:solidFill>
                <a:effectLst/>
              </a:rPr>
              <a:t>SENHOR, MEU DEUS, OBRIGADO, SENHOR</a:t>
            </a:r>
          </a:p>
          <a:p>
            <a:pPr algn="l"/>
            <a:r>
              <a:rPr lang="pt-BR" sz="9600" b="1" i="0" dirty="0">
                <a:solidFill>
                  <a:srgbClr val="131313"/>
                </a:solidFill>
                <a:effectLst/>
              </a:rPr>
              <a:t>PORQUE TUDO É TEU!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7173177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lnSpcReduction="10000"/>
          </a:bodyPr>
          <a:lstStyle/>
          <a:p>
            <a:pPr algn="l"/>
            <a:endParaRPr lang="pt-BR" sz="66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NA TUA CRUZ CRUCIFICADOS</a:t>
            </a: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</a:rPr>
              <a:t>SEREMOS TEUS RESSUSCITADOS: OBRIGADO, SENHOR!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8707747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/>
          </a:bodyPr>
          <a:lstStyle/>
          <a:p>
            <a:pPr algn="l"/>
            <a:r>
              <a:rPr lang="pt-BR" sz="9600" b="1" i="0" dirty="0">
                <a:solidFill>
                  <a:srgbClr val="131313"/>
                </a:solidFill>
                <a:effectLst/>
              </a:rPr>
              <a:t>SENHOR, MEU DEUS, OBRIGADO, SENHOR</a:t>
            </a:r>
          </a:p>
          <a:p>
            <a:pPr algn="l"/>
            <a:r>
              <a:rPr lang="pt-BR" sz="9600" b="1" i="0" dirty="0">
                <a:solidFill>
                  <a:srgbClr val="131313"/>
                </a:solidFill>
                <a:effectLst/>
              </a:rPr>
              <a:t>PORQUE TUDO É TEU!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7954241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80290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0000" dirty="0"/>
              <a:t>SANTO, SANTO, SANTO</a:t>
            </a:r>
          </a:p>
          <a:p>
            <a:pPr algn="l"/>
            <a:r>
              <a:rPr lang="pt-BR" sz="20000" dirty="0"/>
              <a:t>SENHOR DEUS DO UNIVERSO, O CÉU E A TERRA PROCLAMAM, PROCLAMAM A VOSSA GLÓRIA</a:t>
            </a:r>
          </a:p>
          <a:p>
            <a:pPr algn="l"/>
            <a:endParaRPr lang="pt-BR" sz="20000" dirty="0"/>
          </a:p>
          <a:p>
            <a:pPr algn="l"/>
            <a:r>
              <a:rPr lang="pt-BR" sz="20000" b="1" dirty="0"/>
              <a:t>HOSANA! HOSANA! HOSANA! HOSANA NAS ALTURAS! (2X)</a:t>
            </a:r>
            <a:endParaRPr lang="pt-BR" sz="20000" dirty="0"/>
          </a:p>
          <a:p>
            <a:pPr algn="l"/>
            <a:endParaRPr lang="pt-BR" sz="20000" dirty="0"/>
          </a:p>
          <a:p>
            <a:pPr algn="l"/>
            <a:endParaRPr lang="pt-BR" sz="54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80290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0000" dirty="0"/>
              <a:t>BENDITO O QUE VEM EM NOME DO SENHOR! BENDITO O QUE VEM EM NOME DO SENHOR</a:t>
            </a:r>
          </a:p>
          <a:p>
            <a:pPr algn="l"/>
            <a:endParaRPr lang="pt-BR" sz="20000" dirty="0"/>
          </a:p>
          <a:p>
            <a:pPr algn="l"/>
            <a:r>
              <a:rPr lang="pt-BR" sz="20000" b="1" dirty="0"/>
              <a:t>HOSANA! HOSANA! HOSANA! HOSANA NAS ALTURAS! (2X)</a:t>
            </a:r>
            <a:endParaRPr lang="pt-BR" sz="20000" dirty="0"/>
          </a:p>
          <a:p>
            <a:pPr algn="l"/>
            <a:endParaRPr lang="pt-BR" sz="20000" dirty="0"/>
          </a:p>
          <a:p>
            <a:pPr algn="l"/>
            <a:endParaRPr lang="pt-BR" sz="54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  <a:p>
            <a:pPr algn="l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5670747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LEMBRAI-VOS DA PROMESSA AO VOSSO SERVO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PELA QUAL ME CUMULASTES DE ESPERANÇA.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O QUE ME ANIMA NA AFLIÇÃO É A CERTEZA: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VOSSA PALAVRA ME DÁ A VIDA, Ó SENHOR.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FELIZ O HOMEM SEM PECADO EM SEU CAMINHO,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QUE NA LEI DO SENHOR DEUS VAI PROGREDINDO!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FELIZ O HOMEM QUE OBSERVA SEUS PRECEITOS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</a:rPr>
              <a:t>E DE TODO O CORAÇÃO PROCURA A DEUS.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7735816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LEMBRAI-VOS DA PROMESSA AO VOSSO SERVO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PELA QUAL ME CUMULASTES DE ESPERANÇA.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O QUE ME ANIMA NA AFLIÇÃO É A CERTEZA: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VOSSA PALAVRA ME DÁ A VIDA, Ó SENHOR.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41060177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5600" b="0" i="0" dirty="0">
                <a:solidFill>
                  <a:srgbClr val="131313"/>
                </a:solidFill>
                <a:effectLst/>
              </a:rPr>
              <a:t>A MINHA ALMA ESTÁ PROSTRADA NA POEIRA, VOSSA PALAVRA ME DEVOLVA A MINHA VIDA. A MINHA ALMA CHORA E GEME DE TRISTEZA, VOSSA PALAVRA ME CONSOLE E REANIME.</a:t>
            </a:r>
            <a:endParaRPr lang="pt-BR" sz="5600" dirty="0"/>
          </a:p>
        </p:txBody>
      </p:sp>
    </p:spTree>
    <p:extLst>
      <p:ext uri="{BB962C8B-B14F-4D97-AF65-F5344CB8AC3E}">
        <p14:creationId xmlns:p14="http://schemas.microsoft.com/office/powerpoint/2010/main" val="16242762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LEMBRAI-VOS DA PROMESSA AO VOSSO SERVO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PELA QUAL ME CUMULASTES DE ESPERANÇA.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O QUE ME ANIMA NA AFLIÇÃO É A CERTEZA: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VOSSA PALAVRA ME DÁ A VIDA, Ó SENHOR.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7170709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5600" b="0" i="0" dirty="0">
                <a:solidFill>
                  <a:srgbClr val="131313"/>
                </a:solidFill>
                <a:effectLst/>
              </a:rPr>
              <a:t>SENHOR, QUE DESÇA SOBRE MIM A VOSSA GRAÇA E A VOSSA SALVAÇÃO QUE PROMETESTES! VOSSOS FIEIS HÃO DE ME VER COM ALEGRIA, POIS, NAS PALAVRAS QUE DISSESTES, ESPEREI.</a:t>
            </a:r>
            <a:endParaRPr lang="pt-BR" sz="5600" dirty="0"/>
          </a:p>
        </p:txBody>
      </p:sp>
    </p:spTree>
    <p:extLst>
      <p:ext uri="{BB962C8B-B14F-4D97-AF65-F5344CB8AC3E}">
        <p14:creationId xmlns:p14="http://schemas.microsoft.com/office/powerpoint/2010/main" val="747217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LEMBRAI-VOS DA PROMESSA AO VOSSO SERVO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PELA QUAL ME CUMULASTES DE ESPERANÇA.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O QUE ME ANIMA NA AFLIÇÃO É A CERTEZA: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VOSSA PALAVRA ME DÁ A VIDA, Ó SENHOR.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0109363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5600" b="0" i="0" dirty="0">
                <a:solidFill>
                  <a:srgbClr val="131313"/>
                </a:solidFill>
                <a:effectLst/>
              </a:rPr>
              <a:t>VOSSO AMOR SEJA UM CONSOLO PARA MIM, CONFORME A VOSSO SERVO PROMETESTES. VÓS SOIS MEU PROTETOR E MEU ESCUDO, VOSSA PALAVRA É PARA MIM A ESPERANÇA.</a:t>
            </a:r>
            <a:endParaRPr lang="pt-BR" sz="5600" dirty="0"/>
          </a:p>
        </p:txBody>
      </p:sp>
    </p:spTree>
    <p:extLst>
      <p:ext uri="{BB962C8B-B14F-4D97-AF65-F5344CB8AC3E}">
        <p14:creationId xmlns:p14="http://schemas.microsoft.com/office/powerpoint/2010/main" val="42850994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LEMBRAI-VOS DA PROMESSA AO VOSSO SERVO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PELA QUAL ME CUMULASTES DE ESPERANÇA.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O QUE ME ANIMA NA AFLIÇÃO É A CERTEZA:</a:t>
            </a:r>
          </a:p>
          <a:p>
            <a:pPr algn="l"/>
            <a:r>
              <a:rPr lang="pt-BR" sz="8000" b="1" i="0" dirty="0">
                <a:solidFill>
                  <a:srgbClr val="131313"/>
                </a:solidFill>
                <a:effectLst/>
              </a:rPr>
              <a:t>VOSSA PALAVRA ME DÁ A VIDA, Ó SENHOR.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3806587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541" y="1056361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TE ADORO HÓSTIA DIVINA</a:t>
            </a:r>
          </a:p>
          <a:p>
            <a:pPr algn="l"/>
            <a:r>
              <a:rPr lang="pt-BR" sz="6000" b="1" dirty="0">
                <a:solidFill>
                  <a:srgbClr val="131313"/>
                </a:solidFill>
                <a:latin typeface="Roboto" panose="02000000000000000000" pitchFamily="2" charset="0"/>
              </a:rPr>
              <a:t>EU TE ADORO HÓSTIA DE AMOR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ÉS DOS ANJOS O TESOURO</a:t>
            </a:r>
          </a:p>
          <a:p>
            <a:pPr algn="l"/>
            <a:r>
              <a:rPr lang="pt-BR" sz="6000" b="1" dirty="0">
                <a:solidFill>
                  <a:srgbClr val="131313"/>
                </a:solidFill>
                <a:latin typeface="Roboto" panose="02000000000000000000" pitchFamily="2" charset="0"/>
              </a:rPr>
              <a:t>ÉS DOS HOMENS O DULÇOR</a:t>
            </a:r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8796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40" y="1251625"/>
            <a:ext cx="11386320" cy="5424487"/>
          </a:xfrm>
        </p:spPr>
        <p:txBody>
          <a:bodyPr>
            <a:normAutofit/>
          </a:bodyPr>
          <a:lstStyle/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TE ADORO HÓSTIA DIVINA</a:t>
            </a:r>
          </a:p>
          <a:p>
            <a:pPr algn="l"/>
            <a:r>
              <a:rPr lang="pt-BR" sz="6000" b="1" dirty="0">
                <a:solidFill>
                  <a:srgbClr val="131313"/>
                </a:solidFill>
                <a:latin typeface="Roboto" panose="02000000000000000000" pitchFamily="2" charset="0"/>
              </a:rPr>
              <a:t>EU TE ADORO HÓSTIA DE AMOR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5820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541" y="1056361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TE ADORO HÓSTIA DIVINA</a:t>
            </a:r>
          </a:p>
          <a:p>
            <a:pPr algn="l"/>
            <a:r>
              <a:rPr lang="pt-BR" sz="6000" b="1" dirty="0">
                <a:solidFill>
                  <a:srgbClr val="131313"/>
                </a:solidFill>
                <a:latin typeface="Roboto" panose="02000000000000000000" pitchFamily="2" charset="0"/>
              </a:rPr>
              <a:t>EU TE ADORO HÓSTIA DE AMOR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ÉS </a:t>
            </a:r>
            <a:r>
              <a:rPr lang="pt-BR" sz="6000" b="1" dirty="0">
                <a:solidFill>
                  <a:srgbClr val="131313"/>
                </a:solidFill>
                <a:latin typeface="Roboto" panose="02000000000000000000" pitchFamily="2" charset="0"/>
              </a:rPr>
              <a:t>NA VIDA ALENTO E FORÇA,</a:t>
            </a:r>
          </a:p>
          <a:p>
            <a:pPr algn="l"/>
            <a:r>
              <a:rPr lang="pt-BR" sz="6000" b="1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ÉS NA MORTE DEFENSOR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4560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40" y="1226458"/>
            <a:ext cx="11386320" cy="5424487"/>
          </a:xfrm>
        </p:spPr>
        <p:txBody>
          <a:bodyPr>
            <a:normAutofit/>
          </a:bodyPr>
          <a:lstStyle/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TE ADORO HÓSTIA DIVINA</a:t>
            </a:r>
          </a:p>
          <a:p>
            <a:pPr algn="l"/>
            <a:r>
              <a:rPr lang="pt-BR" sz="6000" b="1" dirty="0">
                <a:solidFill>
                  <a:srgbClr val="131313"/>
                </a:solidFill>
                <a:latin typeface="Roboto" panose="02000000000000000000" pitchFamily="2" charset="0"/>
              </a:rPr>
              <a:t>EU TE ADORO HÓSTIA DE AMOR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5397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27146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5386" y="1005571"/>
            <a:ext cx="11579578" cy="6338124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AVE, RAINHA DO CÉU;</a:t>
            </a:r>
          </a:p>
          <a:p>
            <a:pPr algn="l"/>
            <a:r>
              <a:rPr lang="pt-BR" sz="6600" b="1" dirty="0"/>
              <a:t>AVE, DOS ANJOS SENHORA.</a:t>
            </a:r>
          </a:p>
          <a:p>
            <a:pPr algn="l"/>
            <a:r>
              <a:rPr lang="pt-BR" sz="6600" b="1" dirty="0"/>
              <a:t>AVE, RAIZ, AVE, PORTA,</a:t>
            </a:r>
          </a:p>
          <a:p>
            <a:pPr algn="l"/>
            <a:r>
              <a:rPr lang="pt-BR" sz="6600" b="1" dirty="0"/>
              <a:t>DA LUZ DO MUNDO ÉS</a:t>
            </a:r>
          </a:p>
          <a:p>
            <a:pPr algn="l"/>
            <a:r>
              <a:rPr lang="pt-BR" sz="6600" b="1" dirty="0"/>
              <a:t>AURORA.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422" y="1366297"/>
            <a:ext cx="11579578" cy="6338124"/>
          </a:xfrm>
        </p:spPr>
        <p:txBody>
          <a:bodyPr>
            <a:normAutofit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EXULTA, Ó VIRGEM TÃO BELA;</a:t>
            </a:r>
            <a:br>
              <a:rPr lang="pt-BR" sz="6600" dirty="0"/>
            </a:br>
            <a:r>
              <a:rPr lang="pt-BR" sz="6600" b="0" i="0" dirty="0">
                <a:solidFill>
                  <a:srgbClr val="333333"/>
                </a:solidFill>
                <a:effectLst/>
              </a:rPr>
              <a:t>AS OUTRAS SEGUEM-TE APÓS.</a:t>
            </a:r>
            <a:br>
              <a:rPr lang="pt-BR" sz="6600" dirty="0"/>
            </a:br>
            <a:r>
              <a:rPr lang="pt-BR" sz="6600" b="0" i="0" dirty="0">
                <a:solidFill>
                  <a:srgbClr val="333333"/>
                </a:solidFill>
                <a:effectLst/>
              </a:rPr>
              <a:t>NÓS TE SAUDAMOS: ADEUS!</a:t>
            </a:r>
            <a:br>
              <a:rPr lang="pt-BR" sz="6600" dirty="0"/>
            </a:br>
            <a:r>
              <a:rPr lang="pt-BR" sz="6600" b="0" i="0" dirty="0">
                <a:solidFill>
                  <a:srgbClr val="333333"/>
                </a:solidFill>
                <a:effectLst/>
              </a:rPr>
              <a:t>E PEDE A CRISTO POR NÓS!</a:t>
            </a:r>
          </a:p>
          <a:p>
            <a:pPr algn="l"/>
            <a:r>
              <a:rPr lang="pt-BR" sz="6600" dirty="0"/>
              <a:t>VIRGEM MÃE, Ó MARIA!</a:t>
            </a:r>
          </a:p>
        </p:txBody>
      </p:sp>
    </p:spTree>
    <p:extLst>
      <p:ext uri="{BB962C8B-B14F-4D97-AF65-F5344CB8AC3E}">
        <p14:creationId xmlns:p14="http://schemas.microsoft.com/office/powerpoint/2010/main" val="32217548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18217</TotalTime>
  <Words>1194</Words>
  <Application>Microsoft Office PowerPoint</Application>
  <PresentationFormat>Widescreen</PresentationFormat>
  <Paragraphs>172</Paragraphs>
  <Slides>52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52</vt:i4>
      </vt:variant>
    </vt:vector>
  </HeadingPairs>
  <TitlesOfParts>
    <vt:vector size="58" baseType="lpstr">
      <vt:lpstr>Arial</vt:lpstr>
      <vt:lpstr>Bookman Old Style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ALELUIA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PÓS COMUNHÃO</vt:lpstr>
      <vt:lpstr>PÓS 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50</cp:revision>
  <dcterms:created xsi:type="dcterms:W3CDTF">2023-05-06T17:01:55Z</dcterms:created>
  <dcterms:modified xsi:type="dcterms:W3CDTF">2024-09-29T16:37:28Z</dcterms:modified>
</cp:coreProperties>
</file>