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66" r:id="rId5"/>
    <p:sldId id="367" r:id="rId6"/>
    <p:sldId id="368" r:id="rId7"/>
    <p:sldId id="369" r:id="rId8"/>
    <p:sldId id="258" r:id="rId9"/>
    <p:sldId id="259" r:id="rId10"/>
    <p:sldId id="370" r:id="rId11"/>
    <p:sldId id="371" r:id="rId12"/>
    <p:sldId id="260" r:id="rId13"/>
    <p:sldId id="261" r:id="rId14"/>
    <p:sldId id="338" r:id="rId15"/>
    <p:sldId id="339" r:id="rId16"/>
    <p:sldId id="340" r:id="rId17"/>
    <p:sldId id="360" r:id="rId18"/>
    <p:sldId id="264" r:id="rId19"/>
    <p:sldId id="265" r:id="rId20"/>
    <p:sldId id="266" r:id="rId21"/>
    <p:sldId id="267" r:id="rId22"/>
    <p:sldId id="271" r:id="rId23"/>
    <p:sldId id="269" r:id="rId24"/>
    <p:sldId id="356" r:id="rId25"/>
    <p:sldId id="372" r:id="rId26"/>
    <p:sldId id="357" r:id="rId27"/>
    <p:sldId id="292" r:id="rId28"/>
    <p:sldId id="275" r:id="rId29"/>
    <p:sldId id="363" r:id="rId30"/>
    <p:sldId id="361" r:id="rId31"/>
    <p:sldId id="362" r:id="rId32"/>
    <p:sldId id="358" r:id="rId33"/>
    <p:sldId id="373" r:id="rId34"/>
    <p:sldId id="277" r:id="rId35"/>
    <p:sldId id="337" r:id="rId36"/>
    <p:sldId id="374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02DAEC8-8512-2724-CF99-98EA786A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OS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SENHOR, VÓS ME SONDAIS E ME CONHECEIS</a:t>
            </a:r>
          </a:p>
          <a:p>
            <a:pPr algn="l"/>
            <a:r>
              <a:rPr lang="pt-BR" sz="21600" dirty="0"/>
              <a:t>SABEIS QUANDO ME SENTO OU ME LEVANTO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34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PERCEBEIS QUANDO ME DEITO E QUANDO ANDO, OS MEUS CAMINHOS VOS SÃO TODOS CONHECIDOS</a:t>
            </a:r>
          </a:p>
        </p:txBody>
      </p:sp>
    </p:spTree>
    <p:extLst>
      <p:ext uri="{BB962C8B-B14F-4D97-AF65-F5344CB8AC3E}">
        <p14:creationId xmlns:p14="http://schemas.microsoft.com/office/powerpoint/2010/main" val="12957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89690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ESTA VERDADE É POR DEMAIS MARAVILHOSA</a:t>
            </a:r>
          </a:p>
          <a:p>
            <a:pPr algn="l"/>
            <a:r>
              <a:rPr lang="pt-BR" sz="21600" dirty="0"/>
              <a:t>É TÃO SUBLIME QUE NÃO POSSO COMPREENDÊ-LO</a:t>
            </a:r>
          </a:p>
        </p:txBody>
      </p:sp>
    </p:spTree>
    <p:extLst>
      <p:ext uri="{BB962C8B-B14F-4D97-AF65-F5344CB8AC3E}">
        <p14:creationId xmlns:p14="http://schemas.microsoft.com/office/powerpoint/2010/main" val="9328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/>
          </a:bodyPr>
          <a:lstStyle/>
          <a:p>
            <a:r>
              <a:rPr lang="pt-BR" sz="8000" b="1" dirty="0"/>
              <a:t>KYRIE ELEISON</a:t>
            </a:r>
          </a:p>
          <a:p>
            <a:r>
              <a:rPr lang="pt-BR" sz="8000" b="1" dirty="0"/>
              <a:t>CHRISTE ELEISON</a:t>
            </a:r>
          </a:p>
          <a:p>
            <a:r>
              <a:rPr lang="pt-BR" sz="8000" b="1" dirty="0"/>
              <a:t>KYRIE ELEISON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GLORIA IN EXCELSIS DEO, ET IN TERRA PAX HOMINIBUS BONAE VOLUNTATIS, BONAE VOLUNTATIS</a:t>
            </a:r>
          </a:p>
          <a:p>
            <a:pPr algn="just"/>
            <a:r>
              <a:rPr lang="pt-BR" sz="40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400" dirty="0"/>
              <a:t>GLÓRIA A DEUS NAS ALTURAS E PAZ NA TERRA AOS HOMENS POR ELE AMADOS</a:t>
            </a:r>
          </a:p>
          <a:p>
            <a:pPr algn="just"/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b="1" dirty="0"/>
              <a:t>GLORIA IN EXCELSIS DEO, ET IN TERRA PAX HOMINIBUS BONAE VOLUNTATIS, BONAE VOLUNTATIS</a:t>
            </a:r>
          </a:p>
          <a:p>
            <a:pPr algn="just"/>
            <a:endParaRPr lang="pt-BR" sz="12300" b="1" dirty="0"/>
          </a:p>
          <a:p>
            <a:pPr algn="just"/>
            <a:r>
              <a:rPr lang="pt-BR" sz="110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233214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DE TODOS OS TEMORES ME LIVROU O SENHOR DEUS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TU ÉS PEDRO E SOBRE ESTA PEDRA EU IREI CONSTRUIR A MINHA IGREJA, E AS PORTAS DO INFERNO NÃO IRÃO DERROTÁ-LA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NEM A ESPADA, OU PERIGO,</a:t>
            </a:r>
          </a:p>
          <a:p>
            <a:pPr algn="l"/>
            <a:r>
              <a:rPr lang="pt-BR" sz="6600" dirty="0"/>
              <a:t>NEM OS ERROS DO MEU IRMÃO</a:t>
            </a:r>
          </a:p>
          <a:p>
            <a:pPr algn="l"/>
            <a:r>
              <a:rPr lang="pt-BR" sz="6600" dirty="0"/>
              <a:t>NENHUMA DAS CRIATURAS</a:t>
            </a:r>
          </a:p>
          <a:p>
            <a:pPr algn="l"/>
            <a:r>
              <a:rPr lang="pt-BR" sz="6600" dirty="0"/>
              <a:t>NEM A CONDENAÇÃO</a:t>
            </a:r>
          </a:p>
        </p:txBody>
      </p:sp>
    </p:spTree>
    <p:extLst>
      <p:ext uri="{BB962C8B-B14F-4D97-AF65-F5344CB8AC3E}">
        <p14:creationId xmlns:p14="http://schemas.microsoft.com/office/powerpoint/2010/main" val="3892079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90669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NEM A VIDA, NEM A MORTE,</a:t>
            </a:r>
          </a:p>
          <a:p>
            <a:pPr algn="l"/>
            <a:r>
              <a:rPr lang="pt-BR" sz="6600" dirty="0"/>
              <a:t>A TRISTEZA OU A AFLIÇÃO,</a:t>
            </a:r>
          </a:p>
          <a:p>
            <a:pPr algn="l"/>
            <a:r>
              <a:rPr lang="pt-BR" sz="6600" dirty="0"/>
              <a:t>NEM O PASSADO, NEM O PRESENTE,</a:t>
            </a:r>
          </a:p>
          <a:p>
            <a:pPr algn="l"/>
            <a:r>
              <a:rPr lang="pt-BR" sz="6600" dirty="0"/>
              <a:t>O FUTURO, NEM OPRESSÃO</a:t>
            </a:r>
          </a:p>
        </p:txBody>
      </p:sp>
    </p:spTree>
    <p:extLst>
      <p:ext uri="{BB962C8B-B14F-4D97-AF65-F5344CB8AC3E}">
        <p14:creationId xmlns:p14="http://schemas.microsoft.com/office/powerpoint/2010/main" val="3737255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b="1" dirty="0"/>
              <a:t>TU ÉS PEDRO E SOBRE ESTA PEDRA CONSTRUIREI A MINHA IGREJA.</a:t>
            </a:r>
          </a:p>
          <a:p>
            <a:pPr algn="just"/>
            <a:r>
              <a:rPr lang="pt-BR" sz="6600" dirty="0"/>
              <a:t>Ó PASTOR DE ISRAEL PRESTAI OIVIDOS</a:t>
            </a:r>
          </a:p>
          <a:p>
            <a:pPr algn="just"/>
            <a:r>
              <a:rPr lang="pt-BR" sz="6600" dirty="0"/>
              <a:t>VÓS, QUE A JOSÉ APACENTAIS QUAL UM REBANHO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VÓS QUE SOBRE OS QUERUBINS VOS ASSENTAIS</a:t>
            </a:r>
          </a:p>
          <a:p>
            <a:pPr algn="just"/>
            <a:r>
              <a:rPr lang="pt-BR" sz="5400" dirty="0"/>
              <a:t>APARECI CHEIO DE GLÓRIA E EXPLENDOR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CONVERTEI-NOS, Ó SENHOR, DEUS DO UNIVERSO</a:t>
            </a:r>
          </a:p>
          <a:p>
            <a:pPr algn="just"/>
            <a:r>
              <a:rPr lang="pt-BR" sz="54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1. PUBLICAI EM TODA TERRA OS PRODÍGIOS DO SENHOR.</a:t>
            </a:r>
          </a:p>
          <a:p>
            <a:pPr algn="l"/>
            <a:r>
              <a:rPr lang="pt-BR" sz="21600" dirty="0"/>
              <a:t>REUNIU SEU POVO AMADO PARA O CANTO DO LOUVOR.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2. BENDIZEI, LOUVAI POR PEDRO, PELA FÉ QUE PROFESSOU</a:t>
            </a:r>
          </a:p>
          <a:p>
            <a:pPr algn="l"/>
            <a:r>
              <a:rPr lang="pt-BR" sz="21600" dirty="0"/>
              <a:t>ESSA FÉ É A ROCHA FIRME DA IGREJA DO SENHOR..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7939</TotalTime>
  <Words>796</Words>
  <Application>Microsoft Office PowerPoint</Application>
  <PresentationFormat>Widescreen</PresentationFormat>
  <Paragraphs>143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15</cp:revision>
  <dcterms:created xsi:type="dcterms:W3CDTF">2023-05-06T17:01:55Z</dcterms:created>
  <dcterms:modified xsi:type="dcterms:W3CDTF">2023-07-02T20:57:20Z</dcterms:modified>
</cp:coreProperties>
</file>