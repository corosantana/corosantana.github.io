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15" r:id="rId5"/>
    <p:sldId id="258" r:id="rId6"/>
    <p:sldId id="259" r:id="rId7"/>
    <p:sldId id="404" r:id="rId8"/>
    <p:sldId id="264" r:id="rId9"/>
    <p:sldId id="265" r:id="rId10"/>
    <p:sldId id="266" r:id="rId11"/>
    <p:sldId id="267" r:id="rId12"/>
    <p:sldId id="271" r:id="rId13"/>
    <p:sldId id="269" r:id="rId14"/>
    <p:sldId id="376" r:id="rId15"/>
    <p:sldId id="416" r:id="rId16"/>
    <p:sldId id="412" r:id="rId17"/>
    <p:sldId id="417" r:id="rId18"/>
    <p:sldId id="292" r:id="rId19"/>
    <p:sldId id="275" r:id="rId20"/>
    <p:sldId id="363" r:id="rId21"/>
    <p:sldId id="361" r:id="rId22"/>
    <p:sldId id="362" r:id="rId23"/>
    <p:sldId id="358" r:id="rId24"/>
    <p:sldId id="418" r:id="rId25"/>
    <p:sldId id="419" r:id="rId26"/>
    <p:sldId id="420" r:id="rId27"/>
    <p:sldId id="421" r:id="rId28"/>
    <p:sldId id="277" r:id="rId29"/>
    <p:sldId id="337" r:id="rId30"/>
    <p:sldId id="424" r:id="rId31"/>
    <p:sldId id="425" r:id="rId32"/>
    <p:sldId id="426" r:id="rId33"/>
    <p:sldId id="427" r:id="rId34"/>
    <p:sldId id="423" r:id="rId35"/>
    <p:sldId id="429" r:id="rId36"/>
    <p:sldId id="428" r:id="rId37"/>
    <p:sldId id="422" r:id="rId38"/>
    <p:sldId id="413" r:id="rId39"/>
    <p:sldId id="430" r:id="rId40"/>
    <p:sldId id="431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09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44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B788F389-2491-4456-8153-9697A8BE88F6}"/>
    <pc:docChg chg="undo custSel addSld delSld modSld sldOrd">
      <pc:chgData name="anaclaracosta116@gmail.com" userId="a793634777582c92" providerId="LiveId" clId="{B788F389-2491-4456-8153-9697A8BE88F6}" dt="2023-12-10T20:21:21.677" v="247" actId="27636"/>
      <pc:docMkLst>
        <pc:docMk/>
      </pc:docMkLst>
      <pc:sldChg chg="modSp mod">
        <pc:chgData name="anaclaracosta116@gmail.com" userId="a793634777582c92" providerId="LiveId" clId="{B788F389-2491-4456-8153-9697A8BE88F6}" dt="2023-12-10T20:02:48.357" v="43" actId="1076"/>
        <pc:sldMkLst>
          <pc:docMk/>
          <pc:sldMk cId="2490480151" sldId="259"/>
        </pc:sldMkLst>
        <pc:spChg chg="mod">
          <ac:chgData name="anaclaracosta116@gmail.com" userId="a793634777582c92" providerId="LiveId" clId="{B788F389-2491-4456-8153-9697A8BE88F6}" dt="2023-12-10T20:02:48.357" v="43" actId="1076"/>
          <ac:spMkLst>
            <pc:docMk/>
            <pc:sldMk cId="2490480151" sldId="25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788F389-2491-4456-8153-9697A8BE88F6}" dt="2023-12-10T20:03:30.146" v="50" actId="2696"/>
        <pc:sldMkLst>
          <pc:docMk/>
          <pc:sldMk cId="3723452890" sldId="260"/>
        </pc:sldMkLst>
      </pc:sldChg>
      <pc:sldChg chg="del">
        <pc:chgData name="anaclaracosta116@gmail.com" userId="a793634777582c92" providerId="LiveId" clId="{B788F389-2491-4456-8153-9697A8BE88F6}" dt="2023-12-10T20:03:14.923" v="45" actId="2696"/>
        <pc:sldMkLst>
          <pc:docMk/>
          <pc:sldMk cId="337661645" sldId="261"/>
        </pc:sldMkLst>
      </pc:sldChg>
      <pc:sldChg chg="modSp mod">
        <pc:chgData name="anaclaracosta116@gmail.com" userId="a793634777582c92" providerId="LiveId" clId="{B788F389-2491-4456-8153-9697A8BE88F6}" dt="2023-12-10T20:04:29.808" v="52"/>
        <pc:sldMkLst>
          <pc:docMk/>
          <pc:sldMk cId="3388034860" sldId="265"/>
        </pc:sldMkLst>
        <pc:spChg chg="mod">
          <ac:chgData name="anaclaracosta116@gmail.com" userId="a793634777582c92" providerId="LiveId" clId="{B788F389-2491-4456-8153-9697A8BE88F6}" dt="2023-12-10T20:04:29.808" v="52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05:24.182" v="87" actId="20577"/>
        <pc:sldMkLst>
          <pc:docMk/>
          <pc:sldMk cId="2671817442" sldId="267"/>
        </pc:sldMkLst>
        <pc:spChg chg="mod">
          <ac:chgData name="anaclaracosta116@gmail.com" userId="a793634777582c92" providerId="LiveId" clId="{B788F389-2491-4456-8153-9697A8BE88F6}" dt="2023-12-10T20:05:24.182" v="87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06:42.174" v="89" actId="27636"/>
        <pc:sldMkLst>
          <pc:docMk/>
          <pc:sldMk cId="2786277918" sldId="269"/>
        </pc:sldMkLst>
        <pc:spChg chg="mod">
          <ac:chgData name="anaclaracosta116@gmail.com" userId="a793634777582c92" providerId="LiveId" clId="{B788F389-2491-4456-8153-9697A8BE88F6}" dt="2023-12-10T20:06:42.174" v="89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 ord">
        <pc:chgData name="anaclaracosta116@gmail.com" userId="a793634777582c92" providerId="LiveId" clId="{B788F389-2491-4456-8153-9697A8BE88F6}" dt="2023-12-10T20:13:51.384" v="155" actId="27636"/>
        <pc:sldMkLst>
          <pc:docMk/>
          <pc:sldMk cId="4141278968" sldId="337"/>
        </pc:sldMkLst>
        <pc:spChg chg="mod">
          <ac:chgData name="anaclaracosta116@gmail.com" userId="a793634777582c92" providerId="LiveId" clId="{B788F389-2491-4456-8153-9697A8BE88F6}" dt="2023-12-10T20:12:12.328" v="151" actId="20577"/>
          <ac:spMkLst>
            <pc:docMk/>
            <pc:sldMk cId="4141278968" sldId="337"/>
            <ac:spMk id="2" creationId="{F0E406B4-85AC-B67B-F9E2-21AAF8067483}"/>
          </ac:spMkLst>
        </pc:spChg>
        <pc:spChg chg="mod">
          <ac:chgData name="anaclaracosta116@gmail.com" userId="a793634777582c92" providerId="LiveId" clId="{B788F389-2491-4456-8153-9697A8BE88F6}" dt="2023-12-10T20:13:51.384" v="155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788F389-2491-4456-8153-9697A8BE88F6}" dt="2023-12-10T20:03:17.719" v="46" actId="2696"/>
        <pc:sldMkLst>
          <pc:docMk/>
          <pc:sldMk cId="1733667129" sldId="338"/>
        </pc:sldMkLst>
      </pc:sldChg>
      <pc:sldChg chg="del">
        <pc:chgData name="anaclaracosta116@gmail.com" userId="a793634777582c92" providerId="LiveId" clId="{B788F389-2491-4456-8153-9697A8BE88F6}" dt="2023-12-10T20:03:20.155" v="47" actId="2696"/>
        <pc:sldMkLst>
          <pc:docMk/>
          <pc:sldMk cId="2703894855" sldId="339"/>
        </pc:sldMkLst>
      </pc:sldChg>
      <pc:sldChg chg="del">
        <pc:chgData name="anaclaracosta116@gmail.com" userId="a793634777582c92" providerId="LiveId" clId="{B788F389-2491-4456-8153-9697A8BE88F6}" dt="2023-12-10T20:03:22.842" v="48" actId="2696"/>
        <pc:sldMkLst>
          <pc:docMk/>
          <pc:sldMk cId="641955455" sldId="340"/>
        </pc:sldMkLst>
      </pc:sldChg>
      <pc:sldChg chg="modSp mod">
        <pc:chgData name="anaclaracosta116@gmail.com" userId="a793634777582c92" providerId="LiveId" clId="{B788F389-2491-4456-8153-9697A8BE88F6}" dt="2023-12-10T20:00:16.502" v="4" actId="207"/>
        <pc:sldMkLst>
          <pc:docMk/>
          <pc:sldMk cId="880466366" sldId="354"/>
        </pc:sldMkLst>
        <pc:spChg chg="mod">
          <ac:chgData name="anaclaracosta116@gmail.com" userId="a793634777582c92" providerId="LiveId" clId="{B788F389-2491-4456-8153-9697A8BE88F6}" dt="2023-12-10T20:00:16.502" v="4" actId="207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09:40.282" v="106" actId="113"/>
        <pc:sldMkLst>
          <pc:docMk/>
          <pc:sldMk cId="3348609962" sldId="358"/>
        </pc:sldMkLst>
        <pc:spChg chg="mod">
          <ac:chgData name="anaclaracosta116@gmail.com" userId="a793634777582c92" providerId="LiveId" clId="{B788F389-2491-4456-8153-9697A8BE88F6}" dt="2023-12-10T20:09:40.282" v="106" actId="113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09:15.644" v="103" actId="27636"/>
        <pc:sldMkLst>
          <pc:docMk/>
          <pc:sldMk cId="2304799739" sldId="362"/>
        </pc:sldMkLst>
        <pc:spChg chg="mod">
          <ac:chgData name="anaclaracosta116@gmail.com" userId="a793634777582c92" providerId="LiveId" clId="{B788F389-2491-4456-8153-9697A8BE88F6}" dt="2023-12-10T20:09:15.644" v="103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08:08.747" v="101" actId="20577"/>
        <pc:sldMkLst>
          <pc:docMk/>
          <pc:sldMk cId="496775209" sldId="363"/>
        </pc:sldMkLst>
        <pc:spChg chg="mod">
          <ac:chgData name="anaclaracosta116@gmail.com" userId="a793634777582c92" providerId="LiveId" clId="{B788F389-2491-4456-8153-9697A8BE88F6}" dt="2023-12-10T20:08:08.747" v="101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07:09.225" v="91" actId="27636"/>
        <pc:sldMkLst>
          <pc:docMk/>
          <pc:sldMk cId="1775942911" sldId="376"/>
        </pc:sldMkLst>
        <pc:spChg chg="mod">
          <ac:chgData name="anaclaracosta116@gmail.com" userId="a793634777582c92" providerId="LiveId" clId="{B788F389-2491-4456-8153-9697A8BE88F6}" dt="2023-12-10T20:07:09.225" v="91" actId="27636"/>
          <ac:spMkLst>
            <pc:docMk/>
            <pc:sldMk cId="1775942911" sldId="37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788F389-2491-4456-8153-9697A8BE88F6}" dt="2023-12-10T20:03:25.608" v="49" actId="2696"/>
        <pc:sldMkLst>
          <pc:docMk/>
          <pc:sldMk cId="3733524150" sldId="377"/>
        </pc:sldMkLst>
      </pc:sldChg>
      <pc:sldChg chg="modSp mod">
        <pc:chgData name="anaclaracosta116@gmail.com" userId="a793634777582c92" providerId="LiveId" clId="{B788F389-2491-4456-8153-9697A8BE88F6}" dt="2023-12-10T20:00:55.137" v="7" actId="207"/>
        <pc:sldMkLst>
          <pc:docMk/>
          <pc:sldMk cId="103931503" sldId="394"/>
        </pc:sldMkLst>
        <pc:spChg chg="mod">
          <ac:chgData name="anaclaracosta116@gmail.com" userId="a793634777582c92" providerId="LiveId" clId="{B788F389-2491-4456-8153-9697A8BE88F6}" dt="2023-12-10T20:00:55.137" v="7" actId="207"/>
          <ac:spMkLst>
            <pc:docMk/>
            <pc:sldMk cId="103931503" sldId="39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03:05.285" v="44"/>
        <pc:sldMkLst>
          <pc:docMk/>
          <pc:sldMk cId="382056880" sldId="404"/>
        </pc:sldMkLst>
        <pc:spChg chg="mod">
          <ac:chgData name="anaclaracosta116@gmail.com" userId="a793634777582c92" providerId="LiveId" clId="{B788F389-2491-4456-8153-9697A8BE88F6}" dt="2023-12-10T20:03:05.285" v="44"/>
          <ac:spMkLst>
            <pc:docMk/>
            <pc:sldMk cId="382056880" sldId="40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788F389-2491-4456-8153-9697A8BE88F6}" dt="2023-12-10T20:09:48.828" v="107" actId="2696"/>
        <pc:sldMkLst>
          <pc:docMk/>
          <pc:sldMk cId="2704917479" sldId="407"/>
        </pc:sldMkLst>
      </pc:sldChg>
      <pc:sldChg chg="del">
        <pc:chgData name="anaclaracosta116@gmail.com" userId="a793634777582c92" providerId="LiveId" clId="{B788F389-2491-4456-8153-9697A8BE88F6}" dt="2023-12-10T20:07:15.258" v="92" actId="2696"/>
        <pc:sldMkLst>
          <pc:docMk/>
          <pc:sldMk cId="2712476157" sldId="411"/>
        </pc:sldMkLst>
      </pc:sldChg>
      <pc:sldChg chg="modSp mod">
        <pc:chgData name="anaclaracosta116@gmail.com" userId="a793634777582c92" providerId="LiveId" clId="{B788F389-2491-4456-8153-9697A8BE88F6}" dt="2023-12-10T20:07:45.388" v="97" actId="27636"/>
        <pc:sldMkLst>
          <pc:docMk/>
          <pc:sldMk cId="4047352375" sldId="412"/>
        </pc:sldMkLst>
        <pc:spChg chg="mod">
          <ac:chgData name="anaclaracosta116@gmail.com" userId="a793634777582c92" providerId="LiveId" clId="{B788F389-2491-4456-8153-9697A8BE88F6}" dt="2023-12-10T20:07:45.388" v="97" actId="27636"/>
          <ac:spMkLst>
            <pc:docMk/>
            <pc:sldMk cId="4047352375" sldId="41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788F389-2491-4456-8153-9697A8BE88F6}" dt="2023-12-10T20:19:53.400" v="225" actId="20577"/>
        <pc:sldMkLst>
          <pc:docMk/>
          <pc:sldMk cId="4110345363" sldId="413"/>
        </pc:sldMkLst>
        <pc:spChg chg="mod">
          <ac:chgData name="anaclaracosta116@gmail.com" userId="a793634777582c92" providerId="LiveId" clId="{B788F389-2491-4456-8153-9697A8BE88F6}" dt="2023-12-10T20:19:53.400" v="225" actId="20577"/>
          <ac:spMkLst>
            <pc:docMk/>
            <pc:sldMk cId="4110345363" sldId="41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788F389-2491-4456-8153-9697A8BE88F6}" dt="2023-12-10T20:20:03.110" v="229" actId="2696"/>
        <pc:sldMkLst>
          <pc:docMk/>
          <pc:sldMk cId="3698106806" sldId="414"/>
        </pc:sldMkLst>
      </pc:sldChg>
      <pc:sldChg chg="modSp add mod">
        <pc:chgData name="anaclaracosta116@gmail.com" userId="a793634777582c92" providerId="LiveId" clId="{B788F389-2491-4456-8153-9697A8BE88F6}" dt="2023-12-10T20:01:23.479" v="13" actId="207"/>
        <pc:sldMkLst>
          <pc:docMk/>
          <pc:sldMk cId="363923310" sldId="415"/>
        </pc:sldMkLst>
        <pc:spChg chg="mod">
          <ac:chgData name="anaclaracosta116@gmail.com" userId="a793634777582c92" providerId="LiveId" clId="{B788F389-2491-4456-8153-9697A8BE88F6}" dt="2023-12-10T20:01:23.479" v="13" actId="207"/>
          <ac:spMkLst>
            <pc:docMk/>
            <pc:sldMk cId="363923310" sldId="415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B788F389-2491-4456-8153-9697A8BE88F6}" dt="2023-12-10T20:07:22.418" v="95"/>
        <pc:sldMkLst>
          <pc:docMk/>
          <pc:sldMk cId="3563820932" sldId="416"/>
        </pc:sldMkLst>
      </pc:sldChg>
      <pc:sldChg chg="add ord">
        <pc:chgData name="anaclaracosta116@gmail.com" userId="a793634777582c92" providerId="LiveId" clId="{B788F389-2491-4456-8153-9697A8BE88F6}" dt="2023-12-10T20:07:57.190" v="100"/>
        <pc:sldMkLst>
          <pc:docMk/>
          <pc:sldMk cId="689638143" sldId="417"/>
        </pc:sldMkLst>
      </pc:sldChg>
      <pc:sldChg chg="add ord">
        <pc:chgData name="anaclaracosta116@gmail.com" userId="a793634777582c92" providerId="LiveId" clId="{B788F389-2491-4456-8153-9697A8BE88F6}" dt="2023-12-10T20:09:54.428" v="110"/>
        <pc:sldMkLst>
          <pc:docMk/>
          <pc:sldMk cId="2189606800" sldId="418"/>
        </pc:sldMkLst>
      </pc:sldChg>
      <pc:sldChg chg="modSp add mod ord">
        <pc:chgData name="anaclaracosta116@gmail.com" userId="a793634777582c92" providerId="LiveId" clId="{B788F389-2491-4456-8153-9697A8BE88F6}" dt="2023-12-10T20:10:57.315" v="120" actId="120"/>
        <pc:sldMkLst>
          <pc:docMk/>
          <pc:sldMk cId="1624642347" sldId="419"/>
        </pc:sldMkLst>
        <pc:spChg chg="mod">
          <ac:chgData name="anaclaracosta116@gmail.com" userId="a793634777582c92" providerId="LiveId" clId="{B788F389-2491-4456-8153-9697A8BE88F6}" dt="2023-12-10T20:10:57.315" v="120" actId="120"/>
          <ac:spMkLst>
            <pc:docMk/>
            <pc:sldMk cId="1624642347" sldId="41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B788F389-2491-4456-8153-9697A8BE88F6}" dt="2023-12-10T20:11:03.350" v="123"/>
        <pc:sldMkLst>
          <pc:docMk/>
          <pc:sldMk cId="273331379" sldId="420"/>
        </pc:sldMkLst>
      </pc:sldChg>
      <pc:sldChg chg="modSp add mod ord">
        <pc:chgData name="anaclaracosta116@gmail.com" userId="a793634777582c92" providerId="LiveId" clId="{B788F389-2491-4456-8153-9697A8BE88F6}" dt="2023-12-10T20:11:31.705" v="128" actId="27636"/>
        <pc:sldMkLst>
          <pc:docMk/>
          <pc:sldMk cId="2576310332" sldId="421"/>
        </pc:sldMkLst>
        <pc:spChg chg="mod">
          <ac:chgData name="anaclaracosta116@gmail.com" userId="a793634777582c92" providerId="LiveId" clId="{B788F389-2491-4456-8153-9697A8BE88F6}" dt="2023-12-10T20:11:31.705" v="128" actId="27636"/>
          <ac:spMkLst>
            <pc:docMk/>
            <pc:sldMk cId="2576310332" sldId="42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788F389-2491-4456-8153-9697A8BE88F6}" dt="2023-12-10T20:21:21.677" v="247" actId="27636"/>
        <pc:sldMkLst>
          <pc:docMk/>
          <pc:sldMk cId="2241575946" sldId="422"/>
        </pc:sldMkLst>
        <pc:spChg chg="mod">
          <ac:chgData name="anaclaracosta116@gmail.com" userId="a793634777582c92" providerId="LiveId" clId="{B788F389-2491-4456-8153-9697A8BE88F6}" dt="2023-12-10T20:21:21.677" v="247" actId="27636"/>
          <ac:spMkLst>
            <pc:docMk/>
            <pc:sldMk cId="2241575946" sldId="42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B788F389-2491-4456-8153-9697A8BE88F6}" dt="2023-12-10T20:11:40.524" v="130" actId="2890"/>
        <pc:sldMkLst>
          <pc:docMk/>
          <pc:sldMk cId="3848619821" sldId="423"/>
        </pc:sldMkLst>
      </pc:sldChg>
      <pc:sldChg chg="modSp add mod">
        <pc:chgData name="anaclaracosta116@gmail.com" userId="a793634777582c92" providerId="LiveId" clId="{B788F389-2491-4456-8153-9697A8BE88F6}" dt="2023-12-10T20:16:26.846" v="183" actId="27636"/>
        <pc:sldMkLst>
          <pc:docMk/>
          <pc:sldMk cId="1533146985" sldId="424"/>
        </pc:sldMkLst>
        <pc:spChg chg="mod">
          <ac:chgData name="anaclaracosta116@gmail.com" userId="a793634777582c92" providerId="LiveId" clId="{B788F389-2491-4456-8153-9697A8BE88F6}" dt="2023-12-10T20:16:26.846" v="183" actId="27636"/>
          <ac:spMkLst>
            <pc:docMk/>
            <pc:sldMk cId="1533146985" sldId="42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788F389-2491-4456-8153-9697A8BE88F6}" dt="2023-12-10T20:15:59.183" v="172" actId="27636"/>
        <pc:sldMkLst>
          <pc:docMk/>
          <pc:sldMk cId="740783089" sldId="425"/>
        </pc:sldMkLst>
        <pc:spChg chg="mod">
          <ac:chgData name="anaclaracosta116@gmail.com" userId="a793634777582c92" providerId="LiveId" clId="{B788F389-2491-4456-8153-9697A8BE88F6}" dt="2023-12-10T20:15:59.183" v="172" actId="27636"/>
          <ac:spMkLst>
            <pc:docMk/>
            <pc:sldMk cId="740783089" sldId="4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788F389-2491-4456-8153-9697A8BE88F6}" dt="2023-12-10T20:15:35.932" v="166" actId="27636"/>
        <pc:sldMkLst>
          <pc:docMk/>
          <pc:sldMk cId="864228019" sldId="426"/>
        </pc:sldMkLst>
        <pc:spChg chg="mod">
          <ac:chgData name="anaclaracosta116@gmail.com" userId="a793634777582c92" providerId="LiveId" clId="{B788F389-2491-4456-8153-9697A8BE88F6}" dt="2023-12-10T20:15:35.932" v="166" actId="27636"/>
          <ac:spMkLst>
            <pc:docMk/>
            <pc:sldMk cId="864228019" sldId="42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788F389-2491-4456-8153-9697A8BE88F6}" dt="2023-12-10T20:16:58.879" v="186"/>
        <pc:sldMkLst>
          <pc:docMk/>
          <pc:sldMk cId="3818667164" sldId="427"/>
        </pc:sldMkLst>
        <pc:spChg chg="mod">
          <ac:chgData name="anaclaracosta116@gmail.com" userId="a793634777582c92" providerId="LiveId" clId="{B788F389-2491-4456-8153-9697A8BE88F6}" dt="2023-12-10T20:16:58.879" v="186"/>
          <ac:spMkLst>
            <pc:docMk/>
            <pc:sldMk cId="3818667164" sldId="42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B788F389-2491-4456-8153-9697A8BE88F6}" dt="2023-12-10T20:17:05.990" v="187" actId="2890"/>
        <pc:sldMkLst>
          <pc:docMk/>
          <pc:sldMk cId="1782197568" sldId="428"/>
        </pc:sldMkLst>
      </pc:sldChg>
      <pc:sldChg chg="addSp add mod">
        <pc:chgData name="anaclaracosta116@gmail.com" userId="a793634777582c92" providerId="LiveId" clId="{B788F389-2491-4456-8153-9697A8BE88F6}" dt="2023-12-10T20:17:33.419" v="189" actId="22"/>
        <pc:sldMkLst>
          <pc:docMk/>
          <pc:sldMk cId="3082324869" sldId="429"/>
        </pc:sldMkLst>
        <pc:picChg chg="add">
          <ac:chgData name="anaclaracosta116@gmail.com" userId="a793634777582c92" providerId="LiveId" clId="{B788F389-2491-4456-8153-9697A8BE88F6}" dt="2023-12-10T20:17:33.419" v="189" actId="22"/>
          <ac:picMkLst>
            <pc:docMk/>
            <pc:sldMk cId="3082324869" sldId="429"/>
            <ac:picMk id="4" creationId="{FA18DDB2-AA5C-134C-B1CC-9CD97CAB3B42}"/>
          </ac:picMkLst>
        </pc:picChg>
      </pc:sldChg>
      <pc:sldChg chg="modSp add mod ord">
        <pc:chgData name="anaclaracosta116@gmail.com" userId="a793634777582c92" providerId="LiveId" clId="{B788F389-2491-4456-8153-9697A8BE88F6}" dt="2023-12-10T20:20:47.423" v="237" actId="27636"/>
        <pc:sldMkLst>
          <pc:docMk/>
          <pc:sldMk cId="1930605936" sldId="430"/>
        </pc:sldMkLst>
        <pc:spChg chg="mod">
          <ac:chgData name="anaclaracosta116@gmail.com" userId="a793634777582c92" providerId="LiveId" clId="{B788F389-2491-4456-8153-9697A8BE88F6}" dt="2023-12-10T20:20:47.423" v="237" actId="27636"/>
          <ac:spMkLst>
            <pc:docMk/>
            <pc:sldMk cId="1930605936" sldId="430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B788F389-2491-4456-8153-9697A8BE88F6}" dt="2023-12-10T20:20:12.134" v="232"/>
        <pc:sldMkLst>
          <pc:docMk/>
          <pc:sldMk cId="1679230055" sldId="43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10/12/2023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GLORIFICA O SENHOR, JERUSALÉM;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CELEBRA TEU DEUS, Ó SIÃO! (BIS)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1. GLORIFICA O SENHOR, JERUSALÉM!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Ó SIÃO, CANTA LOUVORES AO TEU DEUS!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POIS REFORÇOU COM SEGURANÇA AS TUAS PORTAS,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OS TEUS FILHOS EM TEU SEIO ABENÇOOU.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GLORIFICA O SENHOR, JERUSALÉM;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CELEBRA TEU DEUS, Ó SIÃO!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2. A PAZ EM TEUS LIMITES GARANTIU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TE DÁ COMO ALIMENTO A FLOR DO TRIGO.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ELE ENVIA SUAS ORDENS PARA A TERRA,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A PALAVRA QUE ELE DIZ CORRE VELOZ.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GLORIFICA O SENHOR, JERUSALÉM;</a:t>
            </a:r>
            <a:br>
              <a:rPr lang="pt-BR" sz="4800" b="1" i="0" dirty="0">
                <a:effectLst/>
                <a:latin typeface="Open Sans" panose="020B0606030504020204" pitchFamily="34" charset="0"/>
              </a:rPr>
            </a:br>
            <a:r>
              <a:rPr lang="pt-BR" sz="4800" b="1" i="0" dirty="0">
                <a:effectLst/>
                <a:latin typeface="Open Sans" panose="020B0606030504020204" pitchFamily="34" charset="0"/>
              </a:rPr>
              <a:t>CELEBRA TEU DEUS, Ó SIÃO!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3. ANUNCIA A JACÓ SUA PALAVRA,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SEUS PRECEITOS SUAS LEIS A ISRAEL.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NENHUM POVO RECEBEU TANTO CARINHO,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A NENHUM OUTRO REVELOU OS SEUS PRECEITOS.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392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MOSTRAI-NOS, Ó SENHOR, VOSSA BONDADE, E A VOSSA SALVAÇÃO NOS CONCEDEI!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PREPARAI O CAMINHO DO SENHOR; ENDIREITAI SUAS VEREDAS. TODA A CARNE HÁ DE VER A SALVAÇÃO DO NOSSO DEUS. (LC 3,4.6)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PREPARAI OS CAMINHOS DO SENHOR,</a:t>
            </a:r>
          </a:p>
          <a:p>
            <a:pPr algn="l"/>
            <a:r>
              <a:rPr lang="pt-BR" sz="8800" b="1" dirty="0"/>
              <a:t>POIS O REINO DE DEUS ESTÁ CHEGANDO.</a:t>
            </a:r>
          </a:p>
          <a:p>
            <a:pPr algn="l"/>
            <a:r>
              <a:rPr lang="pt-BR" sz="8800" b="1" dirty="0"/>
              <a:t>POIS O REINO DE DEUS ESTÁ CHEGANDO.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04256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1. Ó PASTOR DE ISRAEL, PRESTAI OUVIDOS,</a:t>
            </a:r>
          </a:p>
          <a:p>
            <a:pPr algn="l"/>
            <a:r>
              <a:rPr lang="pt-BR" sz="8000" dirty="0"/>
              <a:t>VÓS QUE A JOSÉ APASCENTAIS QUAL UM REBANHO!</a:t>
            </a:r>
          </a:p>
          <a:p>
            <a:pPr algn="l"/>
            <a:r>
              <a:rPr lang="pt-BR" sz="8000" dirty="0"/>
              <a:t>VÓS QUE SOBRE OS QUERUBINS VOS ASSENTAIS,</a:t>
            </a:r>
          </a:p>
          <a:p>
            <a:pPr algn="l"/>
            <a:r>
              <a:rPr lang="pt-BR" sz="8000" dirty="0"/>
              <a:t>APARECEI CHEIO DE GLÓRIA E ESPLENDOR!</a:t>
            </a:r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PREPARAI OS CAMINHOS DO SENHOR,</a:t>
            </a:r>
          </a:p>
          <a:p>
            <a:pPr algn="l"/>
            <a:r>
              <a:rPr lang="pt-BR" sz="8800" b="1" dirty="0"/>
              <a:t>POIS O REINO DE DEUS ESTÁ CHEGANDO.</a:t>
            </a:r>
          </a:p>
          <a:p>
            <a:pPr algn="l"/>
            <a:r>
              <a:rPr lang="pt-BR" sz="8800" b="1" dirty="0"/>
              <a:t>POIS O REINO DE DEUS ESTÁ CHEGANDO.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563820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04256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2. DESPERTAI VOSSO PODER, Ó NOSSO DEUS,</a:t>
            </a:r>
          </a:p>
          <a:p>
            <a:pPr algn="l"/>
            <a:r>
              <a:rPr lang="pt-BR" sz="8000" dirty="0"/>
              <a:t>E VINDE LOGO NOS TRAZER A SALVAÇÃO!</a:t>
            </a:r>
          </a:p>
          <a:p>
            <a:pPr algn="l"/>
            <a:r>
              <a:rPr lang="pt-BR" sz="8000" dirty="0"/>
              <a:t>CONVERTEI-NOS, Ó SENHOR DEUS DO UNIVERSO,</a:t>
            </a:r>
          </a:p>
          <a:p>
            <a:pPr algn="l"/>
            <a:r>
              <a:rPr lang="pt-BR" sz="8000" dirty="0"/>
              <a:t>SE VOLTARDES PARA NÓS, SEREMOS SALVOS!</a:t>
            </a:r>
          </a:p>
        </p:txBody>
      </p:sp>
    </p:spTree>
    <p:extLst>
      <p:ext uri="{BB962C8B-B14F-4D97-AF65-F5344CB8AC3E}">
        <p14:creationId xmlns:p14="http://schemas.microsoft.com/office/powerpoint/2010/main" val="4047352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PREPARAI OS CAMINHOS DO SENHOR,</a:t>
            </a:r>
          </a:p>
          <a:p>
            <a:pPr algn="l"/>
            <a:r>
              <a:rPr lang="pt-BR" sz="8800" b="1" dirty="0"/>
              <a:t>POIS O REINO DE DEUS ESTÁ CHEGANDO.</a:t>
            </a:r>
          </a:p>
          <a:p>
            <a:pPr algn="l"/>
            <a:r>
              <a:rPr lang="pt-BR" sz="8800" b="1" dirty="0"/>
              <a:t>POIS O REINO DE DEUS ESTÁ CHEGANDO.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689638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 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0100" b="1" dirty="0"/>
              <a:t>OUÇO UMA VOZ LÁ NO DESERTO A GRITAR:</a:t>
            </a:r>
          </a:p>
          <a:p>
            <a:pPr algn="just"/>
            <a:r>
              <a:rPr lang="pt-BR" sz="10100" b="1" dirty="0"/>
              <a:t>UMA ESTRADA PREPARAI PARA O SENHOR.</a:t>
            </a:r>
          </a:p>
          <a:p>
            <a:pPr algn="just"/>
            <a:r>
              <a:rPr lang="pt-BR" sz="10100" b="1" dirty="0"/>
              <a:t>ENDIREITAI OS SEUS CAMINHOS POIS ELE VEM</a:t>
            </a:r>
          </a:p>
          <a:p>
            <a:pPr algn="just"/>
            <a:r>
              <a:rPr lang="pt-BR" sz="10100" b="1" dirty="0"/>
              <a:t>E LOGO MAIS AVISTAREIS O SALVADOR!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8000" dirty="0"/>
              <a:t>LOUVA, JERUSALÉM, LOUVA O SENHOR TEU DEUS:</a:t>
            </a:r>
          </a:p>
          <a:p>
            <a:pPr algn="just"/>
            <a:r>
              <a:rPr lang="pt-BR" sz="8000" dirty="0"/>
              <a:t>TUAS PORTAS REFORÇOU E OS TEUS ABENÇOOU.</a:t>
            </a:r>
          </a:p>
          <a:p>
            <a:pPr algn="just"/>
            <a:r>
              <a:rPr lang="pt-BR" sz="8000" dirty="0"/>
              <a:t>TE CUMULOU DE PAZ E O PÃO DO CÉU TE TRAZ.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0100" b="1" dirty="0"/>
              <a:t>OUÇO UMA VOZ LÁ NO DESERTO A GRITAR:</a:t>
            </a:r>
          </a:p>
          <a:p>
            <a:pPr algn="just"/>
            <a:r>
              <a:rPr lang="pt-BR" sz="10100" b="1" dirty="0"/>
              <a:t>UMA ESTRADA PREPARAI PARA O SENHOR.</a:t>
            </a:r>
          </a:p>
          <a:p>
            <a:pPr algn="just"/>
            <a:r>
              <a:rPr lang="pt-BR" sz="10100" b="1" dirty="0"/>
              <a:t>ENDIREITAI OS SEUS CAMINHOS POIS ELE VEM</a:t>
            </a:r>
          </a:p>
          <a:p>
            <a:pPr algn="just"/>
            <a:r>
              <a:rPr lang="pt-BR" sz="10100" b="1" dirty="0"/>
              <a:t>E LOGO MAIS AVISTAREIS O SALVADOR!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89606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36878" cy="570157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SUA PALAVRA, ENVIA, CORRE VELOZ SUA VOZ.</a:t>
            </a:r>
          </a:p>
          <a:p>
            <a:pPr algn="l"/>
            <a:r>
              <a:rPr lang="pt-BR" sz="8000" dirty="0"/>
              <a:t>DA NÉVOA DESCE O VÉU, UNINDO A TERRA E O CÉU.</a:t>
            </a:r>
          </a:p>
          <a:p>
            <a:pPr algn="l"/>
            <a:r>
              <a:rPr lang="pt-BR" sz="8000" dirty="0"/>
              <a:t>AS NUVENS SE DESMANCHAM, O VENTO SOPRA E AVANÇA.</a:t>
            </a:r>
          </a:p>
        </p:txBody>
      </p:sp>
    </p:spTree>
    <p:extLst>
      <p:ext uri="{BB962C8B-B14F-4D97-AF65-F5344CB8AC3E}">
        <p14:creationId xmlns:p14="http://schemas.microsoft.com/office/powerpoint/2010/main" val="1624642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0100" b="1" dirty="0"/>
              <a:t>OUÇO UMA VOZ LÁ NO DESERTO A GRITAR:</a:t>
            </a:r>
          </a:p>
          <a:p>
            <a:pPr algn="just"/>
            <a:r>
              <a:rPr lang="pt-BR" sz="10100" b="1" dirty="0"/>
              <a:t>UMA ESTRADA PREPARAI PARA O SENHOR.</a:t>
            </a:r>
          </a:p>
          <a:p>
            <a:pPr algn="just"/>
            <a:r>
              <a:rPr lang="pt-BR" sz="10100" b="1" dirty="0"/>
              <a:t>ENDIREITAI OS SEUS CAMINHOS POIS ELE VEM</a:t>
            </a:r>
          </a:p>
          <a:p>
            <a:pPr algn="just"/>
            <a:r>
              <a:rPr lang="pt-BR" sz="10100" b="1" dirty="0"/>
              <a:t>E LOGO MAIS AVISTAREIS O SALVADOR!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3331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36878" cy="570157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AO POVO REVELOU PALAVRAS DE AMOR.</a:t>
            </a:r>
          </a:p>
          <a:p>
            <a:pPr algn="l"/>
            <a:r>
              <a:rPr lang="pt-BR" sz="8000" dirty="0"/>
              <a:t>A SUA LEI NOS DEU E O MANDAMENTO SEU.</a:t>
            </a:r>
          </a:p>
          <a:p>
            <a:pPr algn="l"/>
            <a:r>
              <a:rPr lang="pt-BR" sz="8000" dirty="0"/>
              <a:t>COM NINGUÉM FEZ ASSIM, AMOU ATÉ O FIM.</a:t>
            </a:r>
          </a:p>
        </p:txBody>
      </p:sp>
    </p:spTree>
    <p:extLst>
      <p:ext uri="{BB962C8B-B14F-4D97-AF65-F5344CB8AC3E}">
        <p14:creationId xmlns:p14="http://schemas.microsoft.com/office/powerpoint/2010/main" val="2576310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ALMA DE CRISTO, SANTIFICAI-ME</a:t>
            </a:r>
          </a:p>
          <a:p>
            <a:pPr algn="l"/>
            <a:r>
              <a:rPr lang="pt-BR" sz="12600" b="1" dirty="0"/>
              <a:t>CORPO DE CRISTO, SALVAI-ME</a:t>
            </a:r>
          </a:p>
          <a:p>
            <a:pPr algn="l"/>
            <a:r>
              <a:rPr lang="pt-BR" sz="12600" b="1" dirty="0"/>
              <a:t>SANGUE DE CRISTO, INEBRIAI-ME</a:t>
            </a:r>
          </a:p>
          <a:p>
            <a:pPr algn="l"/>
            <a:r>
              <a:rPr lang="pt-BR" sz="12600" b="1" dirty="0"/>
              <a:t>ÁGUA DO LADO DE CRISTO, LAVAI-ME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944380"/>
            <a:ext cx="11194472" cy="56978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PAIXÃO DE CRISTO, CONFORTAI-ME</a:t>
            </a:r>
          </a:p>
          <a:p>
            <a:pPr algn="l"/>
            <a:r>
              <a:rPr lang="pt-BR" sz="8800" b="1" dirty="0"/>
              <a:t>Ó BOM JESUS, OUVI-ME</a:t>
            </a:r>
          </a:p>
          <a:p>
            <a:pPr algn="l"/>
            <a:r>
              <a:rPr lang="pt-BR" sz="8800" b="1" dirty="0"/>
              <a:t>DENTRO DE VOSSAS CHAGAS, ESCONDEI-ME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3146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40783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64228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E MANDAI-ME IR PARA VÓS</a:t>
            </a:r>
          </a:p>
          <a:p>
            <a:pPr algn="l"/>
            <a:r>
              <a:rPr lang="pt-BR" sz="12600" b="1" dirty="0"/>
              <a:t>PARA QUE COM VOSSOS SANTOS VOS LOUVE</a:t>
            </a:r>
          </a:p>
          <a:p>
            <a:pPr algn="l"/>
            <a:r>
              <a:rPr lang="pt-BR" sz="12600" b="1" dirty="0"/>
              <a:t>POR TODOS OS SÉCULOS DOS SÉCULOS, AMÉM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818667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619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18DDB2-AA5C-134C-B1CC-9CD97CAB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24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7"/>
            <a:ext cx="11972144" cy="6778315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1. SENHOR, VEM SALVAR TEU POVO,</a:t>
            </a:r>
          </a:p>
          <a:p>
            <a:pPr algn="l"/>
            <a:r>
              <a:rPr lang="pt-BR" sz="7200" dirty="0"/>
              <a:t>DAS TREVAS, DA ESCRAVIDÃO,</a:t>
            </a:r>
          </a:p>
          <a:p>
            <a:pPr algn="l"/>
            <a:r>
              <a:rPr lang="pt-BR" sz="7200" dirty="0"/>
              <a:t>SÓ TU ÉS NOSSA ESPERANÇA,</a:t>
            </a:r>
          </a:p>
          <a:p>
            <a:pPr algn="l"/>
            <a:r>
              <a:rPr lang="pt-BR" sz="7200" dirty="0"/>
              <a:t>ÉS NOSSA LIBERTAÇÃO.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562413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8500" b="1" dirty="0"/>
              <a:t>VEM SENHOR, VEM NOS SALVAR,</a:t>
            </a:r>
          </a:p>
          <a:p>
            <a:pPr algn="l"/>
            <a:r>
              <a:rPr lang="pt-BR" sz="18500" b="1" dirty="0"/>
              <a:t>COM TEU POVO VEM CAMINHAR. (2X)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7"/>
            <a:ext cx="11472472" cy="6403561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2. CONTIGO O DESERTO É FÉRTIL,</a:t>
            </a:r>
          </a:p>
          <a:p>
            <a:pPr algn="l"/>
            <a:r>
              <a:rPr lang="pt-BR" sz="7200" dirty="0"/>
              <a:t>A TERRA SE ABRE EM FLOR,</a:t>
            </a:r>
          </a:p>
          <a:p>
            <a:pPr algn="l"/>
            <a:r>
              <a:rPr lang="pt-BR" sz="7200" dirty="0"/>
              <a:t>DA ROCHA BROTA ÁGUA VIVA,</a:t>
            </a:r>
          </a:p>
          <a:p>
            <a:pPr algn="l"/>
            <a:r>
              <a:rPr lang="pt-BR" sz="7200" dirty="0"/>
              <a:t>DA TREVA NASCE ESPLENDOR.</a:t>
            </a:r>
          </a:p>
        </p:txBody>
      </p:sp>
    </p:spTree>
    <p:extLst>
      <p:ext uri="{BB962C8B-B14F-4D97-AF65-F5344CB8AC3E}">
        <p14:creationId xmlns:p14="http://schemas.microsoft.com/office/powerpoint/2010/main" val="1930605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562413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8500" b="1" dirty="0"/>
              <a:t>VEM SENHOR, VEM NOS SALVAR,</a:t>
            </a:r>
          </a:p>
          <a:p>
            <a:pPr algn="l"/>
            <a:r>
              <a:rPr lang="pt-BR" sz="18500" b="1" dirty="0"/>
              <a:t>COM TEU POVO VEM CAMINHAR. (2X)</a:t>
            </a:r>
          </a:p>
        </p:txBody>
      </p:sp>
    </p:spTree>
    <p:extLst>
      <p:ext uri="{BB962C8B-B14F-4D97-AF65-F5344CB8AC3E}">
        <p14:creationId xmlns:p14="http://schemas.microsoft.com/office/powerpoint/2010/main" val="16792300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8343</TotalTime>
  <Words>854</Words>
  <Application>Microsoft Office PowerPoint</Application>
  <PresentationFormat>Widescreen</PresentationFormat>
  <Paragraphs>129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34</cp:revision>
  <dcterms:created xsi:type="dcterms:W3CDTF">2023-05-06T17:01:55Z</dcterms:created>
  <dcterms:modified xsi:type="dcterms:W3CDTF">2023-12-10T20:21:25Z</dcterms:modified>
</cp:coreProperties>
</file>