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8" r:id="rId4"/>
    <p:sldId id="442" r:id="rId5"/>
    <p:sldId id="441" r:id="rId6"/>
    <p:sldId id="443" r:id="rId7"/>
    <p:sldId id="258" r:id="rId8"/>
    <p:sldId id="397" r:id="rId9"/>
    <p:sldId id="429" r:id="rId10"/>
    <p:sldId id="260" r:id="rId11"/>
    <p:sldId id="261" r:id="rId12"/>
    <p:sldId id="338" r:id="rId13"/>
    <p:sldId id="339" r:id="rId14"/>
    <p:sldId id="340" r:id="rId15"/>
    <p:sldId id="432" r:id="rId16"/>
    <p:sldId id="264" r:id="rId17"/>
    <p:sldId id="265" r:id="rId18"/>
    <p:sldId id="266" r:id="rId19"/>
    <p:sldId id="267" r:id="rId20"/>
    <p:sldId id="271" r:id="rId21"/>
    <p:sldId id="269" r:id="rId22"/>
    <p:sldId id="430" r:id="rId23"/>
    <p:sldId id="444" r:id="rId24"/>
    <p:sldId id="434" r:id="rId25"/>
    <p:sldId id="445" r:id="rId26"/>
    <p:sldId id="361" r:id="rId27"/>
    <p:sldId id="436" r:id="rId28"/>
    <p:sldId id="438" r:id="rId29"/>
    <p:sldId id="435" r:id="rId30"/>
    <p:sldId id="362" r:id="rId31"/>
    <p:sldId id="447" r:id="rId32"/>
    <p:sldId id="448" r:id="rId33"/>
    <p:sldId id="404" r:id="rId34"/>
    <p:sldId id="449" r:id="rId35"/>
    <p:sldId id="451" r:id="rId36"/>
    <p:sldId id="452" r:id="rId37"/>
    <p:sldId id="453" r:id="rId38"/>
    <p:sldId id="450" r:id="rId39"/>
    <p:sldId id="337" r:id="rId40"/>
    <p:sldId id="374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FC11C02-CF31-4251-9D70-26B86D16AF76}"/>
    <pc:docChg chg="undo redo custSel addSld delSld modSld sldOrd">
      <pc:chgData name="anaclaracosta116@gmail.com" userId="a793634777582c92" providerId="LiveId" clId="{8FC11C02-CF31-4251-9D70-26B86D16AF76}" dt="2023-11-25T18:30:34.869" v="479" actId="403"/>
      <pc:docMkLst>
        <pc:docMk/>
      </pc:docMkLst>
      <pc:sldChg chg="modSp mod">
        <pc:chgData name="anaclaracosta116@gmail.com" userId="a793634777582c92" providerId="LiveId" clId="{8FC11C02-CF31-4251-9D70-26B86D16AF76}" dt="2023-11-25T18:11:38.748" v="41" actId="403"/>
        <pc:sldMkLst>
          <pc:docMk/>
          <pc:sldMk cId="337661645" sldId="261"/>
        </pc:sldMkLst>
        <pc:spChg chg="mod">
          <ac:chgData name="anaclaracosta116@gmail.com" userId="a793634777582c92" providerId="LiveId" clId="{8FC11C02-CF31-4251-9D70-26B86D16AF76}" dt="2023-11-25T18:11:38.748" v="41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4:07.517" v="202" actId="20577"/>
        <pc:sldMkLst>
          <pc:docMk/>
          <pc:sldMk cId="3388034860" sldId="265"/>
        </pc:sldMkLst>
        <pc:spChg chg="mod">
          <ac:chgData name="anaclaracosta116@gmail.com" userId="a793634777582c92" providerId="LiveId" clId="{8FC11C02-CF31-4251-9D70-26B86D16AF76}" dt="2023-11-25T18:14:07.517" v="20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5:21.979" v="352" actId="20577"/>
        <pc:sldMkLst>
          <pc:docMk/>
          <pc:sldMk cId="2671817442" sldId="267"/>
        </pc:sldMkLst>
        <pc:spChg chg="mod">
          <ac:chgData name="anaclaracosta116@gmail.com" userId="a793634777582c92" providerId="LiveId" clId="{8FC11C02-CF31-4251-9D70-26B86D16AF76}" dt="2023-11-25T18:15:21.979" v="35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8:13.874" v="356" actId="27636"/>
        <pc:sldMkLst>
          <pc:docMk/>
          <pc:sldMk cId="2786277918" sldId="269"/>
        </pc:sldMkLst>
        <pc:spChg chg="mod">
          <ac:chgData name="anaclaracosta116@gmail.com" userId="a793634777582c92" providerId="LiveId" clId="{8FC11C02-CF31-4251-9D70-26B86D16AF76}" dt="2023-11-25T18:18:13.874" v="356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9:46.908" v="475" actId="403"/>
        <pc:sldMkLst>
          <pc:docMk/>
          <pc:sldMk cId="4141278968" sldId="337"/>
        </pc:sldMkLst>
        <pc:spChg chg="mod">
          <ac:chgData name="anaclaracosta116@gmail.com" userId="a793634777582c92" providerId="LiveId" clId="{8FC11C02-CF31-4251-9D70-26B86D16AF76}" dt="2023-11-25T18:29:46.908" v="475" actId="40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44.547" v="44" actId="20577"/>
        <pc:sldMkLst>
          <pc:docMk/>
          <pc:sldMk cId="1733667129" sldId="338"/>
        </pc:sldMkLst>
        <pc:spChg chg="mod">
          <ac:chgData name="anaclaracosta116@gmail.com" userId="a793634777582c92" providerId="LiveId" clId="{8FC11C02-CF31-4251-9D70-26B86D16AF76}" dt="2023-11-25T18:11:44.547" v="44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57.706" v="51" actId="403"/>
        <pc:sldMkLst>
          <pc:docMk/>
          <pc:sldMk cId="2703894855" sldId="339"/>
        </pc:sldMkLst>
        <pc:spChg chg="mod">
          <ac:chgData name="anaclaracosta116@gmail.com" userId="a793634777582c92" providerId="LiveId" clId="{8FC11C02-CF31-4251-9D70-26B86D16AF76}" dt="2023-11-25T18:11:57.706" v="51" actId="403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2:04.129" v="54" actId="27636"/>
        <pc:sldMkLst>
          <pc:docMk/>
          <pc:sldMk cId="641955455" sldId="340"/>
        </pc:sldMkLst>
        <pc:spChg chg="mod">
          <ac:chgData name="anaclaracosta116@gmail.com" userId="a793634777582c92" providerId="LiveId" clId="{8FC11C02-CF31-4251-9D70-26B86D16AF76}" dt="2023-11-25T18:12:04.129" v="54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05:55.235" v="1" actId="27636"/>
        <pc:sldMkLst>
          <pc:docMk/>
          <pc:sldMk cId="880466366" sldId="354"/>
        </pc:sldMkLst>
        <pc:spChg chg="mod">
          <ac:chgData name="anaclaracosta116@gmail.com" userId="a793634777582c92" providerId="LiveId" clId="{8FC11C02-CF31-4251-9D70-26B86D16AF76}" dt="2023-11-25T18:05:55.235" v="1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4:43.541" v="458" actId="113"/>
        <pc:sldMkLst>
          <pc:docMk/>
          <pc:sldMk cId="2304799739" sldId="362"/>
        </pc:sldMkLst>
        <pc:spChg chg="mod">
          <ac:chgData name="anaclaracosta116@gmail.com" userId="a793634777582c92" providerId="LiveId" clId="{8FC11C02-CF31-4251-9D70-26B86D16AF76}" dt="2023-11-25T18:24:43.541" v="458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30:34.869" v="479" actId="403"/>
        <pc:sldMkLst>
          <pc:docMk/>
          <pc:sldMk cId="1457828054" sldId="374"/>
        </pc:sldMkLst>
        <pc:spChg chg="mod">
          <ac:chgData name="anaclaracosta116@gmail.com" userId="a793634777582c92" providerId="LiveId" clId="{8FC11C02-CF31-4251-9D70-26B86D16AF76}" dt="2023-11-25T18:30:34.869" v="479" actId="403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0:32.755" v="25" actId="403"/>
        <pc:sldMkLst>
          <pc:docMk/>
          <pc:sldMk cId="1426477925" sldId="397"/>
        </pc:sldMkLst>
        <pc:spChg chg="mod">
          <ac:chgData name="anaclaracosta116@gmail.com" userId="a793634777582c92" providerId="LiveId" clId="{8FC11C02-CF31-4251-9D70-26B86D16AF76}" dt="2023-11-25T18:10:32.755" v="25" actId="403"/>
          <ac:spMkLst>
            <pc:docMk/>
            <pc:sldMk cId="1426477925" sldId="39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07:28.208" v="3" actId="27636"/>
        <pc:sldMkLst>
          <pc:docMk/>
          <pc:sldMk cId="2741687334" sldId="428"/>
        </pc:sldMkLst>
        <pc:spChg chg="mod">
          <ac:chgData name="anaclaracosta116@gmail.com" userId="a793634777582c92" providerId="LiveId" clId="{8FC11C02-CF31-4251-9D70-26B86D16AF76}" dt="2023-11-25T18:07:28.208" v="3" actId="27636"/>
          <ac:spMkLst>
            <pc:docMk/>
            <pc:sldMk cId="2741687334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1:07.196" v="30" actId="404"/>
        <pc:sldMkLst>
          <pc:docMk/>
          <pc:sldMk cId="3065263855" sldId="429"/>
        </pc:sldMkLst>
        <pc:spChg chg="mod">
          <ac:chgData name="anaclaracosta116@gmail.com" userId="a793634777582c92" providerId="LiveId" clId="{8FC11C02-CF31-4251-9D70-26B86D16AF76}" dt="2023-11-25T18:11:07.196" v="30" actId="404"/>
          <ac:spMkLst>
            <pc:docMk/>
            <pc:sldMk cId="3065263855" sldId="4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19:13.603" v="382"/>
        <pc:sldMkLst>
          <pc:docMk/>
          <pc:sldMk cId="2296923805" sldId="430"/>
        </pc:sldMkLst>
        <pc:spChg chg="mod">
          <ac:chgData name="anaclaracosta116@gmail.com" userId="a793634777582c92" providerId="LiveId" clId="{8FC11C02-CF31-4251-9D70-26B86D16AF76}" dt="2023-11-25T18:19:13.603" v="382"/>
          <ac:spMkLst>
            <pc:docMk/>
            <pc:sldMk cId="2296923805" sldId="43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25:54.659" v="459" actId="2696"/>
        <pc:sldMkLst>
          <pc:docMk/>
          <pc:sldMk cId="4293963046" sldId="431"/>
        </pc:sldMkLst>
      </pc:sldChg>
      <pc:sldChg chg="modSp mod">
        <pc:chgData name="anaclaracosta116@gmail.com" userId="a793634777582c92" providerId="LiveId" clId="{8FC11C02-CF31-4251-9D70-26B86D16AF76}" dt="2023-11-25T18:13:44.678" v="135" actId="20577"/>
        <pc:sldMkLst>
          <pc:docMk/>
          <pc:sldMk cId="3718063344" sldId="432"/>
        </pc:sldMkLst>
        <pc:spChg chg="mod">
          <ac:chgData name="anaclaracosta116@gmail.com" userId="a793634777582c92" providerId="LiveId" clId="{8FC11C02-CF31-4251-9D70-26B86D16AF76}" dt="2023-11-25T18:13:44.678" v="135" actId="20577"/>
          <ac:spMkLst>
            <pc:docMk/>
            <pc:sldMk cId="3718063344" sldId="43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19:49.853" v="385" actId="2696"/>
        <pc:sldMkLst>
          <pc:docMk/>
          <pc:sldMk cId="3699951933" sldId="433"/>
        </pc:sldMkLst>
      </pc:sldChg>
      <pc:sldChg chg="modSp mod">
        <pc:chgData name="anaclaracosta116@gmail.com" userId="a793634777582c92" providerId="LiveId" clId="{8FC11C02-CF31-4251-9D70-26B86D16AF76}" dt="2023-11-25T18:20:38.419" v="415" actId="27636"/>
        <pc:sldMkLst>
          <pc:docMk/>
          <pc:sldMk cId="1251855126" sldId="434"/>
        </pc:sldMkLst>
        <pc:spChg chg="mod">
          <ac:chgData name="anaclaracosta116@gmail.com" userId="a793634777582c92" providerId="LiveId" clId="{8FC11C02-CF31-4251-9D70-26B86D16AF76}" dt="2023-11-25T18:20:38.419" v="415" actId="27636"/>
          <ac:spMkLst>
            <pc:docMk/>
            <pc:sldMk cId="1251855126" sldId="43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1:48.977" v="455" actId="27636"/>
        <pc:sldMkLst>
          <pc:docMk/>
          <pc:sldMk cId="3439671423" sldId="436"/>
        </pc:sldMkLst>
        <pc:spChg chg="mod">
          <ac:chgData name="anaclaracosta116@gmail.com" userId="a793634777582c92" providerId="LiveId" clId="{8FC11C02-CF31-4251-9D70-26B86D16AF76}" dt="2023-11-25T18:21:48.977" v="455" actId="27636"/>
          <ac:spMkLst>
            <pc:docMk/>
            <pc:sldMk cId="3439671423" sldId="43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FC11C02-CF31-4251-9D70-26B86D16AF76}" dt="2023-11-25T18:21:37.721" v="452" actId="113"/>
        <pc:sldMkLst>
          <pc:docMk/>
          <pc:sldMk cId="3125357682" sldId="438"/>
        </pc:sldMkLst>
        <pc:spChg chg="mod">
          <ac:chgData name="anaclaracosta116@gmail.com" userId="a793634777582c92" providerId="LiveId" clId="{8FC11C02-CF31-4251-9D70-26B86D16AF76}" dt="2023-11-25T18:21:37.721" v="452" actId="113"/>
          <ac:spMkLst>
            <pc:docMk/>
            <pc:sldMk cId="3125357682" sldId="43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FC11C02-CF31-4251-9D70-26B86D16AF76}" dt="2023-11-25T18:25:57.412" v="460" actId="2696"/>
        <pc:sldMkLst>
          <pc:docMk/>
          <pc:sldMk cId="1487317815" sldId="439"/>
        </pc:sldMkLst>
      </pc:sldChg>
      <pc:sldChg chg="del">
        <pc:chgData name="anaclaracosta116@gmail.com" userId="a793634777582c92" providerId="LiveId" clId="{8FC11C02-CF31-4251-9D70-26B86D16AF76}" dt="2023-11-25T18:25:59.808" v="461" actId="2696"/>
        <pc:sldMkLst>
          <pc:docMk/>
          <pc:sldMk cId="4276682629" sldId="440"/>
        </pc:sldMkLst>
      </pc:sldChg>
      <pc:sldChg chg="modSp add mod">
        <pc:chgData name="anaclaracosta116@gmail.com" userId="a793634777582c92" providerId="LiveId" clId="{8FC11C02-CF31-4251-9D70-26B86D16AF76}" dt="2023-11-25T18:08:52.405" v="12"/>
        <pc:sldMkLst>
          <pc:docMk/>
          <pc:sldMk cId="993132102" sldId="441"/>
        </pc:sldMkLst>
        <pc:spChg chg="mod">
          <ac:chgData name="anaclaracosta116@gmail.com" userId="a793634777582c92" providerId="LiveId" clId="{8FC11C02-CF31-4251-9D70-26B86D16AF76}" dt="2023-11-25T18:08:52.405" v="12"/>
          <ac:spMkLst>
            <pc:docMk/>
            <pc:sldMk cId="993132102" sldId="44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8FC11C02-CF31-4251-9D70-26B86D16AF76}" dt="2023-11-25T18:08:59.873" v="15"/>
        <pc:sldMkLst>
          <pc:docMk/>
          <pc:sldMk cId="3898327220" sldId="442"/>
        </pc:sldMkLst>
      </pc:sldChg>
      <pc:sldChg chg="add ord">
        <pc:chgData name="anaclaracosta116@gmail.com" userId="a793634777582c92" providerId="LiveId" clId="{8FC11C02-CF31-4251-9D70-26B86D16AF76}" dt="2023-11-25T18:09:13.270" v="18"/>
        <pc:sldMkLst>
          <pc:docMk/>
          <pc:sldMk cId="41791617" sldId="443"/>
        </pc:sldMkLst>
      </pc:sldChg>
      <pc:sldChg chg="add ord">
        <pc:chgData name="anaclaracosta116@gmail.com" userId="a793634777582c92" providerId="LiveId" clId="{8FC11C02-CF31-4251-9D70-26B86D16AF76}" dt="2023-11-25T18:19:55.190" v="388"/>
        <pc:sldMkLst>
          <pc:docMk/>
          <pc:sldMk cId="2026328324" sldId="444"/>
        </pc:sldMkLst>
      </pc:sldChg>
      <pc:sldChg chg="add ord">
        <pc:chgData name="anaclaracosta116@gmail.com" userId="a793634777582c92" providerId="LiveId" clId="{8FC11C02-CF31-4251-9D70-26B86D16AF76}" dt="2023-11-25T18:20:08.568" v="391"/>
        <pc:sldMkLst>
          <pc:docMk/>
          <pc:sldMk cId="2339064815" sldId="445"/>
        </pc:sldMkLst>
      </pc:sldChg>
      <pc:sldChg chg="add del">
        <pc:chgData name="anaclaracosta116@gmail.com" userId="a793634777582c92" providerId="LiveId" clId="{8FC11C02-CF31-4251-9D70-26B86D16AF76}" dt="2023-11-25T18:26:42.440" v="464" actId="2696"/>
        <pc:sldMkLst>
          <pc:docMk/>
          <pc:sldMk cId="237292128" sldId="446"/>
        </pc:sldMkLst>
      </pc:sldChg>
      <pc:sldChg chg="modSp add mod">
        <pc:chgData name="anaclaracosta116@gmail.com" userId="a793634777582c92" providerId="LiveId" clId="{8FC11C02-CF31-4251-9D70-26B86D16AF76}" dt="2023-11-25T18:27:22.571" v="469"/>
        <pc:sldMkLst>
          <pc:docMk/>
          <pc:sldMk cId="3244954699" sldId="447"/>
        </pc:sldMkLst>
        <pc:spChg chg="mod">
          <ac:chgData name="anaclaracosta116@gmail.com" userId="a793634777582c92" providerId="LiveId" clId="{8FC11C02-CF31-4251-9D70-26B86D16AF76}" dt="2023-11-25T18:27:22.571" v="469"/>
          <ac:spMkLst>
            <pc:docMk/>
            <pc:sldMk cId="3244954699" sldId="44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FC11C02-CF31-4251-9D70-26B86D16AF76}" dt="2023-11-25T18:27:41.478" v="471"/>
        <pc:sldMkLst>
          <pc:docMk/>
          <pc:sldMk cId="560683004" sldId="448"/>
        </pc:sldMkLst>
        <pc:spChg chg="mod">
          <ac:chgData name="anaclaracosta116@gmail.com" userId="a793634777582c92" providerId="LiveId" clId="{8FC11C02-CF31-4251-9D70-26B86D16AF76}" dt="2023-11-25T18:27:41.478" v="471"/>
          <ac:spMkLst>
            <pc:docMk/>
            <pc:sldMk cId="560683004" sldId="448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6CAD345-B0A1-7EA3-225F-DD08B78DB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"/>
            <a:ext cx="12191999" cy="6841834"/>
          </a:xfrm>
          <a:prstGeom prst="rect">
            <a:avLst/>
          </a:prstGeom>
          <a:solidFill>
            <a:schemeClr val="tx1">
              <a:alpha val="4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98087" y="1978847"/>
            <a:ext cx="11195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SOLENIDADE DE </a:t>
            </a: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NOSSO SENHOR JESUS CRISTO, REI DO UNIVERSO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1. SOU O PRIMEIRO E O DERRADEIRO,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FUI UNGIDO PELO AMOR!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VÓS SOIS MEU POVO; EU, VOSSO 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 SENHOR REDENTOR!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389832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2. VOS LEVAREI ÁS GRANDES FONTES,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DOR E FOME NÃO TEREIS!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VÓS SOIS MEU POVO; EU, VOSSO REI: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JUNTO A MIM VIVEREIS!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99313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O REI DOS REIS!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O DEUS DO CÉU DEU-TE REINO, FORÇA E GLÓRIA,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 ENTREGOU EM TUAS MÃOS A NOSSA HISTÓRIA,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TU ÉS REI, E O AMOR É TUA LEI!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4179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6526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900" b="1" dirty="0"/>
              <a:t>GLÓRIA A DEUS NAS ALTURAS (2X)</a:t>
            </a:r>
          </a:p>
          <a:p>
            <a:pPr algn="just"/>
            <a:r>
              <a:rPr lang="pt-BR" sz="13900" b="1" dirty="0"/>
              <a:t>E PAZ NA TERRA AOS HOMENS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5000" dirty="0"/>
              <a:t>SENHOR DEUS, REI DOS CÉUS, DEUS PAI TODO PODEROSO</a:t>
            </a:r>
            <a:endParaRPr lang="pt-BR" sz="10000" dirty="0"/>
          </a:p>
          <a:p>
            <a:pPr algn="just"/>
            <a:r>
              <a:rPr lang="pt-BR" sz="150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r>
              <a:rPr lang="pt-BR" sz="13500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1779445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 DEUS É REI E SE VESTIU DE MAJESTADE, GLÓRIA AO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É BENDITO AQUELE QUE VEM VINDO, QUE VEM VINDO EM NOME DO SENHOR; E O REINO QUE VEM SEJA BENDITO; AO QUE VEM E A SEU REINO, O LOUVOR!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OS POVOS AGITADOS SE REVOLTAM?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TRAMAM AS NAÇÕES PROJETOS VÃOS?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QUE OS REIS DE TODA A TERRA SE REÚNEM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CONTRA O DEUS ONIPOTENTE E O SEU UNGIDO?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96923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026328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ELE, ENTÃO, EM SUA IRA OS AMEAÇA,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EM SEU FUROR OS FAZ TREMER, QUANDO LHES DIZ: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“FUI EU MESMO QUE ESCOLHI ESTE MEU REI,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EM SIÃO, MEU MONTE SANTO, O CONSAGREI!”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251855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PODES PEDIR-ME, E EM RESPOSTA EU TE DAREI POR TUA HERANÇA OS POVOS TODOS E AS NAÇÕES. A TERRA INTEIRA HÁ DE SER O TEU DOMÍNIO; A TERRA INTEIRA HÁ DE SER O TEU DOMÍNIO!</a:t>
            </a:r>
          </a:p>
        </p:txBody>
      </p:sp>
    </p:spTree>
    <p:extLst>
      <p:ext uri="{BB962C8B-B14F-4D97-AF65-F5344CB8AC3E}">
        <p14:creationId xmlns:p14="http://schemas.microsoft.com/office/powerpoint/2010/main" val="2339064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SANTO, SANTO, SANTO!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SENHOR DEUS DO UNIVERSO.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CÉU E TERRA PROCLAMAM,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VOSSA GLÓRIA!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 NAS ALTURAS!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SANTO, SANTO, SANTO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HOSANA, HOSANA NAS ALTURAS!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FILHOS DE DEUS, TRIBUTAI AO SENHOR,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TRIBUTAI-LHE A GLÓRIA E O PODER!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DAI-LHE A GLÓRIA DEVIDA AO SEU NOME;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ADORAI-O COM SANTO ORNAMENTO! 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EIS A VOZ DO SENHOR SOBRE AS ÁGUAS,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SUA VOZ SOBRE AS ÁGUAS IMENSAS!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EIS A VOZ DO SENHOR COM PODER! †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EIS A VOZ DO SENHOR MAJESTOSA,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SUA VOZ NO TROVÃO REBOANDO!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44954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O SENHOR EM SEU TRONO REINA PARA SEMPRE.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O SENHOR ABENÇOA O SEU POVO NA PAZ.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EIS QUE A VOZ DO SENHOR QUEBRA OS CEDROS,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 SENHOR QUEBRA OS CEDROS DO LÍBANO.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EIS QUE A VOZ DO SENHOR LANÇA RAIOS, †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VOZ DE DEUS FAZ TREMER O DESERTO,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FAZ TREMER O DESERTO DE CADES.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60683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95B8-DAE0-098F-F1B8-FFA2B55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AFEEA-A64D-C2D1-D757-D31CBDA8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647C0-A285-B6BE-8EF9-15D37D8A7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GLÓRIA A JESUS NA HÓSTIA SANTA,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QUE SE CONSAGRA SOBRE O ALTAR;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 AOS NOSSOS OLHOS SE LEVANTA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PARA O BRASIL ABENÇOAR.</a:t>
            </a:r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88637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5212-932B-33FC-BCF6-DBE0FA68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DA971-D13A-094F-CA98-6C292815D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CEDFE-CA91-8310-5F81-62BCA5BAC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QUE O SANTO SACRAMENTO,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QUE É O PRÓPRIO CRISTO JESUS,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SEJA ADORADO E SEJA AMADO,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NESTA TERRA DE SANTA CRUZ.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SEJA ADORADO E SEJA AMADO,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NESTA TERRA DE SANTA CRUZ.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70337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11D7-84E0-7B44-1107-AB0DEF43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33C2A-D237-B77D-8223-148414686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FC55A4-EFDC-0F9B-BA3F-B358A5800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GLÓRIA A JESUS, DEUS ESCONDIDO,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QUE VINDO A NÓS NA COMUNHÃO,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PURIFICADO, ENRIQUECIDO,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DEIXA-NOS SEMPRE O CORAÇÃO.</a:t>
            </a:r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78451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0E81-6E97-310F-8606-12F34B49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9C0FF-4DBB-FA75-14C9-0A1B7EC4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90DFF-6F34-5A35-5F56-CCB5A40E5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QUE O SANTO SACRAMENTO,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QUE É O PRÓPRIO CRISTO JESUS,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SEJA ADORADO E SEJA AMADO,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NESTA TERRA DE SANTA CRUZ.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SEJA ADORADO E SEJA AMADO,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NESTA TERRA DE SANTA CRUZ.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66433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0BF-F020-FED8-E26A-C4267C41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098C56-36DA-A27A-F476-3BA5559099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270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QUERO OUVIR TEU APELO, SENHOR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AO TEU CHAMADO DE AMOR RESPONDER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NA ALEGRIA TE QUERO SERVIR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ANUNCIAR O TEU REINO DE AMOR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effectLst/>
                <a:latin typeface="Open Sans" panose="020B0606030504020204" pitchFamily="34" charset="0"/>
              </a:rPr>
              <a:t>E PELO MUNDO EU VOU</a:t>
            </a:r>
          </a:p>
          <a:p>
            <a:pPr algn="l"/>
            <a:r>
              <a:rPr lang="pt-BR" sz="6600" b="1" i="0" dirty="0">
                <a:effectLst/>
                <a:latin typeface="Open Sans" panose="020B0606030504020204" pitchFamily="34" charset="0"/>
              </a:rPr>
              <a:t>CANTANDO O TEU AMOR</a:t>
            </a:r>
          </a:p>
          <a:p>
            <a:pPr algn="l"/>
            <a:r>
              <a:rPr lang="pt-BR" sz="6600" b="1" i="0" dirty="0">
                <a:effectLst/>
                <a:latin typeface="Open Sans" panose="020B0606030504020204" pitchFamily="34" charset="0"/>
              </a:rPr>
              <a:t>POIS DISPONÍVEL ESTOU</a:t>
            </a:r>
          </a:p>
          <a:p>
            <a:pPr algn="l"/>
            <a:r>
              <a:rPr lang="pt-BR" sz="6600" b="1" i="0" dirty="0">
                <a:effectLst/>
                <a:latin typeface="Open Sans" panose="020B0606030504020204" pitchFamily="34" charset="0"/>
              </a:rPr>
              <a:t>PARA SERVIR-TE, SENHOR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9751</TotalTime>
  <Words>1075</Words>
  <Application>Microsoft Office PowerPoint</Application>
  <PresentationFormat>Widescreen</PresentationFormat>
  <Paragraphs>161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-apple-system</vt:lpstr>
      <vt:lpstr>Arial</vt:lpstr>
      <vt:lpstr>Calibri</vt:lpstr>
      <vt:lpstr>Calibri Light</vt:lpstr>
      <vt:lpstr>Century Gothic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50</cp:revision>
  <dcterms:created xsi:type="dcterms:W3CDTF">2023-05-06T17:01:55Z</dcterms:created>
  <dcterms:modified xsi:type="dcterms:W3CDTF">2024-11-23T03:09:40Z</dcterms:modified>
</cp:coreProperties>
</file>