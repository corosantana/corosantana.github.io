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09" r:id="rId5"/>
    <p:sldId id="410" r:id="rId6"/>
    <p:sldId id="258" r:id="rId7"/>
    <p:sldId id="259" r:id="rId8"/>
    <p:sldId id="411" r:id="rId9"/>
    <p:sldId id="412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269" r:id="rId22"/>
    <p:sldId id="376" r:id="rId23"/>
    <p:sldId id="414" r:id="rId24"/>
    <p:sldId id="396" r:id="rId25"/>
    <p:sldId id="292" r:id="rId26"/>
    <p:sldId id="275" r:id="rId27"/>
    <p:sldId id="363" r:id="rId28"/>
    <p:sldId id="361" r:id="rId29"/>
    <p:sldId id="362" r:id="rId30"/>
    <p:sldId id="358" r:id="rId31"/>
    <p:sldId id="419" r:id="rId32"/>
    <p:sldId id="398" r:id="rId33"/>
    <p:sldId id="420" r:id="rId34"/>
    <p:sldId id="408" r:id="rId35"/>
    <p:sldId id="421" r:id="rId36"/>
    <p:sldId id="400" r:id="rId37"/>
    <p:sldId id="277" r:id="rId38"/>
    <p:sldId id="337" r:id="rId39"/>
    <p:sldId id="374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>
        <p:scale>
          <a:sx n="75" d="100"/>
          <a:sy n="75" d="100"/>
        </p:scale>
        <p:origin x="3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0E7C46D3-5227-4E52-8737-9C00731669CE}"/>
    <pc:docChg chg="custSel addSld delSld modSld sldOrd">
      <pc:chgData name="anaclaracosta116@gmail.com" userId="a793634777582c92" providerId="LiveId" clId="{0E7C46D3-5227-4E52-8737-9C00731669CE}" dt="2023-09-02T20:29:59.198" v="799" actId="20577"/>
      <pc:docMkLst>
        <pc:docMk/>
      </pc:docMkLst>
      <pc:sldChg chg="modSp mod">
        <pc:chgData name="anaclaracosta116@gmail.com" userId="a793634777582c92" providerId="LiveId" clId="{0E7C46D3-5227-4E52-8737-9C00731669CE}" dt="2023-09-02T19:11:45.121" v="329" actId="20577"/>
        <pc:sldMkLst>
          <pc:docMk/>
          <pc:sldMk cId="337661645" sldId="261"/>
        </pc:sldMkLst>
        <pc:spChg chg="mod">
          <ac:chgData name="anaclaracosta116@gmail.com" userId="a793634777582c92" providerId="LiveId" clId="{0E7C46D3-5227-4E52-8737-9C00731669CE}" dt="2023-09-02T19:11:45.121" v="329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1:18.136" v="403" actId="20577"/>
        <pc:sldMkLst>
          <pc:docMk/>
          <pc:sldMk cId="3388034860" sldId="265"/>
        </pc:sldMkLst>
        <pc:spChg chg="mod">
          <ac:chgData name="anaclaracosta116@gmail.com" userId="a793634777582c92" providerId="LiveId" clId="{0E7C46D3-5227-4E52-8737-9C00731669CE}" dt="2023-09-02T19:31:18.136" v="403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3:55.492" v="539" actId="20577"/>
        <pc:sldMkLst>
          <pc:docMk/>
          <pc:sldMk cId="2671817442" sldId="267"/>
        </pc:sldMkLst>
        <pc:spChg chg="mod">
          <ac:chgData name="anaclaracosta116@gmail.com" userId="a793634777582c92" providerId="LiveId" clId="{0E7C46D3-5227-4E52-8737-9C00731669CE}" dt="2023-09-02T19:33:55.492" v="539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5:21.727" v="543" actId="27636"/>
        <pc:sldMkLst>
          <pc:docMk/>
          <pc:sldMk cId="2786277918" sldId="269"/>
        </pc:sldMkLst>
        <pc:spChg chg="mod">
          <ac:chgData name="anaclaracosta116@gmail.com" userId="a793634777582c92" providerId="LiveId" clId="{0E7C46D3-5227-4E52-8737-9C00731669CE}" dt="2023-09-02T19:35:21.727" v="543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40:04.087" v="570" actId="20577"/>
        <pc:sldMkLst>
          <pc:docMk/>
          <pc:sldMk cId="1963412704" sldId="275"/>
        </pc:sldMkLst>
        <pc:spChg chg="mod">
          <ac:chgData name="anaclaracosta116@gmail.com" userId="a793634777582c92" providerId="LiveId" clId="{0E7C46D3-5227-4E52-8737-9C00731669CE}" dt="2023-09-02T19:40:04.087" v="570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08:11.130" v="114" actId="403"/>
        <pc:sldMkLst>
          <pc:docMk/>
          <pc:sldMk cId="880466366" sldId="354"/>
        </pc:sldMkLst>
        <pc:spChg chg="mod">
          <ac:chgData name="anaclaracosta116@gmail.com" userId="a793634777582c92" providerId="LiveId" clId="{0E7C46D3-5227-4E52-8737-9C00731669CE}" dt="2023-09-02T19:08:11.130" v="114" actId="403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20:29:59.198" v="799" actId="20577"/>
        <pc:sldMkLst>
          <pc:docMk/>
          <pc:sldMk cId="3348609962" sldId="358"/>
        </pc:sldMkLst>
        <pc:spChg chg="mod">
          <ac:chgData name="anaclaracosta116@gmail.com" userId="a793634777582c92" providerId="LiveId" clId="{0E7C46D3-5227-4E52-8737-9C00731669CE}" dt="2023-09-02T20:29:59.198" v="799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43:40.990" v="703" actId="120"/>
        <pc:sldMkLst>
          <pc:docMk/>
          <pc:sldMk cId="2304799739" sldId="362"/>
        </pc:sldMkLst>
        <pc:spChg chg="mod">
          <ac:chgData name="anaclaracosta116@gmail.com" userId="a793634777582c92" providerId="LiveId" clId="{0E7C46D3-5227-4E52-8737-9C00731669CE}" dt="2023-09-02T19:43:40.990" v="703" actId="120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40:15.088" v="587" actId="20577"/>
        <pc:sldMkLst>
          <pc:docMk/>
          <pc:sldMk cId="496775209" sldId="363"/>
        </pc:sldMkLst>
        <pc:spChg chg="mod">
          <ac:chgData name="anaclaracosta116@gmail.com" userId="a793634777582c92" providerId="LiveId" clId="{0E7C46D3-5227-4E52-8737-9C00731669CE}" dt="2023-09-02T19:40:15.088" v="587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5:41.195" v="544"/>
        <pc:sldMkLst>
          <pc:docMk/>
          <pc:sldMk cId="1775942911" sldId="376"/>
        </pc:sldMkLst>
        <pc:spChg chg="mod">
          <ac:chgData name="anaclaracosta116@gmail.com" userId="a793634777582c92" providerId="LiveId" clId="{0E7C46D3-5227-4E52-8737-9C00731669CE}" dt="2023-09-02T19:35:41.195" v="544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09:25.275" v="190" actId="403"/>
        <pc:sldMkLst>
          <pc:docMk/>
          <pc:sldMk cId="103931503" sldId="394"/>
        </pc:sldMkLst>
        <pc:spChg chg="mod">
          <ac:chgData name="anaclaracosta116@gmail.com" userId="a793634777582c92" providerId="LiveId" clId="{0E7C46D3-5227-4E52-8737-9C00731669CE}" dt="2023-09-02T19:09:25.275" v="190" actId="403"/>
          <ac:spMkLst>
            <pc:docMk/>
            <pc:sldMk cId="103931503" sldId="39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6:09.377" v="548" actId="27636"/>
        <pc:sldMkLst>
          <pc:docMk/>
          <pc:sldMk cId="488363801" sldId="395"/>
        </pc:sldMkLst>
        <pc:spChg chg="mod">
          <ac:chgData name="anaclaracosta116@gmail.com" userId="a793634777582c92" providerId="LiveId" clId="{0E7C46D3-5227-4E52-8737-9C00731669CE}" dt="2023-09-02T19:36:09.377" v="548" actId="27636"/>
          <ac:spMkLst>
            <pc:docMk/>
            <pc:sldMk cId="488363801" sldId="39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36:36.539" v="551" actId="403"/>
        <pc:sldMkLst>
          <pc:docMk/>
          <pc:sldMk cId="3022578728" sldId="396"/>
        </pc:sldMkLst>
        <pc:spChg chg="mod">
          <ac:chgData name="anaclaracosta116@gmail.com" userId="a793634777582c92" providerId="LiveId" clId="{0E7C46D3-5227-4E52-8737-9C00731669CE}" dt="2023-09-02T19:36:36.539" v="551" actId="403"/>
          <ac:spMkLst>
            <pc:docMk/>
            <pc:sldMk cId="3022578728" sldId="39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E7C46D3-5227-4E52-8737-9C00731669CE}" dt="2023-09-02T19:47:09.771" v="776" actId="2696"/>
        <pc:sldMkLst>
          <pc:docMk/>
          <pc:sldMk cId="1334932472" sldId="397"/>
        </pc:sldMkLst>
      </pc:sldChg>
      <pc:sldChg chg="modSp mod">
        <pc:chgData name="anaclaracosta116@gmail.com" userId="a793634777582c92" providerId="LiveId" clId="{0E7C46D3-5227-4E52-8737-9C00731669CE}" dt="2023-09-02T19:46:24.823" v="775" actId="403"/>
        <pc:sldMkLst>
          <pc:docMk/>
          <pc:sldMk cId="947951164" sldId="398"/>
        </pc:sldMkLst>
        <pc:spChg chg="mod">
          <ac:chgData name="anaclaracosta116@gmail.com" userId="a793634777582c92" providerId="LiveId" clId="{0E7C46D3-5227-4E52-8737-9C00731669CE}" dt="2023-09-02T19:46:24.823" v="775" actId="403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E7C46D3-5227-4E52-8737-9C00731669CE}" dt="2023-09-02T19:47:29.290" v="780" actId="2696"/>
        <pc:sldMkLst>
          <pc:docMk/>
          <pc:sldMk cId="3652477976" sldId="399"/>
        </pc:sldMkLst>
      </pc:sldChg>
      <pc:sldChg chg="modSp mod">
        <pc:chgData name="anaclaracosta116@gmail.com" userId="a793634777582c92" providerId="LiveId" clId="{0E7C46D3-5227-4E52-8737-9C00731669CE}" dt="2023-09-02T19:48:37.013" v="790" actId="403"/>
        <pc:sldMkLst>
          <pc:docMk/>
          <pc:sldMk cId="1897722864" sldId="400"/>
        </pc:sldMkLst>
        <pc:spChg chg="mod">
          <ac:chgData name="anaclaracosta116@gmail.com" userId="a793634777582c92" providerId="LiveId" clId="{0E7C46D3-5227-4E52-8737-9C00731669CE}" dt="2023-09-02T19:48:37.013" v="790" actId="403"/>
          <ac:spMkLst>
            <pc:docMk/>
            <pc:sldMk cId="1897722864" sldId="40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E7C46D3-5227-4E52-8737-9C00731669CE}" dt="2023-09-02T19:10:11.935" v="258" actId="113"/>
        <pc:sldMkLst>
          <pc:docMk/>
          <pc:sldMk cId="104330678" sldId="401"/>
        </pc:sldMkLst>
        <pc:spChg chg="mod">
          <ac:chgData name="anaclaracosta116@gmail.com" userId="a793634777582c92" providerId="LiveId" clId="{0E7C46D3-5227-4E52-8737-9C00731669CE}" dt="2023-09-02T19:10:11.935" v="258" actId="113"/>
          <ac:spMkLst>
            <pc:docMk/>
            <pc:sldMk cId="104330678" sldId="40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0E7C46D3-5227-4E52-8737-9C00731669CE}" dt="2023-09-02T19:10:33.546" v="261"/>
        <pc:sldMkLst>
          <pc:docMk/>
          <pc:sldMk cId="367108212" sldId="402"/>
        </pc:sldMkLst>
      </pc:sldChg>
      <pc:sldChg chg="modSp add mod">
        <pc:chgData name="anaclaracosta116@gmail.com" userId="a793634777582c92" providerId="LiveId" clId="{0E7C46D3-5227-4E52-8737-9C00731669CE}" dt="2023-09-02T19:11:11.797" v="325" actId="20577"/>
        <pc:sldMkLst>
          <pc:docMk/>
          <pc:sldMk cId="3986836047" sldId="403"/>
        </pc:sldMkLst>
        <pc:spChg chg="mod">
          <ac:chgData name="anaclaracosta116@gmail.com" userId="a793634777582c92" providerId="LiveId" clId="{0E7C46D3-5227-4E52-8737-9C00731669CE}" dt="2023-09-02T19:11:11.797" v="325" actId="20577"/>
          <ac:spMkLst>
            <pc:docMk/>
            <pc:sldMk cId="3986836047" sldId="403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0E7C46D3-5227-4E52-8737-9C00731669CE}" dt="2023-09-02T19:11:23.596" v="328"/>
        <pc:sldMkLst>
          <pc:docMk/>
          <pc:sldMk cId="2080582998" sldId="404"/>
        </pc:sldMkLst>
      </pc:sldChg>
      <pc:sldChg chg="add ord">
        <pc:chgData name="anaclaracosta116@gmail.com" userId="a793634777582c92" providerId="LiveId" clId="{0E7C46D3-5227-4E52-8737-9C00731669CE}" dt="2023-09-02T19:36:54.072" v="554"/>
        <pc:sldMkLst>
          <pc:docMk/>
          <pc:sldMk cId="54662015" sldId="405"/>
        </pc:sldMkLst>
      </pc:sldChg>
      <pc:sldChg chg="modSp add mod ord">
        <pc:chgData name="anaclaracosta116@gmail.com" userId="a793634777582c92" providerId="LiveId" clId="{0E7C46D3-5227-4E52-8737-9C00731669CE}" dt="2023-09-02T19:37:44.120" v="559" actId="27636"/>
        <pc:sldMkLst>
          <pc:docMk/>
          <pc:sldMk cId="3156939520" sldId="406"/>
        </pc:sldMkLst>
        <pc:spChg chg="mod">
          <ac:chgData name="anaclaracosta116@gmail.com" userId="a793634777582c92" providerId="LiveId" clId="{0E7C46D3-5227-4E52-8737-9C00731669CE}" dt="2023-09-02T19:37:44.120" v="559" actId="27636"/>
          <ac:spMkLst>
            <pc:docMk/>
            <pc:sldMk cId="3156939520" sldId="40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0E7C46D3-5227-4E52-8737-9C00731669CE}" dt="2023-09-02T19:47:24.953" v="779"/>
        <pc:sldMkLst>
          <pc:docMk/>
          <pc:sldMk cId="914825785" sldId="407"/>
        </pc:sldMkLst>
      </pc:sldChg>
      <pc:sldChg chg="add ord">
        <pc:chgData name="anaclaracosta116@gmail.com" userId="a793634777582c92" providerId="LiveId" clId="{0E7C46D3-5227-4E52-8737-9C00731669CE}" dt="2023-09-02T19:48:10.207" v="783"/>
        <pc:sldMkLst>
          <pc:docMk/>
          <pc:sldMk cId="412002114" sldId="40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97937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9600" b="1" dirty="0"/>
              <a:t>VÓS SOIS JUSTOS, SENHOR, AO JULGARDES(2X)</a:t>
            </a:r>
          </a:p>
          <a:p>
            <a:pPr algn="l"/>
            <a:r>
              <a:rPr lang="pt-BR" sz="9600" b="1" dirty="0"/>
              <a:t>E É JUSTA A VOSSA SENTENÇA. (2X)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CONFORME O VOSSO AMOR, SENHOR, TRATAI-ME, E TAMBÉM VOSSOS DESÍGNIOS ENSINAI-ME!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VOSSA PALAVRA FOI PROVADA E COMPROVADA, POR ISSO O VOSSO SERVO TANTO A AMA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651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97937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9600" b="1" dirty="0"/>
              <a:t>VÓS SOIS JUSTOS, SENHOR AO JULGARDES(2X)</a:t>
            </a:r>
          </a:p>
          <a:p>
            <a:pPr algn="l"/>
            <a:r>
              <a:rPr lang="pt-BR" sz="9600" b="1" dirty="0"/>
              <a:t>E É JUSTA A VOSSA SENTENÇA. (2X)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09220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SENHOR, QUE SOIS O CAMINHO QUE LEVA AO PAI, TENDE PIEDADE DE NÓS</a:t>
            </a:r>
          </a:p>
          <a:p>
            <a:pPr algn="just"/>
            <a:r>
              <a:rPr lang="pt-BR" sz="6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CRISTO QUE SOIS A VERDADE QUE ILUMINA OS POVOS, TENDE PIEDADE DE NÓS</a:t>
            </a:r>
          </a:p>
          <a:p>
            <a:pPr algn="just"/>
            <a:r>
              <a:rPr lang="pt-BR" sz="6600" b="1" dirty="0"/>
              <a:t>CRISTO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 QUE SOIS A VIDA QUE RENOVA O MUNDO, TENDE PIEDADE DE NÓS</a:t>
            </a:r>
          </a:p>
          <a:p>
            <a:pPr algn="just"/>
            <a:r>
              <a:rPr lang="pt-BR" sz="6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77648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</a:t>
            </a:r>
          </a:p>
          <a:p>
            <a:pPr algn="just"/>
            <a:r>
              <a:rPr lang="pt-BR" sz="9600" dirty="0"/>
              <a:t>AMÉM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NÃO FECHEIS O CORAÇÃO, OUVI, HOJE, A VOZ DE DEUS!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SENHOR RECONCILIOU O MUNDO EM CRISTO, CONFIANDO-NOS SUA PALAVRA; A PALAVRA DA RECONCILIAÇÃO, A PALAVRA QUE HOJE, AQUI, NOS SALVA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 SENHOR, PORQUE TUDO É TEU.</a:t>
            </a:r>
            <a:endParaRPr lang="pt-BR" sz="8800" dirty="0"/>
          </a:p>
          <a:p>
            <a:pPr algn="l"/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PÃO QUE OFERECEMOS, É TUA VIDA QUE VIVEMOS, OBRIGADO, SENHOR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 SENHOR, PORQUE TUDO É TEU.</a:t>
            </a:r>
            <a:endParaRPr lang="pt-BR" sz="8800" dirty="0"/>
          </a:p>
          <a:p>
            <a:pPr algn="l"/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2631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É TEU O VINHO QUE OFERTAMOS, É TUA DOR QUE SUPORTAMOS, OBRIGADO SENHOR</a:t>
            </a:r>
          </a:p>
        </p:txBody>
      </p:sp>
    </p:spTree>
    <p:extLst>
      <p:ext uri="{BB962C8B-B14F-4D97-AF65-F5344CB8AC3E}">
        <p14:creationId xmlns:p14="http://schemas.microsoft.com/office/powerpoint/2010/main" val="3022578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BENDITO O QUE VEM</a:t>
            </a:r>
          </a:p>
          <a:p>
            <a:pPr algn="just"/>
            <a:r>
              <a:rPr lang="pt-BR" sz="6000" dirty="0"/>
              <a:t>EM NOME DO SENHOR (2X)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SENHRO RECONSTRUIU JERUSALÉM, E OS DISPERSOS DE ISRAEL JUNTOU DE NOVO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83974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ELE CONFORTA OS CORAÇÕES DESPEDAÇADOS, ELE ENFAIXA SUAS FERIDAS E AS CURA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22501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FIXA O NÚMERO DE TODAS AS ESTRELAS E CHAMA CADA UMA POR SEU NOME</a:t>
            </a:r>
            <a:endParaRPr lang="pt-BR" sz="72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2002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51272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É GRANDE E ONIPOTENTE O NOSSO DEUS, SEU SABER NÃO TEM MEDIDA NEM LIMITES</a:t>
            </a:r>
            <a:endParaRPr lang="pt-BR" sz="37200" dirty="0"/>
          </a:p>
        </p:txBody>
      </p:sp>
    </p:spTree>
    <p:extLst>
      <p:ext uri="{BB962C8B-B14F-4D97-AF65-F5344CB8AC3E}">
        <p14:creationId xmlns:p14="http://schemas.microsoft.com/office/powerpoint/2010/main" val="1897722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9600" dirty="0"/>
              <a:t>IMACULADA, MARIA DE DEUS, CORAÇÃO FORTE ACOLHENDO JESUS</a:t>
            </a:r>
          </a:p>
          <a:p>
            <a:pPr algn="l"/>
            <a:r>
              <a:rPr lang="pt-BR" sz="9600" dirty="0"/>
              <a:t>IMACULADA, MARIA DO POVO, MÃO DOS AFLITOS QUE ESTÃO JUNTO À CRUZ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706581"/>
            <a:ext cx="11495809" cy="615141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UM CORAÇÃO QUE ERA SIM PARA A VIDA</a:t>
            </a:r>
          </a:p>
          <a:p>
            <a:pPr algn="l"/>
            <a:r>
              <a:rPr lang="pt-BR" sz="5400" dirty="0"/>
              <a:t>UM CORAÇÃO QUE ERA SIM PARA O IRMÃO</a:t>
            </a:r>
          </a:p>
          <a:p>
            <a:pPr algn="l"/>
            <a:r>
              <a:rPr lang="pt-BR" sz="5400" dirty="0"/>
              <a:t>UMA CORAÇÃO QUE ERA SIM PARA DEUS</a:t>
            </a:r>
          </a:p>
          <a:p>
            <a:pPr algn="l"/>
            <a:r>
              <a:rPr lang="pt-BR" sz="5400" dirty="0"/>
              <a:t>REINO DE DEUS RENOVANDO ESTE CHÃO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9873</TotalTime>
  <Words>606</Words>
  <Application>Microsoft Office PowerPoint</Application>
  <PresentationFormat>Widescreen</PresentationFormat>
  <Paragraphs>106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34</cp:revision>
  <dcterms:created xsi:type="dcterms:W3CDTF">2023-05-06T17:01:55Z</dcterms:created>
  <dcterms:modified xsi:type="dcterms:W3CDTF">2023-09-10T19:57:41Z</dcterms:modified>
</cp:coreProperties>
</file>