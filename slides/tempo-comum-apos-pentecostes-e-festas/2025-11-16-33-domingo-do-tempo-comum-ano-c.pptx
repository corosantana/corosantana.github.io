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4" r:id="rId4"/>
    <p:sldId id="428" r:id="rId5"/>
    <p:sldId id="429" r:id="rId6"/>
    <p:sldId id="258" r:id="rId7"/>
    <p:sldId id="342" r:id="rId8"/>
    <p:sldId id="259" r:id="rId9"/>
    <p:sldId id="549" r:id="rId10"/>
    <p:sldId id="550" r:id="rId11"/>
    <p:sldId id="260" r:id="rId12"/>
    <p:sldId id="544" r:id="rId13"/>
    <p:sldId id="545" r:id="rId14"/>
    <p:sldId id="546" r:id="rId15"/>
    <p:sldId id="547" r:id="rId16"/>
    <p:sldId id="548" r:id="rId17"/>
    <p:sldId id="264" r:id="rId18"/>
    <p:sldId id="265" r:id="rId19"/>
    <p:sldId id="266" r:id="rId20"/>
    <p:sldId id="267" r:id="rId21"/>
    <p:sldId id="271" r:id="rId22"/>
    <p:sldId id="551" r:id="rId23"/>
    <p:sldId id="376" r:id="rId24"/>
    <p:sldId id="552" r:id="rId25"/>
    <p:sldId id="391" r:id="rId26"/>
    <p:sldId id="553" r:id="rId27"/>
    <p:sldId id="415" r:id="rId28"/>
    <p:sldId id="554" r:id="rId29"/>
    <p:sldId id="417" r:id="rId30"/>
    <p:sldId id="292" r:id="rId31"/>
    <p:sldId id="275" r:id="rId32"/>
    <p:sldId id="363" r:id="rId33"/>
    <p:sldId id="361" r:id="rId34"/>
    <p:sldId id="555" r:id="rId35"/>
    <p:sldId id="529" r:id="rId36"/>
    <p:sldId id="556" r:id="rId37"/>
    <p:sldId id="557" r:id="rId38"/>
    <p:sldId id="558" r:id="rId39"/>
    <p:sldId id="559" r:id="rId40"/>
    <p:sldId id="404" r:id="rId41"/>
    <p:sldId id="422" r:id="rId42"/>
    <p:sldId id="560" r:id="rId43"/>
    <p:sldId id="425" r:id="rId44"/>
    <p:sldId id="561" r:id="rId45"/>
    <p:sldId id="337" r:id="rId46"/>
    <p:sldId id="374" r:id="rId4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6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986C84C-38D5-B781-F83C-768ECD7A5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870" y="-1"/>
            <a:ext cx="12225869" cy="68580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5" y="2028616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33º </a:t>
            </a:r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MEUS PENSAMENTOS SÃO DE PAZ E NÃO DE AFLIÇÃO, DIZ O SENHOR.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VÓS ME INVOCAREIS, E HEI DE ESCUTAR-VOS,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VOS TRAREI DE VOSSO CATIVEIRO, DE ONDE ESTIVERDES.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FAVORECESTES, Ó SENHOR, A VOSSA TERRA,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LIBERTASTES OS CATIVOS DE JACÓ.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73317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CCD2D-A34A-1D10-3CF9-D651E02B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A4C4B-506D-7B2C-458E-7EEB2DAA3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519696-F7DE-E937-A002-B36BB7F65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MEUS PENSAMENTOS SÃO DE PAZ E NÃO DE AFLIÇÃO, DIZ O SENHOR.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VÓS ME INVOCAREIS, E HEI DE ESCUTAR-VOS,</a:t>
            </a:r>
          </a:p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VOS TRAREI DE VOSSO CATIVEIRO, DE ONDE ESTIVERDES.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055305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B595D-1164-FD34-4845-E43AB5745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1CED3-DCBC-7016-524A-98D104822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905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F14181-3A81-622F-31B5-502166E6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PERDOASTES O PECADO AO VOSSO POVO,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ENCOBRISTES TODA A FALTA COMETIDA.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292504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1546C5-1DEF-7B65-85C1-FEF0DB0B1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25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86B905A-6E2D-DAC5-16FC-42B645A5E31A}"/>
              </a:ext>
            </a:extLst>
          </p:cNvPr>
          <p:cNvSpPr/>
          <p:nvPr/>
        </p:nvSpPr>
        <p:spPr>
          <a:xfrm>
            <a:off x="696687" y="2996418"/>
            <a:ext cx="10940226" cy="3010487"/>
          </a:xfrm>
          <a:prstGeom prst="rect">
            <a:avLst/>
          </a:prstGeom>
          <a:solidFill>
            <a:schemeClr val="tx1">
              <a:alpha val="4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DCD9D4-6F8F-EE1D-6200-BEC19AE63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VIESTES NÃO PARA CONDENAR, MAS PARA PERDOAR,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SENHOR, TENDE PIEDADE DE NÓS! (2X)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VOS ALEGRAIS PELO PECADOR ARREPENDIDO,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dirty="0">
                <a:latin typeface="arial" panose="020B0604020202020204" pitchFamily="34" charset="0"/>
              </a:rPr>
              <a:t>CRISTO, TENDE PIEDADE DE NÓS! (2X)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MUITO PERDOAIS A QUEM MUITO AMA,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dirty="0">
                <a:latin typeface="arial" panose="020B0604020202020204" pitchFamily="34" charset="0"/>
              </a:rPr>
              <a:t>SENHOR, TENDE PIEDADE DE NÓS! (2X)</a:t>
            </a:r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37772" cy="52652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GLÓRIA, GLÓRIA, GLÓRIA A DEUS! GLÓRIA A DEUS NAS ALTURAS! (2X)</a:t>
            </a:r>
          </a:p>
          <a:p>
            <a:pPr algn="just"/>
            <a:endParaRPr lang="pt-BR" sz="11200" b="1" dirty="0"/>
          </a:p>
          <a:p>
            <a:pPr algn="just"/>
            <a:r>
              <a:rPr lang="pt-BR" sz="21600" dirty="0"/>
              <a:t>E PAZ NA TERRA AOS HOMENS POR ELE AMADOS.</a:t>
            </a:r>
          </a:p>
          <a:p>
            <a:pPr algn="just"/>
            <a:r>
              <a:rPr lang="pt-BR" sz="21600" dirty="0"/>
              <a:t>SENHOR DEUS, REI DOS CÉUS, DEUS PAI TODO-PODEROSO:</a:t>
            </a:r>
          </a:p>
          <a:p>
            <a:pPr algn="just"/>
            <a:r>
              <a:rPr lang="pt-BR" sz="21600" dirty="0"/>
              <a:t>NÓS VOS LOUVAMOS, NÓS VOS BENDIZEMOS,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1595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GLORIFICAMOS,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730378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48706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SENHOR JESUS CRISTO, FILHO UNIGÊNITO,</a:t>
            </a:r>
          </a:p>
          <a:p>
            <a:pPr algn="l"/>
            <a:r>
              <a:rPr lang="pt-BR" sz="7200" dirty="0"/>
              <a:t>SENHOR DEUS, CORDEIRO DE DEUS, FILHO DE DEUS PAI.</a:t>
            </a:r>
          </a:p>
          <a:p>
            <a:pPr algn="l"/>
            <a:r>
              <a:rPr lang="pt-BR" sz="7200" dirty="0"/>
              <a:t>VÓS QUE TIRAIS O PECADO DO MUNDO,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864914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VÓS QUE TIRAIS O PECADO DO MUNDO, ACOLHEI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087243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SÓ VÓS SOIS O SANTO, SÓ VÓS O SENHOR,</a:t>
            </a:r>
          </a:p>
          <a:p>
            <a:pPr algn="just"/>
            <a:r>
              <a:rPr lang="pt-BR" sz="5400" dirty="0"/>
              <a:t>SÓ VÓS O ALTÍSSIMO, JESUS CRISTO,</a:t>
            </a:r>
          </a:p>
          <a:p>
            <a:pPr algn="just"/>
            <a:r>
              <a:rPr lang="pt-BR" sz="5400" dirty="0"/>
              <a:t>COM O ESPÍRITO SANTO, NA GLÓRIA DE DEUS PAI.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GLÓRIA, GLÓRIA, GLÓRIA A DEUS! GLÓRIA A DEUS NAS ALTURAS! (2X)</a:t>
            </a:r>
          </a:p>
          <a:p>
            <a:pPr algn="just"/>
            <a:r>
              <a:rPr lang="pt-BR" sz="5400" b="1" dirty="0"/>
              <a:t>AMÉM! AMÉM!</a:t>
            </a:r>
          </a:p>
        </p:txBody>
      </p:sp>
    </p:spTree>
    <p:extLst>
      <p:ext uri="{BB962C8B-B14F-4D97-AF65-F5344CB8AC3E}">
        <p14:creationId xmlns:p14="http://schemas.microsoft.com/office/powerpoint/2010/main" val="2455795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19"/>
            <a:ext cx="10374791" cy="2127087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O SENHOR VIRÁ JULGAR A TERRA INTEIRA; COM JUSTIÇA JULGARÁ.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r>
              <a:rPr lang="pt-BR" sz="4800" dirty="0"/>
              <a:t> LEVANTAI VOSSA CABEÇA E OLHAI, POIS A VOSSA REDENÇÃO SE APROXIMA!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8152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50792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LOUVAI, LOUVAI, Ó SERVOS DO SENHOR, LOUVAI, LOUVAI O NOME DO SENHOR!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FF3F-9EF8-A4DD-3764-CE648DAB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D3253-A85A-346F-B2BE-BF8650596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31860C-7D98-D2CF-7032-5A2C96DA8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24989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BENDITO SEJA O NOME DO SENHOR,</a:t>
            </a:r>
          </a:p>
          <a:p>
            <a:pPr algn="l"/>
            <a:r>
              <a:rPr lang="pt-BR" sz="8000" dirty="0"/>
              <a:t>AGORA E POR TODA A ETERNIDADE!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B52D-04BD-F343-8F88-F3C102CC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E51BF-E57D-2935-298A-74F378B8C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64C8D6-A570-7ADA-77B4-8E64B2521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8223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DDF7-E57B-4ABD-8E64-A145FE05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9A6-E4AB-3019-DB67-34691BCCA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D9BAA-3642-9E5C-D10A-5966396B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O SENHOR ESTÁ ACIMA DAS NAÇÕES. </a:t>
            </a:r>
          </a:p>
          <a:p>
            <a:pPr algn="l"/>
            <a:r>
              <a:rPr lang="pt-BR" sz="8000" dirty="0"/>
              <a:t>SUA GLÓRIA VAI ALÉM DOS ALTOS CÉUS.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49555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16D4A-E944-712E-206F-FCD952E7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2EAB9-BA11-9983-DE60-6EEA8FAC0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624AC7-2F92-2DCA-B6B5-B82E6E851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7132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7FD3-BCCB-0F01-AC83-340CCDA3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1FBD-3BD8-0170-3107-4A5B93221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E69C76-26DB-3877-CFAA-CE631BAE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QUEM PODE COMPARAR-SE AO NOSSO DEUS,</a:t>
            </a:r>
          </a:p>
          <a:p>
            <a:pPr algn="l"/>
            <a:r>
              <a:rPr lang="pt-BR" sz="8000" dirty="0"/>
              <a:t>QUE SE INCLINA PARA OLHAR O CÉU E A TERRA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893117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97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PARA MIM SÓ HÁ UM BEM: É ESTAR COM DEUS,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É COLOCAR O MEU REFÚGIO NO SENHOR.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790799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7DE0B-1B9F-6BB0-A2F5-55E78A7C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68BEE-DBF8-B291-26CB-B413F9152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158308-D62E-83A2-E787-637AFA84D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1. COMO DEUS É TÃO BONDOSO PARA OS JUSTOS,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PARA AQUELES QUE TÊM PURO O CORAÇÃO.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MAS POR POUCO OS MEUS PÉS NÃO RESVALARAM,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E QUASE ESCORREGARAM OS MEUS PASSOS.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737766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3FCA2-674D-B444-250F-1BCB4EB5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C41AE-59C8-DCF1-0B56-4D17E5A4F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DD1916-C282-D1DE-4738-56B783874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PARA MIM SÓ HÁ UM BEM: É ESTAR COM DEUS,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É COLOCAR O MEU REFÚGIO NO SENHOR.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55941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7F0B-2589-1273-5694-17A5C549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D1CF5-F3EF-24D2-C18F-30FAEC056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F0B17A-F8D0-F11D-EECD-19D9D09C8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2. MAS AGORA ESTAREI SEMPRE CONVOSCO,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PORQUE VÓS ME SEGURASTES PELA MÃO;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VOSSO CONSELHO VAI GUIAR-ME E CONDUZIR-ME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PARA LEVAR-ME FINALMENTE À VOSSA GLÓRIA.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028633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5330A-EB7D-95B4-2A55-C61E014F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4722C-4D64-79CA-79E9-CB3AAFEDF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71B3AC-5CA5-5A6F-BF2C-E5582D413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PARA MIM SÓ HÁ UM BEM: É ESTAR COM DEUS,</a:t>
            </a:r>
          </a:p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É COLOCAR O MEU REFÚGIO NO SENHOR.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488149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B4B9-0FF4-B3C1-122B-AED21FD18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3A594-4AC0-8CC1-FB2A-F593F000A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B3A45A-C838-4D24-CFB8-D1411621B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070231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3. PARA MIM, O QUE HÁ NO CÉU FORA DE VÓS?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SE ESTOU CONVOSCO, NADA MAIS ME ATRAI NA TERRA!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DEUS É O APOIO E O FUNDAMENTO DA MINH'ALMA,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É MINHA PARTE E MINHA HERANÇA PARA SEMPRE!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149228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639279"/>
            <a:ext cx="11386320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NO TEU AMOR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FORÇA QUE SUSTENTA 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NO TEU SORRISO QUE FAZ BRILHAR O CÉU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NO TEU CANTO QUE ME DÁ ALEGRIA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NA TUA PAZ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VIDA QUE FAZ BELA A TERRA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LUZ QUE CLAREIA A NOITE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ROTA SEGURA NO MEU CAMINHO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QUE TU ME AMAS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SUSTENTAS, QUE ME DÁS O PERDÃO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TU ME GUIAS PELAS ESTRADAS DO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DARÁS A VIDA ETERNA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51487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8967-55B4-A889-257D-DBBA5E60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EEB43B0-CDB9-9650-7746-AA18267F71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87672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CORAÇÕES ARDENTES, PÉS A CAMINHO</a:t>
            </a:r>
          </a:p>
          <a:p>
            <a:pPr algn="l"/>
            <a:r>
              <a:rPr lang="pt-BR" sz="6600" b="1" dirty="0"/>
              <a:t>DA IGREJA LOCAL AOS CONFINS DO MUNDO</a:t>
            </a:r>
          </a:p>
          <a:p>
            <a:pPr algn="l"/>
            <a:r>
              <a:rPr lang="pt-BR" sz="6600" b="1" dirty="0"/>
              <a:t>CORAÇÕES ARDENTES, PÉS A CAMINHO</a:t>
            </a:r>
          </a:p>
          <a:p>
            <a:pPr algn="l"/>
            <a:r>
              <a:rPr lang="pt-BR" sz="6600" b="1" dirty="0"/>
              <a:t>DA IGREJA LOCAL AOS CONFINS DO MUNDO.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VAMOS ALÉM-FRONTEIRAS EM MISSÃO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NUMA RESPOSTA DE AMOR E DE GRATIDÃO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CONJUGANDO HUMILDES O VERBO AMAR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RESPLANDECENDO A GRAÇA DA VOCAÇÃO.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8351</TotalTime>
  <Words>978</Words>
  <Application>Microsoft Office PowerPoint</Application>
  <PresentationFormat>Widescreen</PresentationFormat>
  <Paragraphs>152</Paragraphs>
  <Slides>46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4" baseType="lpstr">
      <vt:lpstr>Arial</vt:lpstr>
      <vt:lpstr>Arial</vt:lpstr>
      <vt:lpstr>Baskerville Old Face</vt:lpstr>
      <vt:lpstr>Calibri</vt:lpstr>
      <vt:lpstr>Calibri Light</vt:lpstr>
      <vt:lpstr>Roboto</vt:lpstr>
      <vt:lpstr>Verdana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50</cp:revision>
  <dcterms:created xsi:type="dcterms:W3CDTF">2023-05-06T17:01:55Z</dcterms:created>
  <dcterms:modified xsi:type="dcterms:W3CDTF">2025-11-15T19:17:13Z</dcterms:modified>
</cp:coreProperties>
</file>