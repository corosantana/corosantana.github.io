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50" r:id="rId2"/>
    <p:sldId id="354" r:id="rId3"/>
    <p:sldId id="410" r:id="rId4"/>
    <p:sldId id="551" r:id="rId5"/>
    <p:sldId id="552" r:id="rId6"/>
    <p:sldId id="553" r:id="rId7"/>
    <p:sldId id="554" r:id="rId8"/>
    <p:sldId id="555" r:id="rId9"/>
    <p:sldId id="258" r:id="rId10"/>
    <p:sldId id="259" r:id="rId11"/>
    <p:sldId id="530" r:id="rId12"/>
    <p:sldId id="531" r:id="rId13"/>
    <p:sldId id="260" r:id="rId14"/>
    <p:sldId id="261" r:id="rId15"/>
    <p:sldId id="338" r:id="rId16"/>
    <p:sldId id="339" r:id="rId17"/>
    <p:sldId id="340" r:id="rId18"/>
    <p:sldId id="377" r:id="rId19"/>
    <p:sldId id="407" r:id="rId20"/>
    <p:sldId id="264" r:id="rId21"/>
    <p:sldId id="265" r:id="rId22"/>
    <p:sldId id="266" r:id="rId23"/>
    <p:sldId id="267" r:id="rId24"/>
    <p:sldId id="271" r:id="rId25"/>
    <p:sldId id="557" r:id="rId26"/>
    <p:sldId id="558" r:id="rId27"/>
    <p:sldId id="556" r:id="rId28"/>
    <p:sldId id="472" r:id="rId29"/>
    <p:sldId id="487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361" r:id="rId38"/>
    <p:sldId id="362" r:id="rId39"/>
    <p:sldId id="539" r:id="rId40"/>
    <p:sldId id="566" r:id="rId41"/>
    <p:sldId id="567" r:id="rId42"/>
    <p:sldId id="568" r:id="rId43"/>
    <p:sldId id="569" r:id="rId44"/>
    <p:sldId id="570" r:id="rId45"/>
    <p:sldId id="571" r:id="rId46"/>
    <p:sldId id="572" r:id="rId47"/>
    <p:sldId id="404" r:id="rId48"/>
    <p:sldId id="420" r:id="rId49"/>
    <p:sldId id="573" r:id="rId50"/>
    <p:sldId id="574" r:id="rId51"/>
    <p:sldId id="575" r:id="rId52"/>
    <p:sldId id="419" r:id="rId53"/>
    <p:sldId id="337" r:id="rId54"/>
    <p:sldId id="501" r:id="rId55"/>
    <p:sldId id="576" r:id="rId56"/>
    <p:sldId id="577" r:id="rId57"/>
    <p:sldId id="578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550"/>
            <p14:sldId id="354"/>
            <p14:sldId id="410"/>
            <p14:sldId id="551"/>
            <p14:sldId id="552"/>
            <p14:sldId id="553"/>
            <p14:sldId id="554"/>
            <p14:sldId id="555"/>
            <p14:sldId id="258"/>
            <p14:sldId id="259"/>
            <p14:sldId id="530"/>
            <p14:sldId id="531"/>
            <p14:sldId id="260"/>
            <p14:sldId id="261"/>
            <p14:sldId id="338"/>
            <p14:sldId id="339"/>
            <p14:sldId id="340"/>
            <p14:sldId id="377"/>
            <p14:sldId id="407"/>
            <p14:sldId id="264"/>
            <p14:sldId id="265"/>
            <p14:sldId id="266"/>
            <p14:sldId id="267"/>
            <p14:sldId id="271"/>
            <p14:sldId id="557"/>
            <p14:sldId id="558"/>
            <p14:sldId id="556"/>
            <p14:sldId id="472"/>
            <p14:sldId id="487"/>
            <p14:sldId id="559"/>
            <p14:sldId id="560"/>
            <p14:sldId id="561"/>
            <p14:sldId id="562"/>
            <p14:sldId id="563"/>
            <p14:sldId id="564"/>
            <p14:sldId id="565"/>
            <p14:sldId id="361"/>
            <p14:sldId id="362"/>
            <p14:sldId id="539"/>
            <p14:sldId id="566"/>
            <p14:sldId id="567"/>
            <p14:sldId id="568"/>
            <p14:sldId id="569"/>
            <p14:sldId id="570"/>
            <p14:sldId id="571"/>
            <p14:sldId id="572"/>
            <p14:sldId id="404"/>
            <p14:sldId id="420"/>
            <p14:sldId id="573"/>
            <p14:sldId id="574"/>
            <p14:sldId id="575"/>
            <p14:sldId id="419"/>
            <p14:sldId id="337"/>
            <p14:sldId id="501"/>
            <p14:sldId id="576"/>
            <p14:sldId id="577"/>
            <p14:sldId id="5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>
        <p:scale>
          <a:sx n="66" d="100"/>
          <a:sy n="66" d="100"/>
        </p:scale>
        <p:origin x="2034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1C781A-8913-3990-9E11-766B00DDC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76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2D7353C-489B-9834-0211-760A99A32207}"/>
              </a:ext>
            </a:extLst>
          </p:cNvPr>
          <p:cNvSpPr/>
          <p:nvPr/>
        </p:nvSpPr>
        <p:spPr>
          <a:xfrm>
            <a:off x="-3" y="-1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4" y="227483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28º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67449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SE LEVARDES EM CONTA NOSSAS FALTAS, QUEM HAVERÁ, Ó SENHOR, DE SUBSISTIR? MAS EM VÓS SE ENCONTRA O PERDÃO, EU VOS TEMO E EM VÓS ESPERO, Ó MEU DEUS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DAS PROFUNDEZAS EU CLAMO A VÓS, SENHOR,* ESCUTAI A MINHA VOZ!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</a:rPr>
              <a:t>VOSSOS OUVIDOS ESTEJAM BEM ATENTOS,* AO CLAMOR DA MINHA PRECE!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SE LEVARDES EM CONTA NOSSAS FALTAS, QUEM HAVERÁ, Ó SENHOR, DE SUBSISTIR? MAS EM VÓS SE ENCONTRA O PERDÃO, EU VOS TEMO E EM VÓS ESPERO, Ó MEU DEUS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982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NO SENHOR PONHO A MINHA ESPERANÇA,* ESPERO EM SUA PALAVRA.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</a:rPr>
              <a:t>A MINH’ALMA ESPERA NO SENHOR* MAIS QUE O VIGIA PELA AURORA.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4801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SE LEVARDES EM CONTA NOSSAS FALTAS, QUEM HAVERÁ, Ó SENHOR, DE SUBSISTIR? MAS EM VÓS SE ENCONTRA O PERDÃO, EU VOS TEMO E EM VÓS ESPERO, Ó MEU DEUS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88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ESPERE ISRAEL PELO SENHOR* MAIS QUE O VIGIA PELA AURORA!</a:t>
            </a:r>
          </a:p>
          <a:p>
            <a:pPr algn="l"/>
            <a:r>
              <a:rPr lang="pt-BR" sz="6900" dirty="0">
                <a:solidFill>
                  <a:srgbClr val="000000"/>
                </a:solidFill>
              </a:rPr>
              <a:t>POIS NO SENHOR SE ENCONTRA TODA GRAÇA* E COPIOSA REDENÇÃO.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44580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SE LEVARDES EM CONTA NOSSAS FALTAS, QUEM HAVERÁ, Ó SENHOR, DE SUBSISTIR? MAS EM VÓS SE ENCONTRA O PERDÃO, EU VOS TEMO E EM VÓS ESPERO, Ó MEU DEUS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827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 ELEISON</a:t>
            </a:r>
            <a:r>
              <a:rPr lang="pt-BR" sz="5800" b="1" dirty="0"/>
              <a:t>, KYRIE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QUE VOS ALEGRAIS PELO PECADOR ARREPENDIDO,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CHRISTE ELEISON, CHRISTE ELEISON</a:t>
            </a:r>
          </a:p>
        </p:txBody>
      </p:sp>
    </p:spTree>
    <p:extLst>
      <p:ext uri="{BB962C8B-B14F-4D97-AF65-F5344CB8AC3E}">
        <p14:creationId xmlns:p14="http://schemas.microsoft.com/office/powerpoint/2010/main" val="186924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 ELEISON</a:t>
            </a:r>
            <a:r>
              <a:rPr lang="pt-BR" sz="5800" b="1" dirty="0"/>
              <a:t>, KYRIE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1485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GLÓRIA A DEUS NAS ALTURAS </a:t>
            </a:r>
            <a:r>
              <a:rPr lang="pt-BR" sz="6500" dirty="0"/>
              <a:t>E </a:t>
            </a:r>
            <a:r>
              <a:rPr lang="pt-BR" sz="6500" b="1" dirty="0"/>
              <a:t>PAZ NA TERRA AOS HOMENS POR ELE AMADOS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 </a:t>
            </a:r>
            <a:r>
              <a:rPr lang="pt-BR" sz="5400" dirty="0"/>
              <a:t>E </a:t>
            </a:r>
            <a:r>
              <a:rPr lang="pt-BR" sz="5400" b="1" dirty="0"/>
              <a:t>PAZ NA TERRA AOS HOMENS POR ELE AMADOS</a:t>
            </a:r>
          </a:p>
          <a:p>
            <a:pPr algn="l"/>
            <a:endParaRPr lang="pt-BR" sz="5400" dirty="0"/>
          </a:p>
          <a:p>
            <a:pPr algn="l"/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l"/>
            <a:endParaRPr lang="pt-BR" sz="9600" b="1" dirty="0"/>
          </a:p>
          <a:p>
            <a:pPr algn="just"/>
            <a:r>
              <a:rPr lang="pt-BR" sz="9600" b="1" dirty="0"/>
              <a:t>GLÓRIA A DEUS NAS ALTURAS </a:t>
            </a:r>
            <a:r>
              <a:rPr lang="pt-BR" sz="9600" dirty="0"/>
              <a:t>E </a:t>
            </a:r>
            <a:r>
              <a:rPr lang="pt-BR" sz="9600" b="1" dirty="0"/>
              <a:t>PAZ NA TERRA AOS HOMENS POR ELE AMADOS</a:t>
            </a:r>
          </a:p>
          <a:p>
            <a:pPr algn="l"/>
            <a:endParaRPr lang="pt-BR" sz="9600" b="1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516816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7"/>
            <a:ext cx="10628009" cy="2411179"/>
          </a:xfrm>
        </p:spPr>
        <p:txBody>
          <a:bodyPr>
            <a:normAutofit/>
          </a:bodyPr>
          <a:lstStyle/>
          <a:p>
            <a:r>
              <a:rPr lang="pt-BR" sz="5400" b="1" dirty="0"/>
              <a:t>SACIAI-NOS, Ó SENHOR, COM VOSSO AMOR, E EXULTAREMOS DE ALEGRIA!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FELIZES OS POBRES EM ESPÍRITO, PORQUE DELES É O REINO DOS CÉUS.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71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271" y="997529"/>
            <a:ext cx="10744200" cy="538941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SANTO, SANTO, SANTO,</a:t>
            </a:r>
          </a:p>
          <a:p>
            <a:pPr algn="l"/>
            <a:r>
              <a:rPr lang="pt-BR" sz="6000" b="1" dirty="0"/>
              <a:t>SENHOR, DEUS DO UNIVERSO,</a:t>
            </a:r>
          </a:p>
          <a:p>
            <a:pPr algn="l"/>
            <a:r>
              <a:rPr lang="pt-BR" sz="6000" b="1" dirty="0"/>
              <a:t>O CÉU E A TERRA PROCLAMAM,</a:t>
            </a:r>
          </a:p>
          <a:p>
            <a:pPr algn="l"/>
            <a:r>
              <a:rPr lang="pt-BR" sz="6000" b="1" dirty="0"/>
              <a:t>PROCLAMAM A VOSSA GLÓRIA.</a:t>
            </a:r>
          </a:p>
          <a:p>
            <a:pPr algn="l"/>
            <a:r>
              <a:rPr lang="pt-BR" sz="6000" b="1" dirty="0"/>
              <a:t>HOSANA, HOSANA, HOSANA,</a:t>
            </a:r>
          </a:p>
          <a:p>
            <a:pPr algn="l"/>
            <a:r>
              <a:rPr lang="pt-BR" sz="6000" b="1" dirty="0"/>
              <a:t>HOSANA NAS ALTURAS!</a:t>
            </a: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866921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71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271" y="997529"/>
            <a:ext cx="10744200" cy="538941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BENDITO O QUE VEM</a:t>
            </a:r>
          </a:p>
          <a:p>
            <a:pPr algn="l"/>
            <a:r>
              <a:rPr lang="pt-BR" sz="6000" b="1" dirty="0"/>
              <a:t>EM NOME DO SENHOR.</a:t>
            </a:r>
          </a:p>
          <a:p>
            <a:pPr algn="l"/>
            <a:r>
              <a:rPr lang="pt-BR" sz="6000" b="1" dirty="0"/>
              <a:t>BENDITO O QUE VEM</a:t>
            </a:r>
          </a:p>
          <a:p>
            <a:pPr algn="l"/>
            <a:r>
              <a:rPr lang="pt-BR" sz="6000" b="1" dirty="0"/>
              <a:t>EM NOME DO SENHOR.</a:t>
            </a:r>
          </a:p>
          <a:p>
            <a:pPr algn="l"/>
            <a:r>
              <a:rPr lang="pt-BR" sz="6000" b="1" dirty="0"/>
              <a:t>HOSANA, HOSANA, HOSANA,</a:t>
            </a:r>
          </a:p>
          <a:p>
            <a:pPr algn="l"/>
            <a:r>
              <a:rPr lang="pt-BR" sz="6000" b="1" dirty="0"/>
              <a:t>HOSANA NAS ALTURAS!</a:t>
            </a:r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075480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07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BOM É LOUVAR O SENHOR, NOSSO DEUS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CANTAR SALMOS AO NOME DO ALTÍSSIMO,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COM ALEGRIA ACLAMAR SEU AMOR,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SUA GLÓRIA, BONDADE E PODER.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101" y="912620"/>
            <a:ext cx="11551259" cy="5527962"/>
          </a:xfrm>
        </p:spPr>
        <p:txBody>
          <a:bodyPr>
            <a:noAutofit/>
          </a:bodyPr>
          <a:lstStyle/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COMO TUAS OBRAS ME ALEGRAM, SENHOR,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OS TEUS PRODÍGIOS SUSCITAM LOUVOR.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TUA PRESENÇA EU CONTEMPLO NO CÉU,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OLHO A TERRA TAMBÉM NELA ESTÁS.</a:t>
            </a:r>
            <a:br>
              <a:rPr lang="pt-BR" sz="5400" dirty="0"/>
            </a:b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052585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BOM É LOUVAR O SENHOR, NOSSO DEUS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CANTAR SALMOS AO NOME DO ALTÍSSIMO,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COM ALEGRIA ACLAMAR SEU AMOR,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SUA GLÓRIA, BONDADE E PODER.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20978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101" y="912620"/>
            <a:ext cx="11551259" cy="5527962"/>
          </a:xfrm>
        </p:spPr>
        <p:txBody>
          <a:bodyPr>
            <a:noAutofit/>
          </a:bodyPr>
          <a:lstStyle/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TU ENGRANDECES O HOMEM MORTAL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DA NATUREZA ELE É REI E SENHOR.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DE HONRA O COROASTE, DE GLÓRIA E PODER,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POUCO MENOS QUE AOS ANJOS DO CÉU.</a:t>
            </a:r>
            <a:br>
              <a:rPr lang="pt-BR" sz="5400" dirty="0"/>
            </a:b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853541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BOM É LOUVAR O SENHOR, NOSSO DEUS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CANTAR SALMOS AO NOME DO ALTÍSSIMO,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COM ALEGRIA ACLAMAR SEU AMOR,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SUA GLÓRIA, BONDADE E PODER.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204494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101" y="912620"/>
            <a:ext cx="11551259" cy="5527962"/>
          </a:xfrm>
        </p:spPr>
        <p:txBody>
          <a:bodyPr>
            <a:noAutofit/>
          </a:bodyPr>
          <a:lstStyle/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NARRAM OS CÉUS O QUE FEZ TUA MÃO,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TODO UNIVERSO TEU NOME BENDIZ.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A CRIAÇÃO É UM CANTO DE AMOR,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E ESSE CANTO É TAMBEM MEU LOUVOR.</a:t>
            </a:r>
            <a:br>
              <a:rPr lang="pt-BR" sz="5400" dirty="0"/>
            </a:b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264604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BOM É LOUVAR O SENHOR, NOSSO DEUS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CANTAR SALMOS AO NOME DO ALTÍSSIMO,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COM ALEGRIA ACLAMAR SEU AMOR,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SUA GLÓRIA, BONDADE E PODER.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245265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101" y="912620"/>
            <a:ext cx="11551259" cy="5527962"/>
          </a:xfrm>
        </p:spPr>
        <p:txBody>
          <a:bodyPr>
            <a:noAutofit/>
          </a:bodyPr>
          <a:lstStyle/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TUA BONDADE CERCOU-ME DE BENS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TUDO QUE TENHO É POR GRAÇA E FAVOR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QUERO OS DONS COM OS IRMÃOS PARTILHAR</a:t>
            </a:r>
          </a:p>
          <a:p>
            <a:pPr algn="l"/>
            <a:r>
              <a:rPr lang="pt-BR" sz="5400" i="0" dirty="0">
                <a:solidFill>
                  <a:srgbClr val="131313"/>
                </a:solidFill>
                <a:effectLst/>
              </a:rPr>
              <a:t>VENDO EM TI NOSSO DEUS, NOSSO PAI</a:t>
            </a:r>
            <a:br>
              <a:rPr lang="pt-BR" sz="5400" dirty="0"/>
            </a:b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4328701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BOM É LOUVAR O SENHOR, NOSSO DEUS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CANTAR SALMOS AO NOME DO ALTÍSSIMO,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COM ALEGRIA ACLAMAR SEU AMOR,</a:t>
            </a:r>
          </a:p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SUA GLÓRIA, BONDADE E PODER.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088682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AO SENHOR DEUS UM CANTO NOVO,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AO SENHOR DEUS, Ó TERRA INTEIRA!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4165895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929388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CANTAI E BENDIZEI SEU SANTO NOME!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DIA APÓS DIA ANUNCIAI SUA SALVAÇÃO.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9265674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632719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MANIFESTAI A SUA GLÓRIA ENTRE AS NAÇÕES,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E ENTRE OS POVOS DO UNIVERSO OS SEUS PRODÍGIOS!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22164646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581624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POIS DEUS É GRANDE E MUITO DIGNO DE LOUVOR, *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É MAIS TERRÍVEL E MAIOR QUE OS OUTROS DEUSES. 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1207932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ADORAI O SENHOR NO ESPLENDOR DA SANTIDADE.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067414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ALMA DE CRISTO, SANTIFICAI-ME.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CORPO DE CRISTO, SALVAI-ME.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SANGUE DE CRISTO, INEBRIAI-ME.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ÁGUA DO LADO DE CRISTO,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LAVAI-ME.</a:t>
            </a: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PAIXÃO DE CRISTO,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CONFORTAI-ME.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Ó BOM JESUS, OUVI-ME.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DENTRO DE VOSSAS CHAGAS, ESCONDEI-ME.</a:t>
            </a:r>
          </a:p>
        </p:txBody>
      </p:sp>
    </p:spTree>
    <p:extLst>
      <p:ext uri="{BB962C8B-B14F-4D97-AF65-F5344CB8AC3E}">
        <p14:creationId xmlns:p14="http://schemas.microsoft.com/office/powerpoint/2010/main" val="18890575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NÃO PERMITAIS QUE ME SEPARE DE VÓS.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DO ESPÍRITO MALIGNO, DEFENDEI-ME.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NA HORA DA MORTE,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CHAMAI-ME</a:t>
            </a:r>
          </a:p>
          <a:p>
            <a:pPr algn="l"/>
            <a:endParaRPr lang="pt-BR" sz="66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92003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E MANDAI- ME IR PARA VÓS,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QUE COM OS VOSSOS SANTOS VOS LOUVE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POR TODOS OS SÉCULOS DOS SÉCULOS.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34422035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42964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FIZESTE LONGA CAMINHADA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SERVIR A ISABEL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SABENDO-TE DE DEUS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MORADA APÓS TEU SIM A GABRIEL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217548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6088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942964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DEPOIS DE DURA CAMINHADA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A CIDADE DE BELÉM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NÃO ENCONTRASTE LÁ POUSADA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MANDARAM-TE PASSAR ALÉM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136349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MARIA, MÃE DOS CAMINHANTES</a:t>
            </a:r>
          </a:p>
          <a:p>
            <a:pPr algn="l"/>
            <a:r>
              <a:rPr lang="pt-BR" sz="6800" b="1" dirty="0"/>
              <a:t>ENSINA-NOS A CAMINHAR</a:t>
            </a:r>
          </a:p>
          <a:p>
            <a:pPr algn="l"/>
            <a:r>
              <a:rPr lang="pt-BR" sz="6800" b="1" dirty="0"/>
              <a:t>NÓS SOMOS TODOS VIAJANTES</a:t>
            </a:r>
          </a:p>
          <a:p>
            <a:pPr algn="l"/>
            <a:r>
              <a:rPr lang="pt-BR" sz="6800" b="1" dirty="0"/>
              <a:t>MAS É DIFÍCIL SEMPRE ANDAR</a:t>
            </a:r>
          </a:p>
        </p:txBody>
      </p:sp>
    </p:spTree>
    <p:extLst>
      <p:ext uri="{BB962C8B-B14F-4D97-AF65-F5344CB8AC3E}">
        <p14:creationId xmlns:p14="http://schemas.microsoft.com/office/powerpoint/2010/main" val="546338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18272</TotalTime>
  <Words>1182</Words>
  <Application>Microsoft Office PowerPoint</Application>
  <PresentationFormat>Widescreen</PresentationFormat>
  <Paragraphs>203</Paragraphs>
  <Slides>57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2" baseType="lpstr"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ALELUIA</vt:lpstr>
      <vt:lpstr>Apresentação do PowerPoint</vt:lpstr>
      <vt:lpstr>SANTO</vt:lpstr>
      <vt:lpstr>SANTO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59</cp:revision>
  <dcterms:created xsi:type="dcterms:W3CDTF">2023-05-06T17:01:55Z</dcterms:created>
  <dcterms:modified xsi:type="dcterms:W3CDTF">2024-10-12T14:28:16Z</dcterms:modified>
</cp:coreProperties>
</file>