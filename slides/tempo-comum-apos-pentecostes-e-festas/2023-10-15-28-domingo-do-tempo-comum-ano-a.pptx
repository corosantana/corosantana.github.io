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420" r:id="rId5"/>
    <p:sldId id="411" r:id="rId6"/>
    <p:sldId id="258" r:id="rId7"/>
    <p:sldId id="397" r:id="rId8"/>
    <p:sldId id="425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417" r:id="rId21"/>
    <p:sldId id="419" r:id="rId22"/>
    <p:sldId id="418" r:id="rId23"/>
    <p:sldId id="269" r:id="rId24"/>
    <p:sldId id="421" r:id="rId25"/>
    <p:sldId id="422" r:id="rId26"/>
    <p:sldId id="292" r:id="rId27"/>
    <p:sldId id="275" r:id="rId28"/>
    <p:sldId id="363" r:id="rId29"/>
    <p:sldId id="361" r:id="rId30"/>
    <p:sldId id="362" r:id="rId31"/>
    <p:sldId id="414" r:id="rId32"/>
    <p:sldId id="423" r:id="rId33"/>
    <p:sldId id="415" r:id="rId34"/>
    <p:sldId id="424" r:id="rId35"/>
    <p:sldId id="416" r:id="rId36"/>
    <p:sldId id="404" r:id="rId37"/>
    <p:sldId id="337" r:id="rId38"/>
    <p:sldId id="374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86770" autoAdjust="0"/>
  </p:normalViewPr>
  <p:slideViewPr>
    <p:cSldViewPr snapToGrid="0">
      <p:cViewPr varScale="1">
        <p:scale>
          <a:sx n="59" d="100"/>
          <a:sy n="59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1B89A90E-3A8B-4002-BB44-8B9D1EA3EED0}"/>
    <pc:docChg chg="undo redo custSel addSld delSld modSld sldOrd">
      <pc:chgData name="anaclaracosta116@gmail.com" userId="a793634777582c92" providerId="LiveId" clId="{1B89A90E-3A8B-4002-BB44-8B9D1EA3EED0}" dt="2023-10-14T19:33:42.681" v="500" actId="20577"/>
      <pc:docMkLst>
        <pc:docMk/>
      </pc:docMkLst>
      <pc:sldChg chg="modSp mod">
        <pc:chgData name="anaclaracosta116@gmail.com" userId="a793634777582c92" providerId="LiveId" clId="{1B89A90E-3A8B-4002-BB44-8B9D1EA3EED0}" dt="2023-10-14T19:00:41.550" v="12" actId="403"/>
        <pc:sldMkLst>
          <pc:docMk/>
          <pc:sldMk cId="337661645" sldId="261"/>
        </pc:sldMkLst>
        <pc:spChg chg="mod">
          <ac:chgData name="anaclaracosta116@gmail.com" userId="a793634777582c92" providerId="LiveId" clId="{1B89A90E-3A8B-4002-BB44-8B9D1EA3EED0}" dt="2023-10-14T19:00:41.550" v="12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02:59.932" v="79" actId="20577"/>
        <pc:sldMkLst>
          <pc:docMk/>
          <pc:sldMk cId="3388034860" sldId="265"/>
        </pc:sldMkLst>
        <pc:spChg chg="mod">
          <ac:chgData name="anaclaracosta116@gmail.com" userId="a793634777582c92" providerId="LiveId" clId="{1B89A90E-3A8B-4002-BB44-8B9D1EA3EED0}" dt="2023-10-14T19:02:59.932" v="79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04:37.715" v="205" actId="20577"/>
        <pc:sldMkLst>
          <pc:docMk/>
          <pc:sldMk cId="2671817442" sldId="267"/>
        </pc:sldMkLst>
        <pc:spChg chg="mod">
          <ac:chgData name="anaclaracosta116@gmail.com" userId="a793634777582c92" providerId="LiveId" clId="{1B89A90E-3A8B-4002-BB44-8B9D1EA3EED0}" dt="2023-10-14T19:04:37.715" v="205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26:32.229" v="493" actId="207"/>
        <pc:sldMkLst>
          <pc:docMk/>
          <pc:sldMk cId="2786277918" sldId="269"/>
        </pc:sldMkLst>
        <pc:spChg chg="mod">
          <ac:chgData name="anaclaracosta116@gmail.com" userId="a793634777582c92" providerId="LiveId" clId="{1B89A90E-3A8B-4002-BB44-8B9D1EA3EED0}" dt="2023-10-14T19:26:32.229" v="493" actId="207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01:25.415" v="24" actId="20577"/>
        <pc:sldMkLst>
          <pc:docMk/>
          <pc:sldMk cId="1733667129" sldId="338"/>
        </pc:sldMkLst>
        <pc:spChg chg="mod">
          <ac:chgData name="anaclaracosta116@gmail.com" userId="a793634777582c92" providerId="LiveId" clId="{1B89A90E-3A8B-4002-BB44-8B9D1EA3EED0}" dt="2023-10-14T19:01:25.415" v="24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01:17.427" v="21" actId="27636"/>
        <pc:sldMkLst>
          <pc:docMk/>
          <pc:sldMk cId="2703894855" sldId="339"/>
        </pc:sldMkLst>
        <pc:spChg chg="mod">
          <ac:chgData name="anaclaracosta116@gmail.com" userId="a793634777582c92" providerId="LiveId" clId="{1B89A90E-3A8B-4002-BB44-8B9D1EA3EED0}" dt="2023-10-14T19:01:17.427" v="21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01:58.574" v="33" actId="27636"/>
        <pc:sldMkLst>
          <pc:docMk/>
          <pc:sldMk cId="641955455" sldId="340"/>
        </pc:sldMkLst>
        <pc:spChg chg="mod">
          <ac:chgData name="anaclaracosta116@gmail.com" userId="a793634777582c92" providerId="LiveId" clId="{1B89A90E-3A8B-4002-BB44-8B9D1EA3EED0}" dt="2023-10-14T19:01:58.574" v="33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32:12.816" v="496" actId="20577"/>
        <pc:sldMkLst>
          <pc:docMk/>
          <pc:sldMk cId="2304799739" sldId="362"/>
        </pc:sldMkLst>
        <pc:spChg chg="mod">
          <ac:chgData name="anaclaracosta116@gmail.com" userId="a793634777582c92" providerId="LiveId" clId="{1B89A90E-3A8B-4002-BB44-8B9D1EA3EED0}" dt="2023-10-14T19:32:12.816" v="496" actId="20577"/>
          <ac:spMkLst>
            <pc:docMk/>
            <pc:sldMk cId="2304799739" sldId="362"/>
            <ac:spMk id="3" creationId="{FC8F7E34-DB8C-1CEE-BAF4-E537563F9CD2}"/>
          </ac:spMkLst>
        </pc:spChg>
      </pc:sldChg>
      <pc:sldChg chg="delSp modSp mod">
        <pc:chgData name="anaclaracosta116@gmail.com" userId="a793634777582c92" providerId="LiveId" clId="{1B89A90E-3A8B-4002-BB44-8B9D1EA3EED0}" dt="2023-10-14T19:16:52.097" v="277" actId="1076"/>
        <pc:sldMkLst>
          <pc:docMk/>
          <pc:sldMk cId="725659120" sldId="375"/>
        </pc:sldMkLst>
        <pc:spChg chg="mod">
          <ac:chgData name="anaclaracosta116@gmail.com" userId="a793634777582c92" providerId="LiveId" clId="{1B89A90E-3A8B-4002-BB44-8B9D1EA3EED0}" dt="2023-10-14T19:16:36.934" v="274" actId="207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1B89A90E-3A8B-4002-BB44-8B9D1EA3EED0}" dt="2023-10-14T19:16:52.097" v="277" actId="1076"/>
          <ac:spMkLst>
            <pc:docMk/>
            <pc:sldMk cId="725659120" sldId="375"/>
            <ac:spMk id="4" creationId="{6BC42A13-94D8-1373-BB98-025A5C022561}"/>
          </ac:spMkLst>
        </pc:spChg>
        <pc:picChg chg="del">
          <ac:chgData name="anaclaracosta116@gmail.com" userId="a793634777582c92" providerId="LiveId" clId="{1B89A90E-3A8B-4002-BB44-8B9D1EA3EED0}" dt="2023-10-14T19:15:50.053" v="258" actId="21"/>
          <ac:picMkLst>
            <pc:docMk/>
            <pc:sldMk cId="725659120" sldId="375"/>
            <ac:picMk id="2" creationId="{127657AE-AC85-5D4D-8281-FC4F1D9D4AE5}"/>
          </ac:picMkLst>
        </pc:picChg>
      </pc:sldChg>
      <pc:sldChg chg="modSp mod">
        <pc:chgData name="anaclaracosta116@gmail.com" userId="a793634777582c92" providerId="LiveId" clId="{1B89A90E-3A8B-4002-BB44-8B9D1EA3EED0}" dt="2023-10-14T19:02:07.913" v="39" actId="27636"/>
        <pc:sldMkLst>
          <pc:docMk/>
          <pc:sldMk cId="3733524150" sldId="377"/>
        </pc:sldMkLst>
        <pc:spChg chg="mod">
          <ac:chgData name="anaclaracosta116@gmail.com" userId="a793634777582c92" providerId="LiveId" clId="{1B89A90E-3A8B-4002-BB44-8B9D1EA3EED0}" dt="2023-10-14T19:02:07.913" v="39" actId="27636"/>
          <ac:spMkLst>
            <pc:docMk/>
            <pc:sldMk cId="3733524150" sldId="3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20:31.255" v="462" actId="27636"/>
        <pc:sldMkLst>
          <pc:docMk/>
          <pc:sldMk cId="1426477925" sldId="397"/>
        </pc:sldMkLst>
        <pc:spChg chg="mod">
          <ac:chgData name="anaclaracosta116@gmail.com" userId="a793634777582c92" providerId="LiveId" clId="{1B89A90E-3A8B-4002-BB44-8B9D1EA3EED0}" dt="2023-10-14T19:20:31.255" v="462" actId="27636"/>
          <ac:spMkLst>
            <pc:docMk/>
            <pc:sldMk cId="1426477925" sldId="39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1B89A90E-3A8B-4002-BB44-8B9D1EA3EED0}" dt="2023-10-14T19:07:34.151" v="218" actId="2696"/>
        <pc:sldMkLst>
          <pc:docMk/>
          <pc:sldMk cId="572362796" sldId="412"/>
        </pc:sldMkLst>
      </pc:sldChg>
      <pc:sldChg chg="del">
        <pc:chgData name="anaclaracosta116@gmail.com" userId="a793634777582c92" providerId="LiveId" clId="{1B89A90E-3A8B-4002-BB44-8B9D1EA3EED0}" dt="2023-10-14T19:07:37.235" v="219" actId="2696"/>
        <pc:sldMkLst>
          <pc:docMk/>
          <pc:sldMk cId="2047100749" sldId="413"/>
        </pc:sldMkLst>
      </pc:sldChg>
      <pc:sldChg chg="modSp mod">
        <pc:chgData name="anaclaracosta116@gmail.com" userId="a793634777582c92" providerId="LiveId" clId="{1B89A90E-3A8B-4002-BB44-8B9D1EA3EED0}" dt="2023-10-14T19:12:21.503" v="244" actId="113"/>
        <pc:sldMkLst>
          <pc:docMk/>
          <pc:sldMk cId="3606871705" sldId="414"/>
        </pc:sldMkLst>
        <pc:spChg chg="mod">
          <ac:chgData name="anaclaracosta116@gmail.com" userId="a793634777582c92" providerId="LiveId" clId="{1B89A90E-3A8B-4002-BB44-8B9D1EA3EED0}" dt="2023-10-14T19:12:21.503" v="244" actId="113"/>
          <ac:spMkLst>
            <pc:docMk/>
            <pc:sldMk cId="3606871705" sldId="41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13:37.214" v="247" actId="113"/>
        <pc:sldMkLst>
          <pc:docMk/>
          <pc:sldMk cId="2415249330" sldId="415"/>
        </pc:sldMkLst>
        <pc:spChg chg="mod">
          <ac:chgData name="anaclaracosta116@gmail.com" userId="a793634777582c92" providerId="LiveId" clId="{1B89A90E-3A8B-4002-BB44-8B9D1EA3EED0}" dt="2023-10-14T19:13:37.214" v="247" actId="113"/>
          <ac:spMkLst>
            <pc:docMk/>
            <pc:sldMk cId="2415249330" sldId="41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B89A90E-3A8B-4002-BB44-8B9D1EA3EED0}" dt="2023-10-14T19:14:51.765" v="250" actId="113"/>
        <pc:sldMkLst>
          <pc:docMk/>
          <pc:sldMk cId="3975066000" sldId="416"/>
        </pc:sldMkLst>
        <pc:spChg chg="mod">
          <ac:chgData name="anaclaracosta116@gmail.com" userId="a793634777582c92" providerId="LiveId" clId="{1B89A90E-3A8B-4002-BB44-8B9D1EA3EED0}" dt="2023-10-14T19:14:51.765" v="250" actId="113"/>
          <ac:spMkLst>
            <pc:docMk/>
            <pc:sldMk cId="3975066000" sldId="41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B89A90E-3A8B-4002-BB44-8B9D1EA3EED0}" dt="2023-10-14T19:26:22.417" v="492" actId="207"/>
        <pc:sldMkLst>
          <pc:docMk/>
          <pc:sldMk cId="942629757" sldId="421"/>
        </pc:sldMkLst>
        <pc:spChg chg="mod">
          <ac:chgData name="anaclaracosta116@gmail.com" userId="a793634777582c92" providerId="LiveId" clId="{1B89A90E-3A8B-4002-BB44-8B9D1EA3EED0}" dt="2023-10-14T19:26:22.417" v="492" actId="207"/>
          <ac:spMkLst>
            <pc:docMk/>
            <pc:sldMk cId="942629757" sldId="421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B89A90E-3A8B-4002-BB44-8B9D1EA3EED0}" dt="2023-10-14T19:26:47.030" v="494" actId="207"/>
        <pc:sldMkLst>
          <pc:docMk/>
          <pc:sldMk cId="3965872633" sldId="422"/>
        </pc:sldMkLst>
        <pc:spChg chg="mod">
          <ac:chgData name="anaclaracosta116@gmail.com" userId="a793634777582c92" providerId="LiveId" clId="{1B89A90E-3A8B-4002-BB44-8B9D1EA3EED0}" dt="2023-10-14T19:26:47.030" v="494" actId="207"/>
          <ac:spMkLst>
            <pc:docMk/>
            <pc:sldMk cId="3965872633" sldId="422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1B89A90E-3A8B-4002-BB44-8B9D1EA3EED0}" dt="2023-10-14T19:32:33.250" v="498" actId="20577"/>
        <pc:sldMkLst>
          <pc:docMk/>
          <pc:sldMk cId="2009354503" sldId="423"/>
        </pc:sldMkLst>
        <pc:spChg chg="mod">
          <ac:chgData name="anaclaracosta116@gmail.com" userId="a793634777582c92" providerId="LiveId" clId="{1B89A90E-3A8B-4002-BB44-8B9D1EA3EED0}" dt="2023-10-14T19:32:33.250" v="498" actId="20577"/>
          <ac:spMkLst>
            <pc:docMk/>
            <pc:sldMk cId="2009354503" sldId="423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1B89A90E-3A8B-4002-BB44-8B9D1EA3EED0}" dt="2023-10-14T19:33:42.681" v="500" actId="20577"/>
        <pc:sldMkLst>
          <pc:docMk/>
          <pc:sldMk cId="510832438" sldId="424"/>
        </pc:sldMkLst>
        <pc:spChg chg="mod">
          <ac:chgData name="anaclaracosta116@gmail.com" userId="a793634777582c92" providerId="LiveId" clId="{1B89A90E-3A8B-4002-BB44-8B9D1EA3EED0}" dt="2023-10-14T19:33:42.681" v="500" actId="20577"/>
          <ac:spMkLst>
            <pc:docMk/>
            <pc:sldMk cId="510832438" sldId="42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B89A90E-3A8B-4002-BB44-8B9D1EA3EED0}" dt="2023-10-14T19:21:10.813" v="490" actId="20577"/>
        <pc:sldMkLst>
          <pc:docMk/>
          <pc:sldMk cId="1700317518" sldId="425"/>
        </pc:sldMkLst>
        <pc:spChg chg="mod">
          <ac:chgData name="anaclaracosta116@gmail.com" userId="a793634777582c92" providerId="LiveId" clId="{1B89A90E-3A8B-4002-BB44-8B9D1EA3EED0}" dt="2023-10-14T19:21:10.813" v="490" actId="20577"/>
          <ac:spMkLst>
            <pc:docMk/>
            <pc:sldMk cId="1700317518" sldId="425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28º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FAZER TUA VONTADE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VIVER NO TEU AMOR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FAZER TUA VONTADE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VIVER NO TEU AMOR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6" y="1108364"/>
            <a:ext cx="11516593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É O PASTOR QUE ME CONDUZ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CAMINHOS NUNCA VISTOS ME ENVIOU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SOU CHAMADO A SER FERMENTO SAL E LUZ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POR ISSO RESPONDI: AQUI ESTOU!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FAZER TUA VONTADE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VIVER NO TEU AMOR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FAZER TUA VONTADE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PRA VIVER NO TEU AMOR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EIS-ME AQUI SENHOR!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737258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ELE PÔS EM MINHA BOCA UMA CANÇÃO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 UNGIU COMO PROFETA E TROVADOR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 HISTÓRIA E DA VIDA DO MEU POVO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POR ISSO RESPONDI: AQUI ESTOU!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378059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SENHOR, QUE SOIS O CAMINHO QUE LEVA AO PAI, TENDE PIEDADE DE NÓS</a:t>
            </a:r>
          </a:p>
          <a:p>
            <a:pPr algn="just"/>
            <a:r>
              <a:rPr lang="pt-BR" sz="6000" b="1" dirty="0"/>
              <a:t>SENHOR, TENDE PIEDADE DE NÓS</a:t>
            </a:r>
          </a:p>
          <a:p>
            <a:pPr algn="just"/>
            <a:r>
              <a:rPr lang="pt-BR" sz="6000" dirty="0"/>
              <a:t>CRISTO, QUE SOIS A VERDADE QUE ILUMINA OS POVOS</a:t>
            </a:r>
          </a:p>
          <a:p>
            <a:pPr algn="just"/>
            <a:r>
              <a:rPr lang="pt-BR" sz="6000" b="1" dirty="0"/>
              <a:t>CRISTO, TENDE PIEDADE DE NÓS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SOIS A VIDA QUE RENOVA O MUNDO</a:t>
            </a:r>
          </a:p>
          <a:p>
            <a:pPr algn="just"/>
            <a:r>
              <a:rPr lang="pt-BR" sz="60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b="1" dirty="0"/>
              <a:t>GLÓRIA A DEUS NAS ALTURAS (3X)</a:t>
            </a:r>
          </a:p>
          <a:p>
            <a:pPr algn="just"/>
            <a:r>
              <a:rPr lang="pt-BR" sz="9600" b="1" dirty="0"/>
              <a:t>E PAZ NA TERRA AOS HOMENS POR ELE AMADOS!</a:t>
            </a:r>
            <a:endParaRPr lang="pt-BR" sz="9600" dirty="0"/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l"/>
            <a:r>
              <a:rPr lang="pt-BR" sz="9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SENHOR DEUS, CORDEIRO DE DEUS, FILHO DE DEUS PAI</a:t>
            </a:r>
          </a:p>
          <a:p>
            <a:pPr algn="l"/>
            <a:r>
              <a:rPr lang="pt-BR" sz="8000" dirty="0"/>
              <a:t>VÓS QUE TIRAIS O PECADO DO MUNDO,</a:t>
            </a:r>
          </a:p>
          <a:p>
            <a:pPr algn="l"/>
            <a:r>
              <a:rPr lang="pt-BR" sz="80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510306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 </a:t>
            </a:r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NA CASA DO SENHOR, HABITAREI ETERNAMENTE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QUE O PAI DO SENHOR JESUS CRISTO NOS DÊ DO SABER O ESPÍRITO; CONHEÇAMOS, ASSIM, A ESPERANÇA A QUAL NOS CHAMOU POR HERANÇA!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Mês Missionário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5400" dirty="0"/>
              <a:t>DEUS PAI, FILHO, ESPÍRITO SANTO, CONSAGRADOS E ENVIADOS PELO BATISMO, FAZEI-NOS VIVER NOSSA VOCAÇÃO DE DISCÍPULOS MISSIONÁRIOS, COMO GRAÇA E MISSÃO. INSPIRADOS E GUIADOS PELO ESPÍRITO SANTO, 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133333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Mês Missionário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5400" dirty="0"/>
              <a:t>COM OS CORAÇÕES ARDENTES AO ESCUTAR A VOSSA PALAVRA, E COM OS PÉS A CAMINHO PARA ANUNCIAR A BOA NOVA DE JESUS CRISTO, QUEREMOS IR DA IGREJA LOCAL AOS CONFINS DO MUNDO. MARIA, MÃE MISSIONÁRIA, ROGAI POR NÓS!  AMÉM!</a:t>
            </a:r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032235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91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SENHOR, MEU DEUS, OBRIGADO, SENHOR</a:t>
            </a:r>
            <a:br>
              <a:rPr lang="pt-BR" sz="7100" b="1" i="0" dirty="0">
                <a:effectLst/>
                <a:latin typeface="Open Sans" panose="020B0606030504020204" pitchFamily="34" charset="0"/>
              </a:rPr>
            </a:br>
            <a:r>
              <a:rPr lang="pt-BR" sz="7100" b="1" i="0" dirty="0">
                <a:effectLst/>
                <a:latin typeface="Open Sans" panose="020B0606030504020204" pitchFamily="34" charset="0"/>
              </a:rPr>
              <a:t>PORQUE TUDO É TEU!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É TEU O PÃO QUE APRESENTAMOS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É TUA DOR QUE SUPORTAMOS: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SENHOR, MEU DEUS, OBRIGADO, SENHOR</a:t>
            </a:r>
            <a:br>
              <a:rPr lang="pt-BR" sz="7100" b="1" i="0" dirty="0">
                <a:effectLst/>
                <a:latin typeface="Open Sans" panose="020B0606030504020204" pitchFamily="34" charset="0"/>
              </a:rPr>
            </a:br>
            <a:r>
              <a:rPr lang="pt-BR" sz="7100" b="1" i="0" dirty="0">
                <a:effectLst/>
                <a:latin typeface="Open Sans" panose="020B0606030504020204" pitchFamily="34" charset="0"/>
              </a:rPr>
              <a:t>PORQUE TUDO É TEU!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É TEU O VINHO QUE TRAZEMOS</a:t>
            </a:r>
          </a:p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É TUA VIDA QUE VIVEMOS: OBRIGADO, SENHOR!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42629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SENHOR, MEU DEUS, OBRIGADO, SENHOR</a:t>
            </a:r>
            <a:br>
              <a:rPr lang="pt-BR" sz="7100" b="1" i="0" dirty="0">
                <a:effectLst/>
                <a:latin typeface="Open Sans" panose="020B0606030504020204" pitchFamily="34" charset="0"/>
              </a:rPr>
            </a:br>
            <a:r>
              <a:rPr lang="pt-BR" sz="7100" b="1" i="0" dirty="0">
                <a:effectLst/>
                <a:latin typeface="Open Sans" panose="020B0606030504020204" pitchFamily="34" charset="0"/>
              </a:rPr>
              <a:t>PORQUE TUDO É TEU!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A TUA VIDA É NOSSA VIDA</a:t>
            </a:r>
          </a:p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NA TUA CASA RECEBIDA: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65872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latin typeface="-apple-system"/>
              </a:rPr>
              <a:t>QUE EU VOS CANTE, Ó SENHOR, PELO BEM QUE ME FIZESTES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ATÉ QUANDO, Ó SENHOR, ME ESQUECEREIS?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ATÉ QUANDO ESCONDEREIS A VOSSA FACE?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ATÉ QUANDO ESTARÁ TRISTE A MINHA ALMA?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O CORAÇÃO ANGUSTIADO CADA DIA? </a:t>
            </a:r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latin typeface="-apple-system"/>
              </a:rPr>
              <a:t>QUE EU VOS CANTE, Ó SENHOR, PELO BEM QUE ME FIZESTES</a:t>
            </a:r>
          </a:p>
        </p:txBody>
      </p:sp>
    </p:spTree>
    <p:extLst>
      <p:ext uri="{BB962C8B-B14F-4D97-AF65-F5344CB8AC3E}">
        <p14:creationId xmlns:p14="http://schemas.microsoft.com/office/powerpoint/2010/main" val="2009354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ATÉ QUANDO O INIMIGO SE ERGUERÁ?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OLHAI, SENHOR, MEU DEUS, E RESPONDEI-ME!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NÃO DEIXEIS QUE SE ME APAGUE A LUZ DOS OLHOS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SE FECHEM, PELA MORTE, ADORMECIDOS! </a:t>
            </a:r>
          </a:p>
        </p:txBody>
      </p:sp>
    </p:spTree>
    <p:extLst>
      <p:ext uri="{BB962C8B-B14F-4D97-AF65-F5344CB8AC3E}">
        <p14:creationId xmlns:p14="http://schemas.microsoft.com/office/powerpoint/2010/main" val="2415249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latin typeface="-apple-system"/>
              </a:rPr>
              <a:t>QUE EU VOS CANTE, Ó SENHOR, PELO BEM QUE ME FIZESTES</a:t>
            </a:r>
          </a:p>
        </p:txBody>
      </p:sp>
    </p:spTree>
    <p:extLst>
      <p:ext uri="{BB962C8B-B14F-4D97-AF65-F5344CB8AC3E}">
        <p14:creationId xmlns:p14="http://schemas.microsoft.com/office/powerpoint/2010/main" val="510832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O INIMIGO NÃO ME DIGA: ‘EU TRIUNFEI!’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NEM EXULTE O OPRESSOR POR MINHA QUEDA.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UMA VEZ QUE CONFIEI NO VOSSO AMOR,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MEU CORAÇÃO, POR VOSSO AUXÍLIO, REJUBILE. </a:t>
            </a:r>
          </a:p>
        </p:txBody>
      </p:sp>
    </p:spTree>
    <p:extLst>
      <p:ext uri="{BB962C8B-B14F-4D97-AF65-F5344CB8AC3E}">
        <p14:creationId xmlns:p14="http://schemas.microsoft.com/office/powerpoint/2010/main" val="39750660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CORAÇÕES ARDENTES, PÉS A CAMINHO</a:t>
            </a:r>
          </a:p>
          <a:p>
            <a:pPr algn="l"/>
            <a:r>
              <a:rPr lang="pt-BR" sz="6600" b="1" dirty="0"/>
              <a:t>DA IGREJA LOCAL AOS CONFINS DO MUNDO</a:t>
            </a:r>
          </a:p>
          <a:p>
            <a:pPr algn="l"/>
            <a:r>
              <a:rPr lang="pt-BR" sz="6600" b="1" dirty="0"/>
              <a:t>CORAÇÕES ARDENTES, PÉS A CAMINHO</a:t>
            </a:r>
          </a:p>
          <a:p>
            <a:pPr algn="l"/>
            <a:r>
              <a:rPr lang="pt-BR" sz="6600" b="1" dirty="0"/>
              <a:t>DA IGREJA LOCAL AOS CONFINS DO MUNDO.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VAMOS ALÉM-FRONTEIRAS EM MISSÃO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NUMA RESPOSTA DE AMOR E DE GRATIDÃO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CONJUGANDO HUMILDES O VERBO AMAR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RESPLANDECENDO A GRAÇA DA VOCAÇÃO.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8384</TotalTime>
  <Words>814</Words>
  <Application>Microsoft Office PowerPoint</Application>
  <PresentationFormat>Widescreen</PresentationFormat>
  <Paragraphs>122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6" baseType="lpstr">
      <vt:lpstr>-apple-system</vt:lpstr>
      <vt:lpstr>Arial</vt:lpstr>
      <vt:lpstr>Calibri</vt:lpstr>
      <vt:lpstr>Calibri Light</vt:lpstr>
      <vt:lpstr>Open Sans</vt:lpstr>
      <vt:lpstr>Roboto</vt:lpstr>
      <vt:lpstr>Verdana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Oração do Mês Missionário</vt:lpstr>
      <vt:lpstr>Oração do Mês Missionário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37</cp:revision>
  <dcterms:created xsi:type="dcterms:W3CDTF">2023-05-06T17:01:55Z</dcterms:created>
  <dcterms:modified xsi:type="dcterms:W3CDTF">2023-10-14T20:05:44Z</dcterms:modified>
</cp:coreProperties>
</file>