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84" r:id="rId4"/>
    <p:sldId id="385" r:id="rId5"/>
    <p:sldId id="404" r:id="rId6"/>
    <p:sldId id="258" r:id="rId7"/>
    <p:sldId id="259" r:id="rId8"/>
    <p:sldId id="405" r:id="rId9"/>
    <p:sldId id="260" r:id="rId10"/>
    <p:sldId id="261" r:id="rId11"/>
    <p:sldId id="338" r:id="rId12"/>
    <p:sldId id="339" r:id="rId13"/>
    <p:sldId id="340" r:id="rId14"/>
    <p:sldId id="377" r:id="rId15"/>
    <p:sldId id="264" r:id="rId16"/>
    <p:sldId id="265" r:id="rId17"/>
    <p:sldId id="266" r:id="rId18"/>
    <p:sldId id="267" r:id="rId19"/>
    <p:sldId id="271" r:id="rId20"/>
    <p:sldId id="269" r:id="rId21"/>
    <p:sldId id="398" r:id="rId22"/>
    <p:sldId id="399" r:id="rId23"/>
    <p:sldId id="406" r:id="rId24"/>
    <p:sldId id="400" r:id="rId25"/>
    <p:sldId id="407" r:id="rId26"/>
    <p:sldId id="292" r:id="rId27"/>
    <p:sldId id="275" r:id="rId28"/>
    <p:sldId id="363" r:id="rId29"/>
    <p:sldId id="361" r:id="rId30"/>
    <p:sldId id="362" r:id="rId31"/>
    <p:sldId id="401" r:id="rId32"/>
    <p:sldId id="408" r:id="rId33"/>
    <p:sldId id="409" r:id="rId34"/>
    <p:sldId id="410" r:id="rId35"/>
    <p:sldId id="411" r:id="rId36"/>
    <p:sldId id="391" r:id="rId37"/>
    <p:sldId id="337" r:id="rId38"/>
    <p:sldId id="374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419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80ECCD3A-5D41-449F-B959-FE0312C3BAFB}"/>
    <pc:docChg chg="custSel addSld delSld modSld">
      <pc:chgData name="anaclaracosta116@gmail.com" userId="a793634777582c92" providerId="LiveId" clId="{80ECCD3A-5D41-449F-B959-FE0312C3BAFB}" dt="2024-08-10T19:48:02.295" v="568" actId="113"/>
      <pc:docMkLst>
        <pc:docMk/>
      </pc:docMkLst>
      <pc:sldChg chg="modSp mod">
        <pc:chgData name="anaclaracosta116@gmail.com" userId="a793634777582c92" providerId="LiveId" clId="{80ECCD3A-5D41-449F-B959-FE0312C3BAFB}" dt="2024-08-10T19:07:11.605" v="26" actId="113"/>
        <pc:sldMkLst>
          <pc:docMk/>
          <pc:sldMk cId="2490480151" sldId="259"/>
        </pc:sldMkLst>
        <pc:spChg chg="mod">
          <ac:chgData name="anaclaracosta116@gmail.com" userId="a793634777582c92" providerId="LiveId" clId="{80ECCD3A-5D41-449F-B959-FE0312C3BAFB}" dt="2024-08-10T19:07:11.605" v="26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09:10.416" v="53" actId="113"/>
        <pc:sldMkLst>
          <pc:docMk/>
          <pc:sldMk cId="337661645" sldId="261"/>
        </pc:sldMkLst>
        <pc:spChg chg="mod">
          <ac:chgData name="anaclaracosta116@gmail.com" userId="a793634777582c92" providerId="LiveId" clId="{80ECCD3A-5D41-449F-B959-FE0312C3BAFB}" dt="2024-08-10T19:09:10.416" v="53" actId="11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16:08.938" v="125" actId="20577"/>
        <pc:sldMkLst>
          <pc:docMk/>
          <pc:sldMk cId="3388034860" sldId="265"/>
        </pc:sldMkLst>
        <pc:spChg chg="mod">
          <ac:chgData name="anaclaracosta116@gmail.com" userId="a793634777582c92" providerId="LiveId" clId="{80ECCD3A-5D41-449F-B959-FE0312C3BAFB}" dt="2024-08-10T19:16:08.938" v="125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23:16.373" v="282" actId="20577"/>
        <pc:sldMkLst>
          <pc:docMk/>
          <pc:sldMk cId="2671817442" sldId="267"/>
        </pc:sldMkLst>
        <pc:spChg chg="mod">
          <ac:chgData name="anaclaracosta116@gmail.com" userId="a793634777582c92" providerId="LiveId" clId="{80ECCD3A-5D41-449F-B959-FE0312C3BAFB}" dt="2024-08-10T19:23:16.373" v="282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28:43.463" v="294" actId="113"/>
        <pc:sldMkLst>
          <pc:docMk/>
          <pc:sldMk cId="2786277918" sldId="269"/>
        </pc:sldMkLst>
        <pc:spChg chg="mod">
          <ac:chgData name="anaclaracosta116@gmail.com" userId="a793634777582c92" providerId="LiveId" clId="{80ECCD3A-5D41-449F-B959-FE0312C3BAFB}" dt="2024-08-10T19:28:43.463" v="294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30:40.156" v="354" actId="20577"/>
        <pc:sldMkLst>
          <pc:docMk/>
          <pc:sldMk cId="1963412704" sldId="275"/>
        </pc:sldMkLst>
        <pc:spChg chg="mod">
          <ac:chgData name="anaclaracosta116@gmail.com" userId="a793634777582c92" providerId="LiveId" clId="{80ECCD3A-5D41-449F-B959-FE0312C3BAFB}" dt="2024-08-10T19:30:40.156" v="354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45:53.272" v="487" actId="27636"/>
        <pc:sldMkLst>
          <pc:docMk/>
          <pc:sldMk cId="4141278968" sldId="337"/>
        </pc:sldMkLst>
        <pc:spChg chg="mod">
          <ac:chgData name="anaclaracosta116@gmail.com" userId="a793634777582c92" providerId="LiveId" clId="{80ECCD3A-5D41-449F-B959-FE0312C3BAFB}" dt="2024-08-10T19:45:53.272" v="487" actId="27636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09:30.446" v="56" actId="27636"/>
        <pc:sldMkLst>
          <pc:docMk/>
          <pc:sldMk cId="1733667129" sldId="338"/>
        </pc:sldMkLst>
        <pc:spChg chg="mod">
          <ac:chgData name="anaclaracosta116@gmail.com" userId="a793634777582c92" providerId="LiveId" clId="{80ECCD3A-5D41-449F-B959-FE0312C3BAFB}" dt="2024-08-10T19:09:30.446" v="56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09:43.323" v="61" actId="27636"/>
        <pc:sldMkLst>
          <pc:docMk/>
          <pc:sldMk cId="2703894855" sldId="339"/>
        </pc:sldMkLst>
        <pc:spChg chg="mod">
          <ac:chgData name="anaclaracosta116@gmail.com" userId="a793634777582c92" providerId="LiveId" clId="{80ECCD3A-5D41-449F-B959-FE0312C3BAFB}" dt="2024-08-10T19:09:43.323" v="61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14:11.488" v="68" actId="20577"/>
        <pc:sldMkLst>
          <pc:docMk/>
          <pc:sldMk cId="641955455" sldId="340"/>
        </pc:sldMkLst>
        <pc:spChg chg="mod">
          <ac:chgData name="anaclaracosta116@gmail.com" userId="a793634777582c92" providerId="LiveId" clId="{80ECCD3A-5D41-449F-B959-FE0312C3BAFB}" dt="2024-08-10T19:14:11.488" v="68" actId="20577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34:54.523" v="443" actId="113"/>
        <pc:sldMkLst>
          <pc:docMk/>
          <pc:sldMk cId="2304799739" sldId="362"/>
        </pc:sldMkLst>
        <pc:spChg chg="mod">
          <ac:chgData name="anaclaracosta116@gmail.com" userId="a793634777582c92" providerId="LiveId" clId="{80ECCD3A-5D41-449F-B959-FE0312C3BAFB}" dt="2024-08-10T19:34:54.523" v="443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31:16.536" v="421" actId="20577"/>
        <pc:sldMkLst>
          <pc:docMk/>
          <pc:sldMk cId="496775209" sldId="363"/>
        </pc:sldMkLst>
        <pc:spChg chg="mod">
          <ac:chgData name="anaclaracosta116@gmail.com" userId="a793634777582c92" providerId="LiveId" clId="{80ECCD3A-5D41-449F-B959-FE0312C3BAFB}" dt="2024-08-10T19:31:16.536" v="421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46:20.241" v="489" actId="27636"/>
        <pc:sldMkLst>
          <pc:docMk/>
          <pc:sldMk cId="1457828054" sldId="374"/>
        </pc:sldMkLst>
        <pc:spChg chg="mod">
          <ac:chgData name="anaclaracosta116@gmail.com" userId="a793634777582c92" providerId="LiveId" clId="{80ECCD3A-5D41-449F-B959-FE0312C3BAFB}" dt="2024-08-10T19:46:20.241" v="489" actId="27636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80ECCD3A-5D41-449F-B959-FE0312C3BAFB}" dt="2024-08-10T19:14:51.156" v="89" actId="20577"/>
        <pc:sldMkLst>
          <pc:docMk/>
          <pc:sldMk cId="3733524150" sldId="377"/>
        </pc:sldMkLst>
        <pc:spChg chg="mod">
          <ac:chgData name="anaclaracosta116@gmail.com" userId="a793634777582c92" providerId="LiveId" clId="{80ECCD3A-5D41-449F-B959-FE0312C3BAFB}" dt="2024-08-10T19:14:51.156" v="89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80ECCD3A-5D41-449F-B959-FE0312C3BAFB}" dt="2024-08-10T19:28:46.995" v="295" actId="2696"/>
        <pc:sldMkLst>
          <pc:docMk/>
          <pc:sldMk cId="901406358" sldId="386"/>
        </pc:sldMkLst>
      </pc:sldChg>
      <pc:sldChg chg="del">
        <pc:chgData name="anaclaracosta116@gmail.com" userId="a793634777582c92" providerId="LiveId" clId="{80ECCD3A-5D41-449F-B959-FE0312C3BAFB}" dt="2024-08-10T19:28:49.251" v="296" actId="2696"/>
        <pc:sldMkLst>
          <pc:docMk/>
          <pc:sldMk cId="2251102353" sldId="387"/>
        </pc:sldMkLst>
      </pc:sldChg>
      <pc:sldChg chg="del">
        <pc:chgData name="anaclaracosta116@gmail.com" userId="a793634777582c92" providerId="LiveId" clId="{80ECCD3A-5D41-449F-B959-FE0312C3BAFB}" dt="2024-08-10T19:34:59.834" v="444" actId="2696"/>
        <pc:sldMkLst>
          <pc:docMk/>
          <pc:sldMk cId="1015139190" sldId="388"/>
        </pc:sldMkLst>
      </pc:sldChg>
      <pc:sldChg chg="del">
        <pc:chgData name="anaclaracosta116@gmail.com" userId="a793634777582c92" providerId="LiveId" clId="{80ECCD3A-5D41-449F-B959-FE0312C3BAFB}" dt="2024-08-10T19:35:02.351" v="445" actId="2696"/>
        <pc:sldMkLst>
          <pc:docMk/>
          <pc:sldMk cId="3540050330" sldId="389"/>
        </pc:sldMkLst>
      </pc:sldChg>
      <pc:sldChg chg="del">
        <pc:chgData name="anaclaracosta116@gmail.com" userId="a793634777582c92" providerId="LiveId" clId="{80ECCD3A-5D41-449F-B959-FE0312C3BAFB}" dt="2024-08-10T19:35:05.093" v="446" actId="2696"/>
        <pc:sldMkLst>
          <pc:docMk/>
          <pc:sldMk cId="167885743" sldId="390"/>
        </pc:sldMkLst>
      </pc:sldChg>
      <pc:sldChg chg="modSp add mod">
        <pc:chgData name="anaclaracosta116@gmail.com" userId="a793634777582c92" providerId="LiveId" clId="{80ECCD3A-5D41-449F-B959-FE0312C3BAFB}" dt="2024-08-10T19:08:34.090" v="43" actId="403"/>
        <pc:sldMkLst>
          <pc:docMk/>
          <pc:sldMk cId="914148553" sldId="397"/>
        </pc:sldMkLst>
        <pc:spChg chg="mod">
          <ac:chgData name="anaclaracosta116@gmail.com" userId="a793634777582c92" providerId="LiveId" clId="{80ECCD3A-5D41-449F-B959-FE0312C3BAFB}" dt="2024-08-10T19:08:34.090" v="43" actId="403"/>
          <ac:spMkLst>
            <pc:docMk/>
            <pc:sldMk cId="914148553" sldId="39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29:19.933" v="306"/>
        <pc:sldMkLst>
          <pc:docMk/>
          <pc:sldMk cId="453041123" sldId="398"/>
        </pc:sldMkLst>
        <pc:spChg chg="mod">
          <ac:chgData name="anaclaracosta116@gmail.com" userId="a793634777582c92" providerId="LiveId" clId="{80ECCD3A-5D41-449F-B959-FE0312C3BAFB}" dt="2024-08-10T19:29:19.933" v="306"/>
          <ac:spMkLst>
            <pc:docMk/>
            <pc:sldMk cId="453041123" sldId="39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29:39.816" v="314"/>
        <pc:sldMkLst>
          <pc:docMk/>
          <pc:sldMk cId="808113225" sldId="399"/>
        </pc:sldMkLst>
        <pc:spChg chg="mod">
          <ac:chgData name="anaclaracosta116@gmail.com" userId="a793634777582c92" providerId="LiveId" clId="{80ECCD3A-5D41-449F-B959-FE0312C3BAFB}" dt="2024-08-10T19:29:39.816" v="314"/>
          <ac:spMkLst>
            <pc:docMk/>
            <pc:sldMk cId="808113225" sldId="39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30:16.551" v="329"/>
        <pc:sldMkLst>
          <pc:docMk/>
          <pc:sldMk cId="3496546025" sldId="400"/>
        </pc:sldMkLst>
        <pc:spChg chg="mod">
          <ac:chgData name="anaclaracosta116@gmail.com" userId="a793634777582c92" providerId="LiveId" clId="{80ECCD3A-5D41-449F-B959-FE0312C3BAFB}" dt="2024-08-10T19:30:16.551" v="329"/>
          <ac:spMkLst>
            <pc:docMk/>
            <pc:sldMk cId="3496546025" sldId="40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36:35.917" v="481" actId="403"/>
        <pc:sldMkLst>
          <pc:docMk/>
          <pc:sldMk cId="1719163255" sldId="401"/>
        </pc:sldMkLst>
        <pc:spChg chg="mod">
          <ac:chgData name="anaclaracosta116@gmail.com" userId="a793634777582c92" providerId="LiveId" clId="{80ECCD3A-5D41-449F-B959-FE0312C3BAFB}" dt="2024-08-10T19:36:35.917" v="481" actId="403"/>
          <ac:spMkLst>
            <pc:docMk/>
            <pc:sldMk cId="1719163255" sldId="40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36:50.728" v="485" actId="403"/>
        <pc:sldMkLst>
          <pc:docMk/>
          <pc:sldMk cId="4156560077" sldId="402"/>
        </pc:sldMkLst>
        <pc:spChg chg="mod">
          <ac:chgData name="anaclaracosta116@gmail.com" userId="a793634777582c92" providerId="LiveId" clId="{80ECCD3A-5D41-449F-B959-FE0312C3BAFB}" dt="2024-08-10T19:36:50.728" v="485" actId="403"/>
          <ac:spMkLst>
            <pc:docMk/>
            <pc:sldMk cId="4156560077" sldId="40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80ECCD3A-5D41-449F-B959-FE0312C3BAFB}" dt="2024-08-10T19:48:02.295" v="568" actId="113"/>
        <pc:sldMkLst>
          <pc:docMk/>
          <pc:sldMk cId="2599645366" sldId="403"/>
        </pc:sldMkLst>
        <pc:spChg chg="mod">
          <ac:chgData name="anaclaracosta116@gmail.com" userId="a793634777582c92" providerId="LiveId" clId="{80ECCD3A-5D41-449F-B959-FE0312C3BAFB}" dt="2024-08-10T19:48:02.295" v="568" actId="113"/>
          <ac:spMkLst>
            <pc:docMk/>
            <pc:sldMk cId="2599645366" sldId="403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dirty="0"/>
              <a:t>UMA ENTRE TODAS FOI A ESCOLHIDA</a:t>
            </a:r>
          </a:p>
          <a:p>
            <a:pPr algn="l"/>
            <a:r>
              <a:rPr lang="pt-BR" sz="7200" dirty="0"/>
              <a:t>FOSTE TU MARIA A SERVA PREFERIDA</a:t>
            </a:r>
          </a:p>
          <a:p>
            <a:pPr algn="l"/>
            <a:r>
              <a:rPr lang="pt-BR" sz="7200" dirty="0"/>
              <a:t>MÃE DO MEU SENHOR</a:t>
            </a:r>
          </a:p>
          <a:p>
            <a:pPr algn="l"/>
            <a:r>
              <a:rPr lang="pt-BR" sz="7200" dirty="0"/>
              <a:t>MÃE DO MEU SALVADOR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/>
              <a:t>MARIA, CHEIA DE GRAÇA E CONSOLO</a:t>
            </a:r>
          </a:p>
          <a:p>
            <a:pPr algn="l"/>
            <a:r>
              <a:rPr lang="pt-BR" sz="7200" b="1" dirty="0"/>
              <a:t>VENHA CAMINHAR COM TEU POVO</a:t>
            </a:r>
          </a:p>
          <a:p>
            <a:pPr algn="l"/>
            <a:r>
              <a:rPr lang="pt-BR" sz="7200" b="1" dirty="0"/>
              <a:t>NOSSA MÃE SEMPRE SERÁ (BIS)</a:t>
            </a:r>
          </a:p>
        </p:txBody>
      </p:sp>
    </p:spTree>
    <p:extLst>
      <p:ext uri="{BB962C8B-B14F-4D97-AF65-F5344CB8AC3E}">
        <p14:creationId xmlns:p14="http://schemas.microsoft.com/office/powerpoint/2010/main" val="286016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dirty="0"/>
              <a:t>ROGA PELOS PECADORES DESTA TERRA</a:t>
            </a:r>
          </a:p>
          <a:p>
            <a:pPr algn="l"/>
            <a:r>
              <a:rPr lang="pt-BR" sz="7200" dirty="0"/>
              <a:t>ROGA PELO POVO QUE EM DEUS ESPERA</a:t>
            </a:r>
          </a:p>
          <a:p>
            <a:pPr algn="l"/>
            <a:r>
              <a:rPr lang="pt-BR" sz="7200" dirty="0"/>
              <a:t>MÃE DO MEU SENHOR MÃE DO MEU SALVADOR.</a:t>
            </a:r>
          </a:p>
        </p:txBody>
      </p:sp>
    </p:spTree>
    <p:extLst>
      <p:ext uri="{BB962C8B-B14F-4D97-AF65-F5344CB8AC3E}">
        <p14:creationId xmlns:p14="http://schemas.microsoft.com/office/powerpoint/2010/main" val="40097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/>
              <a:t>MARIA, CHEIA DE GRAÇA E CONSOLO</a:t>
            </a:r>
          </a:p>
          <a:p>
            <a:pPr algn="l"/>
            <a:r>
              <a:rPr lang="pt-BR" sz="7200" b="1" dirty="0"/>
              <a:t>VENHA CAMINHAR COM TEU POVO</a:t>
            </a:r>
          </a:p>
          <a:p>
            <a:pPr algn="l"/>
            <a:r>
              <a:rPr lang="pt-BR" sz="7200" b="1" dirty="0"/>
              <a:t>NOSSA MÃE SEMPRE SERÁ (BIS)</a:t>
            </a:r>
          </a:p>
        </p:txBody>
      </p:sp>
    </p:spTree>
    <p:extLst>
      <p:ext uri="{BB962C8B-B14F-4D97-AF65-F5344CB8AC3E}">
        <p14:creationId xmlns:p14="http://schemas.microsoft.com/office/powerpoint/2010/main" val="377619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CONFESSO A DEUS, PAI TODO-PODEROSO E A VÓS, IRMÃOS, QUE PEQUEI MUITAS VEZES POR PENSAMENTOS E PALAVRAS, ATOS E OMISSÕES, POR MINHA CULPA, MINHA CULPA, MINHA TÃO GRANDE CULPA.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À VIRGEM MARIA, AOS ANJOS E SANTOS, E A VÓS, IRMÃOS, QUE ROGUEIS POR MIM A DEUS, NOSSO SENHOR.</a:t>
            </a:r>
          </a:p>
        </p:txBody>
      </p:sp>
    </p:spTree>
    <p:extLst>
      <p:ext uri="{BB962C8B-B14F-4D97-AF65-F5344CB8AC3E}">
        <p14:creationId xmlns:p14="http://schemas.microsoft.com/office/powerpoint/2010/main" val="391436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b="1" dirty="0"/>
              <a:t>GLÓRIA A DEUS NAS ALTURAS E PAZ NA TERRA AOS HOMENS POR ELE AMADOS (bis)</a:t>
            </a:r>
          </a:p>
          <a:p>
            <a:pPr algn="just"/>
            <a:endParaRPr lang="pt-BR" sz="8000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VOS BENDIZEMOS</a:t>
            </a:r>
          </a:p>
          <a:p>
            <a:pPr algn="just"/>
            <a:r>
              <a:rPr lang="pt-BR" sz="11000" dirty="0"/>
              <a:t>VOS ADORAMOS,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SENHOR JESUS CRISTO, FILHO UNIGÊNITO</a:t>
            </a:r>
          </a:p>
          <a:p>
            <a:pPr algn="l"/>
            <a:endParaRPr lang="pt-BR" sz="7200" dirty="0"/>
          </a:p>
          <a:p>
            <a:pPr algn="l"/>
            <a:r>
              <a:rPr lang="pt-BR" sz="7200" dirty="0"/>
              <a:t>SENHOR DEUS, CORDEIRO DE DEUS, FILHO DE DEUS PAI</a:t>
            </a:r>
          </a:p>
          <a:p>
            <a:pPr algn="l"/>
            <a:endParaRPr lang="pt-BR" sz="7200" dirty="0"/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400" dirty="0"/>
              <a:t>VÓS QUE TIRAIS O PECADO DO MUNDO, TENDE PIEDADE DE NÓS</a:t>
            </a:r>
          </a:p>
          <a:p>
            <a:pPr algn="l"/>
            <a:endParaRPr lang="pt-BR" sz="13900" dirty="0"/>
          </a:p>
          <a:p>
            <a:pPr algn="just"/>
            <a:r>
              <a:rPr lang="pt-BR" sz="12300" dirty="0"/>
              <a:t>VÓS QUE TIRAIS O PECADO DO MUNDO,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r>
              <a:rPr lang="pt-BR" sz="9600" dirty="0"/>
              <a:t> </a:t>
            </a:r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ESTÁ PERTO DE QUEM O INVOCA!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SOU O CAMINHO, A VERDADE E A VIDA: NINGUÉM VEM AO PAI, SENÃO POR MIM.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77479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dirty="0"/>
              <a:t>AS MESMAS MÃOS QUE PLANTARAM A SEMENTE AQUI ESTÃO</a:t>
            </a:r>
          </a:p>
          <a:p>
            <a:pPr algn="l"/>
            <a:r>
              <a:rPr lang="pt-BR" sz="6600" dirty="0"/>
              <a:t>O MESMO PÃO QUE A MULHER PREPAROU AQUI ESTÁ</a:t>
            </a:r>
          </a:p>
          <a:p>
            <a:pPr algn="l"/>
            <a:r>
              <a:rPr lang="pt-BR" sz="6600" dirty="0"/>
              <a:t>O VINHO NOVO QUE A UVA SANGROU JORRARÁ NO NOSSO ALTAR!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7664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A LIBERDADE HAVERÁ, A IGUALDADE HAVERÁ</a:t>
            </a:r>
          </a:p>
          <a:p>
            <a:pPr algn="l"/>
            <a:r>
              <a:rPr lang="pt-BR" sz="6600" b="1" dirty="0"/>
              <a:t>E NESTA FESTA ONDE A GENTE É IRMÃO</a:t>
            </a:r>
          </a:p>
          <a:p>
            <a:pPr algn="l"/>
            <a:r>
              <a:rPr lang="pt-BR" sz="6600" b="1" dirty="0"/>
              <a:t>O DEUS DA VIDA SE FAZ COMUNHÃO!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53041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6573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NA FLOR DO ALTAR O SONHO DA PAZ MUNDIAL</a:t>
            </a:r>
          </a:p>
          <a:p>
            <a:pPr algn="l"/>
            <a:r>
              <a:rPr lang="pt-BR" sz="6600" dirty="0"/>
              <a:t>A LUZ ACESA É FÉ QUE PALPITA HOJE EM NÓS</a:t>
            </a:r>
          </a:p>
          <a:p>
            <a:pPr algn="l"/>
            <a:r>
              <a:rPr lang="pt-BR" sz="6600" dirty="0"/>
              <a:t>DO LIVRO ABERTO O AMOR SE DERRAMA TOTAL NO NOSSO ALTAR!</a:t>
            </a:r>
          </a:p>
        </p:txBody>
      </p:sp>
    </p:spTree>
    <p:extLst>
      <p:ext uri="{BB962C8B-B14F-4D97-AF65-F5344CB8AC3E}">
        <p14:creationId xmlns:p14="http://schemas.microsoft.com/office/powerpoint/2010/main" val="80811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7664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A LIBERDADE HAVERÁ, A IGUALDADE HAVERÁ</a:t>
            </a:r>
          </a:p>
          <a:p>
            <a:pPr algn="l"/>
            <a:r>
              <a:rPr lang="pt-BR" sz="6600" b="1" dirty="0"/>
              <a:t>E NESTA FESTA ONDE A GENTE É IRMÃO</a:t>
            </a:r>
          </a:p>
          <a:p>
            <a:pPr algn="l"/>
            <a:r>
              <a:rPr lang="pt-BR" sz="6600" b="1" dirty="0"/>
              <a:t>O DEUS DA VIDA SE FAZ COMUNHÃO!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46848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63218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BENDITOS SEJAM OS FRUTOS DA TERRA DE DEUS</a:t>
            </a:r>
          </a:p>
          <a:p>
            <a:pPr algn="l"/>
            <a:r>
              <a:rPr lang="pt-BR" sz="6600" dirty="0"/>
              <a:t>BENDITOS SEJAM O TRABALHO E A NOSSA UNIÃO</a:t>
            </a:r>
          </a:p>
          <a:p>
            <a:pPr algn="l"/>
            <a:r>
              <a:rPr lang="pt-BR" sz="6600" dirty="0"/>
              <a:t>BENDITO SEJA JESUS QUE CONOSCO ESTARÁ ALÉM DO ALTAR!</a:t>
            </a:r>
          </a:p>
        </p:txBody>
      </p:sp>
    </p:spTree>
    <p:extLst>
      <p:ext uri="{BB962C8B-B14F-4D97-AF65-F5344CB8AC3E}">
        <p14:creationId xmlns:p14="http://schemas.microsoft.com/office/powerpoint/2010/main" val="3496546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7664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A LIBERDADE HAVERÁ, A IGUALDADE HAVERÁ</a:t>
            </a:r>
          </a:p>
          <a:p>
            <a:pPr algn="l"/>
            <a:r>
              <a:rPr lang="pt-BR" sz="6600" b="1" dirty="0"/>
              <a:t>E NESTA FESTA ONDE A GENTE É IRMÃO</a:t>
            </a:r>
          </a:p>
          <a:p>
            <a:pPr algn="l"/>
            <a:r>
              <a:rPr lang="pt-BR" sz="6600" b="1" dirty="0"/>
              <a:t>O DEUS DA VIDA SE FAZ COMUNHÃO! (BIS)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50815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881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ALTURAS! HOSANA! (BIS)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215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ALTURAS! HOSANA! (BIS)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dirty="0"/>
              <a:t>QUÃO GRANDE GRAÇA APÓS UMA CONSAGRAÇÃO</a:t>
            </a:r>
          </a:p>
          <a:p>
            <a:pPr algn="just"/>
            <a:r>
              <a:rPr lang="pt-BR" sz="7700" dirty="0"/>
              <a:t>FEITA POR PEDRO, POR TIAGO OU POR JOÃO</a:t>
            </a:r>
          </a:p>
          <a:p>
            <a:pPr algn="just"/>
            <a:r>
              <a:rPr lang="pt-BR" sz="7700" dirty="0"/>
              <a:t>A MÃE QUE ALIMENTOU JESUS EM SEU SER</a:t>
            </a:r>
          </a:p>
          <a:p>
            <a:pPr algn="just"/>
            <a:r>
              <a:rPr lang="pt-BR" sz="7700" dirty="0"/>
              <a:t>COMUNGA AGORA O DEUS, COMUNHÃO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75886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83673"/>
            <a:ext cx="11161569" cy="57154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600" b="1" dirty="0"/>
              <a:t>QUANTA ALEGRIA A DE MARIA</a:t>
            </a:r>
          </a:p>
          <a:p>
            <a:pPr algn="just"/>
            <a:r>
              <a:rPr lang="pt-BR" sz="8600" b="1" dirty="0"/>
              <a:t>RECEBER JESUS NA EUCARISTIA</a:t>
            </a:r>
          </a:p>
          <a:p>
            <a:pPr algn="just"/>
            <a:r>
              <a:rPr lang="pt-BR" sz="8600" b="1" dirty="0"/>
              <a:t>O CORPO DO FILHO QUE UM DIA ELA GEROU</a:t>
            </a:r>
          </a:p>
          <a:p>
            <a:pPr algn="just"/>
            <a:r>
              <a:rPr lang="pt-BR" sz="8600" b="1" dirty="0"/>
              <a:t>FOI ELA QUEM PRIMEIRO O COMUNGOU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1916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dirty="0"/>
              <a:t>EU IMAGINO QUE NAQUELA REFEIÇÃO</a:t>
            </a:r>
          </a:p>
          <a:p>
            <a:pPr algn="just"/>
            <a:r>
              <a:rPr lang="pt-BR" sz="7700" dirty="0"/>
              <a:t>ESTAVA JUNTO AQUELA QUE SEMPRE O SEGUIU</a:t>
            </a:r>
          </a:p>
          <a:p>
            <a:pPr algn="just"/>
            <a:r>
              <a:rPr lang="pt-BR" sz="7700" dirty="0"/>
              <a:t>A MÃE QUE DEU À LUZ O CRISTO, MEU SENHOR</a:t>
            </a:r>
          </a:p>
          <a:p>
            <a:pPr algn="just"/>
            <a:r>
              <a:rPr lang="pt-BR" sz="7700" dirty="0"/>
              <a:t>COMEU DO PÃO QUE O FILHO SERVIU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41950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75886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83673"/>
            <a:ext cx="11161569" cy="57154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600" b="1" dirty="0"/>
              <a:t>QUANTA ALEGRIA A DE MARIA</a:t>
            </a:r>
          </a:p>
          <a:p>
            <a:pPr algn="just"/>
            <a:r>
              <a:rPr lang="pt-BR" sz="8600" b="1" dirty="0"/>
              <a:t>RECEBER JESUS NA EUCARISTIA</a:t>
            </a:r>
          </a:p>
          <a:p>
            <a:pPr algn="just"/>
            <a:r>
              <a:rPr lang="pt-BR" sz="8600" b="1" dirty="0"/>
              <a:t>O CORPO DO FILHO QUE UM DIA ELA GEROU</a:t>
            </a:r>
          </a:p>
          <a:p>
            <a:pPr algn="just"/>
            <a:r>
              <a:rPr lang="pt-BR" sz="8600" b="1" dirty="0"/>
              <a:t>FOI ELA QUEM PRIMEIRO O COMUNGOU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77035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700" dirty="0"/>
              <a:t>QUANTA ALEGRIA DE MARIA, QUE GEROU</a:t>
            </a:r>
          </a:p>
          <a:p>
            <a:pPr algn="just"/>
            <a:r>
              <a:rPr lang="pt-BR" sz="7700" dirty="0"/>
              <a:t>O DEUS QUE EM SEU VENTRE UM DIA ALIMENTOU</a:t>
            </a:r>
          </a:p>
          <a:p>
            <a:pPr algn="just"/>
            <a:r>
              <a:rPr lang="pt-BR" sz="7700" dirty="0"/>
              <a:t>SER NOVAMENTE SUA MORADA</a:t>
            </a:r>
          </a:p>
          <a:p>
            <a:pPr algn="just"/>
            <a:r>
              <a:rPr lang="pt-BR" sz="7700" dirty="0"/>
              <a:t>POR ISSO, ÉS BENDITA E AGRACIADA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025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75886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83673"/>
            <a:ext cx="11161569" cy="57154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600" b="1" dirty="0"/>
              <a:t>QUANTA ALEGRIA A DE MARIA</a:t>
            </a:r>
          </a:p>
          <a:p>
            <a:pPr algn="just"/>
            <a:r>
              <a:rPr lang="pt-BR" sz="8600" b="1" dirty="0"/>
              <a:t>RECEBER JESUS NA EUCARISTIA</a:t>
            </a:r>
          </a:p>
          <a:p>
            <a:pPr algn="just"/>
            <a:r>
              <a:rPr lang="pt-BR" sz="8600" b="1" dirty="0"/>
              <a:t>O CORPO DO FILHO QUE UM DIA ELA GEROU</a:t>
            </a:r>
          </a:p>
          <a:p>
            <a:pPr algn="just"/>
            <a:r>
              <a:rPr lang="pt-BR" sz="8600" b="1" dirty="0"/>
              <a:t>FOI ELA QUEM PRIMEIRO O COMUNGOU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8888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787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9"/>
            <a:ext cx="10971058" cy="581468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QUEM É ESTA QUE SURGE FORMOSA,</a:t>
            </a:r>
          </a:p>
          <a:p>
            <a:pPr algn="l"/>
            <a:r>
              <a:rPr lang="pt-BR" sz="7200" dirty="0"/>
              <a:t>COMO O SOL FULGURANTE NA SERRA,</a:t>
            </a:r>
          </a:p>
          <a:p>
            <a:pPr algn="l"/>
            <a:r>
              <a:rPr lang="pt-BR" sz="7200" dirty="0"/>
              <a:t>COMO AURORA DE LUZ RADIOSA,</a:t>
            </a:r>
          </a:p>
          <a:p>
            <a:pPr algn="l"/>
            <a:r>
              <a:rPr lang="pt-BR" sz="7200" dirty="0"/>
              <a:t>QUAL EXÉRCITO EM LINHA DE GUERRA?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54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" y="893185"/>
            <a:ext cx="11173692" cy="5729289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É A VIRGEM, A MÃE LEGIONÁRIA.</a:t>
            </a:r>
          </a:p>
          <a:p>
            <a:pPr algn="l"/>
            <a:r>
              <a:rPr lang="pt-BR" sz="6600" b="1" dirty="0"/>
              <a:t>É MARIA, RAINHA DO CÉUS.</a:t>
            </a:r>
          </a:p>
          <a:p>
            <a:pPr algn="l"/>
            <a:r>
              <a:rPr lang="pt-BR" sz="6600" b="1" dirty="0"/>
              <a:t>QUE NOS FAZ SER A LUZ MISSIONÁRIA</a:t>
            </a:r>
          </a:p>
          <a:p>
            <a:pPr algn="l"/>
            <a:r>
              <a:rPr lang="pt-BR" sz="6600" b="1" dirty="0"/>
              <a:t>PARA O MUNDO LEVAR ATÉ DEUS!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9"/>
            <a:ext cx="10971058" cy="581468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DAI-NOS, VIRGEM, A FÉ MAIS PROFUNDA,</a:t>
            </a:r>
          </a:p>
          <a:p>
            <a:pPr algn="l"/>
            <a:r>
              <a:rPr lang="pt-BR" sz="7200" dirty="0"/>
              <a:t>COMO A ROCHA PLANTADA NO MAR,</a:t>
            </a:r>
          </a:p>
          <a:p>
            <a:pPr algn="l"/>
            <a:r>
              <a:rPr lang="pt-BR" sz="7200" dirty="0"/>
              <a:t>E A TODOS CORAGEM INFUNDA,</a:t>
            </a:r>
          </a:p>
          <a:p>
            <a:pPr algn="l"/>
            <a:r>
              <a:rPr lang="pt-BR" sz="7200" dirty="0"/>
              <a:t>SE A VIDA VITÓRIAS NEGAR.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87819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54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" y="893185"/>
            <a:ext cx="11173692" cy="5729289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É A VIRGEM, A MÃE LEGIONÁRIA.</a:t>
            </a:r>
          </a:p>
          <a:p>
            <a:pPr algn="l"/>
            <a:r>
              <a:rPr lang="pt-BR" sz="6600" b="1" dirty="0"/>
              <a:t>É MARIA, RAINHA DO CÉUS.</a:t>
            </a:r>
          </a:p>
          <a:p>
            <a:pPr algn="l"/>
            <a:r>
              <a:rPr lang="pt-BR" sz="6600" b="1" dirty="0"/>
              <a:t>QUE NOS FAZ SER A LUZ MISSIONÁRIA</a:t>
            </a:r>
          </a:p>
          <a:p>
            <a:pPr algn="l"/>
            <a:r>
              <a:rPr lang="pt-BR" sz="6600" b="1" dirty="0"/>
              <a:t>PARA O MUNDO LEVAR ATÉ DEUS!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370343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9"/>
            <a:ext cx="10971058" cy="581468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DAI-NOS FÉ QUE NOS FAÇA LUTAR,</a:t>
            </a:r>
          </a:p>
          <a:p>
            <a:pPr algn="l"/>
            <a:r>
              <a:rPr lang="pt-BR" sz="7200" dirty="0"/>
              <a:t>GRANDES COISAS POR DEUS EMPREENDER.</a:t>
            </a:r>
          </a:p>
          <a:p>
            <a:pPr algn="l"/>
            <a:r>
              <a:rPr lang="pt-BR" sz="7200" dirty="0"/>
              <a:t>PROCUREMOS AS ALMAS SALVAR</a:t>
            </a:r>
          </a:p>
          <a:p>
            <a:pPr algn="l"/>
            <a:r>
              <a:rPr lang="pt-BR" sz="7200" dirty="0"/>
              <a:t>SEM TEMOR, POIS É NOSSO DEVER!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10898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54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" y="893185"/>
            <a:ext cx="11173692" cy="5729289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É A VIRGEM, A MÃE LEGIONÁRIA.</a:t>
            </a:r>
          </a:p>
          <a:p>
            <a:pPr algn="l"/>
            <a:r>
              <a:rPr lang="pt-BR" sz="6600" b="1" dirty="0"/>
              <a:t>É MARIA, RAINHA DO CÉUS.</a:t>
            </a:r>
          </a:p>
          <a:p>
            <a:pPr algn="l"/>
            <a:r>
              <a:rPr lang="pt-BR" sz="6600" b="1" dirty="0"/>
              <a:t>QUE NOS FAZ SER A LUZ MISSIONÁRIA</a:t>
            </a:r>
          </a:p>
          <a:p>
            <a:pPr algn="l"/>
            <a:r>
              <a:rPr lang="pt-BR" sz="6600" b="1" dirty="0"/>
              <a:t>PARA O MUNDO LEVAR ATÉ DEUS!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588587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9"/>
            <a:ext cx="10971058" cy="581468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dirty="0"/>
              <a:t>DAI-NOS A FÉ QUE, NA SANTA LEGIÃO,</a:t>
            </a:r>
          </a:p>
          <a:p>
            <a:pPr algn="l"/>
            <a:r>
              <a:rPr lang="pt-BR" sz="7200" dirty="0"/>
              <a:t>SEJA UM VÍNCULO, A CHAMA BRILHANTE.</a:t>
            </a:r>
          </a:p>
          <a:p>
            <a:pPr algn="l"/>
            <a:r>
              <a:rPr lang="pt-BR" sz="7200" dirty="0"/>
              <a:t>QUE CONSERVE ENTRE NÓS A UNIÃO</a:t>
            </a:r>
          </a:p>
          <a:p>
            <a:pPr algn="l"/>
            <a:r>
              <a:rPr lang="pt-BR" sz="7200" dirty="0"/>
              <a:t>E AO FRACO TRANSFORME EM GIGANTE.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1389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54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" y="893185"/>
            <a:ext cx="11173692" cy="5729289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É A VIRGEM, A MÃE LEGIONÁRIA.</a:t>
            </a:r>
          </a:p>
          <a:p>
            <a:pPr algn="l"/>
            <a:r>
              <a:rPr lang="pt-BR" sz="6600" b="1" dirty="0"/>
              <a:t>É MARIA, RAINHA DO CÉUS.</a:t>
            </a:r>
          </a:p>
          <a:p>
            <a:pPr algn="l"/>
            <a:r>
              <a:rPr lang="pt-BR" sz="6600" b="1" dirty="0"/>
              <a:t>QUE NOS FAZ SER A LUZ MISSIONÁRIA</a:t>
            </a:r>
          </a:p>
          <a:p>
            <a:pPr algn="l"/>
            <a:r>
              <a:rPr lang="pt-BR" sz="6600" b="1" dirty="0"/>
              <a:t>PARA O MUNDO LEVAR ATÉ DEUS!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3029521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7" y="686789"/>
            <a:ext cx="10971058" cy="581468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dirty="0"/>
              <a:t>E UM DIA NO CÉU, Ó MARIA,</a:t>
            </a:r>
          </a:p>
          <a:p>
            <a:pPr algn="l"/>
            <a:r>
              <a:rPr lang="pt-BR" sz="7200" dirty="0"/>
              <a:t>NÓS UNIDOS QUEREMOS ESTAR</a:t>
            </a:r>
          </a:p>
          <a:p>
            <a:pPr algn="l"/>
            <a:r>
              <a:rPr lang="pt-BR" sz="7200" dirty="0"/>
              <a:t>ENTOANDO A MAIS DOCE HARMONIA,</a:t>
            </a:r>
          </a:p>
          <a:p>
            <a:pPr algn="l"/>
            <a:r>
              <a:rPr lang="pt-BR" sz="7200" dirty="0"/>
              <a:t>VOSSA GLÓRIA NÓS VAMOS CANTAR!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210074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154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154" y="893185"/>
            <a:ext cx="11173692" cy="5729289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É A VIRGEM, A MÃE LEGIONÁRIA.</a:t>
            </a:r>
          </a:p>
          <a:p>
            <a:pPr algn="l"/>
            <a:r>
              <a:rPr lang="pt-BR" sz="6600" b="1" dirty="0"/>
              <a:t>É MARIA, RAINHA DO CÉUS.</a:t>
            </a:r>
          </a:p>
          <a:p>
            <a:pPr algn="l"/>
            <a:r>
              <a:rPr lang="pt-BR" sz="6600" b="1" dirty="0"/>
              <a:t>QUE NOS FAZ SER A LUZ MISSIONÁRIA</a:t>
            </a:r>
          </a:p>
          <a:p>
            <a:pPr algn="l"/>
            <a:r>
              <a:rPr lang="pt-BR" sz="6600" b="1" dirty="0"/>
              <a:t>PARA O MUNDO LEVAR ATÉ DEUS!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50454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8265</TotalTime>
  <Words>1037</Words>
  <Application>Microsoft Office PowerPoint</Application>
  <PresentationFormat>Widescreen</PresentationFormat>
  <Paragraphs>178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GLÓRIA</vt:lpstr>
      <vt:lpstr>GLÓRIA</vt:lpstr>
      <vt:lpstr>GLÓRIA</vt:lpstr>
      <vt:lpstr>GLÓRIA</vt:lpstr>
      <vt:lpstr>GLÓRIA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  <vt:lpstr>FINAL</vt:lpstr>
      <vt:lpstr>FINAL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28</cp:revision>
  <dcterms:created xsi:type="dcterms:W3CDTF">2023-05-06T17:01:55Z</dcterms:created>
  <dcterms:modified xsi:type="dcterms:W3CDTF">2024-09-06T00:31:54Z</dcterms:modified>
</cp:coreProperties>
</file>