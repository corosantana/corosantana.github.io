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50" r:id="rId2"/>
    <p:sldId id="354" r:id="rId3"/>
    <p:sldId id="410" r:id="rId4"/>
    <p:sldId id="579" r:id="rId5"/>
    <p:sldId id="580" r:id="rId6"/>
    <p:sldId id="581" r:id="rId7"/>
    <p:sldId id="582" r:id="rId8"/>
    <p:sldId id="583" r:id="rId9"/>
    <p:sldId id="258" r:id="rId10"/>
    <p:sldId id="259" r:id="rId11"/>
    <p:sldId id="530" r:id="rId12"/>
    <p:sldId id="531" r:id="rId13"/>
    <p:sldId id="260" r:id="rId14"/>
    <p:sldId id="261" r:id="rId15"/>
    <p:sldId id="338" r:id="rId16"/>
    <p:sldId id="339" r:id="rId17"/>
    <p:sldId id="340" r:id="rId18"/>
    <p:sldId id="377" r:id="rId19"/>
    <p:sldId id="264" r:id="rId20"/>
    <p:sldId id="265" r:id="rId21"/>
    <p:sldId id="266" r:id="rId22"/>
    <p:sldId id="267" r:id="rId23"/>
    <p:sldId id="556" r:id="rId24"/>
    <p:sldId id="472" r:id="rId25"/>
    <p:sldId id="487" r:id="rId26"/>
    <p:sldId id="584" r:id="rId27"/>
    <p:sldId id="271" r:id="rId28"/>
    <p:sldId id="557" r:id="rId29"/>
    <p:sldId id="558" r:id="rId30"/>
    <p:sldId id="362" r:id="rId31"/>
    <p:sldId id="539" r:id="rId32"/>
    <p:sldId id="566" r:id="rId33"/>
    <p:sldId id="567" r:id="rId34"/>
    <p:sldId id="568" r:id="rId35"/>
    <p:sldId id="569" r:id="rId36"/>
    <p:sldId id="570" r:id="rId37"/>
    <p:sldId id="571" r:id="rId38"/>
    <p:sldId id="572" r:id="rId39"/>
    <p:sldId id="404" r:id="rId40"/>
    <p:sldId id="420" r:id="rId41"/>
    <p:sldId id="573" r:id="rId42"/>
    <p:sldId id="574" r:id="rId43"/>
    <p:sldId id="575" r:id="rId44"/>
    <p:sldId id="419" r:id="rId45"/>
    <p:sldId id="337" r:id="rId46"/>
    <p:sldId id="501" r:id="rId47"/>
    <p:sldId id="576" r:id="rId48"/>
    <p:sldId id="577" r:id="rId49"/>
    <p:sldId id="578" r:id="rId5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550"/>
            <p14:sldId id="354"/>
            <p14:sldId id="410"/>
            <p14:sldId id="579"/>
            <p14:sldId id="580"/>
            <p14:sldId id="581"/>
            <p14:sldId id="582"/>
            <p14:sldId id="583"/>
            <p14:sldId id="258"/>
            <p14:sldId id="259"/>
            <p14:sldId id="530"/>
            <p14:sldId id="531"/>
            <p14:sldId id="260"/>
            <p14:sldId id="261"/>
            <p14:sldId id="338"/>
            <p14:sldId id="339"/>
            <p14:sldId id="340"/>
            <p14:sldId id="377"/>
            <p14:sldId id="264"/>
            <p14:sldId id="265"/>
            <p14:sldId id="266"/>
            <p14:sldId id="267"/>
            <p14:sldId id="556"/>
            <p14:sldId id="472"/>
            <p14:sldId id="487"/>
            <p14:sldId id="584"/>
            <p14:sldId id="271"/>
            <p14:sldId id="557"/>
            <p14:sldId id="558"/>
            <p14:sldId id="362"/>
            <p14:sldId id="539"/>
            <p14:sldId id="566"/>
            <p14:sldId id="567"/>
            <p14:sldId id="568"/>
            <p14:sldId id="569"/>
            <p14:sldId id="570"/>
            <p14:sldId id="571"/>
            <p14:sldId id="572"/>
            <p14:sldId id="404"/>
            <p14:sldId id="420"/>
            <p14:sldId id="573"/>
            <p14:sldId id="574"/>
            <p14:sldId id="575"/>
            <p14:sldId id="419"/>
            <p14:sldId id="337"/>
            <p14:sldId id="501"/>
            <p14:sldId id="576"/>
            <p14:sldId id="577"/>
            <p14:sldId id="5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m se eleva será humilhado!">
            <a:extLst>
              <a:ext uri="{FF2B5EF4-FFF2-40B4-BE49-F238E27FC236}">
                <a16:creationId xmlns:a16="http://schemas.microsoft.com/office/drawing/2014/main" id="{05DA83B7-3C2D-CEFB-458C-5F04B91EC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" y="0"/>
            <a:ext cx="12192003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2D7353C-489B-9834-0211-760A99A322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4" y="2274838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30º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167449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RECORDAMOS, SENHOR DEUS, VOSSA BONDADE EM MEIO AO VOSSO TEMPLO.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683" y="92548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GRANDE É O SENHOR E MUITO DIGNO DE LOUVORES 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NA CIDADE ONDE ELE MORA;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410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4924-1E5A-2336-A20B-80D02143E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00A31-4A7F-0C97-F5CE-7BDE34E34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E63E0B-9910-45EA-E2B7-085475B13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RECORDAMOS, SENHOR DEUS, VOSSA BONDADE EM MEIO AO VOSSO TEMPLO.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008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2BC59-55E6-B2BE-0F03-08E2C116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A109A-EA43-F1E2-D292-F3EDE40B1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29A5A2-21CC-F827-FC27-19DE9312E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683" y="92548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SEU MONTE SANTO, ESTA COLINA ENCANTADORA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É A ALEGRIA DO UNIVERSO.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086162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66E6B-5F2A-259E-FD9E-023013F36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C322C-51E3-5A79-7A49-4CF9EF510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1DAC2F-D299-CA16-3FA8-B43C4FA0C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RECORDAMOS, SENHOR DEUS, VOSSA BONDADE EM MEIO AO VOSSO TEMPLO.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68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B0E0D-169A-E388-7D22-785557026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B7EE9C-F743-986C-DE40-EF42512BF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A8BB08-E12D-C222-3111-249FAE33D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683" y="92548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MONTE SIÃO, NO EXTREMO NORTE SITUADO, 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ÉS A MANSÃO DO GRANDE REI!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567798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A56EE-AD61-D25A-1CCA-0934F586A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67528-EA43-1C4D-79A5-20EFCC3DC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67A241-BDED-0A50-F2A8-61E366B43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RECORDAMOS, SENHOR DEUS, VOSSA BONDADE EM MEIO AO VOSSO TEMPLO.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027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SOIS O CAMINHO QUE LEVA AO PAI, TENDE PIEDADE DE NÓS.</a:t>
            </a:r>
          </a:p>
          <a:p>
            <a:pPr algn="l"/>
            <a:r>
              <a:rPr lang="pt-BR" sz="5800" b="1" i="0" dirty="0">
                <a:effectLst/>
              </a:rPr>
              <a:t>KYRIE ELEISON</a:t>
            </a:r>
            <a:r>
              <a:rPr lang="pt-BR" sz="5800" b="1" dirty="0"/>
              <a:t>, KYRIE ELEISON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CRISTO, QUE SOIS A VERDADE QUE ILUMINA OS POVOS, TENDE PIEDADE DE NÓS.</a:t>
            </a:r>
          </a:p>
          <a:p>
            <a:pPr algn="l"/>
            <a:r>
              <a:rPr lang="pt-BR" sz="5800" b="1" i="0" dirty="0">
                <a:effectLst/>
              </a:rPr>
              <a:t>CHRISTE ELEISON, CHRISTE ELEISON</a:t>
            </a:r>
          </a:p>
        </p:txBody>
      </p:sp>
    </p:spTree>
    <p:extLst>
      <p:ext uri="{BB962C8B-B14F-4D97-AF65-F5344CB8AC3E}">
        <p14:creationId xmlns:p14="http://schemas.microsoft.com/office/powerpoint/2010/main" val="186924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SOIS A VIDA QUE RENOVA O MUNDO, TENDE PIEDADE DE NÓS.</a:t>
            </a:r>
          </a:p>
          <a:p>
            <a:pPr algn="l"/>
            <a:r>
              <a:rPr lang="pt-BR" sz="5800" b="1" i="0" dirty="0">
                <a:effectLst/>
              </a:rPr>
              <a:t>KYRIE ELEISON</a:t>
            </a:r>
            <a:r>
              <a:rPr lang="pt-BR" sz="5800" b="1" dirty="0"/>
              <a:t>, KYRIE ELEISON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14858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500" b="1" dirty="0"/>
              <a:t>GLÓRIA A DEUS NAS ALTURAS! GLÓRIA A DEUS NAS ALTURAS! E</a:t>
            </a:r>
            <a:r>
              <a:rPr lang="pt-BR" sz="6500" dirty="0"/>
              <a:t> </a:t>
            </a:r>
            <a:r>
              <a:rPr lang="pt-BR" sz="6500" b="1" dirty="0"/>
              <a:t>PAZ NA TERRA AOS HOMENS POR ELE AMADOS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5400" dirty="0"/>
          </a:p>
          <a:p>
            <a:pPr algn="l"/>
            <a:endParaRPr lang="pt-BR" sz="30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000" dirty="0"/>
              <a:t>VÓS QUE TIRAIS O PECADO DO MUNDO,</a:t>
            </a:r>
          </a:p>
          <a:p>
            <a:pPr algn="l"/>
            <a:r>
              <a:rPr lang="pt-BR" sz="12000" dirty="0"/>
              <a:t>TENDE PIEDADE DE NÓS</a:t>
            </a:r>
          </a:p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AMÉM!</a:t>
            </a:r>
          </a:p>
          <a:p>
            <a:pPr algn="just"/>
            <a:r>
              <a:rPr lang="pt-BR" sz="9600" dirty="0"/>
              <a:t> 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7"/>
            <a:ext cx="10628009" cy="2411179"/>
          </a:xfrm>
        </p:spPr>
        <p:txBody>
          <a:bodyPr>
            <a:normAutofit/>
          </a:bodyPr>
          <a:lstStyle/>
          <a:p>
            <a:r>
              <a:rPr lang="pt-BR" sz="5400" b="1" dirty="0"/>
              <a:t>O POBRE CLAMA A DEUS E ELE ESCUTA: O SENHOR LIBERTA A VIDA DOS SEUS SERVOS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ALELUIA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O SENHOR RECONCILIOU O MUNDO EM CRISTO, CONFIANDO-NOS SUA PALAVRA;</a:t>
            </a:r>
          </a:p>
          <a:p>
            <a:r>
              <a:rPr lang="pt-BR" sz="4800" dirty="0"/>
              <a:t>A PALAVRA DE RECONCILIAÇÃO, A PALAVRA QUE HOJE, AQUI, NOS SALVA.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707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SENHOR, MEU DEUS, OBRIGADO, SENHOR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PORQUE TUDO É TEU!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39757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01" y="441565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101" y="912620"/>
            <a:ext cx="11551259" cy="5527962"/>
          </a:xfrm>
        </p:spPr>
        <p:txBody>
          <a:bodyPr>
            <a:noAutofit/>
          </a:bodyPr>
          <a:lstStyle/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É TEU O PÃO QUE APRESENTAMOS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É TUA DOR QUE SUPORTAMOS: OBRIGADO, SENHOR!</a:t>
            </a:r>
            <a:br>
              <a:rPr lang="pt-BR" sz="6600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052585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E771E-104E-D92A-8362-F5331F153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4E0FF-AF21-88B1-C134-0FF640D9F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CB3BA0-C054-EA4C-5E4C-582051BF8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SENHOR, MEU DEUS, OBRIGADO, SENHOR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PORQUE TUDO É TEU!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89479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271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271" y="997529"/>
            <a:ext cx="10744200" cy="5389418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SANTO, SANTO, SANTO,</a:t>
            </a:r>
          </a:p>
          <a:p>
            <a:pPr algn="l"/>
            <a:r>
              <a:rPr lang="pt-BR" sz="6000" b="1" dirty="0"/>
              <a:t>SENHOR, DEUS DO UNIVERSO,</a:t>
            </a:r>
          </a:p>
          <a:p>
            <a:pPr algn="l"/>
            <a:r>
              <a:rPr lang="pt-BR" sz="6000" b="1" dirty="0"/>
              <a:t>O CÉU E A TERRA PROCLAMAM,</a:t>
            </a:r>
          </a:p>
          <a:p>
            <a:pPr algn="l"/>
            <a:r>
              <a:rPr lang="pt-BR" sz="6000" b="1" dirty="0"/>
              <a:t>PROCLAMAM A VOSSA GLÓRIA.</a:t>
            </a:r>
          </a:p>
          <a:p>
            <a:pPr algn="l"/>
            <a:r>
              <a:rPr lang="pt-BR" sz="6000" b="1" dirty="0"/>
              <a:t>HOSANA, HOSANA, HOSANA,</a:t>
            </a:r>
          </a:p>
          <a:p>
            <a:pPr algn="l"/>
            <a:r>
              <a:rPr lang="pt-BR" sz="6000" b="1" dirty="0"/>
              <a:t>HOSANA NAS ALTURAS!</a:t>
            </a:r>
          </a:p>
          <a:p>
            <a:pPr algn="l"/>
            <a:endParaRPr lang="pt-BR" sz="4800" dirty="0"/>
          </a:p>
          <a:p>
            <a:pPr algn="l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866921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271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271" y="997529"/>
            <a:ext cx="10744200" cy="5389418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BENDITO O QUE VEM</a:t>
            </a:r>
          </a:p>
          <a:p>
            <a:pPr algn="l"/>
            <a:r>
              <a:rPr lang="pt-BR" sz="6000" b="1" dirty="0"/>
              <a:t>EM NOME DO SENHOR.</a:t>
            </a:r>
          </a:p>
          <a:p>
            <a:pPr algn="l"/>
            <a:r>
              <a:rPr lang="pt-BR" sz="6000" b="1" dirty="0"/>
              <a:t>BENDITO O QUE VEM</a:t>
            </a:r>
          </a:p>
          <a:p>
            <a:pPr algn="l"/>
            <a:r>
              <a:rPr lang="pt-BR" sz="6000" b="1" dirty="0"/>
              <a:t>EM NOME DO SENHOR.</a:t>
            </a:r>
          </a:p>
          <a:p>
            <a:pPr algn="l"/>
            <a:r>
              <a:rPr lang="pt-BR" sz="6000" b="1" dirty="0"/>
              <a:t>HOSANA, HOSANA, HOSANA,</a:t>
            </a:r>
          </a:p>
          <a:p>
            <a:pPr algn="l"/>
            <a:r>
              <a:rPr lang="pt-BR" sz="6000" b="1" dirty="0"/>
              <a:t>HOSANA NAS ALTURAS!</a:t>
            </a:r>
            <a:endParaRPr lang="pt-BR" sz="4800" dirty="0"/>
          </a:p>
          <a:p>
            <a:pPr algn="l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075480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CANTAI AO SENHOR DEUS UM CANTO NOVO, *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CANTAI AO SENHOR DEUS, Ó TERRA INTEIRA!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41658953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9293888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CANTAI E BENDIZEI SEU SANTO NOME!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DIA APÓS DIA ANUNCIAI SUA SALVAÇÃO.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926567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6327190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MANIFESTAI A SUA GLÓRIA ENTRE AS NAÇÕES, *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E ENTRE OS POVOS DO UNIVERSO OS SEUS PRODÍGIOS!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2164646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5816246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POIS DEUS É GRANDE E MUITO DIGNO DE LOUVOR, *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É MAIS TERRÍVEL E MAIOR QUE OS OUTROS DEUSES.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1207932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0674141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ALMA DE CRISTO, SANTIFICAI-ME.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CORPO DE CRISTO, SALVAI-ME.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SANGUE DE CRISTO, INEBRIAI-ME.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ÁGUA DO LADO DE CRISTO,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LAVAI-ME.</a:t>
            </a: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PAIXÃO DE CRISTO,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CONFORTAI-ME.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Ó BOM JESUS, OUVI-ME.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DENTRO DE VOSSAS CHAGAS, ESCONDEI-ME.</a:t>
            </a:r>
          </a:p>
        </p:txBody>
      </p:sp>
    </p:spTree>
    <p:extLst>
      <p:ext uri="{BB962C8B-B14F-4D97-AF65-F5344CB8AC3E}">
        <p14:creationId xmlns:p14="http://schemas.microsoft.com/office/powerpoint/2010/main" val="18890575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NÃO PERMITAIS QUE ME SEPARE DE VÓS.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DO ESPÍRITO MALIGNO, DEFENDEI-ME.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NA HORA DA MORTE,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CHAMAI-ME</a:t>
            </a:r>
          </a:p>
          <a:p>
            <a:pPr algn="l"/>
            <a:endParaRPr lang="pt-BR" sz="6600" b="0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792003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E MANDAI- ME IR PARA VÓS,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PARA QUE COM OS VOSSOS SANTOS VOS LOUVE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POR TODOS OS SÉCULOS DOS SÉCULOS.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AMÉM.</a:t>
            </a:r>
          </a:p>
        </p:txBody>
      </p:sp>
    </p:spTree>
    <p:extLst>
      <p:ext uri="{BB962C8B-B14F-4D97-AF65-F5344CB8AC3E}">
        <p14:creationId xmlns:p14="http://schemas.microsoft.com/office/powerpoint/2010/main" val="34422035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874942"/>
            <a:ext cx="11579578" cy="6338124"/>
          </a:xfrm>
        </p:spPr>
        <p:txBody>
          <a:bodyPr>
            <a:noAutofit/>
          </a:bodyPr>
          <a:lstStyle/>
          <a:p>
            <a:pPr algn="l"/>
            <a:r>
              <a:rPr lang="pt-BR" sz="6800" b="1" dirty="0"/>
              <a:t>MARIA, MÃE DOS CAMINHANTES</a:t>
            </a:r>
          </a:p>
          <a:p>
            <a:pPr algn="l"/>
            <a:r>
              <a:rPr lang="pt-BR" sz="6800" b="1" dirty="0"/>
              <a:t>ENSINA-NOS A CAMINHAR</a:t>
            </a:r>
          </a:p>
          <a:p>
            <a:pPr algn="l"/>
            <a:r>
              <a:rPr lang="pt-BR" sz="6800" b="1" dirty="0"/>
              <a:t>NÓS SOMOS TODOS VIAJANTES</a:t>
            </a:r>
          </a:p>
          <a:p>
            <a:pPr algn="l"/>
            <a:r>
              <a:rPr lang="pt-BR" sz="6800" b="1" dirty="0"/>
              <a:t>MAS É DIFÍCIL SEMPRE ANDAR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942964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FIZESTE LONGA CAMINHADA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PARA SERVIR A ISABEL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SABENDO-TE DE DEUS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MORADA APÓS TEU SIM A GABRIEL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217548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874942"/>
            <a:ext cx="11579578" cy="6338124"/>
          </a:xfrm>
        </p:spPr>
        <p:txBody>
          <a:bodyPr>
            <a:noAutofit/>
          </a:bodyPr>
          <a:lstStyle/>
          <a:p>
            <a:pPr algn="l"/>
            <a:r>
              <a:rPr lang="pt-BR" sz="6800" b="1" dirty="0"/>
              <a:t>MARIA, MÃE DOS CAMINHANTES</a:t>
            </a:r>
          </a:p>
          <a:p>
            <a:pPr algn="l"/>
            <a:r>
              <a:rPr lang="pt-BR" sz="6800" b="1" dirty="0"/>
              <a:t>ENSINA-NOS A CAMINHAR</a:t>
            </a:r>
          </a:p>
          <a:p>
            <a:pPr algn="l"/>
            <a:r>
              <a:rPr lang="pt-BR" sz="6800" b="1" dirty="0"/>
              <a:t>NÓS SOMOS TODOS VIAJANTES</a:t>
            </a:r>
          </a:p>
          <a:p>
            <a:pPr algn="l"/>
            <a:r>
              <a:rPr lang="pt-BR" sz="6800" b="1" dirty="0"/>
              <a:t>MAS É DIFÍCIL SEMPRE ANDAR</a:t>
            </a:r>
          </a:p>
        </p:txBody>
      </p:sp>
    </p:spTree>
    <p:extLst>
      <p:ext uri="{BB962C8B-B14F-4D97-AF65-F5344CB8AC3E}">
        <p14:creationId xmlns:p14="http://schemas.microsoft.com/office/powerpoint/2010/main" val="6088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942964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DEPOIS DE DURA CAMINHADA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PARA A CIDADE DE BELÉM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NÃO ENCONTRASTE LÁ POUSADA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MANDARAM-TE PASSAR ALÉM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136349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874942"/>
            <a:ext cx="11579578" cy="6338124"/>
          </a:xfrm>
        </p:spPr>
        <p:txBody>
          <a:bodyPr>
            <a:noAutofit/>
          </a:bodyPr>
          <a:lstStyle/>
          <a:p>
            <a:pPr algn="l"/>
            <a:r>
              <a:rPr lang="pt-BR" sz="6800" b="1" dirty="0"/>
              <a:t>MARIA, MÃE DOS CAMINHANTES</a:t>
            </a:r>
          </a:p>
          <a:p>
            <a:pPr algn="l"/>
            <a:r>
              <a:rPr lang="pt-BR" sz="6800" b="1" dirty="0"/>
              <a:t>ENSINA-NOS A CAMINHAR</a:t>
            </a:r>
          </a:p>
          <a:p>
            <a:pPr algn="l"/>
            <a:r>
              <a:rPr lang="pt-BR" sz="6800" b="1" dirty="0"/>
              <a:t>NÓS SOMOS TODOS VIAJANTES</a:t>
            </a:r>
          </a:p>
          <a:p>
            <a:pPr algn="l"/>
            <a:r>
              <a:rPr lang="pt-BR" sz="6800" b="1" dirty="0"/>
              <a:t>MAS É DIFÍCIL SEMPRE ANDAR</a:t>
            </a:r>
          </a:p>
        </p:txBody>
      </p:sp>
    </p:spTree>
    <p:extLst>
      <p:ext uri="{BB962C8B-B14F-4D97-AF65-F5344CB8AC3E}">
        <p14:creationId xmlns:p14="http://schemas.microsoft.com/office/powerpoint/2010/main" val="5463385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18285</TotalTime>
  <Words>817</Words>
  <Application>Microsoft Office PowerPoint</Application>
  <PresentationFormat>Widescreen</PresentationFormat>
  <Paragraphs>161</Paragraphs>
  <Slides>49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4" baseType="lpstr">
      <vt:lpstr>Arial</vt:lpstr>
      <vt:lpstr>Bookman Old Style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ALELUIA</vt:lpstr>
      <vt:lpstr>Apresentação do PowerPoint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63</cp:revision>
  <dcterms:created xsi:type="dcterms:W3CDTF">2023-05-06T17:01:55Z</dcterms:created>
  <dcterms:modified xsi:type="dcterms:W3CDTF">2025-10-26T16:45:53Z</dcterms:modified>
</cp:coreProperties>
</file>