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450" r:id="rId4"/>
    <p:sldId id="455" r:id="rId5"/>
    <p:sldId id="456" r:id="rId6"/>
    <p:sldId id="457" r:id="rId7"/>
    <p:sldId id="458" r:id="rId8"/>
    <p:sldId id="459" r:id="rId9"/>
    <p:sldId id="258" r:id="rId10"/>
    <p:sldId id="460" r:id="rId11"/>
    <p:sldId id="461" r:id="rId12"/>
    <p:sldId id="463" r:id="rId13"/>
    <p:sldId id="260" r:id="rId14"/>
    <p:sldId id="261" r:id="rId15"/>
    <p:sldId id="445" r:id="rId16"/>
    <p:sldId id="338" r:id="rId17"/>
    <p:sldId id="339" r:id="rId18"/>
    <p:sldId id="340" r:id="rId19"/>
    <p:sldId id="464" r:id="rId20"/>
    <p:sldId id="264" r:id="rId21"/>
    <p:sldId id="265" r:id="rId22"/>
    <p:sldId id="266" r:id="rId23"/>
    <p:sldId id="267" r:id="rId24"/>
    <p:sldId id="418" r:id="rId25"/>
    <p:sldId id="412" r:id="rId26"/>
    <p:sldId id="465" r:id="rId27"/>
    <p:sldId id="477" r:id="rId28"/>
    <p:sldId id="478" r:id="rId29"/>
    <p:sldId id="479" r:id="rId30"/>
    <p:sldId id="480" r:id="rId31"/>
    <p:sldId id="481" r:id="rId32"/>
    <p:sldId id="482" r:id="rId33"/>
    <p:sldId id="483" r:id="rId34"/>
    <p:sldId id="292" r:id="rId35"/>
    <p:sldId id="362" r:id="rId36"/>
    <p:sldId id="414" r:id="rId37"/>
    <p:sldId id="472" r:id="rId38"/>
    <p:sldId id="467" r:id="rId39"/>
    <p:sldId id="473" r:id="rId40"/>
    <p:sldId id="469" r:id="rId41"/>
    <p:sldId id="474" r:id="rId42"/>
    <p:sldId id="471" r:id="rId43"/>
    <p:sldId id="475" r:id="rId44"/>
    <p:sldId id="404" r:id="rId45"/>
    <p:sldId id="385" r:id="rId46"/>
    <p:sldId id="386" r:id="rId47"/>
    <p:sldId id="387" r:id="rId48"/>
    <p:sldId id="388" r:id="rId49"/>
    <p:sldId id="433" r:id="rId50"/>
    <p:sldId id="337" r:id="rId51"/>
    <p:sldId id="476" r:id="rId5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erto Silva" userId="b18dd494f9f6453e" providerId="LiveId" clId="{989AE692-E095-485F-9993-EFC1A6DCE638}"/>
    <pc:docChg chg="undo redo custSel addSld delSld modSld">
      <pc:chgData name="Roberto Silva" userId="b18dd494f9f6453e" providerId="LiveId" clId="{989AE692-E095-485F-9993-EFC1A6DCE638}" dt="2024-11-09T17:14:28.679" v="845"/>
      <pc:docMkLst>
        <pc:docMk/>
      </pc:docMkLst>
      <pc:sldChg chg="modSp mod">
        <pc:chgData name="Roberto Silva" userId="b18dd494f9f6453e" providerId="LiveId" clId="{989AE692-E095-485F-9993-EFC1A6DCE638}" dt="2024-11-09T16:51:11.547" v="364" actId="122"/>
        <pc:sldMkLst>
          <pc:docMk/>
          <pc:sldMk cId="337661645" sldId="261"/>
        </pc:sldMkLst>
        <pc:spChg chg="mod">
          <ac:chgData name="Roberto Silva" userId="b18dd494f9f6453e" providerId="LiveId" clId="{989AE692-E095-485F-9993-EFC1A6DCE638}" dt="2024-11-09T16:47:07.692" v="273" actId="20577"/>
          <ac:spMkLst>
            <pc:docMk/>
            <pc:sldMk cId="337661645" sldId="261"/>
            <ac:spMk id="2" creationId="{F0E406B4-85AC-B67B-F9E2-21AAF8067483}"/>
          </ac:spMkLst>
        </pc:spChg>
        <pc:spChg chg="mod">
          <ac:chgData name="Roberto Silva" userId="b18dd494f9f6453e" providerId="LiveId" clId="{989AE692-E095-485F-9993-EFC1A6DCE638}" dt="2024-11-09T16:51:11.547" v="364" actId="122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6:52:52.049" v="426" actId="20577"/>
        <pc:sldMkLst>
          <pc:docMk/>
          <pc:sldMk cId="3388034860" sldId="265"/>
        </pc:sldMkLst>
        <pc:spChg chg="mod">
          <ac:chgData name="Roberto Silva" userId="b18dd494f9f6453e" providerId="LiveId" clId="{989AE692-E095-485F-9993-EFC1A6DCE638}" dt="2024-11-09T16:52:52.049" v="426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6:53:51.099" v="514" actId="20577"/>
        <pc:sldMkLst>
          <pc:docMk/>
          <pc:sldMk cId="2671817442" sldId="267"/>
        </pc:sldMkLst>
        <pc:spChg chg="mod">
          <ac:chgData name="Roberto Silva" userId="b18dd494f9f6453e" providerId="LiveId" clId="{989AE692-E095-485F-9993-EFC1A6DCE638}" dt="2024-11-09T16:53:51.099" v="514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del mod">
        <pc:chgData name="Roberto Silva" userId="b18dd494f9f6453e" providerId="LiveId" clId="{989AE692-E095-485F-9993-EFC1A6DCE638}" dt="2024-11-09T17:12:25.233" v="792" actId="47"/>
        <pc:sldMkLst>
          <pc:docMk/>
          <pc:sldMk cId="2786277918" sldId="269"/>
        </pc:sldMkLst>
        <pc:spChg chg="mod">
          <ac:chgData name="Roberto Silva" userId="b18dd494f9f6453e" providerId="LiveId" clId="{989AE692-E095-485F-9993-EFC1A6DCE638}" dt="2024-11-09T16:54:28.257" v="539" actId="20577"/>
          <ac:spMkLst>
            <pc:docMk/>
            <pc:sldMk cId="2786277918" sldId="269"/>
            <ac:spMk id="2" creationId="{F0E406B4-85AC-B67B-F9E2-21AAF8067483}"/>
          </ac:spMkLst>
        </pc:spChg>
      </pc:sldChg>
      <pc:sldChg chg="modSp mod">
        <pc:chgData name="Roberto Silva" userId="b18dd494f9f6453e" providerId="LiveId" clId="{989AE692-E095-485F-9993-EFC1A6DCE638}" dt="2024-11-09T16:57:41.321" v="607" actId="20577"/>
        <pc:sldMkLst>
          <pc:docMk/>
          <pc:sldMk cId="1963412704" sldId="275"/>
        </pc:sldMkLst>
        <pc:spChg chg="mod">
          <ac:chgData name="Roberto Silva" userId="b18dd494f9f6453e" providerId="LiveId" clId="{989AE692-E095-485F-9993-EFC1A6DCE638}" dt="2024-11-09T16:57:41.321" v="607" actId="20577"/>
          <ac:spMkLst>
            <pc:docMk/>
            <pc:sldMk cId="1963412704" sldId="275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7:08:26.993" v="774" actId="404"/>
        <pc:sldMkLst>
          <pc:docMk/>
          <pc:sldMk cId="4141278968" sldId="337"/>
        </pc:sldMkLst>
        <pc:spChg chg="mod">
          <ac:chgData name="Roberto Silva" userId="b18dd494f9f6453e" providerId="LiveId" clId="{989AE692-E095-485F-9993-EFC1A6DCE638}" dt="2024-11-09T17:08:26.993" v="774" actId="404"/>
          <ac:spMkLst>
            <pc:docMk/>
            <pc:sldMk cId="4141278968" sldId="337"/>
            <ac:spMk id="3" creationId="{FC8F7E34-DB8C-1CEE-BAF4-E537563F9CD2}"/>
          </ac:spMkLst>
        </pc:spChg>
      </pc:sldChg>
      <pc:sldChg chg="addSp delSp modSp mod">
        <pc:chgData name="Roberto Silva" userId="b18dd494f9f6453e" providerId="LiveId" clId="{989AE692-E095-485F-9993-EFC1A6DCE638}" dt="2024-11-09T16:51:00.335" v="362" actId="120"/>
        <pc:sldMkLst>
          <pc:docMk/>
          <pc:sldMk cId="1733667129" sldId="338"/>
        </pc:sldMkLst>
        <pc:spChg chg="del">
          <ac:chgData name="Roberto Silva" userId="b18dd494f9f6453e" providerId="LiveId" clId="{989AE692-E095-485F-9993-EFC1A6DCE638}" dt="2024-11-09T16:50:02.184" v="342" actId="478"/>
          <ac:spMkLst>
            <pc:docMk/>
            <pc:sldMk cId="1733667129" sldId="338"/>
            <ac:spMk id="2" creationId="{F0E406B4-85AC-B67B-F9E2-21AAF8067483}"/>
          </ac:spMkLst>
        </pc:spChg>
        <pc:spChg chg="mod">
          <ac:chgData name="Roberto Silva" userId="b18dd494f9f6453e" providerId="LiveId" clId="{989AE692-E095-485F-9993-EFC1A6DCE638}" dt="2024-11-09T16:51:00.335" v="362" actId="120"/>
          <ac:spMkLst>
            <pc:docMk/>
            <pc:sldMk cId="1733667129" sldId="338"/>
            <ac:spMk id="3" creationId="{FC8F7E34-DB8C-1CEE-BAF4-E537563F9CD2}"/>
          </ac:spMkLst>
        </pc:spChg>
        <pc:spChg chg="add del mod">
          <ac:chgData name="Roberto Silva" userId="b18dd494f9f6453e" providerId="LiveId" clId="{989AE692-E095-485F-9993-EFC1A6DCE638}" dt="2024-11-09T16:50:12.050" v="343" actId="478"/>
          <ac:spMkLst>
            <pc:docMk/>
            <pc:sldMk cId="1733667129" sldId="338"/>
            <ac:spMk id="5" creationId="{CDF93E15-B239-4C87-99D3-44BB2E82590B}"/>
          </ac:spMkLst>
        </pc:spChg>
        <pc:spChg chg="add mod">
          <ac:chgData name="Roberto Silva" userId="b18dd494f9f6453e" providerId="LiveId" clId="{989AE692-E095-485F-9993-EFC1A6DCE638}" dt="2024-11-09T16:50:13.325" v="344"/>
          <ac:spMkLst>
            <pc:docMk/>
            <pc:sldMk cId="1733667129" sldId="338"/>
            <ac:spMk id="6" creationId="{1D5FF25B-3424-436A-ADE0-EDF0756BFF12}"/>
          </ac:spMkLst>
        </pc:spChg>
      </pc:sldChg>
      <pc:sldChg chg="addSp delSp modSp mod">
        <pc:chgData name="Roberto Silva" userId="b18dd494f9f6453e" providerId="LiveId" clId="{989AE692-E095-485F-9993-EFC1A6DCE638}" dt="2024-11-09T16:51:26.013" v="367" actId="1036"/>
        <pc:sldMkLst>
          <pc:docMk/>
          <pc:sldMk cId="2703894855" sldId="339"/>
        </pc:sldMkLst>
        <pc:spChg chg="del">
          <ac:chgData name="Roberto Silva" userId="b18dd494f9f6453e" providerId="LiveId" clId="{989AE692-E095-485F-9993-EFC1A6DCE638}" dt="2024-11-09T16:50:18.193" v="345" actId="478"/>
          <ac:spMkLst>
            <pc:docMk/>
            <pc:sldMk cId="2703894855" sldId="339"/>
            <ac:spMk id="2" creationId="{F0E406B4-85AC-B67B-F9E2-21AAF8067483}"/>
          </ac:spMkLst>
        </pc:spChg>
        <pc:spChg chg="mod">
          <ac:chgData name="Roberto Silva" userId="b18dd494f9f6453e" providerId="LiveId" clId="{989AE692-E095-485F-9993-EFC1A6DCE638}" dt="2024-11-09T16:51:26.013" v="367" actId="1036"/>
          <ac:spMkLst>
            <pc:docMk/>
            <pc:sldMk cId="2703894855" sldId="339"/>
            <ac:spMk id="3" creationId="{FC8F7E34-DB8C-1CEE-BAF4-E537563F9CD2}"/>
          </ac:spMkLst>
        </pc:spChg>
        <pc:spChg chg="add del mod">
          <ac:chgData name="Roberto Silva" userId="b18dd494f9f6453e" providerId="LiveId" clId="{989AE692-E095-485F-9993-EFC1A6DCE638}" dt="2024-11-09T16:50:24.423" v="346" actId="478"/>
          <ac:spMkLst>
            <pc:docMk/>
            <pc:sldMk cId="2703894855" sldId="339"/>
            <ac:spMk id="5" creationId="{D97E8899-0BCF-4A54-A4AD-2EC4286F2A72}"/>
          </ac:spMkLst>
        </pc:spChg>
        <pc:spChg chg="add mod">
          <ac:chgData name="Roberto Silva" userId="b18dd494f9f6453e" providerId="LiveId" clId="{989AE692-E095-485F-9993-EFC1A6DCE638}" dt="2024-11-09T16:50:25.343" v="347"/>
          <ac:spMkLst>
            <pc:docMk/>
            <pc:sldMk cId="2703894855" sldId="339"/>
            <ac:spMk id="6" creationId="{0B4C78A8-D22E-41BE-9699-50A6426139AB}"/>
          </ac:spMkLst>
        </pc:spChg>
      </pc:sldChg>
      <pc:sldChg chg="addSp delSp modSp mod">
        <pc:chgData name="Roberto Silva" userId="b18dd494f9f6453e" providerId="LiveId" clId="{989AE692-E095-485F-9993-EFC1A6DCE638}" dt="2024-11-09T16:51:36.280" v="372" actId="478"/>
        <pc:sldMkLst>
          <pc:docMk/>
          <pc:sldMk cId="641955455" sldId="340"/>
        </pc:sldMkLst>
        <pc:spChg chg="del">
          <ac:chgData name="Roberto Silva" userId="b18dd494f9f6453e" providerId="LiveId" clId="{989AE692-E095-485F-9993-EFC1A6DCE638}" dt="2024-11-09T16:51:32.930" v="368" actId="478"/>
          <ac:spMkLst>
            <pc:docMk/>
            <pc:sldMk cId="641955455" sldId="340"/>
            <ac:spMk id="2" creationId="{F0E406B4-85AC-B67B-F9E2-21AAF8067483}"/>
          </ac:spMkLst>
        </pc:spChg>
        <pc:spChg chg="mod">
          <ac:chgData name="Roberto Silva" userId="b18dd494f9f6453e" providerId="LiveId" clId="{989AE692-E095-485F-9993-EFC1A6DCE638}" dt="2024-11-09T16:51:21.046" v="365" actId="120"/>
          <ac:spMkLst>
            <pc:docMk/>
            <pc:sldMk cId="641955455" sldId="340"/>
            <ac:spMk id="3" creationId="{FC8F7E34-DB8C-1CEE-BAF4-E537563F9CD2}"/>
          </ac:spMkLst>
        </pc:spChg>
        <pc:spChg chg="add del mod">
          <ac:chgData name="Roberto Silva" userId="b18dd494f9f6453e" providerId="LiveId" clId="{989AE692-E095-485F-9993-EFC1A6DCE638}" dt="2024-11-09T16:51:36.280" v="372" actId="478"/>
          <ac:spMkLst>
            <pc:docMk/>
            <pc:sldMk cId="641955455" sldId="340"/>
            <ac:spMk id="5" creationId="{88361496-ED65-4186-8E66-566FC59113BD}"/>
          </ac:spMkLst>
        </pc:spChg>
        <pc:spChg chg="add mod">
          <ac:chgData name="Roberto Silva" userId="b18dd494f9f6453e" providerId="LiveId" clId="{989AE692-E095-485F-9993-EFC1A6DCE638}" dt="2024-11-09T16:51:33.296" v="370" actId="27636"/>
          <ac:spMkLst>
            <pc:docMk/>
            <pc:sldMk cId="641955455" sldId="340"/>
            <ac:spMk id="6" creationId="{7F6A55B1-2FF8-4A2D-9AF7-6710EE40AE51}"/>
          </ac:spMkLst>
        </pc:spChg>
      </pc:sldChg>
      <pc:sldChg chg="modSp mod">
        <pc:chgData name="Roberto Silva" userId="b18dd494f9f6453e" providerId="LiveId" clId="{989AE692-E095-485F-9993-EFC1A6DCE638}" dt="2024-11-09T16:33:01.272" v="14" actId="2711"/>
        <pc:sldMkLst>
          <pc:docMk/>
          <pc:sldMk cId="880466366" sldId="354"/>
        </pc:sldMkLst>
        <pc:spChg chg="mod">
          <ac:chgData name="Roberto Silva" userId="b18dd494f9f6453e" providerId="LiveId" clId="{989AE692-E095-485F-9993-EFC1A6DCE638}" dt="2024-11-09T16:33:01.272" v="14" actId="2711"/>
          <ac:spMkLst>
            <pc:docMk/>
            <pc:sldMk cId="880466366" sldId="354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7:05:23.593" v="725" actId="122"/>
        <pc:sldMkLst>
          <pc:docMk/>
          <pc:sldMk cId="2304799739" sldId="362"/>
        </pc:sldMkLst>
        <pc:spChg chg="mod">
          <ac:chgData name="Roberto Silva" userId="b18dd494f9f6453e" providerId="LiveId" clId="{989AE692-E095-485F-9993-EFC1A6DCE638}" dt="2024-11-09T17:05:23.593" v="725" actId="122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6:59:53.449" v="633" actId="20577"/>
        <pc:sldMkLst>
          <pc:docMk/>
          <pc:sldMk cId="496775209" sldId="363"/>
        </pc:sldMkLst>
        <pc:spChg chg="mod">
          <ac:chgData name="Roberto Silva" userId="b18dd494f9f6453e" providerId="LiveId" clId="{989AE692-E095-485F-9993-EFC1A6DCE638}" dt="2024-11-09T16:59:53.449" v="633" actId="20577"/>
          <ac:spMkLst>
            <pc:docMk/>
            <pc:sldMk cId="496775209" sldId="363"/>
            <ac:spMk id="3" creationId="{FC8F7E34-DB8C-1CEE-BAF4-E537563F9CD2}"/>
          </ac:spMkLst>
        </pc:spChg>
      </pc:sldChg>
      <pc:sldChg chg="addSp delSp modSp mod">
        <pc:chgData name="Roberto Silva" userId="b18dd494f9f6453e" providerId="LiveId" clId="{989AE692-E095-485F-9993-EFC1A6DCE638}" dt="2024-11-09T16:40:19.367" v="83" actId="1076"/>
        <pc:sldMkLst>
          <pc:docMk/>
          <pc:sldMk cId="725659120" sldId="375"/>
        </pc:sldMkLst>
        <pc:spChg chg="add del mod">
          <ac:chgData name="Roberto Silva" userId="b18dd494f9f6453e" providerId="LiveId" clId="{989AE692-E095-485F-9993-EFC1A6DCE638}" dt="2024-11-09T16:40:14.499" v="82" actId="1036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Roberto Silva" userId="b18dd494f9f6453e" providerId="LiveId" clId="{989AE692-E095-485F-9993-EFC1A6DCE638}" dt="2024-11-09T16:40:19.367" v="83" actId="1076"/>
          <ac:spMkLst>
            <pc:docMk/>
            <pc:sldMk cId="725659120" sldId="375"/>
            <ac:spMk id="4" creationId="{6BC42A13-94D8-1373-BB98-025A5C022561}"/>
          </ac:spMkLst>
        </pc:spChg>
        <pc:picChg chg="add del">
          <ac:chgData name="Roberto Silva" userId="b18dd494f9f6453e" providerId="LiveId" clId="{989AE692-E095-485F-9993-EFC1A6DCE638}" dt="2024-11-09T16:37:56.534" v="72" actId="478"/>
          <ac:picMkLst>
            <pc:docMk/>
            <pc:sldMk cId="725659120" sldId="375"/>
            <ac:picMk id="2" creationId="{D37CFCA1-EF54-4333-B88D-E5852B093E4C}"/>
          </ac:picMkLst>
        </pc:picChg>
        <pc:picChg chg="del">
          <ac:chgData name="Roberto Silva" userId="b18dd494f9f6453e" providerId="LiveId" clId="{989AE692-E095-485F-9993-EFC1A6DCE638}" dt="2024-11-09T16:37:51.025" v="70" actId="478"/>
          <ac:picMkLst>
            <pc:docMk/>
            <pc:sldMk cId="725659120" sldId="375"/>
            <ac:picMk id="1026" creationId="{89548EBA-A1AA-8A74-3B5A-D34F9481F00B}"/>
          </ac:picMkLst>
        </pc:picChg>
        <pc:picChg chg="add mod">
          <ac:chgData name="Roberto Silva" userId="b18dd494f9f6453e" providerId="LiveId" clId="{989AE692-E095-485F-9993-EFC1A6DCE638}" dt="2024-11-09T16:39:47.632" v="74" actId="167"/>
          <ac:picMkLst>
            <pc:docMk/>
            <pc:sldMk cId="725659120" sldId="375"/>
            <ac:picMk id="1028" creationId="{DAEF1A65-0B56-495F-B882-E0301E0D8050}"/>
          </ac:picMkLst>
        </pc:picChg>
      </pc:sldChg>
      <pc:sldChg chg="modSp mod">
        <pc:chgData name="Roberto Silva" userId="b18dd494f9f6453e" providerId="LiveId" clId="{989AE692-E095-485F-9993-EFC1A6DCE638}" dt="2024-11-09T16:32:18.352" v="5" actId="27636"/>
        <pc:sldMkLst>
          <pc:docMk/>
          <pc:sldMk cId="4243718677" sldId="388"/>
        </pc:sldMkLst>
        <pc:spChg chg="mod">
          <ac:chgData name="Roberto Silva" userId="b18dd494f9f6453e" providerId="LiveId" clId="{989AE692-E095-485F-9993-EFC1A6DCE638}" dt="2024-11-09T16:32:18.352" v="5" actId="27636"/>
          <ac:spMkLst>
            <pc:docMk/>
            <pc:sldMk cId="4243718677" sldId="388"/>
            <ac:spMk id="3" creationId="{FC8F7E34-DB8C-1CEE-BAF4-E537563F9CD2}"/>
          </ac:spMkLst>
        </pc:spChg>
      </pc:sldChg>
      <pc:sldChg chg="modSp del mod">
        <pc:chgData name="Roberto Silva" userId="b18dd494f9f6453e" providerId="LiveId" clId="{989AE692-E095-485F-9993-EFC1A6DCE638}" dt="2024-11-09T16:46:19.033" v="257" actId="47"/>
        <pc:sldMkLst>
          <pc:docMk/>
          <pc:sldMk cId="1426477925" sldId="397"/>
        </pc:sldMkLst>
        <pc:spChg chg="mod">
          <ac:chgData name="Roberto Silva" userId="b18dd494f9f6453e" providerId="LiveId" clId="{989AE692-E095-485F-9993-EFC1A6DCE638}" dt="2024-11-09T16:43:13.561" v="111" actId="122"/>
          <ac:spMkLst>
            <pc:docMk/>
            <pc:sldMk cId="1426477925" sldId="397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7:14:17.769" v="844" actId="20577"/>
        <pc:sldMkLst>
          <pc:docMk/>
          <pc:sldMk cId="572362796" sldId="412"/>
        </pc:sldMkLst>
        <pc:spChg chg="mod">
          <ac:chgData name="Roberto Silva" userId="b18dd494f9f6453e" providerId="LiveId" clId="{989AE692-E095-485F-9993-EFC1A6DCE638}" dt="2024-11-09T17:14:17.769" v="844" actId="20577"/>
          <ac:spMkLst>
            <pc:docMk/>
            <pc:sldMk cId="572362796" sldId="412"/>
            <ac:spMk id="3" creationId="{FC8F7E34-DB8C-1CEE-BAF4-E537563F9CD2}"/>
          </ac:spMkLst>
        </pc:spChg>
      </pc:sldChg>
      <pc:sldChg chg="modSp mod">
        <pc:chgData name="Roberto Silva" userId="b18dd494f9f6453e" providerId="LiveId" clId="{989AE692-E095-485F-9993-EFC1A6DCE638}" dt="2024-11-09T17:05:10.806" v="721" actId="403"/>
        <pc:sldMkLst>
          <pc:docMk/>
          <pc:sldMk cId="3606871705" sldId="414"/>
        </pc:sldMkLst>
        <pc:spChg chg="mod">
          <ac:chgData name="Roberto Silva" userId="b18dd494f9f6453e" providerId="LiveId" clId="{989AE692-E095-485F-9993-EFC1A6DCE638}" dt="2024-11-09T17:05:10.806" v="721" actId="403"/>
          <ac:spMkLst>
            <pc:docMk/>
            <pc:sldMk cId="3606871705" sldId="414"/>
            <ac:spMk id="3" creationId="{FC8F7E34-DB8C-1CEE-BAF4-E537563F9CD2}"/>
          </ac:spMkLst>
        </pc:spChg>
      </pc:sldChg>
      <pc:sldChg chg="del">
        <pc:chgData name="Roberto Silva" userId="b18dd494f9f6453e" providerId="LiveId" clId="{989AE692-E095-485F-9993-EFC1A6DCE638}" dt="2024-11-09T17:01:51.425" v="664" actId="47"/>
        <pc:sldMkLst>
          <pc:docMk/>
          <pc:sldMk cId="2415249330" sldId="415"/>
        </pc:sldMkLst>
      </pc:sldChg>
      <pc:sldChg chg="del">
        <pc:chgData name="Roberto Silva" userId="b18dd494f9f6453e" providerId="LiveId" clId="{989AE692-E095-485F-9993-EFC1A6DCE638}" dt="2024-11-09T17:01:51.425" v="664" actId="47"/>
        <pc:sldMkLst>
          <pc:docMk/>
          <pc:sldMk cId="3975066000" sldId="416"/>
        </pc:sldMkLst>
      </pc:sldChg>
      <pc:sldChg chg="del">
        <pc:chgData name="Roberto Silva" userId="b18dd494f9f6453e" providerId="LiveId" clId="{989AE692-E095-485F-9993-EFC1A6DCE638}" dt="2024-11-09T16:43:19.399" v="112" actId="47"/>
        <pc:sldMkLst>
          <pc:docMk/>
          <pc:sldMk cId="2319969909" sldId="422"/>
        </pc:sldMkLst>
      </pc:sldChg>
      <pc:sldChg chg="del">
        <pc:chgData name="Roberto Silva" userId="b18dd494f9f6453e" providerId="LiveId" clId="{989AE692-E095-485F-9993-EFC1A6DCE638}" dt="2024-11-09T16:55:00.715" v="540" actId="47"/>
        <pc:sldMkLst>
          <pc:docMk/>
          <pc:sldMk cId="411870148" sldId="423"/>
        </pc:sldMkLst>
      </pc:sldChg>
      <pc:sldChg chg="del">
        <pc:chgData name="Roberto Silva" userId="b18dd494f9f6453e" providerId="LiveId" clId="{989AE692-E095-485F-9993-EFC1A6DCE638}" dt="2024-11-09T16:55:00.715" v="540" actId="47"/>
        <pc:sldMkLst>
          <pc:docMk/>
          <pc:sldMk cId="3397306447" sldId="424"/>
        </pc:sldMkLst>
      </pc:sldChg>
      <pc:sldChg chg="del">
        <pc:chgData name="Roberto Silva" userId="b18dd494f9f6453e" providerId="LiveId" clId="{989AE692-E095-485F-9993-EFC1A6DCE638}" dt="2024-11-09T16:55:00.715" v="540" actId="47"/>
        <pc:sldMkLst>
          <pc:docMk/>
          <pc:sldMk cId="3980373218" sldId="425"/>
        </pc:sldMkLst>
      </pc:sldChg>
      <pc:sldChg chg="del">
        <pc:chgData name="Roberto Silva" userId="b18dd494f9f6453e" providerId="LiveId" clId="{989AE692-E095-485F-9993-EFC1A6DCE638}" dt="2024-11-09T16:55:00.715" v="540" actId="47"/>
        <pc:sldMkLst>
          <pc:docMk/>
          <pc:sldMk cId="1401418091" sldId="426"/>
        </pc:sldMkLst>
      </pc:sldChg>
      <pc:sldChg chg="del">
        <pc:chgData name="Roberto Silva" userId="b18dd494f9f6453e" providerId="LiveId" clId="{989AE692-E095-485F-9993-EFC1A6DCE638}" dt="2024-11-09T17:01:44.892" v="663" actId="47"/>
        <pc:sldMkLst>
          <pc:docMk/>
          <pc:sldMk cId="153170317" sldId="427"/>
        </pc:sldMkLst>
      </pc:sldChg>
      <pc:sldChg chg="del">
        <pc:chgData name="Roberto Silva" userId="b18dd494f9f6453e" providerId="LiveId" clId="{989AE692-E095-485F-9993-EFC1A6DCE638}" dt="2024-11-09T17:01:51.425" v="664" actId="47"/>
        <pc:sldMkLst>
          <pc:docMk/>
          <pc:sldMk cId="300113382" sldId="428"/>
        </pc:sldMkLst>
      </pc:sldChg>
      <pc:sldChg chg="del">
        <pc:chgData name="Roberto Silva" userId="b18dd494f9f6453e" providerId="LiveId" clId="{989AE692-E095-485F-9993-EFC1A6DCE638}" dt="2024-11-09T17:01:51.425" v="664" actId="47"/>
        <pc:sldMkLst>
          <pc:docMk/>
          <pc:sldMk cId="531555187" sldId="429"/>
        </pc:sldMkLst>
      </pc:sldChg>
      <pc:sldChg chg="del">
        <pc:chgData name="Roberto Silva" userId="b18dd494f9f6453e" providerId="LiveId" clId="{989AE692-E095-485F-9993-EFC1A6DCE638}" dt="2024-11-09T17:01:51.425" v="664" actId="47"/>
        <pc:sldMkLst>
          <pc:docMk/>
          <pc:sldMk cId="2162873918" sldId="430"/>
        </pc:sldMkLst>
      </pc:sldChg>
      <pc:sldChg chg="del">
        <pc:chgData name="Roberto Silva" userId="b18dd494f9f6453e" providerId="LiveId" clId="{989AE692-E095-485F-9993-EFC1A6DCE638}" dt="2024-11-09T17:01:51.425" v="664" actId="47"/>
        <pc:sldMkLst>
          <pc:docMk/>
          <pc:sldMk cId="3855727790" sldId="431"/>
        </pc:sldMkLst>
      </pc:sldChg>
      <pc:sldChg chg="del">
        <pc:chgData name="Roberto Silva" userId="b18dd494f9f6453e" providerId="LiveId" clId="{989AE692-E095-485F-9993-EFC1A6DCE638}" dt="2024-11-09T16:55:00.715" v="540" actId="47"/>
        <pc:sldMkLst>
          <pc:docMk/>
          <pc:sldMk cId="384700136" sldId="434"/>
        </pc:sldMkLst>
      </pc:sldChg>
      <pc:sldChg chg="addSp delSp modSp mod">
        <pc:chgData name="Roberto Silva" userId="b18dd494f9f6453e" providerId="LiveId" clId="{989AE692-E095-485F-9993-EFC1A6DCE638}" dt="2024-11-09T16:51:05.719" v="363" actId="120"/>
        <pc:sldMkLst>
          <pc:docMk/>
          <pc:sldMk cId="827012416" sldId="445"/>
        </pc:sldMkLst>
        <pc:spChg chg="del">
          <ac:chgData name="Roberto Silva" userId="b18dd494f9f6453e" providerId="LiveId" clId="{989AE692-E095-485F-9993-EFC1A6DCE638}" dt="2024-11-09T16:49:44.479" v="336" actId="478"/>
          <ac:spMkLst>
            <pc:docMk/>
            <pc:sldMk cId="827012416" sldId="445"/>
            <ac:spMk id="2" creationId="{5593A666-4511-2DF4-08E3-9530EB9D20C3}"/>
          </ac:spMkLst>
        </pc:spChg>
        <pc:spChg chg="mod">
          <ac:chgData name="Roberto Silva" userId="b18dd494f9f6453e" providerId="LiveId" clId="{989AE692-E095-485F-9993-EFC1A6DCE638}" dt="2024-11-09T16:51:05.719" v="363" actId="120"/>
          <ac:spMkLst>
            <pc:docMk/>
            <pc:sldMk cId="827012416" sldId="445"/>
            <ac:spMk id="3" creationId="{6B9B489E-9CFA-DE6F-8647-70A7BF474337}"/>
          </ac:spMkLst>
        </pc:spChg>
        <pc:spChg chg="add del mod">
          <ac:chgData name="Roberto Silva" userId="b18dd494f9f6453e" providerId="LiveId" clId="{989AE692-E095-485F-9993-EFC1A6DCE638}" dt="2024-11-09T16:49:48.717" v="340" actId="478"/>
          <ac:spMkLst>
            <pc:docMk/>
            <pc:sldMk cId="827012416" sldId="445"/>
            <ac:spMk id="5" creationId="{CC5E180B-80C9-4615-B0AC-0778425859B3}"/>
          </ac:spMkLst>
        </pc:spChg>
        <pc:spChg chg="add mod">
          <ac:chgData name="Roberto Silva" userId="b18dd494f9f6453e" providerId="LiveId" clId="{989AE692-E095-485F-9993-EFC1A6DCE638}" dt="2024-11-09T16:49:45.313" v="338" actId="27636"/>
          <ac:spMkLst>
            <pc:docMk/>
            <pc:sldMk cId="827012416" sldId="445"/>
            <ac:spMk id="6" creationId="{9392713C-22BC-4991-AAFB-C729723A0F21}"/>
          </ac:spMkLst>
        </pc:spChg>
      </pc:sldChg>
      <pc:sldChg chg="del">
        <pc:chgData name="Roberto Silva" userId="b18dd494f9f6453e" providerId="LiveId" clId="{989AE692-E095-485F-9993-EFC1A6DCE638}" dt="2024-11-09T16:49:24.035" v="334" actId="47"/>
        <pc:sldMkLst>
          <pc:docMk/>
          <pc:sldMk cId="2340107305" sldId="446"/>
        </pc:sldMkLst>
      </pc:sldChg>
      <pc:sldChg chg="modSp del mod">
        <pc:chgData name="Roberto Silva" userId="b18dd494f9f6453e" providerId="LiveId" clId="{989AE692-E095-485F-9993-EFC1A6DCE638}" dt="2024-11-09T16:49:25.961" v="335" actId="47"/>
        <pc:sldMkLst>
          <pc:docMk/>
          <pc:sldMk cId="3839716359" sldId="447"/>
        </pc:sldMkLst>
        <pc:spChg chg="mod">
          <ac:chgData name="Roberto Silva" userId="b18dd494f9f6453e" providerId="LiveId" clId="{989AE692-E095-485F-9993-EFC1A6DCE638}" dt="2024-11-09T16:49:10.881" v="331" actId="21"/>
          <ac:spMkLst>
            <pc:docMk/>
            <pc:sldMk cId="3839716359" sldId="447"/>
            <ac:spMk id="3" creationId="{0BA1C678-DAE4-1EBB-BAD0-1535855C2EEC}"/>
          </ac:spMkLst>
        </pc:spChg>
      </pc:sldChg>
      <pc:sldChg chg="del">
        <pc:chgData name="Roberto Silva" userId="b18dd494f9f6453e" providerId="LiveId" clId="{989AE692-E095-485F-9993-EFC1A6DCE638}" dt="2024-11-09T16:49:52.277" v="341" actId="47"/>
        <pc:sldMkLst>
          <pc:docMk/>
          <pc:sldMk cId="42734301" sldId="448"/>
        </pc:sldMkLst>
      </pc:sldChg>
      <pc:sldChg chg="del">
        <pc:chgData name="Roberto Silva" userId="b18dd494f9f6453e" providerId="LiveId" clId="{989AE692-E095-485F-9993-EFC1A6DCE638}" dt="2024-11-09T16:50:52.695" v="361" actId="47"/>
        <pc:sldMkLst>
          <pc:docMk/>
          <pc:sldMk cId="512598529" sldId="449"/>
        </pc:sldMkLst>
      </pc:sldChg>
      <pc:sldChg chg="modSp mod">
        <pc:chgData name="Roberto Silva" userId="b18dd494f9f6453e" providerId="LiveId" clId="{989AE692-E095-485F-9993-EFC1A6DCE638}" dt="2024-11-09T16:33:18.061" v="16" actId="2711"/>
        <pc:sldMkLst>
          <pc:docMk/>
          <pc:sldMk cId="4288716282" sldId="450"/>
        </pc:sldMkLst>
        <pc:spChg chg="mod">
          <ac:chgData name="Roberto Silva" userId="b18dd494f9f6453e" providerId="LiveId" clId="{989AE692-E095-485F-9993-EFC1A6DCE638}" dt="2024-11-09T16:33:18.061" v="16" actId="2711"/>
          <ac:spMkLst>
            <pc:docMk/>
            <pc:sldMk cId="4288716282" sldId="450"/>
            <ac:spMk id="3" creationId="{FC8F7E34-DB8C-1CEE-BAF4-E537563F9CD2}"/>
          </ac:spMkLst>
        </pc:spChg>
      </pc:sldChg>
      <pc:sldChg chg="del">
        <pc:chgData name="Roberto Silva" userId="b18dd494f9f6453e" providerId="LiveId" clId="{989AE692-E095-485F-9993-EFC1A6DCE638}" dt="2024-11-09T16:33:51.494" v="19" actId="47"/>
        <pc:sldMkLst>
          <pc:docMk/>
          <pc:sldMk cId="1322884125" sldId="451"/>
        </pc:sldMkLst>
      </pc:sldChg>
      <pc:sldChg chg="del">
        <pc:chgData name="Roberto Silva" userId="b18dd494f9f6453e" providerId="LiveId" clId="{989AE692-E095-485F-9993-EFC1A6DCE638}" dt="2024-11-09T17:07:12.112" v="757" actId="47"/>
        <pc:sldMkLst>
          <pc:docMk/>
          <pc:sldMk cId="1495146726" sldId="452"/>
        </pc:sldMkLst>
      </pc:sldChg>
      <pc:sldChg chg="modSp del mod">
        <pc:chgData name="Roberto Silva" userId="b18dd494f9f6453e" providerId="LiveId" clId="{989AE692-E095-485F-9993-EFC1A6DCE638}" dt="2024-11-09T17:07:27.621" v="759" actId="47"/>
        <pc:sldMkLst>
          <pc:docMk/>
          <pc:sldMk cId="2453088623" sldId="453"/>
        </pc:sldMkLst>
        <pc:spChg chg="mod">
          <ac:chgData name="Roberto Silva" userId="b18dd494f9f6453e" providerId="LiveId" clId="{989AE692-E095-485F-9993-EFC1A6DCE638}" dt="2024-11-09T17:07:25.389" v="758"/>
          <ac:spMkLst>
            <pc:docMk/>
            <pc:sldMk cId="2453088623" sldId="453"/>
            <ac:spMk id="3" creationId="{FC8F7E34-DB8C-1CEE-BAF4-E537563F9CD2}"/>
          </ac:spMkLst>
        </pc:spChg>
      </pc:sldChg>
      <pc:sldChg chg="del">
        <pc:chgData name="Roberto Silva" userId="b18dd494f9f6453e" providerId="LiveId" clId="{989AE692-E095-485F-9993-EFC1A6DCE638}" dt="2024-11-09T17:07:10.475" v="756" actId="47"/>
        <pc:sldMkLst>
          <pc:docMk/>
          <pc:sldMk cId="1128083522" sldId="454"/>
        </pc:sldMkLst>
      </pc:sldChg>
      <pc:sldChg chg="add">
        <pc:chgData name="Roberto Silva" userId="b18dd494f9f6453e" providerId="LiveId" clId="{989AE692-E095-485F-9993-EFC1A6DCE638}" dt="2024-11-09T16:33:45.984" v="17"/>
        <pc:sldMkLst>
          <pc:docMk/>
          <pc:sldMk cId="1441349758" sldId="455"/>
        </pc:sldMkLst>
      </pc:sldChg>
      <pc:sldChg chg="modSp add mod">
        <pc:chgData name="Roberto Silva" userId="b18dd494f9f6453e" providerId="LiveId" clId="{989AE692-E095-485F-9993-EFC1A6DCE638}" dt="2024-11-09T16:34:10.884" v="25"/>
        <pc:sldMkLst>
          <pc:docMk/>
          <pc:sldMk cId="564149338" sldId="456"/>
        </pc:sldMkLst>
        <pc:spChg chg="mod">
          <ac:chgData name="Roberto Silva" userId="b18dd494f9f6453e" providerId="LiveId" clId="{989AE692-E095-485F-9993-EFC1A6DCE638}" dt="2024-11-09T16:34:10.884" v="25"/>
          <ac:spMkLst>
            <pc:docMk/>
            <pc:sldMk cId="564149338" sldId="456"/>
            <ac:spMk id="3" creationId="{FC8F7E34-DB8C-1CEE-BAF4-E537563F9CD2}"/>
          </ac:spMkLst>
        </pc:spChg>
      </pc:sldChg>
      <pc:sldChg chg="add">
        <pc:chgData name="Roberto Silva" userId="b18dd494f9f6453e" providerId="LiveId" clId="{989AE692-E095-485F-9993-EFC1A6DCE638}" dt="2024-11-09T16:34:32.094" v="26"/>
        <pc:sldMkLst>
          <pc:docMk/>
          <pc:sldMk cId="802662335" sldId="457"/>
        </pc:sldMkLst>
      </pc:sldChg>
      <pc:sldChg chg="modSp add mod">
        <pc:chgData name="Roberto Silva" userId="b18dd494f9f6453e" providerId="LiveId" clId="{989AE692-E095-485F-9993-EFC1A6DCE638}" dt="2024-11-09T16:35:02.578" v="33"/>
        <pc:sldMkLst>
          <pc:docMk/>
          <pc:sldMk cId="3140819050" sldId="458"/>
        </pc:sldMkLst>
        <pc:spChg chg="mod">
          <ac:chgData name="Roberto Silva" userId="b18dd494f9f6453e" providerId="LiveId" clId="{989AE692-E095-485F-9993-EFC1A6DCE638}" dt="2024-11-09T16:35:02.578" v="33"/>
          <ac:spMkLst>
            <pc:docMk/>
            <pc:sldMk cId="3140819050" sldId="458"/>
            <ac:spMk id="3" creationId="{FC8F7E34-DB8C-1CEE-BAF4-E537563F9CD2}"/>
          </ac:spMkLst>
        </pc:spChg>
      </pc:sldChg>
      <pc:sldChg chg="add">
        <pc:chgData name="Roberto Silva" userId="b18dd494f9f6453e" providerId="LiveId" clId="{989AE692-E095-485F-9993-EFC1A6DCE638}" dt="2024-11-09T16:35:10.876" v="34"/>
        <pc:sldMkLst>
          <pc:docMk/>
          <pc:sldMk cId="1562838854" sldId="459"/>
        </pc:sldMkLst>
      </pc:sldChg>
      <pc:sldChg chg="modSp add mod">
        <pc:chgData name="Roberto Silva" userId="b18dd494f9f6453e" providerId="LiveId" clId="{989AE692-E095-485F-9993-EFC1A6DCE638}" dt="2024-11-09T16:45:29.606" v="200" actId="20577"/>
        <pc:sldMkLst>
          <pc:docMk/>
          <pc:sldMk cId="4241994554" sldId="460"/>
        </pc:sldMkLst>
        <pc:spChg chg="mod">
          <ac:chgData name="Roberto Silva" userId="b18dd494f9f6453e" providerId="LiveId" clId="{989AE692-E095-485F-9993-EFC1A6DCE638}" dt="2024-11-09T16:45:29.606" v="200" actId="20577"/>
          <ac:spMkLst>
            <pc:docMk/>
            <pc:sldMk cId="4241994554" sldId="460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989AE692-E095-485F-9993-EFC1A6DCE638}" dt="2024-11-09T16:46:05.259" v="256"/>
        <pc:sldMkLst>
          <pc:docMk/>
          <pc:sldMk cId="2300070243" sldId="461"/>
        </pc:sldMkLst>
        <pc:spChg chg="mod">
          <ac:chgData name="Roberto Silva" userId="b18dd494f9f6453e" providerId="LiveId" clId="{989AE692-E095-485F-9993-EFC1A6DCE638}" dt="2024-11-09T16:46:05.259" v="256"/>
          <ac:spMkLst>
            <pc:docMk/>
            <pc:sldMk cId="2300070243" sldId="461"/>
            <ac:spMk id="3" creationId="{FC8F7E34-DB8C-1CEE-BAF4-E537563F9CD2}"/>
          </ac:spMkLst>
        </pc:spChg>
      </pc:sldChg>
      <pc:sldChg chg="modSp add del mod">
        <pc:chgData name="Roberto Silva" userId="b18dd494f9f6453e" providerId="LiveId" clId="{989AE692-E095-485F-9993-EFC1A6DCE638}" dt="2024-11-09T16:45:43.659" v="202" actId="47"/>
        <pc:sldMkLst>
          <pc:docMk/>
          <pc:sldMk cId="590633782" sldId="462"/>
        </pc:sldMkLst>
        <pc:spChg chg="mod">
          <ac:chgData name="Roberto Silva" userId="b18dd494f9f6453e" providerId="LiveId" clId="{989AE692-E095-485F-9993-EFC1A6DCE638}" dt="2024-11-09T16:43:53.593" v="164"/>
          <ac:spMkLst>
            <pc:docMk/>
            <pc:sldMk cId="590633782" sldId="462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989AE692-E095-485F-9993-EFC1A6DCE638}" dt="2024-11-09T16:46:23.828" v="259" actId="20577"/>
        <pc:sldMkLst>
          <pc:docMk/>
          <pc:sldMk cId="1118256512" sldId="463"/>
        </pc:sldMkLst>
        <pc:spChg chg="mod">
          <ac:chgData name="Roberto Silva" userId="b18dd494f9f6453e" providerId="LiveId" clId="{989AE692-E095-485F-9993-EFC1A6DCE638}" dt="2024-11-09T16:46:23.828" v="259" actId="20577"/>
          <ac:spMkLst>
            <pc:docMk/>
            <pc:sldMk cId="1118256512" sldId="463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989AE692-E095-485F-9993-EFC1A6DCE638}" dt="2024-11-09T16:51:57.418" v="387" actId="1035"/>
        <pc:sldMkLst>
          <pc:docMk/>
          <pc:sldMk cId="3278313917" sldId="464"/>
        </pc:sldMkLst>
        <pc:spChg chg="mod">
          <ac:chgData name="Roberto Silva" userId="b18dd494f9f6453e" providerId="LiveId" clId="{989AE692-E095-485F-9993-EFC1A6DCE638}" dt="2024-11-09T16:51:57.418" v="387" actId="1035"/>
          <ac:spMkLst>
            <pc:docMk/>
            <pc:sldMk cId="3278313917" sldId="464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989AE692-E095-485F-9993-EFC1A6DCE638}" dt="2024-11-09T17:12:51.060" v="801" actId="20577"/>
        <pc:sldMkLst>
          <pc:docMk/>
          <pc:sldMk cId="831858853" sldId="465"/>
        </pc:sldMkLst>
        <pc:spChg chg="mod">
          <ac:chgData name="Roberto Silva" userId="b18dd494f9f6453e" providerId="LiveId" clId="{989AE692-E095-485F-9993-EFC1A6DCE638}" dt="2024-11-09T17:12:51.060" v="801" actId="20577"/>
          <ac:spMkLst>
            <pc:docMk/>
            <pc:sldMk cId="831858853" sldId="465"/>
            <ac:spMk id="3" creationId="{FC8F7E34-DB8C-1CEE-BAF4-E537563F9CD2}"/>
          </ac:spMkLst>
        </pc:spChg>
      </pc:sldChg>
      <pc:sldChg chg="modSp add del mod">
        <pc:chgData name="Roberto Silva" userId="b18dd494f9f6453e" providerId="LiveId" clId="{989AE692-E095-485F-9993-EFC1A6DCE638}" dt="2024-11-09T16:59:44.424" v="630" actId="47"/>
        <pc:sldMkLst>
          <pc:docMk/>
          <pc:sldMk cId="923034241" sldId="466"/>
        </pc:sldMkLst>
        <pc:spChg chg="mod">
          <ac:chgData name="Roberto Silva" userId="b18dd494f9f6453e" providerId="LiveId" clId="{989AE692-E095-485F-9993-EFC1A6DCE638}" dt="2024-11-09T16:59:13.927" v="620"/>
          <ac:spMkLst>
            <pc:docMk/>
            <pc:sldMk cId="923034241" sldId="466"/>
            <ac:spMk id="3" creationId="{FC8F7E34-DB8C-1CEE-BAF4-E537563F9CD2}"/>
          </ac:spMkLst>
        </pc:spChg>
      </pc:sldChg>
      <pc:sldChg chg="add del">
        <pc:chgData name="Roberto Silva" userId="b18dd494f9f6453e" providerId="LiveId" clId="{989AE692-E095-485F-9993-EFC1A6DCE638}" dt="2024-11-09T17:05:00.693" v="720" actId="47"/>
        <pc:sldMkLst>
          <pc:docMk/>
          <pc:sldMk cId="2003933005" sldId="466"/>
        </pc:sldMkLst>
      </pc:sldChg>
      <pc:sldChg chg="modSp add mod">
        <pc:chgData name="Roberto Silva" userId="b18dd494f9f6453e" providerId="LiveId" clId="{989AE692-E095-485F-9993-EFC1A6DCE638}" dt="2024-11-09T17:04:27.855" v="710" actId="403"/>
        <pc:sldMkLst>
          <pc:docMk/>
          <pc:sldMk cId="2043584621" sldId="467"/>
        </pc:sldMkLst>
        <pc:spChg chg="mod">
          <ac:chgData name="Roberto Silva" userId="b18dd494f9f6453e" providerId="LiveId" clId="{989AE692-E095-485F-9993-EFC1A6DCE638}" dt="2024-11-09T17:04:27.855" v="710" actId="403"/>
          <ac:spMkLst>
            <pc:docMk/>
            <pc:sldMk cId="2043584621" sldId="467"/>
            <ac:spMk id="3" creationId="{FC8F7E34-DB8C-1CEE-BAF4-E537563F9CD2}"/>
          </ac:spMkLst>
        </pc:spChg>
      </pc:sldChg>
      <pc:sldChg chg="add del">
        <pc:chgData name="Roberto Silva" userId="b18dd494f9f6453e" providerId="LiveId" clId="{989AE692-E095-485F-9993-EFC1A6DCE638}" dt="2024-11-09T17:04:57.643" v="719" actId="47"/>
        <pc:sldMkLst>
          <pc:docMk/>
          <pc:sldMk cId="3118810390" sldId="468"/>
        </pc:sldMkLst>
      </pc:sldChg>
      <pc:sldChg chg="modSp add mod">
        <pc:chgData name="Roberto Silva" userId="b18dd494f9f6453e" providerId="LiveId" clId="{989AE692-E095-485F-9993-EFC1A6DCE638}" dt="2024-11-09T17:04:38.878" v="712" actId="255"/>
        <pc:sldMkLst>
          <pc:docMk/>
          <pc:sldMk cId="3342856911" sldId="469"/>
        </pc:sldMkLst>
        <pc:spChg chg="mod">
          <ac:chgData name="Roberto Silva" userId="b18dd494f9f6453e" providerId="LiveId" clId="{989AE692-E095-485F-9993-EFC1A6DCE638}" dt="2024-11-09T17:04:38.878" v="712" actId="255"/>
          <ac:spMkLst>
            <pc:docMk/>
            <pc:sldMk cId="3342856911" sldId="469"/>
            <ac:spMk id="3" creationId="{FC8F7E34-DB8C-1CEE-BAF4-E537563F9CD2}"/>
          </ac:spMkLst>
        </pc:spChg>
      </pc:sldChg>
      <pc:sldChg chg="add del">
        <pc:chgData name="Roberto Silva" userId="b18dd494f9f6453e" providerId="LiveId" clId="{989AE692-E095-485F-9993-EFC1A6DCE638}" dt="2024-11-09T17:04:53.238" v="717" actId="47"/>
        <pc:sldMkLst>
          <pc:docMk/>
          <pc:sldMk cId="744697495" sldId="470"/>
        </pc:sldMkLst>
      </pc:sldChg>
      <pc:sldChg chg="modSp add mod">
        <pc:chgData name="Roberto Silva" userId="b18dd494f9f6453e" providerId="LiveId" clId="{989AE692-E095-485F-9993-EFC1A6DCE638}" dt="2024-11-09T17:04:51.202" v="716" actId="403"/>
        <pc:sldMkLst>
          <pc:docMk/>
          <pc:sldMk cId="2430720748" sldId="471"/>
        </pc:sldMkLst>
        <pc:spChg chg="mod">
          <ac:chgData name="Roberto Silva" userId="b18dd494f9f6453e" providerId="LiveId" clId="{989AE692-E095-485F-9993-EFC1A6DCE638}" dt="2024-11-09T17:04:51.202" v="716" actId="403"/>
          <ac:spMkLst>
            <pc:docMk/>
            <pc:sldMk cId="2430720748" sldId="471"/>
            <ac:spMk id="3" creationId="{FC8F7E34-DB8C-1CEE-BAF4-E537563F9CD2}"/>
          </ac:spMkLst>
        </pc:spChg>
      </pc:sldChg>
      <pc:sldChg chg="modSp add del mod">
        <pc:chgData name="Roberto Silva" userId="b18dd494f9f6453e" providerId="LiveId" clId="{989AE692-E095-485F-9993-EFC1A6DCE638}" dt="2024-11-09T17:04:54.693" v="718" actId="47"/>
        <pc:sldMkLst>
          <pc:docMk/>
          <pc:sldMk cId="19501491" sldId="472"/>
        </pc:sldMkLst>
        <pc:spChg chg="mod">
          <ac:chgData name="Roberto Silva" userId="b18dd494f9f6453e" providerId="LiveId" clId="{989AE692-E095-485F-9993-EFC1A6DCE638}" dt="2024-11-09T17:03:36.978" v="697" actId="20577"/>
          <ac:spMkLst>
            <pc:docMk/>
            <pc:sldMk cId="19501491" sldId="472"/>
            <ac:spMk id="3" creationId="{FC8F7E34-DB8C-1CEE-BAF4-E537563F9CD2}"/>
          </ac:spMkLst>
        </pc:spChg>
      </pc:sldChg>
      <pc:sldChg chg="add">
        <pc:chgData name="Roberto Silva" userId="b18dd494f9f6453e" providerId="LiveId" clId="{989AE692-E095-485F-9993-EFC1A6DCE638}" dt="2024-11-09T17:05:27.178" v="726"/>
        <pc:sldMkLst>
          <pc:docMk/>
          <pc:sldMk cId="3998688026" sldId="472"/>
        </pc:sldMkLst>
      </pc:sldChg>
      <pc:sldChg chg="add">
        <pc:chgData name="Roberto Silva" userId="b18dd494f9f6453e" providerId="LiveId" clId="{989AE692-E095-485F-9993-EFC1A6DCE638}" dt="2024-11-09T17:05:28.420" v="727"/>
        <pc:sldMkLst>
          <pc:docMk/>
          <pc:sldMk cId="2482442702" sldId="473"/>
        </pc:sldMkLst>
      </pc:sldChg>
      <pc:sldChg chg="add">
        <pc:chgData name="Roberto Silva" userId="b18dd494f9f6453e" providerId="LiveId" clId="{989AE692-E095-485F-9993-EFC1A6DCE638}" dt="2024-11-09T17:05:29.823" v="728"/>
        <pc:sldMkLst>
          <pc:docMk/>
          <pc:sldMk cId="294936990" sldId="474"/>
        </pc:sldMkLst>
      </pc:sldChg>
      <pc:sldChg chg="add">
        <pc:chgData name="Roberto Silva" userId="b18dd494f9f6453e" providerId="LiveId" clId="{989AE692-E095-485F-9993-EFC1A6DCE638}" dt="2024-11-09T17:05:30.883" v="729"/>
        <pc:sldMkLst>
          <pc:docMk/>
          <pc:sldMk cId="2222345691" sldId="475"/>
        </pc:sldMkLst>
      </pc:sldChg>
      <pc:sldChg chg="modSp add mod">
        <pc:chgData name="Roberto Silva" userId="b18dd494f9f6453e" providerId="LiveId" clId="{989AE692-E095-485F-9993-EFC1A6DCE638}" dt="2024-11-09T17:08:15.150" v="773" actId="20577"/>
        <pc:sldMkLst>
          <pc:docMk/>
          <pc:sldMk cId="1961620894" sldId="476"/>
        </pc:sldMkLst>
        <pc:spChg chg="mod">
          <ac:chgData name="Roberto Silva" userId="b18dd494f9f6453e" providerId="LiveId" clId="{989AE692-E095-485F-9993-EFC1A6DCE638}" dt="2024-11-09T17:08:15.150" v="773" actId="20577"/>
          <ac:spMkLst>
            <pc:docMk/>
            <pc:sldMk cId="1961620894" sldId="476"/>
            <ac:spMk id="3" creationId="{FC8F7E34-DB8C-1CEE-BAF4-E537563F9CD2}"/>
          </ac:spMkLst>
        </pc:spChg>
      </pc:sldChg>
      <pc:sldChg chg="add del">
        <pc:chgData name="Roberto Silva" userId="b18dd494f9f6453e" providerId="LiveId" clId="{989AE692-E095-485F-9993-EFC1A6DCE638}" dt="2024-11-09T17:13:07.800" v="822" actId="47"/>
        <pc:sldMkLst>
          <pc:docMk/>
          <pc:sldMk cId="491872491" sldId="477"/>
        </pc:sldMkLst>
      </pc:sldChg>
      <pc:sldChg chg="add del">
        <pc:chgData name="Roberto Silva" userId="b18dd494f9f6453e" providerId="LiveId" clId="{989AE692-E095-485F-9993-EFC1A6DCE638}" dt="2024-11-09T17:13:10.210" v="823" actId="47"/>
        <pc:sldMkLst>
          <pc:docMk/>
          <pc:sldMk cId="1778323126" sldId="478"/>
        </pc:sldMkLst>
      </pc:sldChg>
      <pc:sldChg chg="modSp add mod">
        <pc:chgData name="Roberto Silva" userId="b18dd494f9f6453e" providerId="LiveId" clId="{989AE692-E095-485F-9993-EFC1A6DCE638}" dt="2024-11-09T17:13:21.164" v="829" actId="20577"/>
        <pc:sldMkLst>
          <pc:docMk/>
          <pc:sldMk cId="363214039" sldId="479"/>
        </pc:sldMkLst>
        <pc:spChg chg="mod">
          <ac:chgData name="Roberto Silva" userId="b18dd494f9f6453e" providerId="LiveId" clId="{989AE692-E095-485F-9993-EFC1A6DCE638}" dt="2024-11-09T17:13:21.164" v="829" actId="20577"/>
          <ac:spMkLst>
            <pc:docMk/>
            <pc:sldMk cId="363214039" sldId="479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989AE692-E095-485F-9993-EFC1A6DCE638}" dt="2024-11-09T17:14:08.244" v="843" actId="20577"/>
        <pc:sldMkLst>
          <pc:docMk/>
          <pc:sldMk cId="3930665779" sldId="480"/>
        </pc:sldMkLst>
        <pc:spChg chg="mod">
          <ac:chgData name="Roberto Silva" userId="b18dd494f9f6453e" providerId="LiveId" clId="{989AE692-E095-485F-9993-EFC1A6DCE638}" dt="2024-11-09T17:14:08.244" v="843" actId="20577"/>
          <ac:spMkLst>
            <pc:docMk/>
            <pc:sldMk cId="3930665779" sldId="480"/>
            <ac:spMk id="3" creationId="{FC8F7E34-DB8C-1CEE-BAF4-E537563F9CD2}"/>
          </ac:spMkLst>
        </pc:spChg>
      </pc:sldChg>
      <pc:sldChg chg="modSp add mod">
        <pc:chgData name="Roberto Silva" userId="b18dd494f9f6453e" providerId="LiveId" clId="{989AE692-E095-485F-9993-EFC1A6DCE638}" dt="2024-11-09T17:13:46.630" v="834"/>
        <pc:sldMkLst>
          <pc:docMk/>
          <pc:sldMk cId="4090906904" sldId="481"/>
        </pc:sldMkLst>
        <pc:spChg chg="mod">
          <ac:chgData name="Roberto Silva" userId="b18dd494f9f6453e" providerId="LiveId" clId="{989AE692-E095-485F-9993-EFC1A6DCE638}" dt="2024-11-09T17:13:46.630" v="834"/>
          <ac:spMkLst>
            <pc:docMk/>
            <pc:sldMk cId="4090906904" sldId="481"/>
            <ac:spMk id="3" creationId="{FC8F7E34-DB8C-1CEE-BAF4-E537563F9CD2}"/>
          </ac:spMkLst>
        </pc:spChg>
      </pc:sldChg>
      <pc:sldChg chg="add">
        <pc:chgData name="Roberto Silva" userId="b18dd494f9f6453e" providerId="LiveId" clId="{989AE692-E095-485F-9993-EFC1A6DCE638}" dt="2024-11-09T17:14:28.679" v="845"/>
        <pc:sldMkLst>
          <pc:docMk/>
          <pc:sldMk cId="1455440679" sldId="482"/>
        </pc:sldMkLst>
      </pc:sldChg>
    </pc:docChg>
  </pc:docChgLst>
  <pc:docChgLst>
    <pc:chgData name="anaclaracosta116@gmail.com" userId="a793634777582c92" providerId="LiveId" clId="{C3E2CF3B-2FE4-409D-AE2A-9EB303854E95}"/>
    <pc:docChg chg="custSel addSld delSld modSld sldOrd">
      <pc:chgData name="anaclaracosta116@gmail.com" userId="a793634777582c92" providerId="LiveId" clId="{C3E2CF3B-2FE4-409D-AE2A-9EB303854E95}" dt="2023-11-04T20:03:29.296" v="474" actId="1076"/>
      <pc:docMkLst>
        <pc:docMk/>
      </pc:docMkLst>
      <pc:sldChg chg="modSp mod">
        <pc:chgData name="anaclaracosta116@gmail.com" userId="a793634777582c92" providerId="LiveId" clId="{C3E2CF3B-2FE4-409D-AE2A-9EB303854E95}" dt="2023-11-04T19:26:19.612" v="52" actId="403"/>
        <pc:sldMkLst>
          <pc:docMk/>
          <pc:sldMk cId="337661645" sldId="261"/>
        </pc:sldMkLst>
        <pc:spChg chg="mod">
          <ac:chgData name="anaclaracosta116@gmail.com" userId="a793634777582c92" providerId="LiveId" clId="{C3E2CF3B-2FE4-409D-AE2A-9EB303854E95}" dt="2023-11-04T19:26:19.612" v="52" actId="403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28:37.598" v="138" actId="20577"/>
        <pc:sldMkLst>
          <pc:docMk/>
          <pc:sldMk cId="3388034860" sldId="265"/>
        </pc:sldMkLst>
        <pc:spChg chg="mod">
          <ac:chgData name="anaclaracosta116@gmail.com" userId="a793634777582c92" providerId="LiveId" clId="{C3E2CF3B-2FE4-409D-AE2A-9EB303854E95}" dt="2023-11-04T19:28:37.598" v="138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33:11.087" v="274" actId="27636"/>
        <pc:sldMkLst>
          <pc:docMk/>
          <pc:sldMk cId="2671817442" sldId="267"/>
        </pc:sldMkLst>
        <pc:spChg chg="mod">
          <ac:chgData name="anaclaracosta116@gmail.com" userId="a793634777582c92" providerId="LiveId" clId="{C3E2CF3B-2FE4-409D-AE2A-9EB303854E95}" dt="2023-11-04T19:33:11.087" v="274" actId="27636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30:17.507" v="147" actId="207"/>
        <pc:sldMkLst>
          <pc:docMk/>
          <pc:sldMk cId="2786277918" sldId="269"/>
        </pc:sldMkLst>
        <pc:spChg chg="mod">
          <ac:chgData name="anaclaracosta116@gmail.com" userId="a793634777582c92" providerId="LiveId" clId="{C3E2CF3B-2FE4-409D-AE2A-9EB303854E95}" dt="2023-11-04T19:30:17.507" v="147" actId="207"/>
          <ac:spMkLst>
            <pc:docMk/>
            <pc:sldMk cId="2786277918" sldId="26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C3E2CF3B-2FE4-409D-AE2A-9EB303854E95}" dt="2023-11-04T19:31:04.207" v="150" actId="2696"/>
        <pc:sldMkLst>
          <pc:docMk/>
          <pc:sldMk cId="2728156593" sldId="271"/>
        </pc:sldMkLst>
      </pc:sldChg>
      <pc:sldChg chg="modSp mod">
        <pc:chgData name="anaclaracosta116@gmail.com" userId="a793634777582c92" providerId="LiveId" clId="{C3E2CF3B-2FE4-409D-AE2A-9EB303854E95}" dt="2023-11-04T19:50:51.702" v="340"/>
        <pc:sldMkLst>
          <pc:docMk/>
          <pc:sldMk cId="4141278968" sldId="337"/>
        </pc:sldMkLst>
        <pc:spChg chg="mod">
          <ac:chgData name="anaclaracosta116@gmail.com" userId="a793634777582c92" providerId="LiveId" clId="{C3E2CF3B-2FE4-409D-AE2A-9EB303854E95}" dt="2023-11-04T19:50:51.702" v="340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26:30.142" v="57" actId="27636"/>
        <pc:sldMkLst>
          <pc:docMk/>
          <pc:sldMk cId="1733667129" sldId="338"/>
        </pc:sldMkLst>
        <pc:spChg chg="mod">
          <ac:chgData name="anaclaracosta116@gmail.com" userId="a793634777582c92" providerId="LiveId" clId="{C3E2CF3B-2FE4-409D-AE2A-9EB303854E95}" dt="2023-11-04T19:26:30.142" v="57" actId="27636"/>
          <ac:spMkLst>
            <pc:docMk/>
            <pc:sldMk cId="1733667129" sldId="33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27:06.282" v="66" actId="27636"/>
        <pc:sldMkLst>
          <pc:docMk/>
          <pc:sldMk cId="2703894855" sldId="339"/>
        </pc:sldMkLst>
        <pc:spChg chg="mod">
          <ac:chgData name="anaclaracosta116@gmail.com" userId="a793634777582c92" providerId="LiveId" clId="{C3E2CF3B-2FE4-409D-AE2A-9EB303854E95}" dt="2023-11-04T19:27:06.282" v="66" actId="27636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27:36.656" v="82" actId="27636"/>
        <pc:sldMkLst>
          <pc:docMk/>
          <pc:sldMk cId="641955455" sldId="340"/>
        </pc:sldMkLst>
        <pc:spChg chg="mod">
          <ac:chgData name="anaclaracosta116@gmail.com" userId="a793634777582c92" providerId="LiveId" clId="{C3E2CF3B-2FE4-409D-AE2A-9EB303854E95}" dt="2023-11-04T19:27:36.656" v="82" actId="27636"/>
          <ac:spMkLst>
            <pc:docMk/>
            <pc:sldMk cId="641955455" sldId="340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44:07.025" v="301" actId="27636"/>
        <pc:sldMkLst>
          <pc:docMk/>
          <pc:sldMk cId="2304799739" sldId="362"/>
        </pc:sldMkLst>
        <pc:spChg chg="mod">
          <ac:chgData name="anaclaracosta116@gmail.com" userId="a793634777582c92" providerId="LiveId" clId="{C3E2CF3B-2FE4-409D-AE2A-9EB303854E95}" dt="2023-11-04T19:44:07.025" v="301" actId="27636"/>
          <ac:spMkLst>
            <pc:docMk/>
            <pc:sldMk cId="2304799739" sldId="362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C3E2CF3B-2FE4-409D-AE2A-9EB303854E95}" dt="2023-11-04T19:51:20.487" v="341" actId="2696"/>
        <pc:sldMkLst>
          <pc:docMk/>
          <pc:sldMk cId="1457828054" sldId="374"/>
        </pc:sldMkLst>
      </pc:sldChg>
      <pc:sldChg chg="addSp delSp modSp mod">
        <pc:chgData name="anaclaracosta116@gmail.com" userId="a793634777582c92" providerId="LiveId" clId="{C3E2CF3B-2FE4-409D-AE2A-9EB303854E95}" dt="2023-11-04T20:03:29.296" v="474" actId="1076"/>
        <pc:sldMkLst>
          <pc:docMk/>
          <pc:sldMk cId="725659120" sldId="375"/>
        </pc:sldMkLst>
        <pc:spChg chg="mod">
          <ac:chgData name="anaclaracosta116@gmail.com" userId="a793634777582c92" providerId="LiveId" clId="{C3E2CF3B-2FE4-409D-AE2A-9EB303854E95}" dt="2023-11-04T20:03:02.946" v="465" actId="1076"/>
          <ac:spMkLst>
            <pc:docMk/>
            <pc:sldMk cId="725659120" sldId="375"/>
            <ac:spMk id="3" creationId="{FDE5B5AD-CD71-C2BA-2DE7-294D0B6E29B5}"/>
          </ac:spMkLst>
        </pc:spChg>
        <pc:spChg chg="mod">
          <ac:chgData name="anaclaracosta116@gmail.com" userId="a793634777582c92" providerId="LiveId" clId="{C3E2CF3B-2FE4-409D-AE2A-9EB303854E95}" dt="2023-11-04T20:03:29.296" v="474" actId="1076"/>
          <ac:spMkLst>
            <pc:docMk/>
            <pc:sldMk cId="725659120" sldId="375"/>
            <ac:spMk id="4" creationId="{6BC42A13-94D8-1373-BB98-025A5C022561}"/>
          </ac:spMkLst>
        </pc:spChg>
        <pc:picChg chg="del">
          <ac:chgData name="anaclaracosta116@gmail.com" userId="a793634777582c92" providerId="LiveId" clId="{C3E2CF3B-2FE4-409D-AE2A-9EB303854E95}" dt="2023-11-04T20:01:45.411" v="383" actId="21"/>
          <ac:picMkLst>
            <pc:docMk/>
            <pc:sldMk cId="725659120" sldId="375"/>
            <ac:picMk id="2" creationId="{127657AE-AC85-5D4D-8281-FC4F1D9D4AE5}"/>
          </ac:picMkLst>
        </pc:picChg>
        <pc:picChg chg="add mod">
          <ac:chgData name="anaclaracosta116@gmail.com" userId="a793634777582c92" providerId="LiveId" clId="{C3E2CF3B-2FE4-409D-AE2A-9EB303854E95}" dt="2023-11-04T20:02:17.449" v="389" actId="167"/>
          <ac:picMkLst>
            <pc:docMk/>
            <pc:sldMk cId="725659120" sldId="375"/>
            <ac:picMk id="1026" creationId="{89548EBA-A1AA-8A74-3B5A-D34F9481F00B}"/>
          </ac:picMkLst>
        </pc:picChg>
      </pc:sldChg>
      <pc:sldChg chg="modSp mod">
        <pc:chgData name="anaclaracosta116@gmail.com" userId="a793634777582c92" providerId="LiveId" clId="{C3E2CF3B-2FE4-409D-AE2A-9EB303854E95}" dt="2023-11-04T19:28:20.055" v="94" actId="113"/>
        <pc:sldMkLst>
          <pc:docMk/>
          <pc:sldMk cId="3733524150" sldId="377"/>
        </pc:sldMkLst>
        <pc:spChg chg="mod">
          <ac:chgData name="anaclaracosta116@gmail.com" userId="a793634777582c92" providerId="LiveId" clId="{C3E2CF3B-2FE4-409D-AE2A-9EB303854E95}" dt="2023-11-04T19:28:20.055" v="94" actId="113"/>
          <ac:spMkLst>
            <pc:docMk/>
            <pc:sldMk cId="3733524150" sldId="377"/>
            <ac:spMk id="3" creationId="{FC8F7E34-DB8C-1CEE-BAF4-E537563F9CD2}"/>
          </ac:spMkLst>
        </pc:spChg>
      </pc:sldChg>
      <pc:sldChg chg="ord">
        <pc:chgData name="anaclaracosta116@gmail.com" userId="a793634777582c92" providerId="LiveId" clId="{C3E2CF3B-2FE4-409D-AE2A-9EB303854E95}" dt="2023-11-04T19:52:38.274" v="348"/>
        <pc:sldMkLst>
          <pc:docMk/>
          <pc:sldMk cId="3504015327" sldId="404"/>
        </pc:sldMkLst>
      </pc:sldChg>
      <pc:sldChg chg="modSp mod">
        <pc:chgData name="anaclaracosta116@gmail.com" userId="a793634777582c92" providerId="LiveId" clId="{C3E2CF3B-2FE4-409D-AE2A-9EB303854E95}" dt="2023-11-04T19:35:45.381" v="278" actId="207"/>
        <pc:sldMkLst>
          <pc:docMk/>
          <pc:sldMk cId="572362796" sldId="412"/>
        </pc:sldMkLst>
        <pc:spChg chg="mod">
          <ac:chgData name="anaclaracosta116@gmail.com" userId="a793634777582c92" providerId="LiveId" clId="{C3E2CF3B-2FE4-409D-AE2A-9EB303854E95}" dt="2023-11-04T19:35:45.381" v="278" actId="207"/>
          <ac:spMkLst>
            <pc:docMk/>
            <pc:sldMk cId="572362796" sldId="41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38:08.654" v="281" actId="113"/>
        <pc:sldMkLst>
          <pc:docMk/>
          <pc:sldMk cId="2047100749" sldId="413"/>
        </pc:sldMkLst>
        <pc:spChg chg="mod">
          <ac:chgData name="anaclaracosta116@gmail.com" userId="a793634777582c92" providerId="LiveId" clId="{C3E2CF3B-2FE4-409D-AE2A-9EB303854E95}" dt="2023-11-04T19:38:08.654" v="281" actId="113"/>
          <ac:spMkLst>
            <pc:docMk/>
            <pc:sldMk cId="2047100749" sldId="41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44:34.653" v="307" actId="27636"/>
        <pc:sldMkLst>
          <pc:docMk/>
          <pc:sldMk cId="3606871705" sldId="414"/>
        </pc:sldMkLst>
        <pc:spChg chg="mod">
          <ac:chgData name="anaclaracosta116@gmail.com" userId="a793634777582c92" providerId="LiveId" clId="{C3E2CF3B-2FE4-409D-AE2A-9EB303854E95}" dt="2023-11-04T19:44:34.653" v="307" actId="27636"/>
          <ac:spMkLst>
            <pc:docMk/>
            <pc:sldMk cId="3606871705" sldId="41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45:20.610" v="319" actId="27636"/>
        <pc:sldMkLst>
          <pc:docMk/>
          <pc:sldMk cId="2415249330" sldId="415"/>
        </pc:sldMkLst>
        <pc:spChg chg="mod">
          <ac:chgData name="anaclaracosta116@gmail.com" userId="a793634777582c92" providerId="LiveId" clId="{C3E2CF3B-2FE4-409D-AE2A-9EB303854E95}" dt="2023-11-04T19:45:20.610" v="319" actId="27636"/>
          <ac:spMkLst>
            <pc:docMk/>
            <pc:sldMk cId="2415249330" sldId="41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3E2CF3B-2FE4-409D-AE2A-9EB303854E95}" dt="2023-11-04T19:45:56.028" v="329" actId="27636"/>
        <pc:sldMkLst>
          <pc:docMk/>
          <pc:sldMk cId="3975066000" sldId="416"/>
        </pc:sldMkLst>
        <pc:spChg chg="mod">
          <ac:chgData name="anaclaracosta116@gmail.com" userId="a793634777582c92" providerId="LiveId" clId="{C3E2CF3B-2FE4-409D-AE2A-9EB303854E95}" dt="2023-11-04T19:45:56.028" v="329" actId="27636"/>
          <ac:spMkLst>
            <pc:docMk/>
            <pc:sldMk cId="3975066000" sldId="41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C3E2CF3B-2FE4-409D-AE2A-9EB303854E95}" dt="2023-11-04T19:31:00.105" v="149" actId="2696"/>
        <pc:sldMkLst>
          <pc:docMk/>
          <pc:sldMk cId="4133333837" sldId="417"/>
        </pc:sldMkLst>
      </pc:sldChg>
      <pc:sldChg chg="del">
        <pc:chgData name="anaclaracosta116@gmail.com" userId="a793634777582c92" providerId="LiveId" clId="{C3E2CF3B-2FE4-409D-AE2A-9EB303854E95}" dt="2023-11-04T19:30:54.228" v="148" actId="2696"/>
        <pc:sldMkLst>
          <pc:docMk/>
          <pc:sldMk cId="2032235790" sldId="419"/>
        </pc:sldMkLst>
      </pc:sldChg>
      <pc:sldChg chg="modSp add mod">
        <pc:chgData name="anaclaracosta116@gmail.com" userId="a793634777582c92" providerId="LiveId" clId="{C3E2CF3B-2FE4-409D-AE2A-9EB303854E95}" dt="2023-11-04T19:40:17.321" v="293" actId="207"/>
        <pc:sldMkLst>
          <pc:docMk/>
          <pc:sldMk cId="411870148" sldId="423"/>
        </pc:sldMkLst>
        <pc:spChg chg="mod">
          <ac:chgData name="anaclaracosta116@gmail.com" userId="a793634777582c92" providerId="LiveId" clId="{C3E2CF3B-2FE4-409D-AE2A-9EB303854E95}" dt="2023-11-04T19:40:17.321" v="293" actId="207"/>
          <ac:spMkLst>
            <pc:docMk/>
            <pc:sldMk cId="411870148" sldId="423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C3E2CF3B-2FE4-409D-AE2A-9EB303854E95}" dt="2023-11-04T19:40:10.704" v="292" actId="207"/>
        <pc:sldMkLst>
          <pc:docMk/>
          <pc:sldMk cId="3397306447" sldId="424"/>
        </pc:sldMkLst>
        <pc:spChg chg="mod">
          <ac:chgData name="anaclaracosta116@gmail.com" userId="a793634777582c92" providerId="LiveId" clId="{C3E2CF3B-2FE4-409D-AE2A-9EB303854E95}" dt="2023-11-04T19:40:10.704" v="292" actId="207"/>
          <ac:spMkLst>
            <pc:docMk/>
            <pc:sldMk cId="3397306447" sldId="424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C3E2CF3B-2FE4-409D-AE2A-9EB303854E95}" dt="2023-11-04T19:40:29.754" v="296"/>
        <pc:sldMkLst>
          <pc:docMk/>
          <pc:sldMk cId="3980373218" sldId="425"/>
        </pc:sldMkLst>
      </pc:sldChg>
      <pc:sldChg chg="add ord">
        <pc:chgData name="anaclaracosta116@gmail.com" userId="a793634777582c92" providerId="LiveId" clId="{C3E2CF3B-2FE4-409D-AE2A-9EB303854E95}" dt="2023-11-04T19:40:36.244" v="299"/>
        <pc:sldMkLst>
          <pc:docMk/>
          <pc:sldMk cId="1401418091" sldId="426"/>
        </pc:sldMkLst>
      </pc:sldChg>
      <pc:sldChg chg="add ord">
        <pc:chgData name="anaclaracosta116@gmail.com" userId="a793634777582c92" providerId="LiveId" clId="{C3E2CF3B-2FE4-409D-AE2A-9EB303854E95}" dt="2023-11-04T19:44:47.330" v="310"/>
        <pc:sldMkLst>
          <pc:docMk/>
          <pc:sldMk cId="153170317" sldId="427"/>
        </pc:sldMkLst>
      </pc:sldChg>
      <pc:sldChg chg="add ord">
        <pc:chgData name="anaclaracosta116@gmail.com" userId="a793634777582c92" providerId="LiveId" clId="{C3E2CF3B-2FE4-409D-AE2A-9EB303854E95}" dt="2023-11-04T19:45:27.313" v="322"/>
        <pc:sldMkLst>
          <pc:docMk/>
          <pc:sldMk cId="300113382" sldId="428"/>
        </pc:sldMkLst>
      </pc:sldChg>
      <pc:sldChg chg="modSp add mod">
        <pc:chgData name="anaclaracosta116@gmail.com" userId="a793634777582c92" providerId="LiveId" clId="{C3E2CF3B-2FE4-409D-AE2A-9EB303854E95}" dt="2023-11-04T19:46:48.968" v="333" actId="207"/>
        <pc:sldMkLst>
          <pc:docMk/>
          <pc:sldMk cId="531555187" sldId="429"/>
        </pc:sldMkLst>
        <pc:spChg chg="mod">
          <ac:chgData name="anaclaracosta116@gmail.com" userId="a793634777582c92" providerId="LiveId" clId="{C3E2CF3B-2FE4-409D-AE2A-9EB303854E95}" dt="2023-11-04T19:46:48.968" v="333" actId="207"/>
          <ac:spMkLst>
            <pc:docMk/>
            <pc:sldMk cId="531555187" sldId="429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C3E2CF3B-2FE4-409D-AE2A-9EB303854E95}" dt="2023-11-04T19:46:56.498" v="336"/>
        <pc:sldMkLst>
          <pc:docMk/>
          <pc:sldMk cId="2162873918" sldId="430"/>
        </pc:sldMkLst>
      </pc:sldChg>
      <pc:sldChg chg="add ord">
        <pc:chgData name="anaclaracosta116@gmail.com" userId="a793634777582c92" providerId="LiveId" clId="{C3E2CF3B-2FE4-409D-AE2A-9EB303854E95}" dt="2023-11-04T19:47:33.586" v="339"/>
        <pc:sldMkLst>
          <pc:docMk/>
          <pc:sldMk cId="3855727790" sldId="431"/>
        </pc:sldMkLst>
      </pc:sldChg>
      <pc:sldChg chg="modSp add mod">
        <pc:chgData name="anaclaracosta116@gmail.com" userId="a793634777582c92" providerId="LiveId" clId="{C3E2CF3B-2FE4-409D-AE2A-9EB303854E95}" dt="2023-11-04T19:54:14.717" v="372" actId="27636"/>
        <pc:sldMkLst>
          <pc:docMk/>
          <pc:sldMk cId="719781657" sldId="432"/>
        </pc:sldMkLst>
        <pc:spChg chg="mod">
          <ac:chgData name="anaclaracosta116@gmail.com" userId="a793634777582c92" providerId="LiveId" clId="{C3E2CF3B-2FE4-409D-AE2A-9EB303854E95}" dt="2023-11-04T19:52:53.046" v="365" actId="14100"/>
          <ac:spMkLst>
            <pc:docMk/>
            <pc:sldMk cId="719781657" sldId="432"/>
            <ac:spMk id="2" creationId="{F0E406B4-85AC-B67B-F9E2-21AAF8067483}"/>
          </ac:spMkLst>
        </pc:spChg>
        <pc:spChg chg="mod">
          <ac:chgData name="anaclaracosta116@gmail.com" userId="a793634777582c92" providerId="LiveId" clId="{C3E2CF3B-2FE4-409D-AE2A-9EB303854E95}" dt="2023-11-04T19:54:14.717" v="372" actId="27636"/>
          <ac:spMkLst>
            <pc:docMk/>
            <pc:sldMk cId="719781657" sldId="432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C3E2CF3B-2FE4-409D-AE2A-9EB303854E95}" dt="2023-11-04T19:51:49.335" v="344" actId="2696"/>
        <pc:sldMkLst>
          <pc:docMk/>
          <pc:sldMk cId="3234567938" sldId="432"/>
        </pc:sldMkLst>
        <pc:spChg chg="mod">
          <ac:chgData name="anaclaracosta116@gmail.com" userId="a793634777582c92" providerId="LiveId" clId="{C3E2CF3B-2FE4-409D-AE2A-9EB303854E95}" dt="2023-11-04T19:51:29.207" v="343" actId="207"/>
          <ac:spMkLst>
            <pc:docMk/>
            <pc:sldMk cId="3234567938" sldId="432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C3E2CF3B-2FE4-409D-AE2A-9EB303854E95}" dt="2023-11-04T19:52:36.485" v="346" actId="2890"/>
        <pc:sldMkLst>
          <pc:docMk/>
          <pc:sldMk cId="2586744568" sldId="433"/>
        </pc:sldMkLst>
      </pc:sldChg>
      <pc:sldChg chg="modSp add mod">
        <pc:chgData name="anaclaracosta116@gmail.com" userId="a793634777582c92" providerId="LiveId" clId="{C3E2CF3B-2FE4-409D-AE2A-9EB303854E95}" dt="2023-11-04T19:54:55.484" v="377" actId="113"/>
        <pc:sldMkLst>
          <pc:docMk/>
          <pc:sldMk cId="1812026848" sldId="434"/>
        </pc:sldMkLst>
        <pc:spChg chg="mod">
          <ac:chgData name="anaclaracosta116@gmail.com" userId="a793634777582c92" providerId="LiveId" clId="{C3E2CF3B-2FE4-409D-AE2A-9EB303854E95}" dt="2023-11-04T19:54:55.484" v="377" actId="113"/>
          <ac:spMkLst>
            <pc:docMk/>
            <pc:sldMk cId="1812026848" sldId="43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C3E2CF3B-2FE4-409D-AE2A-9EB303854E95}" dt="2023-11-04T19:56:06.778" v="381"/>
        <pc:sldMkLst>
          <pc:docMk/>
          <pc:sldMk cId="2669027407" sldId="435"/>
        </pc:sldMkLst>
        <pc:spChg chg="mod">
          <ac:chgData name="anaclaracosta116@gmail.com" userId="a793634777582c92" providerId="LiveId" clId="{C3E2CF3B-2FE4-409D-AE2A-9EB303854E95}" dt="2023-11-04T19:56:06.778" v="381"/>
          <ac:spMkLst>
            <pc:docMk/>
            <pc:sldMk cId="2669027407" sldId="435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09/11/2024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09/11/2024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09/11/2024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09/11/2024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09/11/2024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09/11/2024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 oferta da viúva">
            <a:extLst>
              <a:ext uri="{FF2B5EF4-FFF2-40B4-BE49-F238E27FC236}">
                <a16:creationId xmlns:a16="http://schemas.microsoft.com/office/drawing/2014/main" id="{DAEF1A65-0B56-495F-B882-E0301E0D8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116620" y="2725774"/>
            <a:ext cx="995875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32°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</a:rPr>
              <a:t>CHEGUE ATÉ VÓS A MINHA SÚPLICA; INCLINAI O VOSSO OUVIDO À MINHA PRECE. </a:t>
            </a:r>
          </a:p>
          <a:p>
            <a:pPr algn="l"/>
            <a:endParaRPr lang="pt-BR" sz="5400" dirty="0">
              <a:solidFill>
                <a:srgbClr val="131313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</a:rPr>
              <a:t>1. A VÓS CLAMO, SENHOR, SEM CESSAR, TODO O DIA, E DE NOITE SE ELEVA ATÉ VÓS MEU GEMIDO.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4288716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</a:rPr>
              <a:t>CHEGUE ATÉ VÓS A MINHA SÚPLICA; INCLINAI O VOSSO OUVIDO À MINHA PRECE. </a:t>
            </a:r>
          </a:p>
          <a:p>
            <a:pPr algn="l"/>
            <a:endParaRPr lang="pt-BR" sz="5400" dirty="0">
              <a:solidFill>
                <a:srgbClr val="131313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349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</a:rPr>
              <a:t>2. CHEGUE A MINHA ORAÇÃO ATÉ A VOSSA PRESENÇA,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</a:rPr>
              <a:t>INCLINAI VOSSO OUVIDO A MEU TRISTE CLAMOR.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564149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</a:rPr>
              <a:t>CHEGUE ATÉ VÓS A MINHA SÚPLICA; INCLINAI O VOSSO OUVIDO À MINHA PRECE. </a:t>
            </a:r>
          </a:p>
          <a:p>
            <a:pPr algn="l"/>
            <a:endParaRPr lang="pt-BR" sz="5400" dirty="0">
              <a:solidFill>
                <a:srgbClr val="131313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662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</a:rPr>
              <a:t>3. CLAMO A VÓS, Ó SENHOR, SEM CESSAR, TODO O DIA,</a:t>
            </a:r>
          </a:p>
          <a:p>
            <a:pPr algn="l"/>
            <a:r>
              <a:rPr lang="pt-BR" sz="6600" b="0" i="0" dirty="0">
                <a:solidFill>
                  <a:srgbClr val="131313"/>
                </a:solidFill>
                <a:effectLst/>
              </a:rPr>
              <a:t>MINHAS MÃOS PARA VÓS SE LEVANTAM EM PRECE.</a:t>
            </a:r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140819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256948" cy="5642392"/>
          </a:xfrm>
        </p:spPr>
        <p:txBody>
          <a:bodyPr>
            <a:normAutofit/>
          </a:bodyPr>
          <a:lstStyle/>
          <a:p>
            <a:pPr algn="l"/>
            <a:r>
              <a:rPr lang="pt-BR" sz="7200" b="1" i="0" dirty="0">
                <a:solidFill>
                  <a:srgbClr val="131313"/>
                </a:solidFill>
                <a:effectLst/>
              </a:rPr>
              <a:t>CHEGUE ATÉ VÓS A MINHA SÚPLICA; INCLINAI O VOSSO OUVIDO À MINHA PRECE. </a:t>
            </a:r>
          </a:p>
          <a:p>
            <a:pPr algn="l"/>
            <a:endParaRPr lang="pt-BR" sz="5400" dirty="0">
              <a:solidFill>
                <a:srgbClr val="131313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2838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just"/>
            <a:r>
              <a:rPr lang="pt-BR" sz="5400" b="0" i="0" dirty="0">
                <a:solidFill>
                  <a:srgbClr val="131313"/>
                </a:solidFill>
                <a:effectLst/>
              </a:rPr>
              <a:t>1. SENHOR, QUE SOIS O CAMINHO QUE LEVA AO PAI, TENDE PIEDADE DE NÓS. </a:t>
            </a:r>
          </a:p>
          <a:p>
            <a:pPr marL="914400" indent="-914400" algn="just">
              <a:buAutoNum type="arabicPeriod"/>
            </a:pPr>
            <a:endParaRPr lang="pt-BR" sz="5400" dirty="0">
              <a:solidFill>
                <a:srgbClr val="131313"/>
              </a:solidFill>
            </a:endParaRPr>
          </a:p>
          <a:p>
            <a:r>
              <a:rPr lang="pt-BR" sz="5400" b="1" dirty="0">
                <a:solidFill>
                  <a:srgbClr val="131313"/>
                </a:solidFill>
              </a:rPr>
              <a:t>KYRIE</a:t>
            </a:r>
            <a:r>
              <a:rPr lang="pt-BR" sz="5400" b="1" i="0" dirty="0">
                <a:solidFill>
                  <a:srgbClr val="131313"/>
                </a:solidFill>
                <a:effectLst/>
              </a:rPr>
              <a:t>, ELEISON. </a:t>
            </a:r>
            <a:r>
              <a:rPr lang="pt-BR" sz="5400" b="1" dirty="0"/>
              <a:t>KYRIE, ELEISON.</a:t>
            </a:r>
          </a:p>
          <a:p>
            <a:r>
              <a:rPr lang="pt-BR" sz="5400" b="1" dirty="0">
                <a:solidFill>
                  <a:srgbClr val="131313"/>
                </a:solidFill>
              </a:rPr>
              <a:t>KYRIE</a:t>
            </a:r>
            <a:r>
              <a:rPr lang="pt-BR" sz="5400" b="1" i="0" dirty="0">
                <a:solidFill>
                  <a:srgbClr val="131313"/>
                </a:solidFill>
                <a:effectLst/>
              </a:rPr>
              <a:t>, ELEISON. </a:t>
            </a:r>
            <a:r>
              <a:rPr lang="pt-BR" sz="5400" b="1" dirty="0"/>
              <a:t>KYRIE, ELEISON.</a:t>
            </a:r>
          </a:p>
        </p:txBody>
      </p:sp>
    </p:spTree>
    <p:extLst>
      <p:ext uri="{BB962C8B-B14F-4D97-AF65-F5344CB8AC3E}">
        <p14:creationId xmlns:p14="http://schemas.microsoft.com/office/powerpoint/2010/main" val="4241994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just"/>
            <a:r>
              <a:rPr lang="pt-BR" sz="5400" i="0" dirty="0">
                <a:solidFill>
                  <a:srgbClr val="131313"/>
                </a:solidFill>
                <a:effectLst/>
              </a:rPr>
              <a:t>2. CRISTO, QUE SOIS A VERDADE QUE ILUMINA OS POVOS, TENDE PIEDADE DE NÓS.</a:t>
            </a:r>
          </a:p>
          <a:p>
            <a:endParaRPr lang="pt-BR" sz="5400" b="1" dirty="0">
              <a:solidFill>
                <a:srgbClr val="131313"/>
              </a:solidFill>
            </a:endParaRPr>
          </a:p>
          <a:p>
            <a:r>
              <a:rPr lang="pt-BR" sz="5400" b="1" i="0" dirty="0">
                <a:solidFill>
                  <a:srgbClr val="131313"/>
                </a:solidFill>
                <a:effectLst/>
              </a:rPr>
              <a:t>CHRISTE, ELEISON. </a:t>
            </a:r>
            <a:r>
              <a:rPr lang="pt-BR" sz="5400" b="1" dirty="0"/>
              <a:t>CHRISTE, ELEISON.</a:t>
            </a:r>
          </a:p>
          <a:p>
            <a:r>
              <a:rPr lang="pt-BR" sz="5400" b="1" i="0" dirty="0">
                <a:solidFill>
                  <a:srgbClr val="131313"/>
                </a:solidFill>
                <a:effectLst/>
              </a:rPr>
              <a:t>CHRISTE, ELEISON. </a:t>
            </a:r>
            <a:r>
              <a:rPr lang="pt-BR" sz="5400" b="1" dirty="0"/>
              <a:t>CHRISTE, ELEISON.</a:t>
            </a:r>
          </a:p>
          <a:p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2300070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5" y="351494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5" y="970844"/>
            <a:ext cx="11143866" cy="5727059"/>
          </a:xfrm>
        </p:spPr>
        <p:txBody>
          <a:bodyPr>
            <a:normAutofit/>
          </a:bodyPr>
          <a:lstStyle/>
          <a:p>
            <a:pPr algn="just"/>
            <a:r>
              <a:rPr lang="pt-BR" sz="5400" dirty="0">
                <a:solidFill>
                  <a:srgbClr val="131313"/>
                </a:solidFill>
              </a:rPr>
              <a:t>3</a:t>
            </a:r>
            <a:r>
              <a:rPr lang="pt-BR" sz="5400" b="0" i="0" dirty="0">
                <a:solidFill>
                  <a:srgbClr val="131313"/>
                </a:solidFill>
                <a:effectLst/>
              </a:rPr>
              <a:t>. SENHOR, QUE SOIS A VIDA QUE RENOVA O MUNDO, TENDE PIEDADE DE NÓS. </a:t>
            </a:r>
          </a:p>
          <a:p>
            <a:pPr marL="914400" indent="-914400" algn="just">
              <a:buAutoNum type="arabicPeriod"/>
            </a:pPr>
            <a:endParaRPr lang="pt-BR" sz="5400" dirty="0">
              <a:solidFill>
                <a:srgbClr val="131313"/>
              </a:solidFill>
            </a:endParaRPr>
          </a:p>
          <a:p>
            <a:r>
              <a:rPr lang="pt-BR" sz="5400" b="1" dirty="0">
                <a:solidFill>
                  <a:srgbClr val="131313"/>
                </a:solidFill>
              </a:rPr>
              <a:t>KYRIE</a:t>
            </a:r>
            <a:r>
              <a:rPr lang="pt-BR" sz="5400" b="1" i="0" dirty="0">
                <a:solidFill>
                  <a:srgbClr val="131313"/>
                </a:solidFill>
                <a:effectLst/>
              </a:rPr>
              <a:t>, ELEISON. </a:t>
            </a:r>
            <a:r>
              <a:rPr lang="pt-BR" sz="5400" b="1" dirty="0"/>
              <a:t>KYRIE, ELEISON.</a:t>
            </a:r>
          </a:p>
          <a:p>
            <a:r>
              <a:rPr lang="pt-BR" sz="5400" b="1" dirty="0">
                <a:solidFill>
                  <a:srgbClr val="131313"/>
                </a:solidFill>
              </a:rPr>
              <a:t>KYRIE</a:t>
            </a:r>
            <a:r>
              <a:rPr lang="pt-BR" sz="5400" b="1" i="0" dirty="0">
                <a:solidFill>
                  <a:srgbClr val="131313"/>
                </a:solidFill>
                <a:effectLst/>
              </a:rPr>
              <a:t>, ELEISON. </a:t>
            </a:r>
            <a:r>
              <a:rPr lang="pt-BR" sz="5400" b="1" dirty="0"/>
              <a:t>KYRIE, ELEISON.</a:t>
            </a:r>
          </a:p>
        </p:txBody>
      </p:sp>
    </p:spTree>
    <p:extLst>
      <p:ext uri="{BB962C8B-B14F-4D97-AF65-F5344CB8AC3E}">
        <p14:creationId xmlns:p14="http://schemas.microsoft.com/office/powerpoint/2010/main" val="1118256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39946" cy="5735782"/>
          </a:xfrm>
        </p:spPr>
        <p:txBody>
          <a:bodyPr>
            <a:normAutofit/>
          </a:bodyPr>
          <a:lstStyle/>
          <a:p>
            <a:endParaRPr lang="pt-BR" sz="7200" b="1" dirty="0"/>
          </a:p>
          <a:p>
            <a:r>
              <a:rPr lang="pt-BR" sz="7200" b="1" dirty="0"/>
              <a:t>GLÓRIA A NAS ALTURAS E PAZ NA TERRA AOS HOMENS POR ELE AMADOS!</a:t>
            </a:r>
          </a:p>
          <a:p>
            <a:endParaRPr lang="pt-BR" sz="7200" dirty="0"/>
          </a:p>
          <a:p>
            <a:endParaRPr lang="pt-BR" sz="7200" dirty="0"/>
          </a:p>
          <a:p>
            <a:endParaRPr lang="pt-BR" sz="7200" dirty="0"/>
          </a:p>
          <a:p>
            <a:endParaRPr lang="pt-BR" sz="7200" dirty="0"/>
          </a:p>
          <a:p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D206E-D0D5-0F2A-553D-D1A7B8B6A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6B9B489E-9CFA-DE6F-8647-70A7BF4743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39946" cy="573578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DEUS, REI DOS CÉUS, DEUS PAI TODO PODEROSO</a:t>
            </a:r>
          </a:p>
          <a:p>
            <a:pPr algn="l"/>
            <a:r>
              <a:rPr lang="pt-BR" sz="5400" dirty="0"/>
              <a:t>NÓS VOS LOUVAMOS, NÓS VOS BENDIZEMOS</a:t>
            </a:r>
          </a:p>
          <a:p>
            <a:pPr algn="l"/>
            <a:r>
              <a:rPr lang="pt-BR" sz="5400" dirty="0"/>
              <a:t>NÓS VOS ADORAMOS, NÓS VOS GLORIFICAMOS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392713C-22BC-4991-AAFB-C729723A0F21}"/>
              </a:ext>
            </a:extLst>
          </p:cNvPr>
          <p:cNvSpPr txBox="1">
            <a:spLocks/>
          </p:cNvSpPr>
          <p:nvPr/>
        </p:nvSpPr>
        <p:spPr>
          <a:xfrm>
            <a:off x="602672" y="415636"/>
            <a:ext cx="2805546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b="1">
                <a:solidFill>
                  <a:srgbClr val="FF0000"/>
                </a:solidFill>
              </a:rPr>
              <a:t>GLÓRIA</a:t>
            </a:r>
            <a:endParaRPr lang="pt-B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012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NÓS VOS DAMOS GRAÇAS, POR VOSSA IMENSA GLÓRIA.</a:t>
            </a:r>
          </a:p>
          <a:p>
            <a:pPr algn="l"/>
            <a:r>
              <a:rPr lang="pt-BR" sz="5400" dirty="0"/>
              <a:t>SENHOR JESUS CRISTO, FILHO UNIGÊNITO</a:t>
            </a:r>
          </a:p>
          <a:p>
            <a:pPr algn="l"/>
            <a:r>
              <a:rPr lang="pt-BR" sz="5400" dirty="0"/>
              <a:t>SENHOR DEUS, CORDEIRO DE DEUS, FILHO DE DEUS PAI</a:t>
            </a:r>
          </a:p>
          <a:p>
            <a:pPr algn="l"/>
            <a:endParaRPr lang="pt-BR" sz="54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D5FF25B-3424-436A-ADE0-EDF0756BF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913585"/>
            <a:ext cx="10986656" cy="5818909"/>
          </a:xfrm>
        </p:spPr>
        <p:txBody>
          <a:bodyPr>
            <a:noAutofit/>
          </a:bodyPr>
          <a:lstStyle/>
          <a:p>
            <a:pPr algn="l"/>
            <a:r>
              <a:rPr lang="pt-BR" sz="5400" dirty="0"/>
              <a:t>VÓS QUE TIRAIS O PECADO DO MUNDO,TENDE PIEDADE DE NÓS</a:t>
            </a:r>
          </a:p>
          <a:p>
            <a:pPr algn="l"/>
            <a:r>
              <a:rPr lang="pt-BR" sz="5400" dirty="0"/>
              <a:t>VÓS QUE TIRAIS O PECADO DO MUNDO,  ACOLHEI A NOSSA SÚPLICA</a:t>
            </a:r>
          </a:p>
          <a:p>
            <a:pPr algn="l"/>
            <a:r>
              <a:rPr lang="pt-BR" sz="5400" dirty="0"/>
              <a:t>VÓS QUE ESTAIS À DIREITA DO PAI, TENDE PIEDADE DE NÓS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0B4C78A8-D22E-41BE-9699-50A642613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SÓ VÓS SOIS SANTO, SÓ VÓS O SENHOR, SÓ VÓS O ALTÍSSIMO, JESUS CRISTO </a:t>
            </a:r>
          </a:p>
          <a:p>
            <a:pPr algn="l"/>
            <a:r>
              <a:rPr lang="pt-BR" sz="5400" dirty="0"/>
              <a:t>COM O ESPÍRITO SANTO NA GLÓRIA DE DEUS PAI.</a:t>
            </a:r>
          </a:p>
          <a:p>
            <a:pPr algn="l"/>
            <a:endParaRPr lang="pt-BR" sz="54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7F6A55B1-2FF8-4A2D-9AF7-6710EE40AE51}"/>
              </a:ext>
            </a:extLst>
          </p:cNvPr>
          <p:cNvSpPr txBox="1">
            <a:spLocks/>
          </p:cNvSpPr>
          <p:nvPr/>
        </p:nvSpPr>
        <p:spPr>
          <a:xfrm>
            <a:off x="602672" y="415636"/>
            <a:ext cx="2805546" cy="47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b="1">
                <a:solidFill>
                  <a:srgbClr val="FF0000"/>
                </a:solidFill>
              </a:rPr>
              <a:t>GLÓRIA</a:t>
            </a:r>
            <a:endParaRPr lang="pt-BR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GLÓRIA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861" y="997935"/>
            <a:ext cx="11339946" cy="5735782"/>
          </a:xfrm>
        </p:spPr>
        <p:txBody>
          <a:bodyPr>
            <a:normAutofit/>
          </a:bodyPr>
          <a:lstStyle/>
          <a:p>
            <a:r>
              <a:rPr lang="pt-BR" sz="7200" b="1" dirty="0"/>
              <a:t>GLÓRIA A NAS ALTURAS E PAZ NA TERRA AOS HOMENS POR ELE AMADOS!</a:t>
            </a:r>
          </a:p>
          <a:p>
            <a:endParaRPr lang="pt-BR" sz="7200" b="1" dirty="0"/>
          </a:p>
          <a:p>
            <a:r>
              <a:rPr lang="pt-BR" sz="7200" b="1" dirty="0"/>
              <a:t>AMÉM!</a:t>
            </a:r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  <a:p>
            <a:pPr algn="just"/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278313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/>
          </a:bodyPr>
          <a:lstStyle/>
          <a:p>
            <a:r>
              <a:rPr lang="pt-BR" sz="5400" b="1" i="0" dirty="0">
                <a:effectLst/>
              </a:rPr>
              <a:t>BENDIZE, MINH’ALMA, BENDIZE AO SENHOR!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</a:t>
            </a:r>
          </a:p>
          <a:p>
            <a:endParaRPr lang="pt-BR" sz="4800" b="1" dirty="0"/>
          </a:p>
          <a:p>
            <a:r>
              <a:rPr lang="pt-BR" sz="4800" dirty="0"/>
              <a:t>FELIZES OS POBRES EM ESPÍRITO, PORQUE DELES É O REINO DOS CÉUS.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3491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OFERTAS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000" b="1" dirty="0"/>
              <a:t>QUEM ME PROTEGE E ME AMPARA É MEU DEUS;</a:t>
            </a:r>
          </a:p>
          <a:p>
            <a:pPr algn="l"/>
            <a:r>
              <a:rPr lang="pt-BR" sz="6000" b="1" dirty="0"/>
              <a:t>É O SENHOR QUEM SUSTENTA MINHA VIDA!</a:t>
            </a:r>
            <a:endParaRPr lang="pt-BR" sz="6000" b="1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723627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OFERTAS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effectLst/>
              </a:rPr>
              <a:t>1. POR VOSSO NOME, SALVAI-ME SENHOR, </a:t>
            </a:r>
          </a:p>
          <a:p>
            <a:pPr algn="l"/>
            <a:r>
              <a:rPr lang="pt-BR" sz="6600" i="0" dirty="0">
                <a:effectLst/>
              </a:rPr>
              <a:t>E DAI-ME A VOSSA JUSTIÇA.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831858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0424F-E2C1-A6B3-1084-F9B770408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A5534-5A02-D188-329F-9DB48CCCA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OFERTAS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426669-030D-F11C-ACF9-075A5DB7E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QUEM ME PROTEGE E ME AMPARA É MEU DEUS;</a:t>
            </a:r>
          </a:p>
          <a:p>
            <a:pPr algn="l"/>
            <a:r>
              <a:rPr lang="pt-BR" sz="6600" b="1" dirty="0"/>
              <a:t>É O SENHOR QUEM SUSTENTA MINHA VIDA!</a:t>
            </a:r>
            <a:endParaRPr lang="pt-BR" sz="6600" b="1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477045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789A0-230A-AB24-B056-C940B426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489B20-07E6-49F9-5019-1AB5F0D8EE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OFERTAS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FEC3A8B-3471-AE1C-4402-B5795273C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600" i="0" dirty="0">
                <a:effectLst/>
              </a:rPr>
              <a:t>2. Ó MEU DEUS, ATENDEI MINHA PRECE </a:t>
            </a:r>
          </a:p>
          <a:p>
            <a:pPr algn="l"/>
            <a:r>
              <a:rPr lang="pt-BR" sz="6600" i="0" dirty="0">
                <a:effectLst/>
              </a:rPr>
              <a:t>E ESCUTAI AS PALAVRAS QUE EU DIGO!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5589436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C7DBB-D080-9996-04C4-8AF08E82D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7A625E-68DA-6F38-3A4D-6D4B141874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OFERTAS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5AC2B31-B94B-3F76-1822-4471CD291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QUEM ME PROTEGE E ME AMPARA É MEU DEUS;</a:t>
            </a:r>
          </a:p>
          <a:p>
            <a:pPr algn="l"/>
            <a:r>
              <a:rPr lang="pt-BR" sz="6600" b="1" dirty="0"/>
              <a:t>É O SENHOR QUEM SUSTENTA MINHA VIDA!</a:t>
            </a:r>
            <a:endParaRPr lang="pt-BR" sz="6600" b="1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503746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6FAA2-92AE-E802-18E5-23DEA4D38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8011DE-BA20-A573-D108-B26ABCEDE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OFERTAS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6E9A45-4F2A-F8AF-E486-14EB62563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3. QUERO OFERTAR-VOS O MEU SACRIFÍCIO</a:t>
            </a:r>
          </a:p>
          <a:p>
            <a:pPr algn="l"/>
            <a:r>
              <a:rPr lang="pt-BR" sz="6600" dirty="0"/>
              <a:t>DE CORAÇÃO E COM MUITA ALEGRIA.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40541903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3C4F1-F190-D50F-DED3-1CA2859C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734212-A213-4C25-D941-5B97233A60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OFERTAS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AAE0B3-1C7A-ABA3-80C1-8AED88D698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QUEM ME PROTEGE E ME AMPARA É MEU DEUS;</a:t>
            </a:r>
          </a:p>
          <a:p>
            <a:pPr algn="l"/>
            <a:r>
              <a:rPr lang="pt-BR" sz="6600" b="1" dirty="0"/>
              <a:t>É O SENHOR QUEM SUSTENTA MINHA VIDA!</a:t>
            </a:r>
            <a:endParaRPr lang="pt-BR" sz="6600" b="1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41712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2F03E-F976-82B1-D909-94BA0EF1C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462451-27A0-332F-FB0B-43BE49CFF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OFERTAS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6339B3-652E-5436-1618-DD69905D1A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4. POIS ME LIVRASTES DE TODA A ANGÚSTIA,</a:t>
            </a:r>
          </a:p>
          <a:p>
            <a:pPr algn="l"/>
            <a:r>
              <a:rPr lang="pt-BR" sz="6600" dirty="0"/>
              <a:t>E HUMILHADOS VI MEUS INIMIGOS!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4586263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BDDC2-29CC-7473-46EC-6886E6A89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10540-7097-76BD-F96E-B287D545F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OFERTAS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2E0119-C4EC-4B01-ACF7-7BD92A083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QUEM ME PROTEGE E ME AMPARA É MEU DEUS;</a:t>
            </a:r>
          </a:p>
          <a:p>
            <a:pPr algn="l"/>
            <a:r>
              <a:rPr lang="pt-BR" sz="6600" b="1" dirty="0"/>
              <a:t>É O SENHOR QUEM SUSTENTA MINHA VIDA!</a:t>
            </a:r>
            <a:endParaRPr lang="pt-BR" sz="6600" b="1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385086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EU VOS DIGO QUE A VIÚVA, </a:t>
            </a:r>
          </a:p>
          <a:p>
            <a:pPr algn="l"/>
            <a:r>
              <a:rPr lang="pt-BR" sz="6600" b="1" dirty="0"/>
              <a:t>AO DOAR DE SUA POBREZA, </a:t>
            </a:r>
          </a:p>
          <a:p>
            <a:pPr algn="l"/>
            <a:r>
              <a:rPr lang="pt-BR" sz="6600" b="1" dirty="0"/>
              <a:t>DEU QUANTO POSSUÍA, </a:t>
            </a:r>
          </a:p>
          <a:p>
            <a:pPr algn="l"/>
            <a:r>
              <a:rPr lang="pt-BR" sz="6600" b="1" dirty="0"/>
              <a:t>DOOU TODO O SEU SUSTENTO.</a:t>
            </a:r>
            <a:endParaRPr lang="pt-BR" sz="47600" b="1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1. É FELIZ TODO HOMEM QUE BUSCA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SEU AUXÍLIO NO DEUS DE JACÓ,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E QUE PÕE NO SENHOR A ESPERANÇA;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O SENHOR AMA AQUELE QUE É JUSTO. 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6068717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EU VOS DIGO QUE A VIÚVA, </a:t>
            </a:r>
          </a:p>
          <a:p>
            <a:pPr algn="l"/>
            <a:r>
              <a:rPr lang="pt-BR" sz="6600" b="1" dirty="0"/>
              <a:t>AO DOAR DE SUA POBREZA, </a:t>
            </a:r>
          </a:p>
          <a:p>
            <a:pPr algn="l"/>
            <a:r>
              <a:rPr lang="pt-BR" sz="6600" b="1" dirty="0"/>
              <a:t>DEU QUANTO POSSUÍA, </a:t>
            </a:r>
          </a:p>
          <a:p>
            <a:pPr algn="l"/>
            <a:r>
              <a:rPr lang="pt-BR" sz="6600" b="1" dirty="0"/>
              <a:t>DOOU TODO O SEU SUSTENTO.</a:t>
            </a:r>
            <a:endParaRPr lang="pt-BR" sz="47600" b="1" dirty="0"/>
          </a:p>
        </p:txBody>
      </p:sp>
    </p:spTree>
    <p:extLst>
      <p:ext uri="{BB962C8B-B14F-4D97-AF65-F5344CB8AC3E}">
        <p14:creationId xmlns:p14="http://schemas.microsoft.com/office/powerpoint/2010/main" val="39986880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2. É O SENHOR QUEM PROTEGE O ESTRANGEIRO,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QUEM AMPARA A VIÚVA E O ÓRFÃO,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MAS CONFUNDE OS CAMINHOS DOS MAUS.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O SENHOR REINARÁ PARA SEMPRE! 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0435846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EU VOS DIGO QUE A VIÚVA, </a:t>
            </a:r>
          </a:p>
          <a:p>
            <a:pPr algn="l"/>
            <a:r>
              <a:rPr lang="pt-BR" sz="6600" b="1" dirty="0"/>
              <a:t>AO DOAR DE SUA POBREZA, </a:t>
            </a:r>
          </a:p>
          <a:p>
            <a:pPr algn="l"/>
            <a:r>
              <a:rPr lang="pt-BR" sz="6600" b="1" dirty="0"/>
              <a:t>DEU QUANTO POSSUÍA, </a:t>
            </a:r>
          </a:p>
          <a:p>
            <a:pPr algn="l"/>
            <a:r>
              <a:rPr lang="pt-BR" sz="6600" b="1" dirty="0"/>
              <a:t>DOOU TODO O SEU SUSTENTO.</a:t>
            </a:r>
            <a:endParaRPr lang="pt-BR" sz="47600" b="1" dirty="0"/>
          </a:p>
        </p:txBody>
      </p:sp>
    </p:spTree>
    <p:extLst>
      <p:ext uri="{BB962C8B-B14F-4D97-AF65-F5344CB8AC3E}">
        <p14:creationId xmlns:p14="http://schemas.microsoft.com/office/powerpoint/2010/main" val="24824427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3. O SENHOR É FIEL PARA SEMPRE,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FAZ JUSTIÇA AOS QUE SÃO OPRIMIDOS;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ELE DÁ ALIMENTO AOS FAMINTOS,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É O SENHOR QUEM LIBERTA OS CATIVOS. 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3428569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EU VOS DIGO QUE A VIÚVA, </a:t>
            </a:r>
          </a:p>
          <a:p>
            <a:pPr algn="l"/>
            <a:r>
              <a:rPr lang="pt-BR" sz="6600" b="1" dirty="0"/>
              <a:t>AO DOAR DE SUA POBREZA, </a:t>
            </a:r>
          </a:p>
          <a:p>
            <a:pPr algn="l"/>
            <a:r>
              <a:rPr lang="pt-BR" sz="6600" b="1" dirty="0"/>
              <a:t>DEU QUANTO POSSUÍA, </a:t>
            </a:r>
          </a:p>
          <a:p>
            <a:pPr algn="l"/>
            <a:r>
              <a:rPr lang="pt-BR" sz="6600" b="1" dirty="0"/>
              <a:t>DOOU TODO O SEU SUSTENTO.</a:t>
            </a:r>
            <a:endParaRPr lang="pt-BR" sz="47600" b="1" dirty="0"/>
          </a:p>
        </p:txBody>
      </p:sp>
    </p:spTree>
    <p:extLst>
      <p:ext uri="{BB962C8B-B14F-4D97-AF65-F5344CB8AC3E}">
        <p14:creationId xmlns:p14="http://schemas.microsoft.com/office/powerpoint/2010/main" val="2949369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/>
          </a:bodyPr>
          <a:lstStyle/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4. O SENHOR ABRE OS OLHOS AOS CEGOS,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O SENHOR FAZ ERGUER-SE O CAÍDO,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BENDIREI AO SENHOR TODA A VIDA.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</a:rPr>
              <a:t>CANTAREI AO MEU DEUS SEM CESSAR! 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4307207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/>
              <a:t>EU VOS DIGO QUE A VIÚVA, </a:t>
            </a:r>
          </a:p>
          <a:p>
            <a:pPr algn="l"/>
            <a:r>
              <a:rPr lang="pt-BR" sz="6600" b="1" dirty="0"/>
              <a:t>AO DOAR DE SUA POBREZA, </a:t>
            </a:r>
          </a:p>
          <a:p>
            <a:pPr algn="l"/>
            <a:r>
              <a:rPr lang="pt-BR" sz="6600" b="1" dirty="0"/>
              <a:t>DEU QUANTO POSSUÍA, </a:t>
            </a:r>
          </a:p>
          <a:p>
            <a:pPr algn="l"/>
            <a:r>
              <a:rPr lang="pt-BR" sz="6600" b="1" dirty="0"/>
              <a:t>DOOU TODO O SEU SUSTENTO.</a:t>
            </a:r>
            <a:endParaRPr lang="pt-BR" sz="47600" b="1" dirty="0"/>
          </a:p>
        </p:txBody>
      </p:sp>
    </p:spTree>
    <p:extLst>
      <p:ext uri="{BB962C8B-B14F-4D97-AF65-F5344CB8AC3E}">
        <p14:creationId xmlns:p14="http://schemas.microsoft.com/office/powerpoint/2010/main" val="22223456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ALMA DE CRISTO, </a:t>
            </a:r>
          </a:p>
          <a:p>
            <a:pPr algn="l"/>
            <a:r>
              <a:rPr lang="pt-BR" sz="21600" b="1" dirty="0"/>
              <a:t>SANTIFICAI-ME</a:t>
            </a:r>
          </a:p>
          <a:p>
            <a:pPr algn="l"/>
            <a:r>
              <a:rPr lang="pt-BR" sz="21600" b="1" dirty="0"/>
              <a:t>CORPO DE CRISTO, SALVAI-ME</a:t>
            </a:r>
          </a:p>
          <a:p>
            <a:pPr algn="l"/>
            <a:r>
              <a:rPr lang="pt-BR" sz="21600" b="1" dirty="0"/>
              <a:t>SANGUE DE CRISTO, </a:t>
            </a:r>
          </a:p>
          <a:p>
            <a:pPr algn="l"/>
            <a:r>
              <a:rPr lang="pt-BR" sz="21600" b="1" dirty="0"/>
              <a:t>INEBRIAI-ME</a:t>
            </a:r>
          </a:p>
          <a:p>
            <a:pPr algn="l"/>
            <a:r>
              <a:rPr lang="pt-BR" sz="21600" b="1" dirty="0"/>
              <a:t>ÁGUA DO LADO DE CRISTO, LAVAI-ME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032968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b="1" dirty="0"/>
              <a:t>PAIXÃO DE CRISTO, CONFORTAI-ME</a:t>
            </a:r>
          </a:p>
          <a:p>
            <a:pPr algn="l"/>
            <a:r>
              <a:rPr lang="pt-BR" sz="8000" b="1" dirty="0"/>
              <a:t>Ó BOM JESUS, OUVI-ME</a:t>
            </a:r>
          </a:p>
          <a:p>
            <a:pPr algn="l"/>
            <a:r>
              <a:rPr lang="pt-BR" sz="8000" b="1" dirty="0"/>
              <a:t>DENTRO DE VOSSAS CHAGAS, ESCONDEI-ME, ESCONDEI-ME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7326537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381988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1163782"/>
            <a:ext cx="11406085" cy="5861131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NÃO PERMITAIS QUE EU ME SEPARE DE VÓS</a:t>
            </a:r>
          </a:p>
          <a:p>
            <a:pPr algn="l"/>
            <a:r>
              <a:rPr lang="pt-BR" sz="21600" b="1" dirty="0"/>
              <a:t>DO ESPÍRITO MALIGNO DEFENDEI-ME</a:t>
            </a:r>
          </a:p>
          <a:p>
            <a:pPr algn="l"/>
            <a:r>
              <a:rPr lang="pt-BR" sz="21600" b="1" dirty="0"/>
              <a:t>NA HORA DA MORTE</a:t>
            </a:r>
          </a:p>
          <a:p>
            <a:pPr algn="l"/>
            <a:r>
              <a:rPr lang="pt-BR" sz="21600" b="1" dirty="0"/>
              <a:t>CHAMAI-ME, CHAMAI-ME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147611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381988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1163782"/>
            <a:ext cx="11406085" cy="5861131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E MANDAI-ME IR PARA VÓS</a:t>
            </a:r>
          </a:p>
          <a:p>
            <a:pPr algn="l"/>
            <a:r>
              <a:rPr lang="pt-BR" sz="21600" b="1" dirty="0"/>
              <a:t>PARA QUE COM VOSSOS SANTOS VOS LOUVE</a:t>
            </a:r>
          </a:p>
          <a:p>
            <a:pPr algn="l"/>
            <a:r>
              <a:rPr lang="pt-BR" sz="21600" b="1" dirty="0"/>
              <a:t>POR TODOS OS SÉCULOS DOS SÉCULOS, AMÉM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437186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67445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06823"/>
            <a:ext cx="11426957" cy="5480530"/>
          </a:xfrm>
        </p:spPr>
        <p:txBody>
          <a:bodyPr>
            <a:normAutofit/>
          </a:bodyPr>
          <a:lstStyle/>
          <a:p>
            <a:pPr algn="l"/>
            <a:r>
              <a:rPr lang="pt-BR" sz="4800" b="1" dirty="0"/>
              <a:t>SALVE, Ó MÃE DO NOSSO REDENTOR, </a:t>
            </a:r>
          </a:p>
          <a:p>
            <a:pPr algn="l"/>
            <a:r>
              <a:rPr lang="pt-BR" sz="4800" b="1" dirty="0"/>
              <a:t>MÃE DE DEUS E MÃE DO PECADOR. </a:t>
            </a:r>
          </a:p>
          <a:p>
            <a:pPr algn="l"/>
            <a:r>
              <a:rPr lang="pt-BR" sz="4800" b="1" dirty="0"/>
              <a:t>MÃE DA ESPERANÇA E MÃE DA GRAÇA, </a:t>
            </a:r>
          </a:p>
          <a:p>
            <a:pPr algn="l"/>
            <a:r>
              <a:rPr lang="pt-BR" sz="4800" b="1" dirty="0"/>
              <a:t>MÃE DA ALEGRIA E MÃE DA PAZ, </a:t>
            </a:r>
          </a:p>
          <a:p>
            <a:pPr algn="l"/>
            <a:r>
              <a:rPr lang="pt-BR" sz="4800" b="1" dirty="0"/>
              <a:t>Ó MARIA, Ó MARIA! </a:t>
            </a:r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8878" y="2608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78" y="906823"/>
            <a:ext cx="11426957" cy="5480530"/>
          </a:xfrm>
        </p:spPr>
        <p:txBody>
          <a:bodyPr>
            <a:normAutofit/>
          </a:bodyPr>
          <a:lstStyle/>
          <a:p>
            <a:pPr algn="l"/>
            <a:r>
              <a:rPr lang="pt-BR" sz="4800" dirty="0"/>
              <a:t>INTERCEDE, DILETA DO AMOR </a:t>
            </a:r>
          </a:p>
          <a:p>
            <a:pPr algn="l"/>
            <a:r>
              <a:rPr lang="pt-BR" sz="4800" dirty="0"/>
              <a:t>POR ESTA IGREJA, POR TODA ESTA NAÇÃO </a:t>
            </a:r>
          </a:p>
          <a:p>
            <a:pPr algn="l"/>
            <a:r>
              <a:rPr lang="pt-BR" sz="4800" dirty="0"/>
              <a:t>QUE EM TI BUSCOU MODELO PRA SERVIR </a:t>
            </a:r>
          </a:p>
          <a:p>
            <a:pPr algn="l"/>
            <a:r>
              <a:rPr lang="pt-BR" sz="4800" dirty="0"/>
              <a:t>TEU CRIADOR SERVINDO SEUS IRMÃOS, </a:t>
            </a:r>
          </a:p>
          <a:p>
            <a:pPr algn="l"/>
            <a:r>
              <a:rPr lang="pt-BR" sz="4800" dirty="0"/>
              <a:t>Ó MARIA!</a:t>
            </a:r>
          </a:p>
        </p:txBody>
      </p:sp>
    </p:spTree>
    <p:extLst>
      <p:ext uri="{BB962C8B-B14F-4D97-AF65-F5344CB8AC3E}">
        <p14:creationId xmlns:p14="http://schemas.microsoft.com/office/powerpoint/2010/main" val="19616208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8582</TotalTime>
  <Words>1014</Words>
  <Application>Microsoft Office PowerPoint</Application>
  <PresentationFormat>Widescreen</PresentationFormat>
  <Paragraphs>177</Paragraphs>
  <Slides>51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51</vt:i4>
      </vt:variant>
    </vt:vector>
  </HeadingPairs>
  <TitlesOfParts>
    <vt:vector size="57" baseType="lpstr">
      <vt:lpstr>Arial</vt:lpstr>
      <vt:lpstr>Calibri</vt:lpstr>
      <vt:lpstr>Calibri Light</vt:lpstr>
      <vt:lpstr>Roboto</vt:lpstr>
      <vt:lpstr>Times New Roman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GLÓRIA</vt:lpstr>
      <vt:lpstr>Apresentação do PowerPoint</vt:lpstr>
      <vt:lpstr>GLÓRIA</vt:lpstr>
      <vt:lpstr>GLÓRIA</vt:lpstr>
      <vt:lpstr>Apresentação do PowerPoint</vt:lpstr>
      <vt:lpstr>GLÓRIA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OFERTAS</vt:lpstr>
      <vt:lpstr>CANTO DAS OFERTAS</vt:lpstr>
      <vt:lpstr>CANTO DAS OFERTAS</vt:lpstr>
      <vt:lpstr>CANTO DAS OFERTAS</vt:lpstr>
      <vt:lpstr>CANTO DAS OFERTAS</vt:lpstr>
      <vt:lpstr>CANTO DAS OFERTAS</vt:lpstr>
      <vt:lpstr>CANTO DAS OFERTAS</vt:lpstr>
      <vt:lpstr>CANTO DAS OFERTAS</vt:lpstr>
      <vt:lpstr>CANTO DAS OFERTAS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52</cp:revision>
  <dcterms:created xsi:type="dcterms:W3CDTF">2023-05-06T17:01:55Z</dcterms:created>
  <dcterms:modified xsi:type="dcterms:W3CDTF">2024-11-09T21:29:10Z</dcterms:modified>
</cp:coreProperties>
</file>