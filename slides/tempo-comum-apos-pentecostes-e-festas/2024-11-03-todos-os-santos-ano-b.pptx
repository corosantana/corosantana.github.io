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435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258" r:id="rId15"/>
    <p:sldId id="397" r:id="rId16"/>
    <p:sldId id="422" r:id="rId17"/>
    <p:sldId id="260" r:id="rId18"/>
    <p:sldId id="261" r:id="rId19"/>
    <p:sldId id="445" r:id="rId20"/>
    <p:sldId id="338" r:id="rId21"/>
    <p:sldId id="446" r:id="rId22"/>
    <p:sldId id="447" r:id="rId23"/>
    <p:sldId id="339" r:id="rId24"/>
    <p:sldId id="448" r:id="rId25"/>
    <p:sldId id="340" r:id="rId26"/>
    <p:sldId id="449" r:id="rId27"/>
    <p:sldId id="264" r:id="rId28"/>
    <p:sldId id="265" r:id="rId29"/>
    <p:sldId id="266" r:id="rId30"/>
    <p:sldId id="267" r:id="rId31"/>
    <p:sldId id="418" r:id="rId32"/>
    <p:sldId id="269" r:id="rId33"/>
    <p:sldId id="412" r:id="rId34"/>
    <p:sldId id="425" r:id="rId35"/>
    <p:sldId id="423" r:id="rId36"/>
    <p:sldId id="434" r:id="rId37"/>
    <p:sldId id="424" r:id="rId38"/>
    <p:sldId id="426" r:id="rId39"/>
    <p:sldId id="292" r:id="rId40"/>
    <p:sldId id="275" r:id="rId41"/>
    <p:sldId id="363" r:id="rId42"/>
    <p:sldId id="361" r:id="rId43"/>
    <p:sldId id="362" r:id="rId44"/>
    <p:sldId id="414" r:id="rId45"/>
    <p:sldId id="427" r:id="rId46"/>
    <p:sldId id="415" r:id="rId47"/>
    <p:sldId id="428" r:id="rId48"/>
    <p:sldId id="416" r:id="rId49"/>
    <p:sldId id="430" r:id="rId50"/>
    <p:sldId id="429" r:id="rId51"/>
    <p:sldId id="431" r:id="rId52"/>
    <p:sldId id="404" r:id="rId53"/>
    <p:sldId id="385" r:id="rId54"/>
    <p:sldId id="386" r:id="rId55"/>
    <p:sldId id="387" r:id="rId56"/>
    <p:sldId id="388" r:id="rId57"/>
    <p:sldId id="433" r:id="rId58"/>
    <p:sldId id="337" r:id="rId5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10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C3E2CF3B-2FE4-409D-AE2A-9EB303854E95}"/>
    <pc:docChg chg="custSel addSld delSld modSld sldOrd">
      <pc:chgData name="anaclaracosta116@gmail.com" userId="a793634777582c92" providerId="LiveId" clId="{C3E2CF3B-2FE4-409D-AE2A-9EB303854E95}" dt="2023-11-04T20:03:29.296" v="474" actId="1076"/>
      <pc:docMkLst>
        <pc:docMk/>
      </pc:docMkLst>
      <pc:sldChg chg="modSp mod">
        <pc:chgData name="anaclaracosta116@gmail.com" userId="a793634777582c92" providerId="LiveId" clId="{C3E2CF3B-2FE4-409D-AE2A-9EB303854E95}" dt="2023-11-04T19:26:19.612" v="52" actId="403"/>
        <pc:sldMkLst>
          <pc:docMk/>
          <pc:sldMk cId="337661645" sldId="261"/>
        </pc:sldMkLst>
        <pc:spChg chg="mod">
          <ac:chgData name="anaclaracosta116@gmail.com" userId="a793634777582c92" providerId="LiveId" clId="{C3E2CF3B-2FE4-409D-AE2A-9EB303854E95}" dt="2023-11-04T19:26:19.612" v="52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8:37.598" v="138" actId="20577"/>
        <pc:sldMkLst>
          <pc:docMk/>
          <pc:sldMk cId="3388034860" sldId="265"/>
        </pc:sldMkLst>
        <pc:spChg chg="mod">
          <ac:chgData name="anaclaracosta116@gmail.com" userId="a793634777582c92" providerId="LiveId" clId="{C3E2CF3B-2FE4-409D-AE2A-9EB303854E95}" dt="2023-11-04T19:28:37.598" v="138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3:11.087" v="274" actId="27636"/>
        <pc:sldMkLst>
          <pc:docMk/>
          <pc:sldMk cId="2671817442" sldId="267"/>
        </pc:sldMkLst>
        <pc:spChg chg="mod">
          <ac:chgData name="anaclaracosta116@gmail.com" userId="a793634777582c92" providerId="LiveId" clId="{C3E2CF3B-2FE4-409D-AE2A-9EB303854E95}" dt="2023-11-04T19:33:11.087" v="274" actId="27636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0:17.507" v="147" actId="207"/>
        <pc:sldMkLst>
          <pc:docMk/>
          <pc:sldMk cId="2786277918" sldId="269"/>
        </pc:sldMkLst>
        <pc:spChg chg="mod">
          <ac:chgData name="anaclaracosta116@gmail.com" userId="a793634777582c92" providerId="LiveId" clId="{C3E2CF3B-2FE4-409D-AE2A-9EB303854E95}" dt="2023-11-04T19:30:17.507" v="147" actId="207"/>
          <ac:spMkLst>
            <pc:docMk/>
            <pc:sldMk cId="2786277918" sldId="26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31:04.207" v="150" actId="2696"/>
        <pc:sldMkLst>
          <pc:docMk/>
          <pc:sldMk cId="2728156593" sldId="271"/>
        </pc:sldMkLst>
      </pc:sldChg>
      <pc:sldChg chg="modSp mod">
        <pc:chgData name="anaclaracosta116@gmail.com" userId="a793634777582c92" providerId="LiveId" clId="{C3E2CF3B-2FE4-409D-AE2A-9EB303854E95}" dt="2023-11-04T19:50:51.702" v="340"/>
        <pc:sldMkLst>
          <pc:docMk/>
          <pc:sldMk cId="4141278968" sldId="337"/>
        </pc:sldMkLst>
        <pc:spChg chg="mod">
          <ac:chgData name="anaclaracosta116@gmail.com" userId="a793634777582c92" providerId="LiveId" clId="{C3E2CF3B-2FE4-409D-AE2A-9EB303854E95}" dt="2023-11-04T19:50:51.702" v="340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6:30.142" v="57" actId="27636"/>
        <pc:sldMkLst>
          <pc:docMk/>
          <pc:sldMk cId="1733667129" sldId="338"/>
        </pc:sldMkLst>
        <pc:spChg chg="mod">
          <ac:chgData name="anaclaracosta116@gmail.com" userId="a793634777582c92" providerId="LiveId" clId="{C3E2CF3B-2FE4-409D-AE2A-9EB303854E95}" dt="2023-11-04T19:26:30.142" v="57" actId="27636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7:06.282" v="66" actId="27636"/>
        <pc:sldMkLst>
          <pc:docMk/>
          <pc:sldMk cId="2703894855" sldId="339"/>
        </pc:sldMkLst>
        <pc:spChg chg="mod">
          <ac:chgData name="anaclaracosta116@gmail.com" userId="a793634777582c92" providerId="LiveId" clId="{C3E2CF3B-2FE4-409D-AE2A-9EB303854E95}" dt="2023-11-04T19:27:06.282" v="66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7:36.656" v="82" actId="27636"/>
        <pc:sldMkLst>
          <pc:docMk/>
          <pc:sldMk cId="641955455" sldId="340"/>
        </pc:sldMkLst>
        <pc:spChg chg="mod">
          <ac:chgData name="anaclaracosta116@gmail.com" userId="a793634777582c92" providerId="LiveId" clId="{C3E2CF3B-2FE4-409D-AE2A-9EB303854E95}" dt="2023-11-04T19:27:36.656" v="82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4:07.025" v="301" actId="27636"/>
        <pc:sldMkLst>
          <pc:docMk/>
          <pc:sldMk cId="2304799739" sldId="362"/>
        </pc:sldMkLst>
        <pc:spChg chg="mod">
          <ac:chgData name="anaclaracosta116@gmail.com" userId="a793634777582c92" providerId="LiveId" clId="{C3E2CF3B-2FE4-409D-AE2A-9EB303854E95}" dt="2023-11-04T19:44:07.025" v="301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51:20.487" v="341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C3E2CF3B-2FE4-409D-AE2A-9EB303854E95}" dt="2023-11-04T20:03:29.296" v="474" actId="1076"/>
        <pc:sldMkLst>
          <pc:docMk/>
          <pc:sldMk cId="725659120" sldId="375"/>
        </pc:sldMkLst>
        <pc:spChg chg="mod">
          <ac:chgData name="anaclaracosta116@gmail.com" userId="a793634777582c92" providerId="LiveId" clId="{C3E2CF3B-2FE4-409D-AE2A-9EB303854E95}" dt="2023-11-04T20:03:02.946" v="465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C3E2CF3B-2FE4-409D-AE2A-9EB303854E95}" dt="2023-11-04T20:03:29.296" v="474" actId="1076"/>
          <ac:spMkLst>
            <pc:docMk/>
            <pc:sldMk cId="725659120" sldId="375"/>
            <ac:spMk id="4" creationId="{6BC42A13-94D8-1373-BB98-025A5C022561}"/>
          </ac:spMkLst>
        </pc:spChg>
        <pc:picChg chg="del">
          <ac:chgData name="anaclaracosta116@gmail.com" userId="a793634777582c92" providerId="LiveId" clId="{C3E2CF3B-2FE4-409D-AE2A-9EB303854E95}" dt="2023-11-04T20:01:45.411" v="383" actId="21"/>
          <ac:picMkLst>
            <pc:docMk/>
            <pc:sldMk cId="725659120" sldId="375"/>
            <ac:picMk id="2" creationId="{127657AE-AC85-5D4D-8281-FC4F1D9D4AE5}"/>
          </ac:picMkLst>
        </pc:picChg>
        <pc:picChg chg="add mod">
          <ac:chgData name="anaclaracosta116@gmail.com" userId="a793634777582c92" providerId="LiveId" clId="{C3E2CF3B-2FE4-409D-AE2A-9EB303854E95}" dt="2023-11-04T20:02:17.449" v="389" actId="167"/>
          <ac:picMkLst>
            <pc:docMk/>
            <pc:sldMk cId="725659120" sldId="375"/>
            <ac:picMk id="1026" creationId="{89548EBA-A1AA-8A74-3B5A-D34F9481F00B}"/>
          </ac:picMkLst>
        </pc:picChg>
      </pc:sldChg>
      <pc:sldChg chg="modSp mod">
        <pc:chgData name="anaclaracosta116@gmail.com" userId="a793634777582c92" providerId="LiveId" clId="{C3E2CF3B-2FE4-409D-AE2A-9EB303854E95}" dt="2023-11-04T19:28:20.055" v="94" actId="113"/>
        <pc:sldMkLst>
          <pc:docMk/>
          <pc:sldMk cId="3733524150" sldId="377"/>
        </pc:sldMkLst>
        <pc:spChg chg="mod">
          <ac:chgData name="anaclaracosta116@gmail.com" userId="a793634777582c92" providerId="LiveId" clId="{C3E2CF3B-2FE4-409D-AE2A-9EB303854E95}" dt="2023-11-04T19:28:20.055" v="94" actId="113"/>
          <ac:spMkLst>
            <pc:docMk/>
            <pc:sldMk cId="3733524150" sldId="377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C3E2CF3B-2FE4-409D-AE2A-9EB303854E95}" dt="2023-11-04T19:52:38.274" v="348"/>
        <pc:sldMkLst>
          <pc:docMk/>
          <pc:sldMk cId="3504015327" sldId="404"/>
        </pc:sldMkLst>
      </pc:sldChg>
      <pc:sldChg chg="modSp mod">
        <pc:chgData name="anaclaracosta116@gmail.com" userId="a793634777582c92" providerId="LiveId" clId="{C3E2CF3B-2FE4-409D-AE2A-9EB303854E95}" dt="2023-11-04T19:35:45.381" v="278" actId="207"/>
        <pc:sldMkLst>
          <pc:docMk/>
          <pc:sldMk cId="572362796" sldId="412"/>
        </pc:sldMkLst>
        <pc:spChg chg="mod">
          <ac:chgData name="anaclaracosta116@gmail.com" userId="a793634777582c92" providerId="LiveId" clId="{C3E2CF3B-2FE4-409D-AE2A-9EB303854E95}" dt="2023-11-04T19:35:45.381" v="278" actId="207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8:08.654" v="281" actId="113"/>
        <pc:sldMkLst>
          <pc:docMk/>
          <pc:sldMk cId="2047100749" sldId="413"/>
        </pc:sldMkLst>
        <pc:spChg chg="mod">
          <ac:chgData name="anaclaracosta116@gmail.com" userId="a793634777582c92" providerId="LiveId" clId="{C3E2CF3B-2FE4-409D-AE2A-9EB303854E95}" dt="2023-11-04T19:38:08.654" v="281" actId="113"/>
          <ac:spMkLst>
            <pc:docMk/>
            <pc:sldMk cId="2047100749" sldId="41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4:34.653" v="307" actId="27636"/>
        <pc:sldMkLst>
          <pc:docMk/>
          <pc:sldMk cId="3606871705" sldId="414"/>
        </pc:sldMkLst>
        <pc:spChg chg="mod">
          <ac:chgData name="anaclaracosta116@gmail.com" userId="a793634777582c92" providerId="LiveId" clId="{C3E2CF3B-2FE4-409D-AE2A-9EB303854E95}" dt="2023-11-04T19:44:34.653" v="307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5:20.610" v="319" actId="27636"/>
        <pc:sldMkLst>
          <pc:docMk/>
          <pc:sldMk cId="2415249330" sldId="415"/>
        </pc:sldMkLst>
        <pc:spChg chg="mod">
          <ac:chgData name="anaclaracosta116@gmail.com" userId="a793634777582c92" providerId="LiveId" clId="{C3E2CF3B-2FE4-409D-AE2A-9EB303854E95}" dt="2023-11-04T19:45:20.610" v="319" actId="27636"/>
          <ac:spMkLst>
            <pc:docMk/>
            <pc:sldMk cId="2415249330" sldId="41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5:56.028" v="329" actId="27636"/>
        <pc:sldMkLst>
          <pc:docMk/>
          <pc:sldMk cId="3975066000" sldId="416"/>
        </pc:sldMkLst>
        <pc:spChg chg="mod">
          <ac:chgData name="anaclaracosta116@gmail.com" userId="a793634777582c92" providerId="LiveId" clId="{C3E2CF3B-2FE4-409D-AE2A-9EB303854E95}" dt="2023-11-04T19:45:56.028" v="329" actId="27636"/>
          <ac:spMkLst>
            <pc:docMk/>
            <pc:sldMk cId="3975066000" sldId="41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31:00.105" v="149" actId="2696"/>
        <pc:sldMkLst>
          <pc:docMk/>
          <pc:sldMk cId="4133333837" sldId="417"/>
        </pc:sldMkLst>
      </pc:sldChg>
      <pc:sldChg chg="del">
        <pc:chgData name="anaclaracosta116@gmail.com" userId="a793634777582c92" providerId="LiveId" clId="{C3E2CF3B-2FE4-409D-AE2A-9EB303854E95}" dt="2023-11-04T19:30:54.228" v="148" actId="2696"/>
        <pc:sldMkLst>
          <pc:docMk/>
          <pc:sldMk cId="2032235790" sldId="419"/>
        </pc:sldMkLst>
      </pc:sldChg>
      <pc:sldChg chg="modSp add mod">
        <pc:chgData name="anaclaracosta116@gmail.com" userId="a793634777582c92" providerId="LiveId" clId="{C3E2CF3B-2FE4-409D-AE2A-9EB303854E95}" dt="2023-11-04T19:40:17.321" v="293" actId="207"/>
        <pc:sldMkLst>
          <pc:docMk/>
          <pc:sldMk cId="411870148" sldId="423"/>
        </pc:sldMkLst>
        <pc:spChg chg="mod">
          <ac:chgData name="anaclaracosta116@gmail.com" userId="a793634777582c92" providerId="LiveId" clId="{C3E2CF3B-2FE4-409D-AE2A-9EB303854E95}" dt="2023-11-04T19:40:17.321" v="293" actId="207"/>
          <ac:spMkLst>
            <pc:docMk/>
            <pc:sldMk cId="411870148" sldId="42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3E2CF3B-2FE4-409D-AE2A-9EB303854E95}" dt="2023-11-04T19:40:10.704" v="292" actId="207"/>
        <pc:sldMkLst>
          <pc:docMk/>
          <pc:sldMk cId="3397306447" sldId="424"/>
        </pc:sldMkLst>
        <pc:spChg chg="mod">
          <ac:chgData name="anaclaracosta116@gmail.com" userId="a793634777582c92" providerId="LiveId" clId="{C3E2CF3B-2FE4-409D-AE2A-9EB303854E95}" dt="2023-11-04T19:40:10.704" v="292" actId="207"/>
          <ac:spMkLst>
            <pc:docMk/>
            <pc:sldMk cId="3397306447" sldId="424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3E2CF3B-2FE4-409D-AE2A-9EB303854E95}" dt="2023-11-04T19:40:29.754" v="296"/>
        <pc:sldMkLst>
          <pc:docMk/>
          <pc:sldMk cId="3980373218" sldId="425"/>
        </pc:sldMkLst>
      </pc:sldChg>
      <pc:sldChg chg="add ord">
        <pc:chgData name="anaclaracosta116@gmail.com" userId="a793634777582c92" providerId="LiveId" clId="{C3E2CF3B-2FE4-409D-AE2A-9EB303854E95}" dt="2023-11-04T19:40:36.244" v="299"/>
        <pc:sldMkLst>
          <pc:docMk/>
          <pc:sldMk cId="1401418091" sldId="426"/>
        </pc:sldMkLst>
      </pc:sldChg>
      <pc:sldChg chg="add ord">
        <pc:chgData name="anaclaracosta116@gmail.com" userId="a793634777582c92" providerId="LiveId" clId="{C3E2CF3B-2FE4-409D-AE2A-9EB303854E95}" dt="2023-11-04T19:44:47.330" v="310"/>
        <pc:sldMkLst>
          <pc:docMk/>
          <pc:sldMk cId="153170317" sldId="427"/>
        </pc:sldMkLst>
      </pc:sldChg>
      <pc:sldChg chg="add ord">
        <pc:chgData name="anaclaracosta116@gmail.com" userId="a793634777582c92" providerId="LiveId" clId="{C3E2CF3B-2FE4-409D-AE2A-9EB303854E95}" dt="2023-11-04T19:45:27.313" v="322"/>
        <pc:sldMkLst>
          <pc:docMk/>
          <pc:sldMk cId="300113382" sldId="428"/>
        </pc:sldMkLst>
      </pc:sldChg>
      <pc:sldChg chg="modSp add mod">
        <pc:chgData name="anaclaracosta116@gmail.com" userId="a793634777582c92" providerId="LiveId" clId="{C3E2CF3B-2FE4-409D-AE2A-9EB303854E95}" dt="2023-11-04T19:46:48.968" v="333" actId="207"/>
        <pc:sldMkLst>
          <pc:docMk/>
          <pc:sldMk cId="531555187" sldId="429"/>
        </pc:sldMkLst>
        <pc:spChg chg="mod">
          <ac:chgData name="anaclaracosta116@gmail.com" userId="a793634777582c92" providerId="LiveId" clId="{C3E2CF3B-2FE4-409D-AE2A-9EB303854E95}" dt="2023-11-04T19:46:48.968" v="333" actId="207"/>
          <ac:spMkLst>
            <pc:docMk/>
            <pc:sldMk cId="531555187" sldId="42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3E2CF3B-2FE4-409D-AE2A-9EB303854E95}" dt="2023-11-04T19:46:56.498" v="336"/>
        <pc:sldMkLst>
          <pc:docMk/>
          <pc:sldMk cId="2162873918" sldId="430"/>
        </pc:sldMkLst>
      </pc:sldChg>
      <pc:sldChg chg="add ord">
        <pc:chgData name="anaclaracosta116@gmail.com" userId="a793634777582c92" providerId="LiveId" clId="{C3E2CF3B-2FE4-409D-AE2A-9EB303854E95}" dt="2023-11-04T19:47:33.586" v="339"/>
        <pc:sldMkLst>
          <pc:docMk/>
          <pc:sldMk cId="3855727790" sldId="431"/>
        </pc:sldMkLst>
      </pc:sldChg>
      <pc:sldChg chg="modSp add mod">
        <pc:chgData name="anaclaracosta116@gmail.com" userId="a793634777582c92" providerId="LiveId" clId="{C3E2CF3B-2FE4-409D-AE2A-9EB303854E95}" dt="2023-11-04T19:54:14.717" v="372" actId="27636"/>
        <pc:sldMkLst>
          <pc:docMk/>
          <pc:sldMk cId="719781657" sldId="432"/>
        </pc:sldMkLst>
        <pc:spChg chg="mod">
          <ac:chgData name="anaclaracosta116@gmail.com" userId="a793634777582c92" providerId="LiveId" clId="{C3E2CF3B-2FE4-409D-AE2A-9EB303854E95}" dt="2023-11-04T19:52:53.046" v="365" actId="14100"/>
          <ac:spMkLst>
            <pc:docMk/>
            <pc:sldMk cId="719781657" sldId="432"/>
            <ac:spMk id="2" creationId="{F0E406B4-85AC-B67B-F9E2-21AAF8067483}"/>
          </ac:spMkLst>
        </pc:spChg>
        <pc:spChg chg="mod">
          <ac:chgData name="anaclaracosta116@gmail.com" userId="a793634777582c92" providerId="LiveId" clId="{C3E2CF3B-2FE4-409D-AE2A-9EB303854E95}" dt="2023-11-04T19:54:14.717" v="372" actId="27636"/>
          <ac:spMkLst>
            <pc:docMk/>
            <pc:sldMk cId="719781657" sldId="432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C3E2CF3B-2FE4-409D-AE2A-9EB303854E95}" dt="2023-11-04T19:51:49.335" v="344" actId="2696"/>
        <pc:sldMkLst>
          <pc:docMk/>
          <pc:sldMk cId="3234567938" sldId="432"/>
        </pc:sldMkLst>
        <pc:spChg chg="mod">
          <ac:chgData name="anaclaracosta116@gmail.com" userId="a793634777582c92" providerId="LiveId" clId="{C3E2CF3B-2FE4-409D-AE2A-9EB303854E95}" dt="2023-11-04T19:51:29.207" v="343" actId="207"/>
          <ac:spMkLst>
            <pc:docMk/>
            <pc:sldMk cId="3234567938" sldId="432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3E2CF3B-2FE4-409D-AE2A-9EB303854E95}" dt="2023-11-04T19:52:36.485" v="346" actId="2890"/>
        <pc:sldMkLst>
          <pc:docMk/>
          <pc:sldMk cId="2586744568" sldId="433"/>
        </pc:sldMkLst>
      </pc:sldChg>
      <pc:sldChg chg="modSp add mod">
        <pc:chgData name="anaclaracosta116@gmail.com" userId="a793634777582c92" providerId="LiveId" clId="{C3E2CF3B-2FE4-409D-AE2A-9EB303854E95}" dt="2023-11-04T19:54:55.484" v="377" actId="113"/>
        <pc:sldMkLst>
          <pc:docMk/>
          <pc:sldMk cId="1812026848" sldId="434"/>
        </pc:sldMkLst>
        <pc:spChg chg="mod">
          <ac:chgData name="anaclaracosta116@gmail.com" userId="a793634777582c92" providerId="LiveId" clId="{C3E2CF3B-2FE4-409D-AE2A-9EB303854E95}" dt="2023-11-04T19:54:55.484" v="377" actId="113"/>
          <ac:spMkLst>
            <pc:docMk/>
            <pc:sldMk cId="1812026848" sldId="43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3E2CF3B-2FE4-409D-AE2A-9EB303854E95}" dt="2023-11-04T19:56:06.778" v="381"/>
        <pc:sldMkLst>
          <pc:docMk/>
          <pc:sldMk cId="2669027407" sldId="435"/>
        </pc:sldMkLst>
        <pc:spChg chg="mod">
          <ac:chgData name="anaclaracosta116@gmail.com" userId="a793634777582c92" providerId="LiveId" clId="{C3E2CF3B-2FE4-409D-AE2A-9EB303854E95}" dt="2023-11-04T19:56:06.778" v="381"/>
          <ac:spMkLst>
            <pc:docMk/>
            <pc:sldMk cId="2669027407" sldId="435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03/11/2024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548EBA-A1AA-8A74-3B5A-D34F9481F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1" y="-2"/>
            <a:ext cx="12192000" cy="6857999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116621" y="1905503"/>
            <a:ext cx="99587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SOLENIDADE DE TODOS OS SANTOS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ALEGREMO-NOS TODOS NO SENHOR, CELEBRANDO A FESTA DE TODOS OS SANTOS. CONOSCO ALEGRAM-SE OS ANJOS E GLORIFICAM O FILHO DE DEUS!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/>
          </a:bodyPr>
          <a:lstStyle/>
          <a:p>
            <a:pPr algn="l"/>
            <a:r>
              <a:rPr lang="pt-BR" b="0" i="0" dirty="0">
                <a:solidFill>
                  <a:srgbClr val="333333"/>
                </a:solidFill>
                <a:effectLst/>
              </a:rPr>
              <a:t>SL 32(33)</a:t>
            </a:r>
          </a:p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Ó JUSTOS, ALEGRAI-VOS NO SENHOR! *</a:t>
            </a:r>
          </a:p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AOS RETOS FICA BEM GLORIFICÁ-LO.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B4209-32C2-2C75-C267-384CD3A0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D6F14-54CB-2370-A56F-48FEA6BDF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E6D9DA-A53B-8C39-4967-3AF2D2D76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ALEGREMO-NOS TODOS NO SENHOR, CELEBRANDO A FESTA DE TODOS OS SANTOS. CONOSCO ALEGRAM-SE OS ANJOS E GLORIFICAM O FILHO DE DEUS!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980052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B3C3-221E-C9D1-3B9E-26376263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E6D79-FB78-A9B4-CB78-6F6530D81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1841F4-D891-D950-E834-015E88A7E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DAI GRAÇAS AO SENHOR AO SOM DA HARPA, *</a:t>
            </a:r>
          </a:p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NA LIRA DE DEZ CORDAS CELEBRAI-O!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60438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B76E-34BD-FA02-F132-AD03E24D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ED9EA-80EC-795F-A97D-19FAD3EE1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3F3AE9-7C42-45A4-9E6B-52B290E29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ALEGREMO-NOS TODOS NO SENHOR, CELEBRANDO A FESTA DE TODOS OS SANTOS. CONOSCO ALEGRAM-SE OS ANJOS E GLORIFICAM O FILHO DE DEUS!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88559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BE0C8-88BE-94E2-5BBD-D23D69D4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84887-93DC-F02A-87DA-EA574A70B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699E0D-808B-F93E-94F0-E66B80A5B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CANTAI PARA O SENHOR UM CANTO NOVO, *</a:t>
            </a:r>
          </a:p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COM ARTE SUSTENTAI A LOUVAÇÃO!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050708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D4DFE-A3AB-8002-D235-A1651B22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53FEE-C505-4B7F-F7DF-A260E0D77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30B778-091E-E8BE-FD8F-C30B9F177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ALEGREMO-NOS TODOS NO SENHOR, CELEBRANDO A FESTA DE TODOS OS SANTOS. CONOSCO ALEGRAM-SE OS ANJOS E GLORIFICAM O FILHO DE DEUS!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67860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4B1EF-0A1E-2F05-DE66-EAEA1CCE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E9161-087A-C80A-6266-FBDAAC1EB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277765-7E5A-AA91-AA09-9D27CB624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POIS RETA É A PALAVRA DO SENHOR, *</a:t>
            </a:r>
          </a:p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E TUDO O QUE ELE FAZ MERECE FÉ.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53280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349CF-190D-41D6-B248-D005333C2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E624E-EE74-1FED-3166-C178D08C6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2B79D5-E7FD-295B-4BA1-8CFAE4DC1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ALEGREMO-NOS TODOS NO SENHOR, CELEBRANDO A FESTA DE TODOS OS SANTOS. CONOSCO ALEGRAM-SE OS ANJOS E GLORIFICAM O FILHO DE DEUS!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02955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FC426-C702-1ED2-E932-CF1F318D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705FA-FB13-A780-63C8-090A06D97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8BBD4F-9C4E-6247-4ED2-437A48DD2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DEUS AMA O DIREITO E A JUSTIÇA, *</a:t>
            </a:r>
          </a:p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TRANSBORDA EM TODA A TERRA A SUA GRAÇA.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67380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500F-8F67-F0B8-0099-16A4A85F8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FE3AE-0CBB-A474-3B3E-D2102DC62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3894F8-7CA7-FFB2-3D81-E1A56FCBA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ALEGREMO-NOS TODOS NO SENHOR, CELEBRANDO A FESTA DE TODOS OS SANTOS. CONOSCO ALEGRAM-SE OS ANJOS E GLORIFICAM O FILHO DE DEUS!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747156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8797-EB03-871E-1206-677B8526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108AF-D32D-C290-F462-5FBD32147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70EC70-53CD-A493-0036-7BEE7D6EA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FELIZ O POVO CUJO DEUS É O SENHOR, *</a:t>
            </a:r>
          </a:p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E A NAÇÃO QUE ESCOLHEU POR SUA HERANÇA!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675445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CULPA, MINHA TÃO GRANDE </a:t>
            </a:r>
            <a:r>
              <a:rPr lang="pt-BR" sz="6000" dirty="0" err="1"/>
              <a:t>CUlPA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 PEÇO A VIRGEM MARIA</a:t>
            </a:r>
          </a:p>
          <a:p>
            <a:pPr algn="just"/>
            <a:r>
              <a:rPr lang="pt-BR" sz="6600" dirty="0"/>
              <a:t>AOS ANJOS E SANTOS</a:t>
            </a:r>
          </a:p>
          <a:p>
            <a:pPr algn="just"/>
            <a:r>
              <a:rPr lang="pt-BR" sz="6600" dirty="0"/>
              <a:t>E A VÓS, IRMÃOS E IRMÃS</a:t>
            </a:r>
          </a:p>
          <a:p>
            <a:pPr algn="just"/>
            <a:r>
              <a:rPr lang="pt-BR" sz="6600" dirty="0"/>
              <a:t>QUE ROGUEIS POR MIM 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2319969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pPr algn="just"/>
            <a:endParaRPr lang="pt-BR" sz="7200" b="1" dirty="0"/>
          </a:p>
          <a:p>
            <a:pPr algn="just"/>
            <a:r>
              <a:rPr lang="pt-BR" sz="7200" b="1" dirty="0"/>
              <a:t>GLÓRIA, GLÓRIA, GLÓRIA A DEUS! GLÓRIA A NAS ALTURAS (2X) </a:t>
            </a:r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206E-D0D5-0F2A-553D-D1A7B8B6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3A666-4511-2DF4-08E3-9530EB9D2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9B489E-9CFA-DE6F-8647-70A7BF474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pPr algn="just"/>
            <a:endParaRPr lang="pt-BR" sz="5400" dirty="0"/>
          </a:p>
          <a:p>
            <a:pPr algn="just"/>
            <a:r>
              <a:rPr lang="pt-BR" sz="5400" dirty="0"/>
              <a:t>E PAZ NA TERRA AOS HOMENS POR ELE AMADOS! 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SENHOR DEUS, REI DOS CÉUS, DEUS PAI TODO PODEROSO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827012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NÓS VOS LOUVAMOS, NÓS VOS BENDIZEMOS</a:t>
            </a:r>
          </a:p>
          <a:p>
            <a:pPr algn="just"/>
            <a:r>
              <a:rPr lang="pt-BR" sz="5400" dirty="0"/>
              <a:t>NÓS VOS ADORAMOS, NÓS VOS GLORIFICAMOS</a:t>
            </a:r>
          </a:p>
          <a:p>
            <a:pPr algn="just"/>
            <a:r>
              <a:rPr lang="pt-BR" sz="5400" dirty="0"/>
              <a:t>NÓS VOS DAMOS GRAÇAS, POR VOSSA IMENSA GLÓRIA.</a:t>
            </a:r>
          </a:p>
          <a:p>
            <a:pPr algn="just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4E88-1F99-CE5C-1231-10A5B232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952BA-B146-FB6C-265D-311F39C4C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DC19D4-9AC7-10C6-F6EA-E8E89BECA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pPr algn="just"/>
            <a:endParaRPr lang="pt-BR" sz="7200" b="1" dirty="0"/>
          </a:p>
          <a:p>
            <a:pPr algn="just"/>
            <a:r>
              <a:rPr lang="pt-BR" sz="7200" b="1" dirty="0"/>
              <a:t>GLÓRIA, GLÓRIA, GLÓRIA A DEUS! GLÓRIA A NAS ALTURAS (2X) </a:t>
            </a:r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340107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DBD96-8B45-6BA8-1C26-B37DA594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922B9-D955-7591-2366-FEC4F78CB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A1C678-DAE4-1EBB-BAD0-1535855C2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Autofit/>
          </a:bodyPr>
          <a:lstStyle/>
          <a:p>
            <a:pPr algn="l"/>
            <a:endParaRPr lang="pt-BR" sz="5400" dirty="0"/>
          </a:p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839716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VÓS QUE TIRAIS O PECADO DO MUNDO,TENDE PIEDADE DE NÓS</a:t>
            </a:r>
          </a:p>
          <a:p>
            <a:pPr algn="l"/>
            <a:r>
              <a:rPr lang="pt-BR" sz="5400" dirty="0"/>
              <a:t>VÓS QUE TIRAIS O PECADO DO MUNDO,  ACOLHEI A NOSSA SÚPLICA</a:t>
            </a:r>
          </a:p>
          <a:p>
            <a:pPr algn="l"/>
            <a:r>
              <a:rPr lang="pt-BR" sz="5400" dirty="0"/>
              <a:t>VÓS QUE ESTAIS À DIREITA DO PAI, 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364B-C879-D2A1-E45B-BE601AC1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BC338-C47B-65B3-3002-4CC70A444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F42CAF-DFC6-D28A-1791-65D3207C3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pPr algn="just"/>
            <a:endParaRPr lang="pt-BR" sz="7200" b="1" dirty="0"/>
          </a:p>
          <a:p>
            <a:pPr algn="just"/>
            <a:r>
              <a:rPr lang="pt-BR" sz="7200" b="1" dirty="0"/>
              <a:t>GLÓRIA, GLÓRIA, GLÓRIA A DEUS! GLÓRIA A NAS ALTURAS (2X) </a:t>
            </a:r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2734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SÓ VÓS SOIS SANTO, SÓ VÓS O SENHOR, SÓ VÓS O ALTÍSSIMO, JESUS CRISTO </a:t>
            </a:r>
          </a:p>
          <a:p>
            <a:pPr algn="just"/>
            <a:r>
              <a:rPr lang="pt-BR" sz="5400" dirty="0"/>
              <a:t>COM O ESPÍRITO SANTO NA GLÓRIA DE DEUS PAI.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F0860-9835-21D9-FEE5-549F2D45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79962-4885-B90A-1212-65CB770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B5B565-8769-78C8-C039-207C231FB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 fontScale="92500" lnSpcReduction="10000"/>
          </a:bodyPr>
          <a:lstStyle/>
          <a:p>
            <a:pPr algn="just"/>
            <a:endParaRPr lang="pt-BR" sz="7200" b="1" dirty="0"/>
          </a:p>
          <a:p>
            <a:pPr algn="just"/>
            <a:r>
              <a:rPr lang="pt-BR" sz="7200" b="1" dirty="0"/>
              <a:t>GLÓRIA, GLÓRIA, GLÓRIA A DEUS! GLÓRIA A NAS ALTURAS (2X) </a:t>
            </a:r>
          </a:p>
          <a:p>
            <a:pPr algn="just"/>
            <a:endParaRPr lang="pt-BR" sz="7200" b="1" dirty="0"/>
          </a:p>
          <a:p>
            <a:pPr algn="just"/>
            <a:r>
              <a:rPr lang="pt-BR" sz="7200" b="1" dirty="0"/>
              <a:t>AMÉM! AMÉM!</a:t>
            </a:r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512598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É ASSIM A GERAÇÃO DOS QUE PROCURAM O SENHOR!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VINDE A MIM, TODOS VÓS QUE ESTAIS CANSADOS E PENAIS A CARREGAR PESADO FARDO, E DESCANSO EU VOS DAREI, DIZ O SENHOR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91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effectLst/>
              </a:rPr>
              <a:t>A VIDA DOS JUSTOS ESTÁ NAS MÃOS DE DEUS,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NENHUM TORMENTO OS ATINGIRÁ.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AOS OLHOS DOS INSENSATOS PARECERAM MORRER;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0" i="0" dirty="0">
                <a:effectLst/>
              </a:rPr>
              <a:t>1. 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</a:rPr>
              <a:t>E EM VOSSO MONTE SANTO HABITARÁ?</a:t>
            </a:r>
          </a:p>
          <a:p>
            <a:pPr algn="l"/>
            <a:r>
              <a:rPr lang="pt-BR" sz="6000" i="0" dirty="0">
                <a:effectLst/>
              </a:rPr>
              <a:t>É AQUELE QUE CAMINHA SEM PECADO</a:t>
            </a:r>
          </a:p>
          <a:p>
            <a:pPr algn="l"/>
            <a:r>
              <a:rPr lang="pt-BR" sz="6000" i="0" dirty="0">
                <a:effectLst/>
              </a:rPr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effectLst/>
              </a:rPr>
              <a:t>A VIDA DOS JUSTOS ESTÁ NAS MÃOS DE DEUS,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NENHUM TORMENTO OS ATINGIRÁ.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AOS OLHOS DOS INSENSATOS PARECERAM MORRER;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80373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effectLst/>
              </a:rPr>
              <a:t>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</a:rPr>
              <a:t>E EM VOSSO MONTE SANTO HABITARÁ?</a:t>
            </a:r>
          </a:p>
          <a:p>
            <a:pPr algn="l"/>
            <a:r>
              <a:rPr lang="pt-BR" sz="6000" b="0" i="0" dirty="0">
                <a:effectLst/>
              </a:rPr>
              <a:t> QUE PENSA A VERDADE DO SEU ÍNTIMO</a:t>
            </a:r>
            <a:br>
              <a:rPr lang="pt-BR" sz="6000" dirty="0"/>
            </a:br>
            <a:r>
              <a:rPr lang="pt-BR" sz="6000" b="0" i="0" dirty="0">
                <a:effectLst/>
              </a:rPr>
              <a:t>E NÃO SOLTA EM CALÚNIAS SUA LÍNGUA;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18701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424F-9EC3-E7FC-D411-2B33CC5A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D1A92-7121-551C-B9A7-65789A02B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1AD11E-A9DA-F936-CA0C-EB7D55249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effectLst/>
              </a:rPr>
              <a:t>A VIDA DOS JUSTOS ESTÁ NAS MÃOS DE DEUS,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NENHUM TORMENTO OS ATINGIRÁ.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AOS OLHOS DOS INSENSATOS PARECERAM MORRER;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4700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effectLst/>
              </a:rPr>
              <a:t>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</a:rPr>
              <a:t>E EM VOSSO MONTE SANTO HABITARÁ?</a:t>
            </a:r>
          </a:p>
          <a:p>
            <a:pPr algn="l"/>
            <a:r>
              <a:rPr lang="pt-BR" sz="6000" b="0" i="0" dirty="0">
                <a:effectLst/>
              </a:rPr>
              <a:t>QUE EM NADA PREJUDICA O SEU IRMÃO,</a:t>
            </a:r>
            <a:br>
              <a:rPr lang="pt-BR" sz="6000" dirty="0"/>
            </a:br>
            <a:r>
              <a:rPr lang="pt-BR" sz="6000" b="0" i="0" dirty="0">
                <a:effectLst/>
              </a:rPr>
              <a:t>NEM COBRE DE INSULTOS SEU VIZINHO;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973064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effectLst/>
              </a:rPr>
              <a:t>A VIDA DOS JUSTOS ESTÁ NAS MÃOS DE DEUS,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NENHUM TORMENTO OS ATINGIRÁ.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AOS OLHOS DOS INSENSATOS PARECERAM MORRER;</a:t>
            </a:r>
            <a:br>
              <a:rPr lang="pt-BR" sz="6000" b="1" i="0" dirty="0">
                <a:effectLst/>
              </a:rPr>
            </a:br>
            <a:r>
              <a:rPr lang="pt-BR" sz="6000" b="1" i="0" dirty="0">
                <a:effectLst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014180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ALTURAS!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 (2X)</a:t>
            </a:r>
          </a:p>
          <a:p>
            <a:pPr algn="just"/>
            <a:endParaRPr lang="pt-BR" sz="6600" dirty="0"/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HOSANA! HOSANA! NAS ALTURAS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1. SENHOR DEUS, A VÓS ELEVO A MINHA ALMA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EM VÓS CONFIO: QUE EU NÃO SEJA ENVERGONHADO!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153170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effectLst/>
              </a:rPr>
              <a:t>2. MOSTRAI-ME, Ó SENHOR, VOSSOS CAMINHOS</a:t>
            </a:r>
            <a:br>
              <a:rPr lang="pt-BR" sz="8000" dirty="0"/>
            </a:br>
            <a:r>
              <a:rPr lang="pt-BR" sz="8000" b="0" i="0" dirty="0">
                <a:effectLst/>
              </a:rPr>
              <a:t>E FAZEI-ME CONHECER A VOSSA ESTRADA.</a:t>
            </a:r>
            <a:endParaRPr lang="pt-BR" sz="68500" dirty="0"/>
          </a:p>
        </p:txBody>
      </p:sp>
    </p:spTree>
    <p:extLst>
      <p:ext uri="{BB962C8B-B14F-4D97-AF65-F5344CB8AC3E}">
        <p14:creationId xmlns:p14="http://schemas.microsoft.com/office/powerpoint/2010/main" val="24152493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3001133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8800" i="0" dirty="0">
                <a:solidFill>
                  <a:srgbClr val="000000"/>
                </a:solidFill>
                <a:effectLst/>
              </a:rPr>
              <a:t>3. VOSSA VERDADE ME ORIENTE E ME CONDUZA</a:t>
            </a:r>
          </a:p>
          <a:p>
            <a:pPr algn="l"/>
            <a:r>
              <a:rPr lang="pt-BR" sz="8800" i="0" dirty="0">
                <a:solidFill>
                  <a:srgbClr val="000000"/>
                </a:solidFill>
                <a:effectLst/>
              </a:rPr>
              <a:t>PORQUE SOIS O DEUS DA MINHA SALVAÇÃO.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39750660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21628739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effectLst/>
              </a:rPr>
              <a:t>4. RECORDAI, SENHOR MEU DEUS, VOSSA TERNURA</a:t>
            </a:r>
            <a:br>
              <a:rPr lang="pt-BR" sz="7200" dirty="0"/>
            </a:br>
            <a:r>
              <a:rPr lang="pt-BR" sz="7200" b="0" i="0" dirty="0">
                <a:effectLst/>
              </a:rPr>
              <a:t>E A VOSSA COMPAIXÃO QUE SÃO ETERNAS.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5315551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3855727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ALMA DE CRISTO, </a:t>
            </a:r>
          </a:p>
          <a:p>
            <a:pPr algn="l"/>
            <a:r>
              <a:rPr lang="pt-BR" sz="21600" b="1" dirty="0"/>
              <a:t>SANTIFICAI-ME</a:t>
            </a:r>
          </a:p>
          <a:p>
            <a:pPr algn="l"/>
            <a:r>
              <a:rPr lang="pt-BR" sz="21600" b="1" dirty="0"/>
              <a:t>CORPO DE CRISTO, SALVAI-ME</a:t>
            </a:r>
          </a:p>
          <a:p>
            <a:pPr algn="l"/>
            <a:r>
              <a:rPr lang="pt-BR" sz="21600" b="1" dirty="0"/>
              <a:t>SANGUE DE CRISTO, </a:t>
            </a:r>
          </a:p>
          <a:p>
            <a:pPr algn="l"/>
            <a:r>
              <a:rPr lang="pt-BR" sz="21600" b="1" dirty="0"/>
              <a:t>INEBRIAI-ME</a:t>
            </a:r>
          </a:p>
          <a:p>
            <a:pPr algn="l"/>
            <a:r>
              <a:rPr lang="pt-BR" sz="21600" b="1" dirty="0"/>
              <a:t>ÁGUA DO LADO DE CRISTO, LAVAI-ME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032968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1" dirty="0"/>
              <a:t>PAIXÃO DE CRISTO, CONFORTAI-ME</a:t>
            </a:r>
          </a:p>
          <a:p>
            <a:pPr algn="l"/>
            <a:r>
              <a:rPr lang="pt-BR" sz="8000" b="1" dirty="0"/>
              <a:t>Ó BOM JESUS, OUVI-ME</a:t>
            </a:r>
          </a:p>
          <a:p>
            <a:pPr algn="l"/>
            <a:r>
              <a:rPr lang="pt-BR" sz="8000" b="1" dirty="0"/>
              <a:t>DENTRO DE VOSSAS CHAGAS, ESCONDEI-ME, ESCONDEI-ME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326537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PERMITAIS QUE EU ME SEPARE DE VÓS</a:t>
            </a:r>
          </a:p>
          <a:p>
            <a:pPr algn="l"/>
            <a:r>
              <a:rPr lang="pt-BR" sz="21600" b="1" dirty="0"/>
              <a:t>DO ESPÍRITO MALIGNO DEFENDEI-ME</a:t>
            </a:r>
          </a:p>
          <a:p>
            <a:pPr algn="l"/>
            <a:r>
              <a:rPr lang="pt-BR" sz="21600" b="1" dirty="0"/>
              <a:t>NA HORA DA MORTE</a:t>
            </a:r>
          </a:p>
          <a:p>
            <a:pPr algn="l"/>
            <a:r>
              <a:rPr lang="pt-BR" sz="21600" b="1" dirty="0"/>
              <a:t>CHAMAI-ME, CHAMAI-ME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147611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E MANDAI-ME IR PARA VÓS</a:t>
            </a:r>
          </a:p>
          <a:p>
            <a:pPr algn="l"/>
            <a:r>
              <a:rPr lang="pt-BR" sz="21600" b="1" dirty="0"/>
              <a:t>PARA QUE COM VOSSOS SANTOS VOS LOUVE</a:t>
            </a:r>
          </a:p>
          <a:p>
            <a:pPr algn="l"/>
            <a:r>
              <a:rPr lang="pt-BR" sz="21600" b="1" dirty="0"/>
              <a:t>POR TODOS OS SÉCULOS DOS SÉCULOS, AMÉM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437186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7445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624435"/>
            <a:ext cx="11893122" cy="6338125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b="1" i="0" dirty="0">
                <a:solidFill>
                  <a:srgbClr val="333333"/>
                </a:solidFill>
                <a:effectLst/>
              </a:rPr>
              <a:t>O SENHOR FEZ EM MIM MARAVILHAS,</a:t>
            </a:r>
            <a:br>
              <a:rPr lang="pt-BR" sz="5400" b="1" i="0" dirty="0">
                <a:solidFill>
                  <a:srgbClr val="333333"/>
                </a:solidFill>
                <a:effectLst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</a:rPr>
              <a:t>SANTO É O SEU NOME! (BIS)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</a:rPr>
              <a:t>A MINHA ALMA ENGRANDECE AO SENHOR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</a:rPr>
              <a:t>E EXULTA MEU ESPÍRITO EM DEUS, MEU SALVADOR.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</a:rPr>
              <a:t>PÔS OS OLHOS NA HUMILDADE DE SUA SERVA,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</a:rPr>
              <a:t>DORAVANTE TODA A TERRA CANTARÁ OS MEUS LOUVORES.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8415</TotalTime>
  <Words>1244</Words>
  <Application>Microsoft Office PowerPoint</Application>
  <PresentationFormat>Widescreen</PresentationFormat>
  <Paragraphs>186</Paragraphs>
  <Slides>58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2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44</cp:revision>
  <dcterms:created xsi:type="dcterms:W3CDTF">2023-05-06T17:01:55Z</dcterms:created>
  <dcterms:modified xsi:type="dcterms:W3CDTF">2024-11-03T17:14:35Z</dcterms:modified>
</cp:coreProperties>
</file>