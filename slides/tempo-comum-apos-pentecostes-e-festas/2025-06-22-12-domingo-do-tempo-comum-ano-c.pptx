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75" r:id="rId2"/>
    <p:sldId id="354" r:id="rId3"/>
    <p:sldId id="438" r:id="rId4"/>
    <p:sldId id="437" r:id="rId5"/>
    <p:sldId id="439" r:id="rId6"/>
    <p:sldId id="258" r:id="rId7"/>
    <p:sldId id="259" r:id="rId8"/>
    <p:sldId id="440" r:id="rId9"/>
    <p:sldId id="441" r:id="rId10"/>
    <p:sldId id="260" r:id="rId11"/>
    <p:sldId id="261" r:id="rId12"/>
    <p:sldId id="338" r:id="rId13"/>
    <p:sldId id="339" r:id="rId14"/>
    <p:sldId id="340" r:id="rId15"/>
    <p:sldId id="377" r:id="rId16"/>
    <p:sldId id="264" r:id="rId17"/>
    <p:sldId id="265" r:id="rId18"/>
    <p:sldId id="266" r:id="rId19"/>
    <p:sldId id="267" r:id="rId20"/>
    <p:sldId id="271" r:id="rId21"/>
    <p:sldId id="464" r:id="rId22"/>
    <p:sldId id="465" r:id="rId23"/>
    <p:sldId id="463" r:id="rId24"/>
    <p:sldId id="269" r:id="rId25"/>
    <p:sldId id="424" r:id="rId26"/>
    <p:sldId id="442" r:id="rId27"/>
    <p:sldId id="443" r:id="rId28"/>
    <p:sldId id="444" r:id="rId29"/>
    <p:sldId id="445" r:id="rId30"/>
    <p:sldId id="446" r:id="rId31"/>
    <p:sldId id="447" r:id="rId32"/>
    <p:sldId id="448" r:id="rId33"/>
    <p:sldId id="292" r:id="rId34"/>
    <p:sldId id="275" r:id="rId35"/>
    <p:sldId id="361" r:id="rId36"/>
    <p:sldId id="362" r:id="rId37"/>
    <p:sldId id="415" r:id="rId38"/>
    <p:sldId id="449" r:id="rId39"/>
    <p:sldId id="450" r:id="rId40"/>
    <p:sldId id="451" r:id="rId41"/>
    <p:sldId id="452" r:id="rId42"/>
    <p:sldId id="453" r:id="rId43"/>
    <p:sldId id="454" r:id="rId44"/>
    <p:sldId id="455" r:id="rId45"/>
    <p:sldId id="456" r:id="rId46"/>
    <p:sldId id="457" r:id="rId47"/>
    <p:sldId id="404" r:id="rId48"/>
    <p:sldId id="420" r:id="rId49"/>
    <p:sldId id="458" r:id="rId50"/>
    <p:sldId id="459" r:id="rId51"/>
    <p:sldId id="419" r:id="rId52"/>
    <p:sldId id="337" r:id="rId53"/>
    <p:sldId id="460" r:id="rId54"/>
    <p:sldId id="461" r:id="rId55"/>
    <p:sldId id="462" r:id="rId56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eção Padrão" id="{76838203-3993-4994-A80B-F6728244DE62}">
          <p14:sldIdLst>
            <p14:sldId id="375"/>
            <p14:sldId id="354"/>
            <p14:sldId id="438"/>
            <p14:sldId id="437"/>
            <p14:sldId id="439"/>
            <p14:sldId id="258"/>
            <p14:sldId id="259"/>
            <p14:sldId id="440"/>
            <p14:sldId id="441"/>
            <p14:sldId id="260"/>
            <p14:sldId id="261"/>
            <p14:sldId id="338"/>
            <p14:sldId id="339"/>
            <p14:sldId id="340"/>
            <p14:sldId id="377"/>
            <p14:sldId id="264"/>
            <p14:sldId id="265"/>
            <p14:sldId id="266"/>
            <p14:sldId id="267"/>
            <p14:sldId id="271"/>
            <p14:sldId id="464"/>
            <p14:sldId id="465"/>
            <p14:sldId id="463"/>
            <p14:sldId id="269"/>
            <p14:sldId id="424"/>
            <p14:sldId id="442"/>
            <p14:sldId id="443"/>
            <p14:sldId id="444"/>
            <p14:sldId id="445"/>
            <p14:sldId id="446"/>
            <p14:sldId id="447"/>
            <p14:sldId id="448"/>
            <p14:sldId id="292"/>
            <p14:sldId id="275"/>
            <p14:sldId id="361"/>
            <p14:sldId id="362"/>
            <p14:sldId id="415"/>
            <p14:sldId id="449"/>
            <p14:sldId id="450"/>
            <p14:sldId id="451"/>
            <p14:sldId id="452"/>
            <p14:sldId id="453"/>
            <p14:sldId id="454"/>
            <p14:sldId id="455"/>
            <p14:sldId id="456"/>
            <p14:sldId id="457"/>
            <p14:sldId id="404"/>
            <p14:sldId id="420"/>
            <p14:sldId id="458"/>
            <p14:sldId id="459"/>
            <p14:sldId id="419"/>
            <p14:sldId id="337"/>
            <p14:sldId id="460"/>
            <p14:sldId id="461"/>
            <p14:sldId id="46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805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198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viewProps" Target="viewProps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presProps" Target="pres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575746C-981B-DB7C-F3D3-C84CB7E4689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83BAFC4-CFE8-DA0B-A3DF-F4001B8344D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609E6F8-2DBC-09CB-DBA6-5CB7B9BAF0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22/06/2025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88B365A-3B26-66CD-9D24-4367E82B80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99A8C3B-630C-B6E0-FC51-7BDEEDF1E0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479369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CBBCDE-EE93-E1B9-DFC4-CD4BA0688A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C705EC5-7DEC-2E08-C99B-47CF3FB5C0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29EA133-5667-C6A0-816F-7211D8A90E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22/06/2025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0676FB5-6941-D7F6-8C22-9135C70849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CA7668A-5F33-AF5F-C51A-5D86111A21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602168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76CF12F-08E2-2AA1-B402-630CF57C77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5FE783E-B7D7-AC22-F66F-796611319D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E16B7AD-1710-4CD3-4A22-E885745023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22/06/2025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21FC751-3305-BB51-AA15-54E12F11B2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22F7B73-8093-D5E2-CAC4-03F572BDC2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585818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247092F-B59C-7924-4A19-515844306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FE3394C-133A-224A-BCDB-000937916A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D6AAA661-EC79-7613-F4AC-F331C012D4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EE4AEED-E9F1-69E2-2AE8-EC1957BD2B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22/06/2025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12123F4B-01A6-51C8-AEB4-E1AC48AA88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056211B-1D00-34BF-17F6-4C30BA6E9D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991533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F722ED3-E34E-45C4-596D-799F506982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0A23E38-B855-5F20-08F2-F0716B37EE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660AA198-9C71-DBD5-2DA8-9E6C54D985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782B1456-FF7A-2419-EDE6-2F2B28322AE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F86C57A7-513F-2472-12D1-E14D9BF15C7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34E3205C-CDB4-96EE-62E8-150AE7415D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22/06/2025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7A3A62C0-3C60-1E47-29C2-C79E123802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69D97A16-135B-09CD-79D8-EA458784E9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311596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8980BC6-A8F2-6382-99AC-152FC6E104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DED4F30A-6FB1-2C45-39A5-99E50B6D1A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22/06/2025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B592C8CB-16E2-22E6-6464-F9BBD633E1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648FE6A5-BBF0-2BAF-D866-1F551FC8D3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36664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F8B764A4-531E-D809-F5D0-127A1A4CCD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22/06/2025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5764C7A1-A52E-B63C-6B3F-9FC9F97C3A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442630A4-F3A3-D58A-06ED-BCD03CDB4B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864487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289FA7F-88F6-16F6-8ECA-ADE185E908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FDA3F1B-0694-BD83-53AF-C7950F6CBF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F9594C00-1CA6-500C-9162-0E0F6F0911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44DB114-76BE-F5EA-F170-281F0DA049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22/06/2025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BD7238A8-285F-1735-D9B5-569DAF45AA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94A8BF5C-0A98-FCAF-F426-137B145687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203770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A56AED0-8488-BA7C-C2E4-07712F8F6B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3BA242C3-D20F-43FD-4853-84A71AB1A3C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9CBDDE27-1CD4-780A-7D80-511F881747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58A38D9E-A624-D4D9-F7B3-DBBDC80BC7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22/06/2025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9407EF3-D9E0-9C43-4FA6-F1118DCF91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CFF0DC0D-1C83-103D-7428-FE661E872B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650759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BA418C1-E1BC-6623-1236-54C03F8E1E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2658C9B5-3C5D-4BA9-BBEE-E642ED0990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8877FB8-9D1B-58A9-EB55-3D125391D2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22/06/2025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7E3B181-0E48-0916-F698-355E6EEC63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BCED669-A055-D7E8-129B-54BBD2EC55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051698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D1A45A97-5108-1EED-26EF-9FE9B26203B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71D946A7-B4D7-7EE9-1234-EDD47F41F76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7482BBF-AF49-0D20-C141-FE4AEA692C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22/06/2025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4BD554E-AD86-83BF-9B3C-C7EF0387C3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9ADC73E-D7C1-E472-838F-4CC456C200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579663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D0C5B5E5-77A5-D0B0-C8CF-4B2148E86E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3A8CFF8A-B079-FBDE-96A4-D95E9CB3A8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BBC425F-B706-AF6E-05C3-9DD8B3847BD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9ADB375-1491-4444-9FE7-F0D57218A44F}" type="datetimeFigureOut">
              <a:rPr lang="pt-BR" smtClean="0"/>
              <a:t>22/06/2025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1D9E827-BD5E-38C5-A58E-6A12B746C1E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602C6BA-4483-59CD-6323-071F88AF4B3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89130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Imagem 10">
            <a:extLst>
              <a:ext uri="{FF2B5EF4-FFF2-40B4-BE49-F238E27FC236}">
                <a16:creationId xmlns:a16="http://schemas.microsoft.com/office/drawing/2014/main" id="{0AD4D992-9B3B-8D4D-18EB-54E82D7C48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" y="-1"/>
            <a:ext cx="12192001" cy="6858001"/>
          </a:xfrm>
          <a:prstGeom prst="rect">
            <a:avLst/>
          </a:prstGeom>
        </p:spPr>
      </p:pic>
      <p:sp>
        <p:nvSpPr>
          <p:cNvPr id="3" name="Retângulo 2">
            <a:extLst>
              <a:ext uri="{FF2B5EF4-FFF2-40B4-BE49-F238E27FC236}">
                <a16:creationId xmlns:a16="http://schemas.microsoft.com/office/drawing/2014/main" id="{FDE5B5AD-CD71-C2BA-2DE7-294D0B6E29B5}"/>
              </a:ext>
            </a:extLst>
          </p:cNvPr>
          <p:cNvSpPr/>
          <p:nvPr/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chemeClr val="tx1">
              <a:alpha val="40000"/>
            </a:schemeClr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6BC42A13-94D8-1373-BB98-025A5C022561}"/>
              </a:ext>
            </a:extLst>
          </p:cNvPr>
          <p:cNvSpPr txBox="1"/>
          <p:nvPr/>
        </p:nvSpPr>
        <p:spPr>
          <a:xfrm>
            <a:off x="1516966" y="4156351"/>
            <a:ext cx="9158067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7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12º DOMINGO DO TEMPO COMUM</a:t>
            </a:r>
          </a:p>
        </p:txBody>
      </p:sp>
    </p:spTree>
    <p:extLst>
      <p:ext uri="{BB962C8B-B14F-4D97-AF65-F5344CB8AC3E}">
        <p14:creationId xmlns:p14="http://schemas.microsoft.com/office/powerpoint/2010/main" val="7256591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5408" y="316309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5408" y="925484"/>
            <a:ext cx="11516592" cy="5749636"/>
          </a:xfrm>
        </p:spPr>
        <p:txBody>
          <a:bodyPr>
            <a:normAutofit lnSpcReduction="10000"/>
          </a:bodyPr>
          <a:lstStyle/>
          <a:p>
            <a:pPr algn="l"/>
            <a:r>
              <a:rPr lang="pt-BR" sz="6900" b="1" dirty="0">
                <a:solidFill>
                  <a:srgbClr val="000000"/>
                </a:solidFill>
                <a:latin typeface="-apple-system"/>
              </a:rPr>
              <a:t>COM A IGREJA SUBIREMOS AO ALTAR DO SENHOR!</a:t>
            </a:r>
            <a:endParaRPr lang="pt-BR" sz="6900" b="1" i="0" dirty="0">
              <a:solidFill>
                <a:srgbClr val="000000"/>
              </a:solidFill>
              <a:effectLst/>
              <a:latin typeface="-apple-system"/>
            </a:endParaRPr>
          </a:p>
          <a:p>
            <a:pPr algn="l"/>
            <a:endParaRPr lang="pt-BR" sz="6000" b="1" i="0" dirty="0">
              <a:solidFill>
                <a:srgbClr val="000000"/>
              </a:solidFill>
              <a:effectLst/>
              <a:latin typeface="-apple-system"/>
            </a:endParaRPr>
          </a:p>
          <a:p>
            <a:pPr algn="l"/>
            <a:r>
              <a:rPr lang="pt-BR" sz="6000" i="0" dirty="0">
                <a:solidFill>
                  <a:srgbClr val="000000"/>
                </a:solidFill>
                <a:effectLst/>
                <a:latin typeface="-apple-system"/>
              </a:rPr>
              <a:t>TODA A IGREJA AQUI ESTÁ PARA O ENCONTRO COM DEUS; ELE MESMO O MARCOU PARA NÓS, FILHOS SEUS.</a:t>
            </a:r>
            <a:endParaRPr lang="pt-BR" sz="6600" dirty="0"/>
          </a:p>
        </p:txBody>
      </p:sp>
    </p:spTree>
    <p:extLst>
      <p:ext uri="{BB962C8B-B14F-4D97-AF65-F5344CB8AC3E}">
        <p14:creationId xmlns:p14="http://schemas.microsoft.com/office/powerpoint/2010/main" val="8804663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EBB4BF-2F8A-F033-FD1B-AEE9AF17A2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51E6891-D74F-CE9D-052B-F5F2101BF7B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5408" y="316309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02339E24-86D0-04F0-F5F4-E3C1CFAE428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5408" y="925484"/>
            <a:ext cx="11516592" cy="5749636"/>
          </a:xfrm>
        </p:spPr>
        <p:txBody>
          <a:bodyPr>
            <a:normAutofit lnSpcReduction="10000"/>
          </a:bodyPr>
          <a:lstStyle/>
          <a:p>
            <a:pPr algn="l"/>
            <a:r>
              <a:rPr lang="pt-BR" sz="6900" b="1" dirty="0">
                <a:solidFill>
                  <a:srgbClr val="000000"/>
                </a:solidFill>
                <a:latin typeface="-apple-system"/>
              </a:rPr>
              <a:t>COM A IGREJA SUBIREMOS AO ALTAR DO SENHOR!</a:t>
            </a:r>
            <a:endParaRPr lang="pt-BR" sz="6900" b="1" i="0" dirty="0">
              <a:solidFill>
                <a:srgbClr val="000000"/>
              </a:solidFill>
              <a:effectLst/>
              <a:latin typeface="-apple-system"/>
            </a:endParaRPr>
          </a:p>
          <a:p>
            <a:pPr algn="l"/>
            <a:endParaRPr lang="pt-BR" sz="6000" b="1" i="0" dirty="0">
              <a:solidFill>
                <a:srgbClr val="000000"/>
              </a:solidFill>
              <a:effectLst/>
              <a:latin typeface="-apple-system"/>
            </a:endParaRPr>
          </a:p>
          <a:p>
            <a:pPr algn="l"/>
            <a:r>
              <a:rPr lang="pt-BR" sz="6000" i="0" dirty="0">
                <a:solidFill>
                  <a:srgbClr val="000000"/>
                </a:solidFill>
                <a:effectLst/>
                <a:latin typeface="-apple-system"/>
              </a:rPr>
              <a:t>ENTRE NÓS E O PAI SANTO ESTÁ JESUS, NOSSO IRMÃO: MEDIADOR, SACERDOTE, NOSSO PONTO DE UNIÃO.</a:t>
            </a:r>
            <a:endParaRPr lang="pt-BR" sz="6600" dirty="0"/>
          </a:p>
        </p:txBody>
      </p:sp>
    </p:spTree>
    <p:extLst>
      <p:ext uri="{BB962C8B-B14F-4D97-AF65-F5344CB8AC3E}">
        <p14:creationId xmlns:p14="http://schemas.microsoft.com/office/powerpoint/2010/main" val="13549972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B5C9E1-02A3-1AE6-2B51-49E2A5E20D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443E013-BD0A-A7D0-AA16-785237CEB33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5408" y="316309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6467CE3-1F65-2F1F-FEEC-0C6DC08E7D8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5408" y="925484"/>
            <a:ext cx="11516592" cy="5749636"/>
          </a:xfrm>
        </p:spPr>
        <p:txBody>
          <a:bodyPr>
            <a:normAutofit fontScale="92500" lnSpcReduction="10000"/>
          </a:bodyPr>
          <a:lstStyle/>
          <a:p>
            <a:pPr algn="l"/>
            <a:r>
              <a:rPr lang="pt-BR" sz="6900" b="1" dirty="0">
                <a:solidFill>
                  <a:srgbClr val="000000"/>
                </a:solidFill>
                <a:latin typeface="-apple-system"/>
              </a:rPr>
              <a:t>COM A IGREJA SUBIREMOS AO ALTAR DO SENHOR!</a:t>
            </a:r>
            <a:endParaRPr lang="pt-BR" sz="6900" b="1" i="0" dirty="0">
              <a:solidFill>
                <a:srgbClr val="000000"/>
              </a:solidFill>
              <a:effectLst/>
              <a:latin typeface="-apple-system"/>
            </a:endParaRPr>
          </a:p>
          <a:p>
            <a:pPr algn="l"/>
            <a:endParaRPr lang="pt-BR" sz="6000" b="1" i="0" dirty="0">
              <a:solidFill>
                <a:srgbClr val="000000"/>
              </a:solidFill>
              <a:effectLst/>
              <a:latin typeface="-apple-system"/>
            </a:endParaRPr>
          </a:p>
          <a:p>
            <a:pPr algn="l"/>
            <a:r>
              <a:rPr lang="pt-BR" sz="6000" i="0" dirty="0">
                <a:solidFill>
                  <a:srgbClr val="000000"/>
                </a:solidFill>
                <a:effectLst/>
                <a:latin typeface="-apple-system"/>
              </a:rPr>
              <a:t>REZAREMOS COM CRISTO, O PERFEITO LOUVOR,</a:t>
            </a:r>
          </a:p>
          <a:p>
            <a:pPr algn="l"/>
            <a:r>
              <a:rPr lang="pt-BR" sz="6000" i="0" dirty="0">
                <a:solidFill>
                  <a:srgbClr val="000000"/>
                </a:solidFill>
                <a:effectLst/>
                <a:latin typeface="-apple-system"/>
              </a:rPr>
              <a:t>E SEREMOS PRO PAI, UMA IMAGEM DE AMOR.</a:t>
            </a:r>
            <a:endParaRPr lang="pt-BR" sz="6600" dirty="0"/>
          </a:p>
        </p:txBody>
      </p:sp>
    </p:spTree>
    <p:extLst>
      <p:ext uri="{BB962C8B-B14F-4D97-AF65-F5344CB8AC3E}">
        <p14:creationId xmlns:p14="http://schemas.microsoft.com/office/powerpoint/2010/main" val="22632193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5DEC55-21A2-A4FE-349A-F65E87886A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A3123E7-D2A6-8B5C-2F56-BE0C41F13F3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5408" y="316309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B179A50A-40F3-31C4-BE9B-85E4BD3B5B3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5408" y="925484"/>
            <a:ext cx="11516592" cy="5749636"/>
          </a:xfrm>
        </p:spPr>
        <p:txBody>
          <a:bodyPr>
            <a:normAutofit fontScale="92500" lnSpcReduction="10000"/>
          </a:bodyPr>
          <a:lstStyle/>
          <a:p>
            <a:pPr algn="l"/>
            <a:r>
              <a:rPr lang="pt-BR" sz="6900" b="1" dirty="0">
                <a:solidFill>
                  <a:srgbClr val="000000"/>
                </a:solidFill>
                <a:latin typeface="-apple-system"/>
              </a:rPr>
              <a:t>COM A IGREJA SUBIREMOS AO ALTAR DO SENHOR!</a:t>
            </a:r>
            <a:endParaRPr lang="pt-BR" sz="6900" b="1" i="0" dirty="0">
              <a:solidFill>
                <a:srgbClr val="000000"/>
              </a:solidFill>
              <a:effectLst/>
              <a:latin typeface="-apple-system"/>
            </a:endParaRPr>
          </a:p>
          <a:p>
            <a:pPr algn="l"/>
            <a:endParaRPr lang="pt-BR" sz="6000" b="1" i="0" dirty="0">
              <a:solidFill>
                <a:srgbClr val="000000"/>
              </a:solidFill>
              <a:effectLst/>
              <a:latin typeface="-apple-system"/>
            </a:endParaRPr>
          </a:p>
          <a:p>
            <a:pPr algn="l"/>
            <a:r>
              <a:rPr lang="pt-BR" sz="6000" i="0" dirty="0">
                <a:solidFill>
                  <a:srgbClr val="000000"/>
                </a:solidFill>
                <a:effectLst/>
                <a:latin typeface="-apple-system"/>
              </a:rPr>
              <a:t>CÉUS E TERRA ESTARÃO, NA OBLAÇÃO DE JESUS.</a:t>
            </a:r>
          </a:p>
          <a:p>
            <a:pPr algn="l"/>
            <a:r>
              <a:rPr lang="pt-BR" sz="6000" i="0" dirty="0">
                <a:solidFill>
                  <a:srgbClr val="000000"/>
                </a:solidFill>
                <a:effectLst/>
                <a:latin typeface="-apple-system"/>
              </a:rPr>
              <a:t>QUER UNIR NUM REBANHO OS REMIDOS DA CRUZ.</a:t>
            </a:r>
            <a:endParaRPr lang="pt-BR" sz="6600" dirty="0"/>
          </a:p>
        </p:txBody>
      </p:sp>
    </p:spTree>
    <p:extLst>
      <p:ext uri="{BB962C8B-B14F-4D97-AF65-F5344CB8AC3E}">
        <p14:creationId xmlns:p14="http://schemas.microsoft.com/office/powerpoint/2010/main" val="2779987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927057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15956" y="374072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ATO PENITENCIAL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5956" y="1136073"/>
            <a:ext cx="11245466" cy="5347855"/>
          </a:xfrm>
        </p:spPr>
        <p:txBody>
          <a:bodyPr>
            <a:normAutofit/>
          </a:bodyPr>
          <a:lstStyle/>
          <a:p>
            <a:pPr algn="l"/>
            <a:r>
              <a:rPr lang="pt-BR" sz="5800" b="0" i="0" dirty="0">
                <a:effectLst/>
              </a:rPr>
              <a:t>SENHOR, QUE SOIS O CAMINHO QUE LEVA AO PAI, TENDE PIEDADE DE NÓS.</a:t>
            </a:r>
          </a:p>
          <a:p>
            <a:pPr algn="l"/>
            <a:endParaRPr lang="pt-BR" sz="5800" b="0" i="0" dirty="0">
              <a:effectLst/>
            </a:endParaRPr>
          </a:p>
          <a:p>
            <a:pPr algn="l"/>
            <a:r>
              <a:rPr lang="pt-BR" sz="5800" b="1" i="0" dirty="0">
                <a:effectLst/>
              </a:rPr>
              <a:t>KYRIE, ELEISON. (2X)</a:t>
            </a:r>
            <a:endParaRPr lang="pt-BR" sz="6000" b="1" dirty="0"/>
          </a:p>
        </p:txBody>
      </p:sp>
    </p:spTree>
    <p:extLst>
      <p:ext uri="{BB962C8B-B14F-4D97-AF65-F5344CB8AC3E}">
        <p14:creationId xmlns:p14="http://schemas.microsoft.com/office/powerpoint/2010/main" val="24904801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8B5A1B-E11F-4A2C-04C5-EAB9BD989A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7880D09-9985-701C-36BE-8A59305075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15956" y="374072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ATO PENITENCIAL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83BFC3D-D0BD-9D5C-5C9B-181CB1EFB40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5956" y="1136073"/>
            <a:ext cx="11245466" cy="5347855"/>
          </a:xfrm>
        </p:spPr>
        <p:txBody>
          <a:bodyPr>
            <a:normAutofit/>
          </a:bodyPr>
          <a:lstStyle/>
          <a:p>
            <a:pPr algn="l"/>
            <a:r>
              <a:rPr lang="pt-BR" sz="5800" b="0" i="0" dirty="0">
                <a:effectLst/>
              </a:rPr>
              <a:t>CRISTO, QUE SOIS A VERDADE QUE ILUMINA OS POVOS, TENDE PIEDADE DE NÓS.</a:t>
            </a:r>
          </a:p>
          <a:p>
            <a:pPr algn="l"/>
            <a:endParaRPr lang="pt-BR" sz="5800" b="0" i="0" dirty="0">
              <a:effectLst/>
            </a:endParaRPr>
          </a:p>
          <a:p>
            <a:pPr algn="l"/>
            <a:r>
              <a:rPr lang="pt-BR" sz="5800" b="1" i="0" dirty="0">
                <a:effectLst/>
              </a:rPr>
              <a:t>CHRISTE, ELEISON. (2X)</a:t>
            </a:r>
            <a:endParaRPr lang="pt-BR" sz="6000" b="1" dirty="0"/>
          </a:p>
        </p:txBody>
      </p:sp>
    </p:spTree>
    <p:extLst>
      <p:ext uri="{BB962C8B-B14F-4D97-AF65-F5344CB8AC3E}">
        <p14:creationId xmlns:p14="http://schemas.microsoft.com/office/powerpoint/2010/main" val="18679768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0343FC-282A-939F-E717-D1F5D4BD2D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E81D39F-BE7A-04C6-2C6A-700ACA4F2D3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15956" y="374072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ATO PENITENCIAL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B9B72695-FBA8-69B9-0B82-11844ADD66B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5956" y="1136073"/>
            <a:ext cx="11245466" cy="5347855"/>
          </a:xfrm>
        </p:spPr>
        <p:txBody>
          <a:bodyPr>
            <a:normAutofit/>
          </a:bodyPr>
          <a:lstStyle/>
          <a:p>
            <a:pPr algn="l"/>
            <a:r>
              <a:rPr lang="pt-BR" sz="5800" b="0" i="0" dirty="0">
                <a:effectLst/>
              </a:rPr>
              <a:t>SENHOR, QUE SOIS A VIDA QUE RENOVA O MUNDO, TENDE PIEDADE DE NÓS.</a:t>
            </a:r>
          </a:p>
          <a:p>
            <a:pPr algn="l"/>
            <a:endParaRPr lang="pt-BR" sz="5800" b="0" i="0" dirty="0">
              <a:effectLst/>
            </a:endParaRPr>
          </a:p>
          <a:p>
            <a:pPr algn="l"/>
            <a:r>
              <a:rPr lang="pt-BR" sz="5800" b="1" i="0" dirty="0">
                <a:effectLst/>
              </a:rPr>
              <a:t>KYRIE, ELEISON. (2X)</a:t>
            </a:r>
            <a:endParaRPr lang="pt-BR" sz="6000" b="1" dirty="0"/>
          </a:p>
        </p:txBody>
      </p:sp>
    </p:spTree>
    <p:extLst>
      <p:ext uri="{BB962C8B-B14F-4D97-AF65-F5344CB8AC3E}">
        <p14:creationId xmlns:p14="http://schemas.microsoft.com/office/powerpoint/2010/main" val="11595360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2345289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2672" y="415636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HINO DE LOUVOR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2672" y="1011382"/>
            <a:ext cx="11284528" cy="5570040"/>
          </a:xfrm>
        </p:spPr>
        <p:txBody>
          <a:bodyPr>
            <a:normAutofit fontScale="92500" lnSpcReduction="20000"/>
          </a:bodyPr>
          <a:lstStyle/>
          <a:p>
            <a:pPr algn="just"/>
            <a:r>
              <a:rPr lang="pt-BR" sz="6500" b="1" dirty="0"/>
              <a:t>GLÓRIA A DEUS NAS ALTURAS! GLÓRIA A DEUS NAS ALTURAS! GLORIA A DEUS NAS ALTURAS! E PAZ NA TERRA AOS HOMENS POR ELE AMADOS!</a:t>
            </a:r>
          </a:p>
          <a:p>
            <a:pPr algn="just"/>
            <a:endParaRPr lang="pt-BR" sz="6000" dirty="0"/>
          </a:p>
          <a:p>
            <a:pPr algn="just"/>
            <a:r>
              <a:rPr lang="pt-BR" sz="5800" dirty="0"/>
              <a:t>SENHOR DEUS, REI DOS CÉUS, DEUS PAI TODO PODEROSO</a:t>
            </a:r>
          </a:p>
          <a:p>
            <a:pPr algn="just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3766164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2672" y="415636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HINO DE LOUVOR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2672" y="1011382"/>
            <a:ext cx="11215255" cy="5846618"/>
          </a:xfrm>
        </p:spPr>
        <p:txBody>
          <a:bodyPr>
            <a:normAutofit fontScale="62500" lnSpcReduction="20000"/>
          </a:bodyPr>
          <a:lstStyle/>
          <a:p>
            <a:pPr algn="just"/>
            <a:r>
              <a:rPr lang="pt-BR" sz="11000" dirty="0"/>
              <a:t>NÓS VOS LOUVAMOS, NÓS VOS BENDIZEMOS</a:t>
            </a:r>
          </a:p>
          <a:p>
            <a:pPr algn="just"/>
            <a:r>
              <a:rPr lang="pt-BR" sz="11000" dirty="0"/>
              <a:t>NÓS VOS ADORAMOS, NÓS VOS GLORIFICAMOS</a:t>
            </a:r>
          </a:p>
          <a:p>
            <a:pPr algn="just"/>
            <a:r>
              <a:rPr lang="pt-BR" sz="11000" dirty="0"/>
              <a:t>NÓS VOS DAMOS GRAÇAS, POR VOSSA IMENSA GLÓRIA. </a:t>
            </a:r>
          </a:p>
        </p:txBody>
      </p:sp>
    </p:spTree>
    <p:extLst>
      <p:ext uri="{BB962C8B-B14F-4D97-AF65-F5344CB8AC3E}">
        <p14:creationId xmlns:p14="http://schemas.microsoft.com/office/powerpoint/2010/main" val="173366712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2672" y="415636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HINO DE LOUVOR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2672" y="886691"/>
            <a:ext cx="10986656" cy="6216732"/>
          </a:xfrm>
        </p:spPr>
        <p:txBody>
          <a:bodyPr>
            <a:normAutofit/>
          </a:bodyPr>
          <a:lstStyle/>
          <a:p>
            <a:pPr algn="l"/>
            <a:r>
              <a:rPr lang="pt-BR" sz="5400" dirty="0"/>
              <a:t>SENHOR JESUS CRISTO, FILHO UNIGÊNITO</a:t>
            </a:r>
          </a:p>
          <a:p>
            <a:pPr algn="l"/>
            <a:r>
              <a:rPr lang="pt-BR" sz="5400" dirty="0"/>
              <a:t>SENHOR DEUS, CORDEIRO DE DEUS, FILHO DE DEUS PAI</a:t>
            </a:r>
          </a:p>
          <a:p>
            <a:pPr algn="l"/>
            <a:r>
              <a:rPr lang="pt-BR" sz="5400" dirty="0"/>
              <a:t>VÓS QUE TIRAIS O PECADO DO MUNDO,</a:t>
            </a:r>
          </a:p>
          <a:p>
            <a:pPr algn="l"/>
            <a:r>
              <a:rPr lang="pt-BR" sz="5400" dirty="0"/>
              <a:t>TENDE PIEDADE DE NÓS</a:t>
            </a:r>
          </a:p>
          <a:p>
            <a:pPr algn="l"/>
            <a:endParaRPr lang="pt-BR" sz="5400" dirty="0"/>
          </a:p>
          <a:p>
            <a:pPr algn="l"/>
            <a:endParaRPr lang="pt-BR" sz="5400" dirty="0"/>
          </a:p>
        </p:txBody>
      </p:sp>
    </p:spTree>
    <p:extLst>
      <p:ext uri="{BB962C8B-B14F-4D97-AF65-F5344CB8AC3E}">
        <p14:creationId xmlns:p14="http://schemas.microsoft.com/office/powerpoint/2010/main" val="270389485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2672" y="415636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HINO DE LOUVOR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2672" y="1011382"/>
            <a:ext cx="11357099" cy="5846618"/>
          </a:xfrm>
        </p:spPr>
        <p:txBody>
          <a:bodyPr>
            <a:normAutofit fontScale="47500" lnSpcReduction="20000"/>
          </a:bodyPr>
          <a:lstStyle/>
          <a:p>
            <a:pPr algn="l"/>
            <a:endParaRPr lang="pt-BR" sz="9600" dirty="0"/>
          </a:p>
          <a:p>
            <a:pPr algn="just"/>
            <a:r>
              <a:rPr lang="pt-BR" sz="12300" dirty="0"/>
              <a:t>VÓS QUE TIRAIS O PECADO DO MUNDO, </a:t>
            </a:r>
          </a:p>
          <a:p>
            <a:pPr algn="just"/>
            <a:r>
              <a:rPr lang="pt-BR" sz="12300" dirty="0"/>
              <a:t>ACOLHEI A NOSSA SÚPLICA</a:t>
            </a:r>
          </a:p>
          <a:p>
            <a:pPr algn="just"/>
            <a:endParaRPr lang="pt-BR" sz="12300" dirty="0"/>
          </a:p>
          <a:p>
            <a:pPr algn="just"/>
            <a:r>
              <a:rPr lang="pt-BR" sz="12300" dirty="0"/>
              <a:t>VÓS QUE ESTAIS À DIREITA DO PAI, </a:t>
            </a:r>
          </a:p>
          <a:p>
            <a:pPr algn="just"/>
            <a:r>
              <a:rPr lang="pt-BR" sz="12300" dirty="0"/>
              <a:t>TENDE PIEDADE DE NÓS</a:t>
            </a:r>
          </a:p>
        </p:txBody>
      </p:sp>
    </p:spTree>
    <p:extLst>
      <p:ext uri="{BB962C8B-B14F-4D97-AF65-F5344CB8AC3E}">
        <p14:creationId xmlns:p14="http://schemas.microsoft.com/office/powerpoint/2010/main" val="64195545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2672" y="415636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HINO DE LOUVOR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2672" y="1011382"/>
            <a:ext cx="11357099" cy="5846618"/>
          </a:xfrm>
        </p:spPr>
        <p:txBody>
          <a:bodyPr>
            <a:normAutofit fontScale="70000" lnSpcReduction="20000"/>
          </a:bodyPr>
          <a:lstStyle/>
          <a:p>
            <a:pPr algn="just"/>
            <a:r>
              <a:rPr lang="pt-BR" sz="9600" dirty="0"/>
              <a:t>SÓ VÓS SOIS O SANTO, SÓ VÓS O SENHOR, </a:t>
            </a:r>
          </a:p>
          <a:p>
            <a:pPr algn="just"/>
            <a:r>
              <a:rPr lang="pt-BR" sz="9600" dirty="0"/>
              <a:t>SÓ VÓS O ALTÍSSIMO, JESUS CRISTO,</a:t>
            </a:r>
          </a:p>
          <a:p>
            <a:pPr algn="just"/>
            <a:r>
              <a:rPr lang="pt-BR" sz="9600" dirty="0"/>
              <a:t>COM O ESPÍRITO SANTO NA GLÓRIA DE DEUS PAI. </a:t>
            </a:r>
          </a:p>
          <a:p>
            <a:pPr algn="just"/>
            <a:r>
              <a:rPr lang="pt-BR" sz="9600" dirty="0"/>
              <a:t>AMÉM!</a:t>
            </a:r>
          </a:p>
          <a:p>
            <a:pPr algn="just"/>
            <a:endParaRPr lang="pt-BR" sz="9600" dirty="0"/>
          </a:p>
        </p:txBody>
      </p:sp>
    </p:spTree>
    <p:extLst>
      <p:ext uri="{BB962C8B-B14F-4D97-AF65-F5344CB8AC3E}">
        <p14:creationId xmlns:p14="http://schemas.microsoft.com/office/powerpoint/2010/main" val="373352415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2205986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4038600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SALMO RESPONSORIAL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81995" y="2680938"/>
            <a:ext cx="10628009" cy="1496124"/>
          </a:xfrm>
        </p:spPr>
        <p:txBody>
          <a:bodyPr>
            <a:normAutofit fontScale="92500"/>
          </a:bodyPr>
          <a:lstStyle/>
          <a:p>
            <a:r>
              <a:rPr lang="pt-BR" sz="5400" b="1" i="0" dirty="0">
                <a:effectLst/>
              </a:rPr>
              <a:t>A MINH'ALMA TEM SEDE DE VÓS, COMO A TERRA SEDENTA, Ó MEU DEUS</a:t>
            </a:r>
            <a:endParaRPr lang="pt-BR" sz="1800" b="1" dirty="0"/>
          </a:p>
        </p:txBody>
      </p:sp>
    </p:spTree>
    <p:extLst>
      <p:ext uri="{BB962C8B-B14F-4D97-AF65-F5344CB8AC3E}">
        <p14:creationId xmlns:p14="http://schemas.microsoft.com/office/powerpoint/2010/main" val="338803486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6784945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71053"/>
            <a:ext cx="4038600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ACLAMAÇÃO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23900" y="1274619"/>
            <a:ext cx="10744200" cy="5389418"/>
          </a:xfrm>
        </p:spPr>
        <p:txBody>
          <a:bodyPr>
            <a:normAutofit lnSpcReduction="10000"/>
          </a:bodyPr>
          <a:lstStyle/>
          <a:p>
            <a:r>
              <a:rPr lang="pt-BR" sz="4800" b="1" dirty="0"/>
              <a:t>ALELUIA, ALELUIA, ALELUIA, ALELUIA.</a:t>
            </a:r>
          </a:p>
          <a:p>
            <a:endParaRPr lang="pt-BR" sz="4800" b="1" dirty="0"/>
          </a:p>
          <a:p>
            <a:r>
              <a:rPr lang="pt-BR" sz="4800" dirty="0"/>
              <a:t>MINHAS OVELHAS ESCUTAM MINHA VOZ, MINHA VOZ ESTÃO ELAS A ESCUTAR; EU CONHEÇO, ENTÃO, MINHAS OVELHAS, QUE ME SEGUEM, COMIGO A CAMINHAR.</a:t>
            </a:r>
          </a:p>
          <a:p>
            <a:endParaRPr lang="pt-BR" sz="4800" b="1" dirty="0"/>
          </a:p>
          <a:p>
            <a:r>
              <a:rPr lang="pt-BR" sz="4800" b="1" dirty="0"/>
              <a:t>ALELUIA, ALELUIA, ALELUIA, ALELUIA.</a:t>
            </a:r>
            <a:endParaRPr lang="pt-BR" sz="4800" dirty="0"/>
          </a:p>
          <a:p>
            <a:endParaRPr lang="pt-BR" sz="4800" dirty="0"/>
          </a:p>
          <a:p>
            <a:endParaRPr lang="pt-BR" sz="1200" dirty="0"/>
          </a:p>
        </p:txBody>
      </p:sp>
    </p:spTree>
    <p:extLst>
      <p:ext uri="{BB962C8B-B14F-4D97-AF65-F5344CB8AC3E}">
        <p14:creationId xmlns:p14="http://schemas.microsoft.com/office/powerpoint/2010/main" val="267181744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2815659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D9B81B-D6B4-37CF-E2AC-766004E62E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09A8E90-D375-C604-0822-F63FABAD04E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71053"/>
            <a:ext cx="4038600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ORAÇÃO DO DIZIMISTA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50B44BB-7C43-0046-7BAE-4F8DF86684D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23900" y="1274619"/>
            <a:ext cx="10744200" cy="5389418"/>
          </a:xfrm>
        </p:spPr>
        <p:txBody>
          <a:bodyPr>
            <a:normAutofit/>
          </a:bodyPr>
          <a:lstStyle/>
          <a:p>
            <a:r>
              <a:rPr lang="pt-BR" sz="4800" dirty="0"/>
              <a:t>SENHOR!FAZEI QUE EU SEJA UM DIZIMISTA CONSCIENTE.QUE CADA DÍZIMO QUE EU DER, SEJA UM VERDADEIRO AGRADECIMENTO, UM ATO DE AMOR, O RECONHECIMENTO DE TUA BONDADE PARA COMIGO.SEI QUE TUDO QUE TENHO DE BOM VEM DE TI:PAZ, SAÚDE, AMOR, PROSPERIDADE, BENS</a:t>
            </a:r>
            <a:endParaRPr lang="pt-BR" sz="1200" dirty="0"/>
          </a:p>
        </p:txBody>
      </p:sp>
    </p:spTree>
    <p:extLst>
      <p:ext uri="{BB962C8B-B14F-4D97-AF65-F5344CB8AC3E}">
        <p14:creationId xmlns:p14="http://schemas.microsoft.com/office/powerpoint/2010/main" val="16542537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AFEAA6-27C9-8902-B0F1-8475A50E71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6578312-0958-7C57-3325-9E127718F59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71053"/>
            <a:ext cx="4038600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ORAÇÃO DO DIZIMISTA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8B3E417-2F03-4F71-711C-8D764D26656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23900" y="1274619"/>
            <a:ext cx="10744200" cy="5389418"/>
          </a:xfrm>
        </p:spPr>
        <p:txBody>
          <a:bodyPr>
            <a:normAutofit/>
          </a:bodyPr>
          <a:lstStyle/>
          <a:p>
            <a:r>
              <a:rPr lang="pt-BR" sz="4800" dirty="0"/>
              <a:t>AJUDAI-ME A DAR COM LIBERDADE E JUSTIÇA.TIRAI TODO O EGOÍSMO DO MEU CORAÇÃO.QUE EU POSSA AMAR CADA VEZ MAIS O MEU IRMÃO.QUERO SER UM INSTRUMENTO DE PAZ E AMOR EM TUAS MÃOS.QUE O MEU DÍZIMO SEJA AGRADÁVEL A TI, SENHOR! AMÉM</a:t>
            </a:r>
          </a:p>
        </p:txBody>
      </p:sp>
    </p:spTree>
    <p:extLst>
      <p:ext uri="{BB962C8B-B14F-4D97-AF65-F5344CB8AC3E}">
        <p14:creationId xmlns:p14="http://schemas.microsoft.com/office/powerpoint/2010/main" val="240659901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475FAD-FA28-4986-EF30-1F9D657677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631FCAF1-B062-D041-574A-E10B21716F85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5459741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14998" y="479991"/>
            <a:ext cx="4857172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APRESENTAÇÃO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92282" y="1144620"/>
            <a:ext cx="11007436" cy="5527962"/>
          </a:xfrm>
        </p:spPr>
        <p:txBody>
          <a:bodyPr>
            <a:normAutofit/>
          </a:bodyPr>
          <a:lstStyle/>
          <a:p>
            <a:pPr algn="l"/>
            <a:endParaRPr lang="pt-BR" sz="7200" b="1" dirty="0"/>
          </a:p>
          <a:p>
            <a:pPr algn="l"/>
            <a:r>
              <a:rPr lang="pt-BR" sz="7200" b="1" dirty="0"/>
              <a:t>DO NASCER DO SOL ATÉ O SEU OCASO, LOUVADO SEJA O NOME DO SENHOR!</a:t>
            </a:r>
          </a:p>
        </p:txBody>
      </p:sp>
      <p:sp>
        <p:nvSpPr>
          <p:cNvPr id="4" name="Subtítulo 2">
            <a:extLst>
              <a:ext uri="{FF2B5EF4-FFF2-40B4-BE49-F238E27FC236}">
                <a16:creationId xmlns:a16="http://schemas.microsoft.com/office/drawing/2014/main" id="{B25AD0C6-C383-7CCB-91A0-7E14191C779E}"/>
              </a:ext>
            </a:extLst>
          </p:cNvPr>
          <p:cNvSpPr txBox="1">
            <a:spLocks/>
          </p:cNvSpPr>
          <p:nvPr/>
        </p:nvSpPr>
        <p:spPr>
          <a:xfrm>
            <a:off x="9819118" y="550427"/>
            <a:ext cx="1657884" cy="40061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800" b="1" dirty="0"/>
              <a:t>Salmo 112(113)</a:t>
            </a:r>
          </a:p>
        </p:txBody>
      </p:sp>
    </p:spTree>
    <p:extLst>
      <p:ext uri="{BB962C8B-B14F-4D97-AF65-F5344CB8AC3E}">
        <p14:creationId xmlns:p14="http://schemas.microsoft.com/office/powerpoint/2010/main" val="278627791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8" y="332508"/>
            <a:ext cx="4857172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APRESENTAÇÃO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8" y="1136074"/>
            <a:ext cx="11007436" cy="5527962"/>
          </a:xfrm>
        </p:spPr>
        <p:txBody>
          <a:bodyPr>
            <a:normAutofit/>
          </a:bodyPr>
          <a:lstStyle/>
          <a:p>
            <a:pPr algn="l"/>
            <a:r>
              <a:rPr lang="pt-BR" sz="8800" dirty="0"/>
              <a:t>LOUVAI, LOUVAI, Ó SERVOS DO SENHOR,* LOUVAI, LOUVAI O NOME DO SENHOR! </a:t>
            </a:r>
            <a:endParaRPr lang="pt-BR" sz="6600" dirty="0"/>
          </a:p>
        </p:txBody>
      </p:sp>
    </p:spTree>
    <p:extLst>
      <p:ext uri="{BB962C8B-B14F-4D97-AF65-F5344CB8AC3E}">
        <p14:creationId xmlns:p14="http://schemas.microsoft.com/office/powerpoint/2010/main" val="229735758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887716-BF3E-D044-6BE1-E364F39832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3CD0C8E-84E2-140C-31C2-F6CEB2127DF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14998" y="479991"/>
            <a:ext cx="4857172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APRESENTAÇÃO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05A539E5-582D-C065-DA39-A885B78D9C1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92282" y="1144620"/>
            <a:ext cx="11007436" cy="5527962"/>
          </a:xfrm>
        </p:spPr>
        <p:txBody>
          <a:bodyPr>
            <a:normAutofit/>
          </a:bodyPr>
          <a:lstStyle/>
          <a:p>
            <a:pPr algn="l"/>
            <a:endParaRPr lang="pt-BR" sz="7200" b="1" dirty="0"/>
          </a:p>
          <a:p>
            <a:pPr algn="l"/>
            <a:r>
              <a:rPr lang="pt-BR" sz="7200" b="1" dirty="0"/>
              <a:t>DO NASCER DO SOL ATÉ O SEU OCASO, LOUVADO SEJA O NOME DO SENHOR!</a:t>
            </a:r>
          </a:p>
        </p:txBody>
      </p:sp>
      <p:sp>
        <p:nvSpPr>
          <p:cNvPr id="4" name="Subtítulo 2">
            <a:extLst>
              <a:ext uri="{FF2B5EF4-FFF2-40B4-BE49-F238E27FC236}">
                <a16:creationId xmlns:a16="http://schemas.microsoft.com/office/drawing/2014/main" id="{DA37746B-0EB9-50D8-3CE9-82716D8EE2A1}"/>
              </a:ext>
            </a:extLst>
          </p:cNvPr>
          <p:cNvSpPr txBox="1">
            <a:spLocks/>
          </p:cNvSpPr>
          <p:nvPr/>
        </p:nvSpPr>
        <p:spPr>
          <a:xfrm>
            <a:off x="9819118" y="550427"/>
            <a:ext cx="1657884" cy="40061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800" b="1" dirty="0"/>
              <a:t>Salmo 112(113)</a:t>
            </a:r>
          </a:p>
        </p:txBody>
      </p:sp>
    </p:spTree>
    <p:extLst>
      <p:ext uri="{BB962C8B-B14F-4D97-AF65-F5344CB8AC3E}">
        <p14:creationId xmlns:p14="http://schemas.microsoft.com/office/powerpoint/2010/main" val="290332431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7F1A43-B5F1-A204-A1CB-B719EA5CA7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5D802BF-3895-ADF7-58C9-848147C0242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8" y="332508"/>
            <a:ext cx="4857172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APRESENTAÇÃO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F22BB5B-4A32-A3B2-A13C-A2C7676950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8" y="1136074"/>
            <a:ext cx="11007436" cy="5527962"/>
          </a:xfrm>
        </p:spPr>
        <p:txBody>
          <a:bodyPr>
            <a:normAutofit/>
          </a:bodyPr>
          <a:lstStyle/>
          <a:p>
            <a:pPr algn="l"/>
            <a:r>
              <a:rPr lang="pt-BR" sz="8800" dirty="0"/>
              <a:t>LOUVAI, LOUVAI, Ó SERVOS DO SENHOR,* LOUVAI, LOUVAI O NOME DO SENHOR! </a:t>
            </a:r>
            <a:endParaRPr lang="pt-BR" sz="6600" dirty="0"/>
          </a:p>
        </p:txBody>
      </p:sp>
    </p:spTree>
    <p:extLst>
      <p:ext uri="{BB962C8B-B14F-4D97-AF65-F5344CB8AC3E}">
        <p14:creationId xmlns:p14="http://schemas.microsoft.com/office/powerpoint/2010/main" val="117188194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E52346-35E6-2A94-21F4-67DD8C768B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3212E0A-BC86-EE84-8E04-225C7A3B657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14998" y="479991"/>
            <a:ext cx="4857172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APRESENTAÇÃO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4CDDD88-5F0D-12AF-4AB5-C8B3595C165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92282" y="1144620"/>
            <a:ext cx="11007436" cy="5527962"/>
          </a:xfrm>
        </p:spPr>
        <p:txBody>
          <a:bodyPr>
            <a:normAutofit/>
          </a:bodyPr>
          <a:lstStyle/>
          <a:p>
            <a:pPr algn="l"/>
            <a:endParaRPr lang="pt-BR" sz="7200" b="1" dirty="0"/>
          </a:p>
          <a:p>
            <a:pPr algn="l"/>
            <a:r>
              <a:rPr lang="pt-BR" sz="7200" b="1" dirty="0"/>
              <a:t>DO NASCER DO SOL ATÉ O SEU OCASO, LOUVADO SEJA O NOME DO SENHOR!</a:t>
            </a:r>
          </a:p>
        </p:txBody>
      </p:sp>
      <p:sp>
        <p:nvSpPr>
          <p:cNvPr id="4" name="Subtítulo 2">
            <a:extLst>
              <a:ext uri="{FF2B5EF4-FFF2-40B4-BE49-F238E27FC236}">
                <a16:creationId xmlns:a16="http://schemas.microsoft.com/office/drawing/2014/main" id="{67F29552-BEF9-F071-01F5-0E8C977A8898}"/>
              </a:ext>
            </a:extLst>
          </p:cNvPr>
          <p:cNvSpPr txBox="1">
            <a:spLocks/>
          </p:cNvSpPr>
          <p:nvPr/>
        </p:nvSpPr>
        <p:spPr>
          <a:xfrm>
            <a:off x="9819118" y="550427"/>
            <a:ext cx="1657884" cy="40061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800" b="1" dirty="0"/>
              <a:t>Salmo 112(113)</a:t>
            </a:r>
          </a:p>
        </p:txBody>
      </p:sp>
    </p:spTree>
    <p:extLst>
      <p:ext uri="{BB962C8B-B14F-4D97-AF65-F5344CB8AC3E}">
        <p14:creationId xmlns:p14="http://schemas.microsoft.com/office/powerpoint/2010/main" val="19047992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CE1F74-DBC7-9ED4-04D3-98C1437F92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B5397A6-4B9F-2252-2C11-19EEB0A4DFF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8" y="332508"/>
            <a:ext cx="4857172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APRESENTAÇÃO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D3923530-C349-1A19-7C43-D6DDF56CBEB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8" y="1136074"/>
            <a:ext cx="11007436" cy="5527962"/>
          </a:xfrm>
        </p:spPr>
        <p:txBody>
          <a:bodyPr>
            <a:normAutofit/>
          </a:bodyPr>
          <a:lstStyle/>
          <a:p>
            <a:pPr algn="l"/>
            <a:r>
              <a:rPr lang="pt-BR" sz="8800" dirty="0"/>
              <a:t>O SENHOR ESTÁ ACIMA DAS NAÇÕES,* SUA GLÓRIA VAI ALÉM DOS ALTOS CÉUS.</a:t>
            </a:r>
            <a:endParaRPr lang="pt-BR" sz="6600" dirty="0"/>
          </a:p>
        </p:txBody>
      </p:sp>
    </p:spTree>
    <p:extLst>
      <p:ext uri="{BB962C8B-B14F-4D97-AF65-F5344CB8AC3E}">
        <p14:creationId xmlns:p14="http://schemas.microsoft.com/office/powerpoint/2010/main" val="283780459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46206B-AAEA-91E6-94C8-49843C798F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1E44829-2DC4-37E4-2646-845FE75476B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14998" y="479991"/>
            <a:ext cx="4857172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APRESENTAÇÃO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664D005-088E-4A34-BAF5-0CA449744B2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92282" y="1144620"/>
            <a:ext cx="11007436" cy="5527962"/>
          </a:xfrm>
        </p:spPr>
        <p:txBody>
          <a:bodyPr>
            <a:normAutofit/>
          </a:bodyPr>
          <a:lstStyle/>
          <a:p>
            <a:pPr algn="l"/>
            <a:endParaRPr lang="pt-BR" sz="7200" b="1" dirty="0"/>
          </a:p>
          <a:p>
            <a:pPr algn="l"/>
            <a:r>
              <a:rPr lang="pt-BR" sz="7200" b="1" dirty="0"/>
              <a:t>DO NASCER DO SOL ATÉ O SEU OCASO, LOUVADO SEJA O NOME DO SENHOR!</a:t>
            </a:r>
          </a:p>
        </p:txBody>
      </p:sp>
      <p:sp>
        <p:nvSpPr>
          <p:cNvPr id="4" name="Subtítulo 2">
            <a:extLst>
              <a:ext uri="{FF2B5EF4-FFF2-40B4-BE49-F238E27FC236}">
                <a16:creationId xmlns:a16="http://schemas.microsoft.com/office/drawing/2014/main" id="{61BD4ED5-6A32-4590-AE4F-66AD96F6F4BD}"/>
              </a:ext>
            </a:extLst>
          </p:cNvPr>
          <p:cNvSpPr txBox="1">
            <a:spLocks/>
          </p:cNvSpPr>
          <p:nvPr/>
        </p:nvSpPr>
        <p:spPr>
          <a:xfrm>
            <a:off x="9819118" y="550427"/>
            <a:ext cx="1657884" cy="40061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800" b="1" dirty="0"/>
              <a:t>Salmo 112(113)</a:t>
            </a:r>
          </a:p>
        </p:txBody>
      </p:sp>
    </p:spTree>
    <p:extLst>
      <p:ext uri="{BB962C8B-B14F-4D97-AF65-F5344CB8AC3E}">
        <p14:creationId xmlns:p14="http://schemas.microsoft.com/office/powerpoint/2010/main" val="271822832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14B80A-2B8B-CECC-0155-D110D61D88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183253F-DB61-F425-1E4F-1C45EAA8489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8" y="332508"/>
            <a:ext cx="4857172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APRESENTAÇÃO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B26990D2-D8E2-6D12-B6BF-61F73132FB5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07683" y="1101891"/>
            <a:ext cx="11007436" cy="5527962"/>
          </a:xfrm>
        </p:spPr>
        <p:txBody>
          <a:bodyPr>
            <a:normAutofit lnSpcReduction="10000"/>
          </a:bodyPr>
          <a:lstStyle/>
          <a:p>
            <a:pPr algn="l"/>
            <a:r>
              <a:rPr lang="pt-BR" sz="8800" dirty="0"/>
              <a:t>QUEM PODE COMPARAR-SE AO NOSSO DEUS, * QUE SE INCLINA PARA OLHAR O CÉU E A TERRA?</a:t>
            </a:r>
            <a:endParaRPr lang="pt-BR" sz="6600" dirty="0"/>
          </a:p>
        </p:txBody>
      </p:sp>
    </p:spTree>
    <p:extLst>
      <p:ext uri="{BB962C8B-B14F-4D97-AF65-F5344CB8AC3E}">
        <p14:creationId xmlns:p14="http://schemas.microsoft.com/office/powerpoint/2010/main" val="278262525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AD700B-4AFD-2CF0-6DAF-0BB87BEDFC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C3076DF-6F10-FF95-F2A1-02BA6E62B41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14998" y="479991"/>
            <a:ext cx="4857172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APRESENTAÇÃO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1CC6C4C-6851-EF38-D6A2-E524A3098D5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92282" y="1144620"/>
            <a:ext cx="11007436" cy="5527962"/>
          </a:xfrm>
        </p:spPr>
        <p:txBody>
          <a:bodyPr>
            <a:normAutofit/>
          </a:bodyPr>
          <a:lstStyle/>
          <a:p>
            <a:pPr algn="l"/>
            <a:endParaRPr lang="pt-BR" sz="7200" b="1" dirty="0"/>
          </a:p>
          <a:p>
            <a:pPr algn="l"/>
            <a:r>
              <a:rPr lang="pt-BR" sz="7200" b="1" dirty="0"/>
              <a:t>DO NASCER DO SOL ATÉ O SEU OCASO, LOUVADO SEJA O NOME DO SENHOR!</a:t>
            </a:r>
          </a:p>
        </p:txBody>
      </p:sp>
      <p:sp>
        <p:nvSpPr>
          <p:cNvPr id="4" name="Subtítulo 2">
            <a:extLst>
              <a:ext uri="{FF2B5EF4-FFF2-40B4-BE49-F238E27FC236}">
                <a16:creationId xmlns:a16="http://schemas.microsoft.com/office/drawing/2014/main" id="{BEA97E65-CA34-CFDD-47D7-6181EE6E7598}"/>
              </a:ext>
            </a:extLst>
          </p:cNvPr>
          <p:cNvSpPr txBox="1">
            <a:spLocks/>
          </p:cNvSpPr>
          <p:nvPr/>
        </p:nvSpPr>
        <p:spPr>
          <a:xfrm>
            <a:off x="9819118" y="550427"/>
            <a:ext cx="1657884" cy="40061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800" b="1" dirty="0"/>
              <a:t>Salmo 112(113)</a:t>
            </a:r>
          </a:p>
        </p:txBody>
      </p:sp>
    </p:spTree>
    <p:extLst>
      <p:ext uri="{BB962C8B-B14F-4D97-AF65-F5344CB8AC3E}">
        <p14:creationId xmlns:p14="http://schemas.microsoft.com/office/powerpoint/2010/main" val="401197726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7246103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213" y="480290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SANTO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990168"/>
            <a:ext cx="10851573" cy="5424487"/>
          </a:xfrm>
        </p:spPr>
        <p:txBody>
          <a:bodyPr>
            <a:normAutofit fontScale="25000" lnSpcReduction="20000"/>
          </a:bodyPr>
          <a:lstStyle/>
          <a:p>
            <a:pPr algn="just"/>
            <a:r>
              <a:rPr lang="pt-BR" sz="20000" dirty="0"/>
              <a:t>SANTO, SANTO, SANTO SENHOR DEUS DO UNIVERSO, O CÉU E A TERRA PROCLAMAM A VOSSA GLÓRIA</a:t>
            </a:r>
          </a:p>
          <a:p>
            <a:pPr algn="just"/>
            <a:r>
              <a:rPr lang="pt-BR" sz="20000" b="1" dirty="0"/>
              <a:t>HOSANA, HOSANA NAS ALTURAS!</a:t>
            </a:r>
            <a:endParaRPr lang="pt-BR" sz="20000" dirty="0"/>
          </a:p>
          <a:p>
            <a:pPr algn="just"/>
            <a:endParaRPr lang="pt-BR" sz="20000" dirty="0"/>
          </a:p>
          <a:p>
            <a:pPr algn="just"/>
            <a:r>
              <a:rPr lang="pt-BR" sz="20000" dirty="0"/>
              <a:t>BENDITO O QUE VEM EM NOME DO SENHOR </a:t>
            </a:r>
            <a:r>
              <a:rPr lang="pt-BR" sz="20000" b="1" dirty="0"/>
              <a:t>HOSANA, HOSANA NAS ALTURAS! HOSANA, HOSANA!</a:t>
            </a:r>
            <a:endParaRPr lang="pt-BR" sz="5400" b="1" dirty="0"/>
          </a:p>
          <a:p>
            <a:pPr algn="just"/>
            <a:endParaRPr lang="pt-BR" sz="5400" dirty="0"/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196341270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4172737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9235" y="377152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386320" cy="5424487"/>
          </a:xfrm>
        </p:spPr>
        <p:txBody>
          <a:bodyPr>
            <a:normAutofit lnSpcReduction="10000"/>
          </a:bodyPr>
          <a:lstStyle/>
          <a:p>
            <a:pPr algn="l"/>
            <a:r>
              <a:rPr lang="pt-BR" sz="6600" b="1" i="0" dirty="0">
                <a:solidFill>
                  <a:srgbClr val="131313"/>
                </a:solidFill>
                <a:effectLst/>
              </a:rPr>
              <a:t>SE ALGUÉM ME QUER SEGUIR, A SI TEM QUE NEGAR, TOMAR A CRUZ E VIR COMIGO A CAMINHAR! </a:t>
            </a:r>
          </a:p>
          <a:p>
            <a:pPr algn="l"/>
            <a:r>
              <a:rPr lang="pt-BR" sz="6600" b="1" i="0" dirty="0">
                <a:solidFill>
                  <a:srgbClr val="131313"/>
                </a:solidFill>
                <a:effectLst/>
              </a:rPr>
              <a:t>SE ALGUÉM ME QUER SEGUIR, </a:t>
            </a:r>
          </a:p>
          <a:p>
            <a:pPr algn="l"/>
            <a:r>
              <a:rPr lang="pt-BR" sz="6600" b="1" i="0" dirty="0">
                <a:solidFill>
                  <a:srgbClr val="131313"/>
                </a:solidFill>
                <a:effectLst/>
              </a:rPr>
              <a:t>A CRUZ TOMAR!</a:t>
            </a:r>
            <a:endParaRPr lang="pt-BR" sz="6600" b="1" dirty="0"/>
          </a:p>
        </p:txBody>
      </p:sp>
    </p:spTree>
    <p:extLst>
      <p:ext uri="{BB962C8B-B14F-4D97-AF65-F5344CB8AC3E}">
        <p14:creationId xmlns:p14="http://schemas.microsoft.com/office/powerpoint/2010/main" val="230479973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9235" y="377152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386320" cy="5424487"/>
          </a:xfrm>
        </p:spPr>
        <p:txBody>
          <a:bodyPr>
            <a:normAutofit/>
          </a:bodyPr>
          <a:lstStyle/>
          <a:p>
            <a:pPr algn="l"/>
            <a:r>
              <a:rPr lang="pt-BR" sz="6000" i="0" dirty="0">
                <a:solidFill>
                  <a:srgbClr val="131313"/>
                </a:solidFill>
                <a:effectLst/>
              </a:rPr>
              <a:t>MEU CORAÇÃO PENETRAS E LÊS MEUS PENSAMENTOS</a:t>
            </a:r>
          </a:p>
          <a:p>
            <a:pPr algn="l"/>
            <a:r>
              <a:rPr lang="pt-BR" sz="6000" i="0" dirty="0">
                <a:solidFill>
                  <a:srgbClr val="131313"/>
                </a:solidFill>
                <a:effectLst/>
              </a:rPr>
              <a:t>SE LUTO OU SE DESCANSO, TU VÊS MEUS MOVIMENTOS</a:t>
            </a:r>
          </a:p>
          <a:p>
            <a:pPr algn="l"/>
            <a:r>
              <a:rPr lang="pt-BR" sz="6000" i="0" dirty="0">
                <a:solidFill>
                  <a:srgbClr val="131313"/>
                </a:solidFill>
                <a:effectLst/>
              </a:rPr>
              <a:t>DE TODAS MINHAS PALAVRAS TU TENS CONHECIMENTO.</a:t>
            </a:r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177358167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313FC1-7E1F-849E-AEC6-BF57E09B1F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5D14B7B-56CB-877B-2759-EA84E1349F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9235" y="377152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0DAFF216-D38E-3132-2861-209B052AD3E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386320" cy="5424487"/>
          </a:xfrm>
        </p:spPr>
        <p:txBody>
          <a:bodyPr>
            <a:normAutofit lnSpcReduction="10000"/>
          </a:bodyPr>
          <a:lstStyle/>
          <a:p>
            <a:pPr algn="l"/>
            <a:r>
              <a:rPr lang="pt-BR" sz="6600" b="1" i="0" dirty="0">
                <a:solidFill>
                  <a:srgbClr val="131313"/>
                </a:solidFill>
                <a:effectLst/>
              </a:rPr>
              <a:t>SE ALGUÉM ME QUER SEGUIR, A SI TEM QUE NEGAR, TOMAR A CRUZ E VIR COMIGO A CAMINHAR! </a:t>
            </a:r>
          </a:p>
          <a:p>
            <a:pPr algn="l"/>
            <a:r>
              <a:rPr lang="pt-BR" sz="6600" b="1" i="0" dirty="0">
                <a:solidFill>
                  <a:srgbClr val="131313"/>
                </a:solidFill>
                <a:effectLst/>
              </a:rPr>
              <a:t>SE ALGUÉM ME QUER SEGUIR, </a:t>
            </a:r>
          </a:p>
          <a:p>
            <a:pPr algn="l"/>
            <a:r>
              <a:rPr lang="pt-BR" sz="6600" b="1" i="0" dirty="0">
                <a:solidFill>
                  <a:srgbClr val="131313"/>
                </a:solidFill>
                <a:effectLst/>
              </a:rPr>
              <a:t>A CRUZ TOMAR!</a:t>
            </a:r>
            <a:endParaRPr lang="pt-BR" sz="6600" b="1" dirty="0"/>
          </a:p>
        </p:txBody>
      </p:sp>
    </p:spTree>
    <p:extLst>
      <p:ext uri="{BB962C8B-B14F-4D97-AF65-F5344CB8AC3E}">
        <p14:creationId xmlns:p14="http://schemas.microsoft.com/office/powerpoint/2010/main" val="50998482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056FCF-8FAC-6C2F-41AC-36CB8F9FC3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6D3E8BD-D834-6CDE-1C28-98F94E01806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9235" y="377152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0CF95EF-4D49-8B76-F83E-1B0EC3476D7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386320" cy="5424487"/>
          </a:xfrm>
        </p:spPr>
        <p:txBody>
          <a:bodyPr>
            <a:normAutofit/>
          </a:bodyPr>
          <a:lstStyle/>
          <a:p>
            <a:pPr algn="l"/>
            <a:r>
              <a:rPr lang="pt-BR" sz="6000" i="0" dirty="0">
                <a:solidFill>
                  <a:srgbClr val="131313"/>
                </a:solidFill>
                <a:effectLst/>
              </a:rPr>
              <a:t>SE A LUZ DO SOL SE FOSSE, / QUE ESCURIDÃO SERIA! SE AS TREVAS ME ENVOLVESSEM, / O QUE ADIANTARIA?</a:t>
            </a:r>
          </a:p>
          <a:p>
            <a:pPr algn="l"/>
            <a:r>
              <a:rPr lang="pt-BR" sz="6000" i="0" dirty="0">
                <a:solidFill>
                  <a:srgbClr val="131313"/>
                </a:solidFill>
                <a:effectLst/>
              </a:rPr>
              <a:t>PRA TI, SENHOR, A NOITE / É CLARA COMO O DIA!</a:t>
            </a:r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238404626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87F256-05AB-8D33-B6F0-6AF6AA396F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8A8DE73-B0BF-3F5E-526D-EDD5DCBF526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9235" y="377152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1627870-3B06-84E6-75EE-DF8271AB79D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386320" cy="5424487"/>
          </a:xfrm>
        </p:spPr>
        <p:txBody>
          <a:bodyPr>
            <a:normAutofit lnSpcReduction="10000"/>
          </a:bodyPr>
          <a:lstStyle/>
          <a:p>
            <a:pPr algn="l"/>
            <a:r>
              <a:rPr lang="pt-BR" sz="6600" b="1" i="0" dirty="0">
                <a:solidFill>
                  <a:srgbClr val="131313"/>
                </a:solidFill>
                <a:effectLst/>
              </a:rPr>
              <a:t>SE ALGUÉM ME QUER SEGUIR, A SI TEM QUE NEGAR, TOMAR A CRUZ E VIR COMIGO A CAMINHAR! </a:t>
            </a:r>
          </a:p>
          <a:p>
            <a:pPr algn="l"/>
            <a:r>
              <a:rPr lang="pt-BR" sz="6600" b="1" i="0" dirty="0">
                <a:solidFill>
                  <a:srgbClr val="131313"/>
                </a:solidFill>
                <a:effectLst/>
              </a:rPr>
              <a:t>SE ALGUÉM ME QUER SEGUIR, </a:t>
            </a:r>
          </a:p>
          <a:p>
            <a:pPr algn="l"/>
            <a:r>
              <a:rPr lang="pt-BR" sz="6600" b="1" i="0" dirty="0">
                <a:solidFill>
                  <a:srgbClr val="131313"/>
                </a:solidFill>
                <a:effectLst/>
              </a:rPr>
              <a:t>A CRUZ TOMAR!</a:t>
            </a:r>
            <a:endParaRPr lang="pt-BR" sz="6600" b="1" dirty="0"/>
          </a:p>
        </p:txBody>
      </p:sp>
    </p:spTree>
    <p:extLst>
      <p:ext uri="{BB962C8B-B14F-4D97-AF65-F5344CB8AC3E}">
        <p14:creationId xmlns:p14="http://schemas.microsoft.com/office/powerpoint/2010/main" val="337776624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2753AC-100A-AA0F-A63A-0E0BF49A0A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FAF204F-8446-DE8F-5A2D-1E035434B8C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9235" y="377152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E4AB18F-645F-32C9-0394-9FA14F8C5D4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386320" cy="5424487"/>
          </a:xfrm>
        </p:spPr>
        <p:txBody>
          <a:bodyPr>
            <a:normAutofit/>
          </a:bodyPr>
          <a:lstStyle/>
          <a:p>
            <a:pPr algn="l"/>
            <a:r>
              <a:rPr lang="pt-BR" sz="6000" i="0" dirty="0">
                <a:solidFill>
                  <a:srgbClr val="131313"/>
                </a:solidFill>
                <a:effectLst/>
              </a:rPr>
              <a:t>AS FIBRAS DO MEU CORPO / TECESTE E ENTRANÇASTE.NO SEIO DE MINHA MÃE / BEM CEDO ME FORMASTE;MELHOR DO QUE NINGUÉM / ME CONHECESTE E AMASTE!</a:t>
            </a:r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28157031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D41E63-6478-D062-4272-12B5EE3076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945B244-E3ED-DFAD-AEA9-282B37A125E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9235" y="377152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BE728BF-B4E6-14F4-81F1-B7DC773BF3E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386320" cy="5424487"/>
          </a:xfrm>
        </p:spPr>
        <p:txBody>
          <a:bodyPr>
            <a:normAutofit lnSpcReduction="10000"/>
          </a:bodyPr>
          <a:lstStyle/>
          <a:p>
            <a:pPr algn="l"/>
            <a:r>
              <a:rPr lang="pt-BR" sz="6600" b="1" i="0" dirty="0">
                <a:solidFill>
                  <a:srgbClr val="131313"/>
                </a:solidFill>
                <a:effectLst/>
              </a:rPr>
              <a:t>SE ALGUÉM ME QUER SEGUIR, A SI TEM QUE NEGAR, TOMAR A CRUZ E VIR COMIGO A CAMINHAR! </a:t>
            </a:r>
          </a:p>
          <a:p>
            <a:pPr algn="l"/>
            <a:r>
              <a:rPr lang="pt-BR" sz="6600" b="1" i="0" dirty="0">
                <a:solidFill>
                  <a:srgbClr val="131313"/>
                </a:solidFill>
                <a:effectLst/>
              </a:rPr>
              <a:t>SE ALGUÉM ME QUER SEGUIR, </a:t>
            </a:r>
          </a:p>
          <a:p>
            <a:pPr algn="l"/>
            <a:r>
              <a:rPr lang="pt-BR" sz="6600" b="1" i="0" dirty="0">
                <a:solidFill>
                  <a:srgbClr val="131313"/>
                </a:solidFill>
                <a:effectLst/>
              </a:rPr>
              <a:t>A CRUZ TOMAR!</a:t>
            </a:r>
            <a:endParaRPr lang="pt-BR" sz="6600" b="1" dirty="0"/>
          </a:p>
        </p:txBody>
      </p:sp>
    </p:spTree>
    <p:extLst>
      <p:ext uri="{BB962C8B-B14F-4D97-AF65-F5344CB8AC3E}">
        <p14:creationId xmlns:p14="http://schemas.microsoft.com/office/powerpoint/2010/main" val="3966282055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38BCA5-AC38-5DF4-EBDA-E96B0D6F27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D269814-2AA2-1CA3-F27A-9C9C2429EA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9235" y="377152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72404FC-EAC2-4038-AA97-A964A728324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386320" cy="5424487"/>
          </a:xfrm>
        </p:spPr>
        <p:txBody>
          <a:bodyPr>
            <a:normAutofit/>
          </a:bodyPr>
          <a:lstStyle/>
          <a:p>
            <a:pPr algn="l"/>
            <a:r>
              <a:rPr lang="pt-BR" sz="6000" i="0" dirty="0">
                <a:solidFill>
                  <a:srgbClr val="131313"/>
                </a:solidFill>
                <a:effectLst/>
              </a:rPr>
              <a:t>TEUS PLANOS, INSONDÁVEIS,SEM FIM TUAS MARAVILHAS!CONTÁ-LAS EU QUISERA, / MAS QUEM O PODERIA?COMO DA PRAIA A AREIA, / SÓ TU AS SABERIAS!</a:t>
            </a:r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1244145444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EE6CC6-F1C4-91D5-86C6-B079461945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2C1E34C-39D5-6EBD-ADA3-73D00052EBA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9235" y="377152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5D986B3-3404-75CA-B1ED-722CD4C411E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386320" cy="5424487"/>
          </a:xfrm>
        </p:spPr>
        <p:txBody>
          <a:bodyPr>
            <a:normAutofit lnSpcReduction="10000"/>
          </a:bodyPr>
          <a:lstStyle/>
          <a:p>
            <a:pPr algn="l"/>
            <a:r>
              <a:rPr lang="pt-BR" sz="6600" b="1" i="0" dirty="0">
                <a:solidFill>
                  <a:srgbClr val="131313"/>
                </a:solidFill>
                <a:effectLst/>
              </a:rPr>
              <a:t>SE ALGUÉM ME QUER SEGUIR, A SI TEM QUE NEGAR, TOMAR A CRUZ E VIR COMIGO A CAMINHAR! </a:t>
            </a:r>
          </a:p>
          <a:p>
            <a:pPr algn="l"/>
            <a:r>
              <a:rPr lang="pt-BR" sz="6600" b="1" i="0" dirty="0">
                <a:solidFill>
                  <a:srgbClr val="131313"/>
                </a:solidFill>
                <a:effectLst/>
              </a:rPr>
              <a:t>SE ALGUÉM ME QUER SEGUIR, </a:t>
            </a:r>
          </a:p>
          <a:p>
            <a:pPr algn="l"/>
            <a:r>
              <a:rPr lang="pt-BR" sz="6600" b="1" i="0" dirty="0">
                <a:solidFill>
                  <a:srgbClr val="131313"/>
                </a:solidFill>
                <a:effectLst/>
              </a:rPr>
              <a:t>A CRUZ TOMAR!</a:t>
            </a:r>
            <a:endParaRPr lang="pt-BR" sz="6600" b="1" dirty="0"/>
          </a:p>
        </p:txBody>
      </p:sp>
    </p:spTree>
    <p:extLst>
      <p:ext uri="{BB962C8B-B14F-4D97-AF65-F5344CB8AC3E}">
        <p14:creationId xmlns:p14="http://schemas.microsoft.com/office/powerpoint/2010/main" val="1919806870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B088D2-BBD8-6700-80F0-E4916144DC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CCD8340-C5FB-50A5-D46A-D1DF08A0393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9235" y="377152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B7397DC-856D-911F-B0DA-EDEBE23779B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386320" cy="5424487"/>
          </a:xfrm>
        </p:spPr>
        <p:txBody>
          <a:bodyPr>
            <a:normAutofit/>
          </a:bodyPr>
          <a:lstStyle/>
          <a:p>
            <a:pPr algn="l"/>
            <a:r>
              <a:rPr lang="pt-BR" sz="6000" dirty="0"/>
              <a:t>MAS VÊ MEU CORAÇÃO / E MINHA ANGÚSTIA SENTE! OLHA, SENHOR, MEUS PASSOS, / SE VOU ERRADAMENTE, ME BOTA NO CAMINHO / DA VIDA, PARA SEMPRE!</a:t>
            </a:r>
          </a:p>
        </p:txBody>
      </p:sp>
    </p:spTree>
    <p:extLst>
      <p:ext uri="{BB962C8B-B14F-4D97-AF65-F5344CB8AC3E}">
        <p14:creationId xmlns:p14="http://schemas.microsoft.com/office/powerpoint/2010/main" val="2814675258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711F0F-9640-40BA-8ABC-CC1B7D156F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FB0B32E-32FD-9F1D-E183-474CFF82EAF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9235" y="377152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82C6DEE-E597-EBC7-C72D-E2187AD23D5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386320" cy="5424487"/>
          </a:xfrm>
        </p:spPr>
        <p:txBody>
          <a:bodyPr>
            <a:normAutofit lnSpcReduction="10000"/>
          </a:bodyPr>
          <a:lstStyle/>
          <a:p>
            <a:pPr algn="l"/>
            <a:r>
              <a:rPr lang="pt-BR" sz="6600" b="1" i="0" dirty="0">
                <a:solidFill>
                  <a:srgbClr val="131313"/>
                </a:solidFill>
                <a:effectLst/>
              </a:rPr>
              <a:t>SE ALGUÉM ME QUER SEGUIR, A SI TEM QUE NEGAR, TOMAR A CRUZ E VIR COMIGO A CAMINHAR! </a:t>
            </a:r>
          </a:p>
          <a:p>
            <a:pPr algn="l"/>
            <a:r>
              <a:rPr lang="pt-BR" sz="6600" b="1" i="0" dirty="0">
                <a:solidFill>
                  <a:srgbClr val="131313"/>
                </a:solidFill>
                <a:effectLst/>
              </a:rPr>
              <a:t>SE ALGUÉM ME QUER SEGUIR, </a:t>
            </a:r>
          </a:p>
          <a:p>
            <a:pPr algn="l"/>
            <a:r>
              <a:rPr lang="pt-BR" sz="6600" b="1" i="0" dirty="0">
                <a:solidFill>
                  <a:srgbClr val="131313"/>
                </a:solidFill>
                <a:effectLst/>
              </a:rPr>
              <a:t>A CRUZ TOMAR!</a:t>
            </a:r>
            <a:endParaRPr lang="pt-BR" sz="6600" b="1" dirty="0"/>
          </a:p>
        </p:txBody>
      </p:sp>
    </p:spTree>
    <p:extLst>
      <p:ext uri="{BB962C8B-B14F-4D97-AF65-F5344CB8AC3E}">
        <p14:creationId xmlns:p14="http://schemas.microsoft.com/office/powerpoint/2010/main" val="2878897610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04015327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9234" y="377152"/>
            <a:ext cx="2870265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PÓS 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386320" cy="5424487"/>
          </a:xfrm>
        </p:spPr>
        <p:txBody>
          <a:bodyPr>
            <a:normAutofit fontScale="92500" lnSpcReduction="10000"/>
          </a:bodyPr>
          <a:lstStyle/>
          <a:p>
            <a:pPr algn="l"/>
            <a:r>
              <a:rPr lang="pt-BR" sz="6000" dirty="0"/>
              <a:t>CREIO EM TI, SENHOR, CREIO NO TEU AMOR</a:t>
            </a:r>
            <a:br>
              <a:rPr lang="pt-BR" sz="6000" dirty="0"/>
            </a:br>
            <a:r>
              <a:rPr lang="pt-BR" sz="6000" dirty="0"/>
              <a:t>NA TUA FORÇA QUE SUSTENTA O MUNDO</a:t>
            </a:r>
            <a:br>
              <a:rPr lang="pt-BR" sz="6000" dirty="0"/>
            </a:br>
            <a:r>
              <a:rPr lang="pt-BR" sz="6000" dirty="0"/>
              <a:t>CREIO NO TEU SORRISO QUE FAZ BRILHAR O CÉU</a:t>
            </a:r>
            <a:br>
              <a:rPr lang="pt-BR" sz="6000" dirty="0"/>
            </a:br>
            <a:r>
              <a:rPr lang="pt-BR" sz="6000" dirty="0"/>
              <a:t>E NO TEU CANTO QUE ME DÁ ALEGRIA</a:t>
            </a:r>
            <a:endParaRPr lang="pt-BR" sz="6000" dirty="0">
              <a:solidFill>
                <a:srgbClr val="131313"/>
              </a:solidFill>
              <a:effectLst/>
              <a:latin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36879697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5715E5-02F7-8F7B-2EDB-821286C8C7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13FB735-18A0-1A40-CAA7-96ED9094CDD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9234" y="377152"/>
            <a:ext cx="2870265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PÓS 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E04E2FB-9FB6-8D6F-DF16-7E2A53D14E0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386320" cy="5424487"/>
          </a:xfrm>
        </p:spPr>
        <p:txBody>
          <a:bodyPr>
            <a:normAutofit/>
          </a:bodyPr>
          <a:lstStyle/>
          <a:p>
            <a:pPr algn="l"/>
            <a:r>
              <a:rPr lang="pt-BR" sz="6000" dirty="0"/>
              <a:t>CREIO EM TI, SENHOR, CREIO NA TUA PAZ</a:t>
            </a:r>
            <a:br>
              <a:rPr lang="pt-BR" sz="6000" dirty="0"/>
            </a:br>
            <a:r>
              <a:rPr lang="pt-BR" sz="6000" dirty="0"/>
              <a:t>NA TUA VIDA QUE FAZ BELA A TERRA</a:t>
            </a:r>
            <a:br>
              <a:rPr lang="pt-BR" sz="6000" dirty="0"/>
            </a:br>
            <a:r>
              <a:rPr lang="pt-BR" sz="6000" dirty="0"/>
              <a:t>NA TUA LUZ QUE CLAREIA A NOITE</a:t>
            </a:r>
            <a:br>
              <a:rPr lang="pt-BR" sz="6000" dirty="0"/>
            </a:br>
            <a:r>
              <a:rPr lang="pt-BR" sz="6000" dirty="0"/>
              <a:t>ROTA SEGURA NO MEU CAMINHO</a:t>
            </a:r>
            <a:endParaRPr lang="pt-BR" sz="6000" dirty="0">
              <a:solidFill>
                <a:srgbClr val="131313"/>
              </a:solidFill>
              <a:effectLst/>
              <a:latin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41338084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221AF6-52D4-DA10-F452-F86226E7BA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F5A0A13-F4B6-9E9F-383F-7DF8DD8BE52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9234" y="377152"/>
            <a:ext cx="2870265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PÓS 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94166F65-1015-14CE-1294-E6696156FA6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386320" cy="5424487"/>
          </a:xfrm>
        </p:spPr>
        <p:txBody>
          <a:bodyPr>
            <a:noAutofit/>
          </a:bodyPr>
          <a:lstStyle/>
          <a:p>
            <a:pPr algn="l"/>
            <a:r>
              <a:rPr lang="pt-BR" sz="5400" dirty="0"/>
              <a:t>CREIO EM TI, SENHOR, CREIO QUE TU ME AMAS</a:t>
            </a:r>
            <a:br>
              <a:rPr lang="pt-BR" sz="5400" dirty="0"/>
            </a:br>
            <a:r>
              <a:rPr lang="pt-BR" sz="5400" dirty="0"/>
              <a:t>QUE ME SUSTENTAS, QUE ME DÁS O PERDÃO</a:t>
            </a:r>
            <a:br>
              <a:rPr lang="pt-BR" sz="5400" dirty="0"/>
            </a:br>
            <a:r>
              <a:rPr lang="pt-BR" sz="5400" dirty="0"/>
              <a:t>QUE TU ME GUIAS PELAS ESTRADAS DO MUNDO</a:t>
            </a:r>
            <a:br>
              <a:rPr lang="pt-BR" sz="5400" dirty="0"/>
            </a:br>
            <a:r>
              <a:rPr lang="pt-BR" sz="5400" dirty="0"/>
              <a:t>QUE ME DARÁS A VIDA ETERNA</a:t>
            </a:r>
            <a:endParaRPr lang="pt-BR" sz="5400" dirty="0">
              <a:solidFill>
                <a:srgbClr val="131313"/>
              </a:solidFill>
              <a:effectLst/>
              <a:latin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65440886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82714603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33400" y="21573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FINAL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33400" y="686789"/>
            <a:ext cx="11579578" cy="6338124"/>
          </a:xfrm>
        </p:spPr>
        <p:txBody>
          <a:bodyPr>
            <a:normAutofit/>
          </a:bodyPr>
          <a:lstStyle/>
          <a:p>
            <a:pPr algn="l"/>
            <a:r>
              <a:rPr lang="pt-BR" sz="8000" dirty="0"/>
              <a:t>PELAS ESTRADAS DA VIDA,</a:t>
            </a:r>
            <a:br>
              <a:rPr lang="pt-BR" sz="8000" dirty="0"/>
            </a:br>
            <a:r>
              <a:rPr lang="pt-BR" sz="8000" dirty="0"/>
              <a:t>NUNCA SOZINHO ESTÁS.</a:t>
            </a:r>
            <a:br>
              <a:rPr lang="pt-BR" sz="8000" dirty="0"/>
            </a:br>
            <a:r>
              <a:rPr lang="pt-BR" sz="8000" dirty="0"/>
              <a:t>CONTIGO PELO CAMINHO,</a:t>
            </a:r>
            <a:br>
              <a:rPr lang="pt-BR" sz="8000" dirty="0"/>
            </a:br>
            <a:r>
              <a:rPr lang="pt-BR" sz="8000" dirty="0"/>
              <a:t>SANTA MARIA VAI.</a:t>
            </a:r>
            <a:endParaRPr lang="pt-BR" sz="8000" b="1" dirty="0"/>
          </a:p>
        </p:txBody>
      </p:sp>
    </p:spTree>
    <p:extLst>
      <p:ext uri="{BB962C8B-B14F-4D97-AF65-F5344CB8AC3E}">
        <p14:creationId xmlns:p14="http://schemas.microsoft.com/office/powerpoint/2010/main" val="4141278968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88B547-0620-6196-815E-74DB4E1954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266CF44-4FB0-4C60-EAA7-3015C82F216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33400" y="21573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FINAL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F6B49AD-E9A8-C395-09CE-219B3DE5E3F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33400" y="686789"/>
            <a:ext cx="11579578" cy="6338124"/>
          </a:xfrm>
        </p:spPr>
        <p:txBody>
          <a:bodyPr>
            <a:normAutofit fontScale="92500" lnSpcReduction="10000"/>
          </a:bodyPr>
          <a:lstStyle/>
          <a:p>
            <a:pPr algn="l"/>
            <a:r>
              <a:rPr lang="pt-BR" sz="8000" dirty="0"/>
              <a:t>Ó VEM CONOSCO, VEM CAMINHAR,</a:t>
            </a:r>
          </a:p>
          <a:p>
            <a:pPr algn="l"/>
            <a:r>
              <a:rPr lang="pt-BR" sz="8000" dirty="0"/>
              <a:t>SANTA MARIA VEM.</a:t>
            </a:r>
          </a:p>
          <a:p>
            <a:pPr algn="l"/>
            <a:r>
              <a:rPr lang="pt-BR" sz="8000" dirty="0"/>
              <a:t>Ó VEM CONOSCO, VEM CAMINHAR,</a:t>
            </a:r>
          </a:p>
          <a:p>
            <a:pPr algn="l"/>
            <a:r>
              <a:rPr lang="pt-BR" sz="8000" dirty="0"/>
              <a:t>SANTA MARIA VEM.</a:t>
            </a:r>
            <a:endParaRPr lang="pt-BR" sz="8000" b="1" dirty="0"/>
          </a:p>
        </p:txBody>
      </p:sp>
    </p:spTree>
    <p:extLst>
      <p:ext uri="{BB962C8B-B14F-4D97-AF65-F5344CB8AC3E}">
        <p14:creationId xmlns:p14="http://schemas.microsoft.com/office/powerpoint/2010/main" val="4142999969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F72B5E-FAD6-E19D-7A2D-A6CFA751E1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3F29AE1-8F0A-2346-65C7-7891D42BCE5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33400" y="21573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FINAL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D41F97B3-D663-AF61-422F-A25BC457DCC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33400" y="686789"/>
            <a:ext cx="11579578" cy="6338124"/>
          </a:xfrm>
        </p:spPr>
        <p:txBody>
          <a:bodyPr>
            <a:normAutofit fontScale="92500"/>
          </a:bodyPr>
          <a:lstStyle/>
          <a:p>
            <a:pPr algn="l"/>
            <a:r>
              <a:rPr lang="pt-BR" sz="8000" dirty="0"/>
              <a:t>MESMO QUE DIGAM OS HOMENS,</a:t>
            </a:r>
          </a:p>
          <a:p>
            <a:pPr algn="l"/>
            <a:r>
              <a:rPr lang="pt-BR" sz="8000" dirty="0"/>
              <a:t>TU NADA PODES MUDAR</a:t>
            </a:r>
          </a:p>
          <a:p>
            <a:pPr algn="l"/>
            <a:r>
              <a:rPr lang="pt-BR" sz="8000" dirty="0"/>
              <a:t>LUTA POR UM MUNDO NOVO</a:t>
            </a:r>
          </a:p>
          <a:p>
            <a:pPr algn="l"/>
            <a:r>
              <a:rPr lang="pt-BR" sz="8000" dirty="0"/>
              <a:t>DE UNIDADE E PAZ.</a:t>
            </a:r>
            <a:endParaRPr lang="pt-BR" sz="8000" b="1" dirty="0"/>
          </a:p>
        </p:txBody>
      </p:sp>
    </p:spTree>
    <p:extLst>
      <p:ext uri="{BB962C8B-B14F-4D97-AF65-F5344CB8AC3E}">
        <p14:creationId xmlns:p14="http://schemas.microsoft.com/office/powerpoint/2010/main" val="1012756205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263C4F-10E7-BA53-3BE7-8B7CA7A1A0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306E43D-43D0-3277-F932-8C538EB97BF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33400" y="21573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FINAL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8493736-6781-81BA-82FD-B99F5E378B4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33400" y="686789"/>
            <a:ext cx="11579578" cy="6338124"/>
          </a:xfrm>
        </p:spPr>
        <p:txBody>
          <a:bodyPr>
            <a:normAutofit fontScale="92500" lnSpcReduction="10000"/>
          </a:bodyPr>
          <a:lstStyle/>
          <a:p>
            <a:pPr algn="l"/>
            <a:r>
              <a:rPr lang="pt-BR" sz="8000" dirty="0"/>
              <a:t>Ó VEM CONOSCO, VEM CAMINHAR,</a:t>
            </a:r>
          </a:p>
          <a:p>
            <a:pPr algn="l"/>
            <a:r>
              <a:rPr lang="pt-BR" sz="8000" dirty="0"/>
              <a:t>SANTA MARIA VEM.</a:t>
            </a:r>
          </a:p>
          <a:p>
            <a:pPr algn="l"/>
            <a:r>
              <a:rPr lang="pt-BR" sz="8000" dirty="0"/>
              <a:t>Ó VEM CONOSCO, VEM CAMINHAR,</a:t>
            </a:r>
          </a:p>
          <a:p>
            <a:pPr algn="l"/>
            <a:r>
              <a:rPr lang="pt-BR" sz="8000" dirty="0"/>
              <a:t>SANTA MARIA VEM.</a:t>
            </a:r>
            <a:endParaRPr lang="pt-BR" sz="8000" b="1" dirty="0"/>
          </a:p>
        </p:txBody>
      </p:sp>
    </p:spTree>
    <p:extLst>
      <p:ext uri="{BB962C8B-B14F-4D97-AF65-F5344CB8AC3E}">
        <p14:creationId xmlns:p14="http://schemas.microsoft.com/office/powerpoint/2010/main" val="4028173084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8385</TotalTime>
  <Words>1327</Words>
  <Application>Microsoft Office PowerPoint</Application>
  <PresentationFormat>Widescreen</PresentationFormat>
  <Paragraphs>163</Paragraphs>
  <Slides>55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55</vt:i4>
      </vt:variant>
    </vt:vector>
  </HeadingPairs>
  <TitlesOfParts>
    <vt:vector size="62" baseType="lpstr">
      <vt:lpstr>-apple-system</vt:lpstr>
      <vt:lpstr>Arial</vt:lpstr>
      <vt:lpstr>Bookman Old Style</vt:lpstr>
      <vt:lpstr>Calibri</vt:lpstr>
      <vt:lpstr>Calibri Light</vt:lpstr>
      <vt:lpstr>Roboto</vt:lpstr>
      <vt:lpstr>Tema do Office</vt:lpstr>
      <vt:lpstr>Apresentação do PowerPoint</vt:lpstr>
      <vt:lpstr>ENTRADA</vt:lpstr>
      <vt:lpstr>ENTRADA</vt:lpstr>
      <vt:lpstr>ENTRADA</vt:lpstr>
      <vt:lpstr>ENTRADA</vt:lpstr>
      <vt:lpstr>Apresentação do PowerPoint</vt:lpstr>
      <vt:lpstr>ATO PENITENCIAL</vt:lpstr>
      <vt:lpstr>ATO PENITENCIAL</vt:lpstr>
      <vt:lpstr>ATO PENITENCIAL</vt:lpstr>
      <vt:lpstr>Apresentação do PowerPoint</vt:lpstr>
      <vt:lpstr>HINO DE LOUVOR</vt:lpstr>
      <vt:lpstr>HINO DE LOUVOR</vt:lpstr>
      <vt:lpstr>HINO DE LOUVOR</vt:lpstr>
      <vt:lpstr>HINO DE LOUVOR</vt:lpstr>
      <vt:lpstr>HINO DE LOUVOR</vt:lpstr>
      <vt:lpstr>Apresentação do PowerPoint</vt:lpstr>
      <vt:lpstr>SALMO RESPONSORIAL</vt:lpstr>
      <vt:lpstr>Apresentação do PowerPoint</vt:lpstr>
      <vt:lpstr>ACLAMAÇÃO</vt:lpstr>
      <vt:lpstr>Apresentação do PowerPoint</vt:lpstr>
      <vt:lpstr>ORAÇÃO DO DIZIMISTA</vt:lpstr>
      <vt:lpstr>ORAÇÃO DO DIZIMISTA</vt:lpstr>
      <vt:lpstr>Apresentação do PowerPoint</vt:lpstr>
      <vt:lpstr>APRESENTAÇÃO DAS OFERENDAS</vt:lpstr>
      <vt:lpstr>APRESENTAÇÃO DAS OFERENDAS</vt:lpstr>
      <vt:lpstr>APRESENTAÇÃO DAS OFERENDAS</vt:lpstr>
      <vt:lpstr>APRESENTAÇÃO DAS OFERENDAS</vt:lpstr>
      <vt:lpstr>APRESENTAÇÃO DAS OFERENDAS</vt:lpstr>
      <vt:lpstr>APRESENTAÇÃO DAS OFERENDAS</vt:lpstr>
      <vt:lpstr>APRESENTAÇÃO DAS OFERENDAS</vt:lpstr>
      <vt:lpstr>APRESENTAÇÃO DAS OFERENDAS</vt:lpstr>
      <vt:lpstr>APRESENTAÇÃO DAS OFERENDAS</vt:lpstr>
      <vt:lpstr>Apresentação do PowerPoint</vt:lpstr>
      <vt:lpstr>SANTO</vt:lpstr>
      <vt:lpstr>Apresentação do PowerPoint</vt:lpstr>
      <vt:lpstr>COMUNHÃO</vt:lpstr>
      <vt:lpstr>COMUNHÃO</vt:lpstr>
      <vt:lpstr>COMUNHÃO</vt:lpstr>
      <vt:lpstr>COMUNHÃO</vt:lpstr>
      <vt:lpstr>COMUNHÃO</vt:lpstr>
      <vt:lpstr>COMUNHÃO</vt:lpstr>
      <vt:lpstr>COMUNHÃO</vt:lpstr>
      <vt:lpstr>COMUNHÃO</vt:lpstr>
      <vt:lpstr>COMUNHÃO</vt:lpstr>
      <vt:lpstr>COMUNHÃO</vt:lpstr>
      <vt:lpstr>COMUNHÃO</vt:lpstr>
      <vt:lpstr>Apresentação do PowerPoint</vt:lpstr>
      <vt:lpstr>PÓS COMUNHÃO</vt:lpstr>
      <vt:lpstr>PÓS COMUNHÃO</vt:lpstr>
      <vt:lpstr>PÓS COMUNHÃO</vt:lpstr>
      <vt:lpstr>Apresentação do PowerPoint</vt:lpstr>
      <vt:lpstr>FINAL</vt:lpstr>
      <vt:lpstr>FINAL</vt:lpstr>
      <vt:lpstr>FINAL</vt:lpstr>
      <vt:lpstr>FINAL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ENTRADA</dc:title>
  <dc:creator>anaclaracosta116@gmail.com</dc:creator>
  <cp:lastModifiedBy>Thiago</cp:lastModifiedBy>
  <cp:revision>42</cp:revision>
  <dcterms:created xsi:type="dcterms:W3CDTF">2023-05-06T17:01:55Z</dcterms:created>
  <dcterms:modified xsi:type="dcterms:W3CDTF">2025-06-22T15:39:08Z</dcterms:modified>
</cp:coreProperties>
</file>