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326" r:id="rId4"/>
    <p:sldId id="441" r:id="rId5"/>
    <p:sldId id="327" r:id="rId6"/>
    <p:sldId id="482" r:id="rId7"/>
    <p:sldId id="483" r:id="rId8"/>
    <p:sldId id="258" r:id="rId9"/>
    <p:sldId id="259" r:id="rId10"/>
    <p:sldId id="493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269" r:id="rId22"/>
    <p:sldId id="494" r:id="rId23"/>
    <p:sldId id="495" r:id="rId24"/>
    <p:sldId id="496" r:id="rId25"/>
    <p:sldId id="292" r:id="rId26"/>
    <p:sldId id="275" r:id="rId27"/>
    <p:sldId id="361" r:id="rId28"/>
    <p:sldId id="497" r:id="rId29"/>
    <p:sldId id="358" r:id="rId30"/>
    <p:sldId id="373" r:id="rId31"/>
    <p:sldId id="404" r:id="rId32"/>
    <p:sldId id="477" r:id="rId33"/>
    <p:sldId id="486" r:id="rId34"/>
    <p:sldId id="487" r:id="rId35"/>
    <p:sldId id="488" r:id="rId36"/>
    <p:sldId id="498" r:id="rId37"/>
    <p:sldId id="499" r:id="rId38"/>
    <p:sldId id="419" r:id="rId39"/>
    <p:sldId id="337" r:id="rId40"/>
    <p:sldId id="489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256"/>
            <p14:sldId id="326"/>
            <p14:sldId id="441"/>
            <p14:sldId id="327"/>
            <p14:sldId id="482"/>
            <p14:sldId id="483"/>
            <p14:sldId id="258"/>
            <p14:sldId id="259"/>
            <p14:sldId id="493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269"/>
            <p14:sldId id="494"/>
            <p14:sldId id="495"/>
            <p14:sldId id="496"/>
            <p14:sldId id="292"/>
            <p14:sldId id="275"/>
            <p14:sldId id="361"/>
            <p14:sldId id="497"/>
            <p14:sldId id="358"/>
            <p14:sldId id="373"/>
            <p14:sldId id="404"/>
            <p14:sldId id="477"/>
            <p14:sldId id="486"/>
            <p14:sldId id="487"/>
            <p14:sldId id="488"/>
            <p14:sldId id="498"/>
            <p14:sldId id="499"/>
            <p14:sldId id="419"/>
            <p14:sldId id="337"/>
            <p14:sldId id="4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83AAE5C-01D8-0854-F320-73E7468F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27º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NO MEU SENHOR EU ESPEREI</a:t>
            </a:r>
          </a:p>
          <a:p>
            <a:pPr algn="l"/>
            <a:r>
              <a:rPr lang="pt-BR" sz="8000" dirty="0"/>
              <a:t>ELE SE INCLINOU PARA MIM</a:t>
            </a:r>
          </a:p>
          <a:p>
            <a:pPr algn="l"/>
            <a:r>
              <a:rPr lang="pt-BR" sz="8000" dirty="0"/>
              <a:t>E OUVIU O MEU GRITO</a:t>
            </a:r>
          </a:p>
          <a:p>
            <a:pPr algn="l"/>
            <a:r>
              <a:rPr lang="pt-BR" sz="8000" dirty="0"/>
              <a:t>ME LIBERTOU DA MORTE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OS MEUS PÉS ELE APAROU</a:t>
            </a:r>
          </a:p>
          <a:p>
            <a:pPr algn="just"/>
            <a:r>
              <a:rPr lang="pt-BR" sz="7200" dirty="0"/>
              <a:t>OS MEUS PASSOS FIRMOU</a:t>
            </a:r>
          </a:p>
          <a:p>
            <a:pPr algn="just"/>
            <a:r>
              <a:rPr lang="pt-BR" sz="7200" dirty="0"/>
              <a:t>ELE COLOCOU NA MINHA BOCA</a:t>
            </a:r>
          </a:p>
          <a:p>
            <a:pPr algn="just"/>
            <a:r>
              <a:rPr lang="pt-BR" sz="7200" dirty="0"/>
              <a:t>O CANTO NOVO DE LOUVOR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01B3-0393-634D-FCCC-3F65101B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B932B-8C5C-FD85-DA86-090388ADD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749799-B488-B6FE-1BBC-8C8CD8AE3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112593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6A15-FFB4-EA5E-138F-7B6BF4D6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FC4ED-A23A-36A8-8FF9-65BC21D36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9E8CB0-5C17-E7EF-7803-6BCBB41B7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200" dirty="0"/>
              <a:t>OS SACRIFÍCIOS NÃO QUISESTE </a:t>
            </a:r>
          </a:p>
          <a:p>
            <a:pPr algn="just"/>
            <a:r>
              <a:rPr lang="pt-BR" sz="7200" dirty="0"/>
              <a:t>MAS ME ABRISTE O OUVIDO </a:t>
            </a:r>
          </a:p>
          <a:p>
            <a:pPr algn="just"/>
            <a:r>
              <a:rPr lang="pt-BR" sz="7200" dirty="0"/>
              <a:t>NÃO PEDISTE HOLOCAUSTO</a:t>
            </a:r>
          </a:p>
          <a:p>
            <a:pPr algn="just"/>
            <a:r>
              <a:rPr lang="pt-BR" sz="7200" dirty="0"/>
              <a:t>E ENTÃO EU DISSE: EIS QUE VENHO</a:t>
            </a:r>
          </a:p>
        </p:txBody>
      </p:sp>
    </p:spTree>
    <p:extLst>
      <p:ext uri="{BB962C8B-B14F-4D97-AF65-F5344CB8AC3E}">
        <p14:creationId xmlns:p14="http://schemas.microsoft.com/office/powerpoint/2010/main" val="375081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CA04-4B3F-BA36-6DF9-2CD1433E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56206E-2BFF-8A64-0229-3566CDDAFD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266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</a:t>
            </a:r>
          </a:p>
          <a:p>
            <a:pPr algn="just"/>
            <a:r>
              <a:rPr lang="pt-BR" sz="6500" b="1" dirty="0"/>
              <a:t>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dirty="0"/>
              <a:t>SENHOR JESUS CRISTO, FILHO UNIGÊNITO</a:t>
            </a:r>
          </a:p>
          <a:p>
            <a:pPr algn="l"/>
            <a:r>
              <a:rPr lang="pt-BR" sz="9400" dirty="0"/>
              <a:t>SENHOR DEUS, CORDEIRO DE DEUS, FILHO DE DEUS PAI</a:t>
            </a:r>
            <a:endParaRPr lang="pt-BR" sz="5600" dirty="0"/>
          </a:p>
          <a:p>
            <a:pPr algn="l"/>
            <a:r>
              <a:rPr lang="pt-BR" sz="9600" dirty="0"/>
              <a:t>VÓS QUE TIRAIS O PECADO DO MUNDO,</a:t>
            </a:r>
          </a:p>
          <a:p>
            <a:pPr algn="l"/>
            <a:r>
              <a:rPr lang="pt-BR" sz="96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r>
              <a:rPr lang="pt-BR" sz="9600" dirty="0"/>
              <a:t>AMÉM!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NÃO FECHEIS O CORAÇÃO, OUVI VOSSO DEUS!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A PALAVRA DO SENHOR PERMANECE PARA SEMPRE; E ESTA É A PALAVRA QUE VOS FOI ANUNCIADA.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QUE PODEREI RETRIBUIR AO SENHOR,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POR TUDO AQUILO QUE ELE ME DEU?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FA62-649C-DF2F-1510-E602D013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5FBF3-209D-3328-9FE4-BA27A2C9E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52A74D-E196-B865-21C6-0BBC49FCE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QUE PODEREI OFERECER AO MEU DEUS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PELOS IMENSOS BENEFÍCIOS QUE ME FEZ?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560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31AA-CC88-1026-4A38-97522B95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EC814-F971-0A99-1036-DF4AE2EAF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5A64A6-4B61-FE43-A6AD-7B473823F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EU CUMPRIREI MINHAS PROMESSAS AO SENHOR,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NA REUNIÃO DO POVO SANTO DE DEUS.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93198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9271-85AF-1910-6E2C-DF0EFDF9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5F2BB-5F33-1AC2-49C0-23EFA06BC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97914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5EAD25-27D3-7853-AE1E-C845B5EB9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VÓS ME QUEBRASTES OS GRILHÕES DA ESCRAVIDÃO,</a:t>
            </a:r>
          </a:p>
          <a:p>
            <a:pPr algn="l"/>
            <a:r>
              <a:rPr lang="pt-BR" sz="7100" i="0" dirty="0">
                <a:effectLst/>
                <a:latin typeface="Open Sans" panose="020B0606030504020204" pitchFamily="34" charset="0"/>
              </a:rPr>
              <a:t>E É POR ISSO QUE HOJE EU CANTO VOSSO AMOR.</a:t>
            </a:r>
          </a:p>
          <a:p>
            <a:pPr algn="l"/>
            <a:endParaRPr lang="pt-BR" sz="71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OFERECEREI O SEU SACRIFÍCIO</a:t>
            </a:r>
          </a:p>
          <a:p>
            <a:pPr algn="l"/>
            <a:r>
              <a:rPr lang="pt-BR" sz="7100" b="1" i="0" dirty="0">
                <a:effectLst/>
                <a:latin typeface="Open Sans" panose="020B0606030504020204" pitchFamily="34" charset="0"/>
              </a:rPr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86025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HOSANA, 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HOSANA, HOSANA NAS ALTURAS </a:t>
            </a:r>
          </a:p>
          <a:p>
            <a:pPr algn="just"/>
            <a:r>
              <a:rPr lang="pt-BR" sz="20000" b="1" dirty="0"/>
              <a:t>HOSANA, HOSANA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600" b="1" dirty="0"/>
              <a:t>QUE EU VOS CANTE, Ó SENHOR, PELO BEM QUE ME FIZESTES</a:t>
            </a:r>
          </a:p>
          <a:p>
            <a:pPr algn="just"/>
            <a:r>
              <a:rPr lang="pt-BR" sz="6600" dirty="0"/>
              <a:t>ATÉ QUANDO, Ó SENHOR, ME ESQUECEREIS?</a:t>
            </a:r>
          </a:p>
          <a:p>
            <a:pPr algn="just"/>
            <a:r>
              <a:rPr lang="pt-BR" sz="6600" dirty="0"/>
              <a:t>ATÉ QUANDO ESCONDEREIS A VOSSA FACE?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14974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ATÉ QUANDO ESTARÁ TRISTE A MINHA ALMA?</a:t>
            </a:r>
          </a:p>
          <a:p>
            <a:pPr algn="just"/>
            <a:r>
              <a:rPr lang="pt-BR" sz="5400" dirty="0"/>
              <a:t>E O CORAÇÃO ANGUSTIADO A CADA DIA?</a:t>
            </a:r>
          </a:p>
          <a:p>
            <a:pPr algn="just"/>
            <a:r>
              <a:rPr lang="pt-BR" sz="5400" b="1" dirty="0"/>
              <a:t>QUE EU VOS CANTE, Ó SENHOR, PELO BEM QUE ME FIZESTES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ATÉ QUANDO O INIMIGO SE ERGUERÁ?</a:t>
            </a:r>
          </a:p>
          <a:p>
            <a:pPr algn="l"/>
            <a:r>
              <a:rPr lang="pt-BR" sz="5400" dirty="0"/>
              <a:t>OLHAI, SENHOR, MEU DEUS, E RESPONDEI-ME.</a:t>
            </a:r>
          </a:p>
          <a:p>
            <a:pPr algn="l"/>
            <a:r>
              <a:rPr lang="pt-BR" sz="5400" dirty="0"/>
              <a:t>NÃO DEIXEI QUE SE ME APAGUE A LUZ DOS OLHOS.</a:t>
            </a:r>
          </a:p>
          <a:p>
            <a:pPr algn="l"/>
            <a:r>
              <a:rPr lang="pt-BR" sz="5400" dirty="0"/>
              <a:t>E SE FECHEM, PELA MORTE, ADORMECIDOS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5000" dirty="0"/>
              <a:t>CRISTO, QUERO SER INSTRUMENTO</a:t>
            </a:r>
          </a:p>
          <a:p>
            <a:pPr algn="l"/>
            <a:r>
              <a:rPr lang="pt-BR" sz="15000" dirty="0"/>
              <a:t>DE TUA PAZ E DO TEU INFINITO AMOR:</a:t>
            </a:r>
          </a:p>
          <a:p>
            <a:pPr algn="l"/>
            <a:r>
              <a:rPr lang="pt-BR" sz="15000" dirty="0"/>
              <a:t>ONDE HOUVER ÓDIO E RANCOR, </a:t>
            </a:r>
          </a:p>
          <a:p>
            <a:pPr algn="l"/>
            <a:r>
              <a:rPr lang="pt-BR" sz="15000" dirty="0"/>
              <a:t>QUE EU LEVE A CONCÓRDIA, QUE EU LEVE O AMOR!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b="1" dirty="0"/>
              <a:t>ONDE HÁ OFENSA QUE DÓI,</a:t>
            </a:r>
          </a:p>
          <a:p>
            <a:pPr algn="l"/>
            <a:r>
              <a:rPr lang="pt-BR" sz="15000" b="1" dirty="0"/>
              <a:t>QUE EU LEVE O PERDÃO.</a:t>
            </a:r>
          </a:p>
          <a:p>
            <a:pPr algn="l"/>
            <a:r>
              <a:rPr lang="pt-BR" sz="15000" b="1" dirty="0"/>
              <a:t>ONDE HOUVER A DISCÓRDIA,</a:t>
            </a:r>
          </a:p>
          <a:p>
            <a:pPr algn="l"/>
            <a:r>
              <a:rPr lang="pt-BR" sz="15000" b="1" dirty="0"/>
              <a:t>QUE EU LEVE A UNIÃO E TUA PAZ</a:t>
            </a:r>
            <a:r>
              <a:rPr lang="pt-BR" sz="15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dirty="0"/>
              <a:t>2. </a:t>
            </a:r>
            <a:r>
              <a:rPr lang="pt-BR" sz="24000" dirty="0"/>
              <a:t>MESMO QUE HAJA UM SÓ CORAÇÃO</a:t>
            </a:r>
            <a:br>
              <a:rPr lang="pt-BR" sz="24000" dirty="0"/>
            </a:br>
            <a:r>
              <a:rPr lang="pt-BR" sz="24000" dirty="0"/>
              <a:t>QUE DUVIDE DO BEM, DO AMOR E DO CÉU,</a:t>
            </a:r>
            <a:br>
              <a:rPr lang="pt-BR" sz="24000" dirty="0"/>
            </a:br>
            <a:r>
              <a:rPr lang="pt-BR" sz="24000" dirty="0"/>
              <a:t>QUERO COM FIRMEZA ANUNCIAR</a:t>
            </a:r>
            <a:br>
              <a:rPr lang="pt-BR" sz="24000" dirty="0"/>
            </a:br>
            <a:r>
              <a:rPr lang="pt-BR" sz="24000" dirty="0"/>
              <a:t>A PALAVRA QUE TRAZ A CLAREZA DA FÉ!</a:t>
            </a:r>
            <a:br>
              <a:rPr lang="pt-BR" sz="6600" dirty="0"/>
            </a:b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253404"/>
            <a:ext cx="11247467" cy="571543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6600" b="1" dirty="0"/>
              <a:t>ONDE HÁ OFENSA QUE DÓI,</a:t>
            </a:r>
            <a:br>
              <a:rPr lang="pt-BR" sz="6600" b="1" dirty="0"/>
            </a:br>
            <a:r>
              <a:rPr lang="pt-BR" sz="6600" b="1" dirty="0"/>
              <a:t>QUE EU LEVE O PERDÃO.</a:t>
            </a:r>
            <a:br>
              <a:rPr lang="pt-BR" sz="6600" b="1" dirty="0"/>
            </a:br>
            <a:r>
              <a:rPr lang="pt-BR" sz="6600" b="1" dirty="0"/>
              <a:t>ONDE HOUVER A DISCÓRDIA,</a:t>
            </a:r>
            <a:br>
              <a:rPr lang="pt-BR" sz="6600" b="1" dirty="0"/>
            </a:br>
            <a:r>
              <a:rPr lang="pt-BR" sz="6600" b="1" dirty="0"/>
              <a:t>QUE EU LEVE A UNIÃO E TUA PAZ.</a:t>
            </a:r>
            <a:endParaRPr lang="pt-BR" sz="23900" b="1" dirty="0"/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DF49-88D9-4565-6927-140E831E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943A4-169C-6BD8-9ED1-6D700F145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C0F1D9-0297-B6CA-BE6A-BFFFBE270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5400" dirty="0"/>
              <a:t>3. ONDE HOUVER ERRO, SENHOR,</a:t>
            </a:r>
            <a:br>
              <a:rPr lang="pt-BR" sz="16600" dirty="0"/>
            </a:br>
            <a:r>
              <a:rPr lang="pt-BR" sz="5400" dirty="0"/>
              <a:t>QUE EU LEVE A VERDADE, FRUTO DE TUA LUZ!</a:t>
            </a:r>
            <a:br>
              <a:rPr lang="pt-BR" sz="16600" dirty="0"/>
            </a:br>
            <a:r>
              <a:rPr lang="pt-BR" sz="5400" dirty="0"/>
              <a:t>ONDE ENCONTRAR DESESPERO,</a:t>
            </a:r>
            <a:br>
              <a:rPr lang="pt-BR" sz="16600" dirty="0"/>
            </a:br>
            <a:r>
              <a:rPr lang="pt-BR" sz="5400" dirty="0"/>
              <a:t>QUE EU LEVE A ESPERANÇA DO TEU NOME, JESUS!</a:t>
            </a:r>
            <a:endParaRPr lang="pt-BR" sz="85700" dirty="0"/>
          </a:p>
        </p:txBody>
      </p:sp>
    </p:spTree>
    <p:extLst>
      <p:ext uri="{BB962C8B-B14F-4D97-AF65-F5344CB8AC3E}">
        <p14:creationId xmlns:p14="http://schemas.microsoft.com/office/powerpoint/2010/main" val="1294373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94CD7-C7D4-EAF8-B008-90E535A48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4C3D2-8F20-6DF8-CF97-2C6E5C5C6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035714-C62E-3B64-1914-71986D996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6600" b="1" dirty="0"/>
              <a:t>ONDE HÁ OFENSA QUE DÓI,</a:t>
            </a:r>
            <a:br>
              <a:rPr lang="pt-BR" sz="6600" b="1" dirty="0"/>
            </a:br>
            <a:r>
              <a:rPr lang="pt-BR" sz="6600" b="1" dirty="0"/>
              <a:t>QUE EU LEVE O PERDÃO.</a:t>
            </a:r>
            <a:br>
              <a:rPr lang="pt-BR" sz="6600" b="1" dirty="0"/>
            </a:br>
            <a:r>
              <a:rPr lang="pt-BR" sz="6600" b="1" dirty="0"/>
              <a:t>ONDE HOUVER A DISCÓRDIA,</a:t>
            </a:r>
            <a:br>
              <a:rPr lang="pt-BR" sz="6600" b="1" dirty="0"/>
            </a:br>
            <a:r>
              <a:rPr lang="pt-BR" sz="6600" b="1" dirty="0"/>
              <a:t>QUE EU LEVE A UNIÃO E TUA PAZ.</a:t>
            </a:r>
            <a:endParaRPr lang="pt-BR" sz="28200" b="1" dirty="0"/>
          </a:p>
        </p:txBody>
      </p:sp>
    </p:spTree>
    <p:extLst>
      <p:ext uri="{BB962C8B-B14F-4D97-AF65-F5344CB8AC3E}">
        <p14:creationId xmlns:p14="http://schemas.microsoft.com/office/powerpoint/2010/main" val="3841542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b="1" dirty="0"/>
              <a:t>SENHOR,</a:t>
            </a:r>
            <a:br>
              <a:rPr lang="pt-BR" sz="23900" b="1" dirty="0"/>
            </a:br>
            <a:r>
              <a:rPr lang="pt-BR" sz="4800" b="1" dirty="0"/>
              <a:t>FAZEI DE MIM UM INSTRUMENTO DE VOSSA PAZ.</a:t>
            </a:r>
            <a:br>
              <a:rPr lang="pt-BR" sz="23900" b="1" dirty="0"/>
            </a:br>
            <a:r>
              <a:rPr lang="pt-BR" sz="4800" b="1" dirty="0"/>
              <a:t>ONDE HOUVER ÓDIO, QUE EU LEVE O AMOR,</a:t>
            </a:r>
            <a:br>
              <a:rPr lang="pt-BR" sz="23900" b="1" dirty="0"/>
            </a:br>
            <a:r>
              <a:rPr lang="pt-BR" sz="4800" b="1" dirty="0"/>
              <a:t>ONDE HOUVER OFENSA, QUE EU LEVE O PERDÃO.</a:t>
            </a:r>
            <a:br>
              <a:rPr lang="pt-BR" sz="23900" b="1" dirty="0"/>
            </a:br>
            <a:r>
              <a:rPr lang="pt-BR" sz="4800" b="1" dirty="0"/>
              <a:t>ONDE HOUVER DISCÓRDIA, QUE EU LEVE A UNIÃO.</a:t>
            </a:r>
            <a:br>
              <a:rPr lang="pt-BR" sz="23900" b="1" dirty="0"/>
            </a:br>
            <a:r>
              <a:rPr lang="pt-BR" sz="4800" b="1" dirty="0"/>
              <a:t>ONDE HOUVER DÚVIDA, QUE EU LEVE A FÉ.</a:t>
            </a:r>
            <a:br>
              <a:rPr lang="pt-BR" sz="88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C43B-36B5-F012-C0E7-C4B8ECBD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E2379-F0EA-5C03-C3C5-6F37B10E9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907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E9CD40-B50C-665D-DBD6-B425160EA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3600" dirty="0"/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E3CD77-5AD0-64F8-40E5-12DD71CEBA9C}"/>
              </a:ext>
            </a:extLst>
          </p:cNvPr>
          <p:cNvSpPr txBox="1"/>
          <p:nvPr/>
        </p:nvSpPr>
        <p:spPr>
          <a:xfrm>
            <a:off x="533400" y="520133"/>
            <a:ext cx="1091045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ONDE HOUVER ERRO, QUE EU LEVE A VERDADE.</a:t>
            </a:r>
            <a:br>
              <a:rPr lang="pt-BR" sz="11500" b="1" dirty="0"/>
            </a:br>
            <a:r>
              <a:rPr lang="pt-BR" sz="4800" b="1" dirty="0"/>
              <a:t>ONDE HOUVER DESESPERO, QUE EU LEVE A ESPERANÇA.</a:t>
            </a:r>
            <a:br>
              <a:rPr lang="pt-BR" sz="11500" b="1" dirty="0"/>
            </a:br>
            <a:r>
              <a:rPr lang="pt-BR" sz="4800" b="1" dirty="0"/>
              <a:t>ONDE HOUVER TRISTEZA, QUE EU LEVE A ALEGRIA.</a:t>
            </a:r>
            <a:br>
              <a:rPr lang="pt-BR" sz="11500" b="1" dirty="0"/>
            </a:br>
            <a:r>
              <a:rPr lang="pt-BR" sz="4800" b="1" dirty="0"/>
              <a:t>ONDE HOUVER TREVAS, QUE EU LEVE A LUZ!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1640170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8510</TotalTime>
  <Words>913</Words>
  <Application>Microsoft Office PowerPoint</Application>
  <PresentationFormat>Widescreen</PresentationFormat>
  <Paragraphs>147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Arial</vt:lpstr>
      <vt:lpstr>Arial</vt:lpstr>
      <vt:lpstr>Bookman Old Style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45</cp:revision>
  <dcterms:created xsi:type="dcterms:W3CDTF">2023-05-06T17:01:55Z</dcterms:created>
  <dcterms:modified xsi:type="dcterms:W3CDTF">2025-10-04T20:22:20Z</dcterms:modified>
</cp:coreProperties>
</file>