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24" r:id="rId3"/>
    <p:sldId id="433" r:id="rId4"/>
    <p:sldId id="258" r:id="rId5"/>
    <p:sldId id="439" r:id="rId6"/>
    <p:sldId id="370" r:id="rId7"/>
    <p:sldId id="260" r:id="rId8"/>
    <p:sldId id="434" r:id="rId9"/>
    <p:sldId id="435" r:id="rId10"/>
    <p:sldId id="436" r:id="rId11"/>
    <p:sldId id="437" r:id="rId12"/>
    <p:sldId id="438" r:id="rId13"/>
    <p:sldId id="264" r:id="rId14"/>
    <p:sldId id="265" r:id="rId15"/>
    <p:sldId id="266" r:id="rId16"/>
    <p:sldId id="267" r:id="rId17"/>
    <p:sldId id="271" r:id="rId18"/>
    <p:sldId id="603" r:id="rId19"/>
    <p:sldId id="604" r:id="rId20"/>
    <p:sldId id="605" r:id="rId21"/>
    <p:sldId id="606" r:id="rId22"/>
    <p:sldId id="292" r:id="rId23"/>
    <p:sldId id="275" r:id="rId24"/>
    <p:sldId id="361" r:id="rId25"/>
    <p:sldId id="362" r:id="rId26"/>
    <p:sldId id="429" r:id="rId27"/>
    <p:sldId id="430" r:id="rId28"/>
    <p:sldId id="431" r:id="rId29"/>
    <p:sldId id="404" r:id="rId30"/>
    <p:sldId id="391" r:id="rId31"/>
    <p:sldId id="401" r:id="rId32"/>
    <p:sldId id="402" r:id="rId33"/>
    <p:sldId id="419" r:id="rId34"/>
    <p:sldId id="337" r:id="rId35"/>
    <p:sldId id="432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424"/>
            <p14:sldId id="433"/>
            <p14:sldId id="258"/>
            <p14:sldId id="439"/>
            <p14:sldId id="370"/>
            <p14:sldId id="260"/>
            <p14:sldId id="434"/>
            <p14:sldId id="435"/>
            <p14:sldId id="436"/>
            <p14:sldId id="437"/>
            <p14:sldId id="438"/>
            <p14:sldId id="264"/>
            <p14:sldId id="265"/>
            <p14:sldId id="266"/>
            <p14:sldId id="267"/>
            <p14:sldId id="271"/>
            <p14:sldId id="603"/>
            <p14:sldId id="604"/>
            <p14:sldId id="605"/>
            <p14:sldId id="606"/>
            <p14:sldId id="292"/>
            <p14:sldId id="275"/>
            <p14:sldId id="361"/>
            <p14:sldId id="362"/>
            <p14:sldId id="429"/>
            <p14:sldId id="430"/>
            <p14:sldId id="431"/>
            <p14:sldId id="404"/>
            <p14:sldId id="391"/>
            <p14:sldId id="401"/>
            <p14:sldId id="402"/>
            <p14:sldId id="419"/>
            <p14:sldId id="337"/>
            <p14:sldId id="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83AAE5C-01D8-0854-F320-73E7468F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19º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Ó PAI, SOMOS NÓS O POVO ELEITO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CRISTO VEIO REUNIR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PRA VIVER DA SUA VIDA, ALELUIA</a:t>
            </a:r>
          </a:p>
          <a:p>
            <a:pPr algn="l"/>
            <a:r>
              <a:rPr lang="pt-BR" sz="6600" dirty="0"/>
              <a:t>O SENHOR NOS ENVIOU, ALELUIA</a:t>
            </a:r>
          </a:p>
        </p:txBody>
      </p:sp>
    </p:spTree>
    <p:extLst>
      <p:ext uri="{BB962C8B-B14F-4D97-AF65-F5344CB8AC3E}">
        <p14:creationId xmlns:p14="http://schemas.microsoft.com/office/powerpoint/2010/main" val="195647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FCB0-C1DC-B407-A573-5DA5A951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459B5-1D3F-7121-DFC1-7DF7EEA74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A26AD7-2585-E18F-0839-43D77A734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Ó PAI, SOMOS NÓS O POVO ELEITO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CRISTO VEIO REUNIR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PRA SER IGREJA PEREGRINA, ALELUIA</a:t>
            </a:r>
          </a:p>
          <a:p>
            <a:pPr algn="l"/>
            <a:r>
              <a:rPr lang="pt-BR" sz="6600" dirty="0"/>
              <a:t>O SENHOR NOS ENVIOU, ALELUIA</a:t>
            </a:r>
          </a:p>
        </p:txBody>
      </p:sp>
    </p:spTree>
    <p:extLst>
      <p:ext uri="{BB962C8B-B14F-4D97-AF65-F5344CB8AC3E}">
        <p14:creationId xmlns:p14="http://schemas.microsoft.com/office/powerpoint/2010/main" val="167295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396260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fr-FR" sz="9600" b="1" dirty="0"/>
              <a:t>GLORIA IN EXCELSIS DEO ET IN TERRA PAX HOMINIBUS BONAE VOLUNTATIS, BONAE VOLUNTATIS</a:t>
            </a:r>
            <a:endParaRPr lang="pt-BR" sz="9600" b="1" dirty="0"/>
          </a:p>
          <a:p>
            <a:pPr algn="just"/>
            <a:r>
              <a:rPr lang="pt-BR" sz="38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8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725" y="2261796"/>
            <a:ext cx="10786550" cy="2334407"/>
          </a:xfrm>
        </p:spPr>
        <p:txBody>
          <a:bodyPr>
            <a:normAutofit/>
          </a:bodyPr>
          <a:lstStyle/>
          <a:p>
            <a:r>
              <a:rPr lang="pt-BR" sz="4800" b="1" i="0" dirty="0">
                <a:effectLst/>
              </a:rPr>
              <a:t>MOSTRAI-NOS, Ó SENHOR, VOSSA BONDADE, E A VOSSA SALVAÇÃO NO CONCEDEI!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EU CONFIO EM NOSSO SENHOR, COM FÉ, ESPERANÇA E AMOR; EU ESPERE EM SUA PALAVRA, HOSANA, Ó SENHOR, VEM, ME SALVA!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– 2 ESCUTAI, Ó SENHOR DEUS, MINHAS PALAVRAS, *</a:t>
            </a:r>
          </a:p>
          <a:p>
            <a:pPr algn="l"/>
            <a:r>
              <a:rPr lang="pt-BR" sz="9600" dirty="0"/>
              <a:t>ATENDEI O MEU GEMIDO!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233076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É A VÓS QUE EU DIRIJO A MINHA PRECE; *</a:t>
            </a:r>
          </a:p>
          <a:p>
            <a:pPr algn="l"/>
            <a:r>
              <a:rPr lang="pt-BR" sz="9600" dirty="0"/>
              <a:t>DE MANHÃ JÁ ME ESCUTAIS! R.</a:t>
            </a:r>
          </a:p>
        </p:txBody>
      </p:sp>
    </p:spTree>
    <p:extLst>
      <p:ext uri="{BB962C8B-B14F-4D97-AF65-F5344CB8AC3E}">
        <p14:creationId xmlns:p14="http://schemas.microsoft.com/office/powerpoint/2010/main" val="1157082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9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DESDE CEDO EU ME PREPARO PARA VÓS, *</a:t>
            </a:r>
          </a:p>
          <a:p>
            <a:pPr algn="l"/>
            <a:r>
              <a:rPr lang="pt-BR" sz="9600" dirty="0"/>
              <a:t>5 NÃO SOIS UM DEUS A QUEM AGRADE A INIQUIDADE.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46419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QUE ME POSSA CONDUZIR VOSSA JUSTIÇA, *</a:t>
            </a:r>
          </a:p>
          <a:p>
            <a:pPr algn="l"/>
            <a:r>
              <a:rPr lang="pt-BR" sz="9600" dirty="0"/>
              <a:t>POR CAUSA DO INIMIGO! R.</a:t>
            </a:r>
          </a:p>
        </p:txBody>
      </p:sp>
    </p:spTree>
    <p:extLst>
      <p:ext uri="{BB962C8B-B14F-4D97-AF65-F5344CB8AC3E}">
        <p14:creationId xmlns:p14="http://schemas.microsoft.com/office/powerpoint/2010/main" val="2577458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 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VEM, E EU MOSTRAREI QUE O MEU CAMINHO TE LEVA AO PAI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GUIAREI OS PASSOS TEUS E JUNTO A TI HEI DE SEGUIR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SIM, EU IREI E SABEREI COMO CHEGAR AO FIM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 ONDE VIM, AONDE VOU, POR ONDE IRÁS, IREI TAMBÉM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F3D8-BBD1-8A49-A4BF-802D0CBA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65E99-CCBE-24A5-A157-7E0551893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E030AA-106F-77D5-3416-9FF390189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VEM, E EU MOSTRAREI QUE O MEU CAMINHO TE LEVA AO PAI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GUIAREI OS PASSOS TEUS E JUNTO A TI HEI DE SEGUIR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SIM, EU IREI E SABEREI COMO CHEGAR AO FIM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 ONDE VIM, AONDE VOU, POR ONDE IRÁS, IREI TAMBÉM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61731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C1BFA-5756-AC93-0B96-5B5AF1E3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8BC84-8EC2-AF14-E77D-58462CEEF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8FF2F7-FD9C-9921-465B-33F7C5BC3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VEM, EU TE DIREI O QUE AINDA ESTÁS A PROCURAR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VERDADE É COMO O SOL E INVADIRÁ TEU CORAÇÃO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SIM, EU IREI E APRENDEREI MINHA RAZÃO DE SER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CREIO EM TI QUE CRÊS EM MIM E A TUA LUZ VEREI A LUZ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82421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F0CD-3166-BB74-0527-CCF5D6FA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E8E91-8FFC-B7CC-48FC-E8E5C650A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A56739-76F6-6764-BB6D-287BA4714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VEM, QUE A TERRA ESPERA QUEM POSSA E QUEIRA REALIZAR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 AMOR, A CONSTRUÇÃO DE UM MUNDO NOVO MUITO MELHOR!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SIM, EU IREI E LEVAREI TEU NOME AOS MEUS IRMÃOS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IREMOS NÓS E O TEU AMOR VAI CONSTRUIR ENFIM A PAZ!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8035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TU, TE ABEIRASTE DA PRAIA</a:t>
            </a:r>
            <a:br>
              <a:rPr lang="pt-BR" sz="8800" dirty="0"/>
            </a:br>
            <a:r>
              <a:rPr lang="pt-BR" sz="4400" dirty="0"/>
              <a:t>NÃO BUSCASTE NEM SÁBIOS NEM RICOS,</a:t>
            </a:r>
            <a:br>
              <a:rPr lang="pt-BR" sz="8800" dirty="0"/>
            </a:br>
            <a:r>
              <a:rPr lang="pt-BR" sz="4400" dirty="0"/>
              <a:t>SOMENTE QUERES QUE EU TE SIGA!</a:t>
            </a:r>
          </a:p>
          <a:p>
            <a:pPr algn="l"/>
            <a:br>
              <a:rPr lang="pt-BR" sz="8800" dirty="0"/>
            </a:br>
            <a:r>
              <a:rPr lang="pt-BR" sz="4400" b="1" dirty="0"/>
              <a:t>SENHOR, TU ME OLHASTE NOS OLHOS,</a:t>
            </a:r>
            <a:br>
              <a:rPr lang="pt-BR" sz="4400" b="1" dirty="0"/>
            </a:br>
            <a:r>
              <a:rPr lang="pt-BR" sz="4400" b="1" dirty="0"/>
              <a:t>A SORRIR, PRONUNCIASTES MEU NOME,</a:t>
            </a:r>
            <a:br>
              <a:rPr lang="pt-BR" sz="4400" b="1" dirty="0"/>
            </a:br>
            <a:r>
              <a:rPr lang="pt-BR" sz="4400" b="1" dirty="0"/>
              <a:t>LÁ NA PRAIA, EU LARGUEI O MEU BARCO,</a:t>
            </a:r>
            <a:br>
              <a:rPr lang="pt-BR" sz="4400" b="1" dirty="0"/>
            </a:br>
            <a:r>
              <a:rPr lang="pt-BR" sz="4400" b="1" dirty="0"/>
              <a:t>JUNTO A TI BUSCAREI OUTRO MAR.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3049958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A90B-1340-5405-572C-F124481F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C0896-712C-288D-9649-4BB4AAA30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5F8F5D-093A-4B32-51E7-D0318BCEA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TU SABES BEM QUE EM MEU BARCO</a:t>
            </a:r>
            <a:br>
              <a:rPr lang="pt-BR" sz="7200" dirty="0"/>
            </a:br>
            <a:r>
              <a:rPr lang="pt-BR" sz="4400" dirty="0"/>
              <a:t>EU NÃO TENHO NEM OURO NEM ESPADAS</a:t>
            </a:r>
            <a:br>
              <a:rPr lang="pt-BR" sz="7200" dirty="0"/>
            </a:br>
            <a:r>
              <a:rPr lang="pt-BR" sz="4400" dirty="0"/>
              <a:t>SOMENTE REDES E O MEU TRABALHO</a:t>
            </a:r>
          </a:p>
          <a:p>
            <a:pPr algn="l"/>
            <a:br>
              <a:rPr lang="pt-BR" sz="8800" dirty="0"/>
            </a:br>
            <a:r>
              <a:rPr lang="pt-BR" sz="4400" b="1" dirty="0"/>
              <a:t>SENHOR, TU ME OLHASTE NOS OLHOS,</a:t>
            </a:r>
            <a:br>
              <a:rPr lang="pt-BR" sz="4400" b="1" dirty="0"/>
            </a:br>
            <a:r>
              <a:rPr lang="pt-BR" sz="4400" b="1" dirty="0"/>
              <a:t>A SORRIR, PRONUNCIASTES MEU NOME,</a:t>
            </a:r>
            <a:br>
              <a:rPr lang="pt-BR" sz="4400" b="1" dirty="0"/>
            </a:br>
            <a:r>
              <a:rPr lang="pt-BR" sz="4400" b="1" dirty="0"/>
              <a:t>LÁ NA PRAIA, EU LARGUEI O MEU BARCO,</a:t>
            </a:r>
            <a:br>
              <a:rPr lang="pt-BR" sz="4400" b="1" dirty="0"/>
            </a:br>
            <a:r>
              <a:rPr lang="pt-BR" sz="4400" b="1" dirty="0"/>
              <a:t>JUNTO A TI BUSCAREI OUTRO MAR.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1001873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CAF6-0816-5512-38CA-03B2ACD3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28BED-F856-76CC-D12C-8682ED1A6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54B3CF-4109-835C-A870-CDBC4734F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TU, MINHAS MÃOS SOLICITAS,</a:t>
            </a:r>
          </a:p>
          <a:p>
            <a:pPr algn="l"/>
            <a:r>
              <a:rPr lang="pt-BR" sz="4400" dirty="0"/>
              <a:t>MEU CANSAÇO QUE A OUTROS DESCANSE,</a:t>
            </a:r>
          </a:p>
          <a:p>
            <a:pPr algn="l"/>
            <a:r>
              <a:rPr lang="pt-BR" sz="4400" dirty="0"/>
              <a:t>AMOR QUE ALMEJA SEGUIR AMANDO.</a:t>
            </a:r>
          </a:p>
          <a:p>
            <a:pPr algn="l"/>
            <a:br>
              <a:rPr lang="pt-BR" sz="8800" dirty="0"/>
            </a:br>
            <a:r>
              <a:rPr lang="pt-BR" sz="4400" b="1" dirty="0"/>
              <a:t>SENHOR, TU ME OLHASTE NOS OLHOS,</a:t>
            </a:r>
            <a:br>
              <a:rPr lang="pt-BR" sz="4400" b="1" dirty="0"/>
            </a:br>
            <a:r>
              <a:rPr lang="pt-BR" sz="4400" b="1" dirty="0"/>
              <a:t>A SORRIR, PRONUNCIASTES MEU NOME,</a:t>
            </a:r>
            <a:br>
              <a:rPr lang="pt-BR" sz="4400" b="1" dirty="0"/>
            </a:br>
            <a:r>
              <a:rPr lang="pt-BR" sz="4400" b="1" dirty="0"/>
              <a:t>LÁ NA PRAIA, EU LARGUEI O MEU BARCO,</a:t>
            </a:r>
            <a:br>
              <a:rPr lang="pt-BR" sz="4400" b="1" dirty="0"/>
            </a:br>
            <a:r>
              <a:rPr lang="pt-BR" sz="4400" b="1" dirty="0"/>
              <a:t>JUNTO A TI BUSCAREI OUTRO MAR.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1856990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O POVO DE DEUS NO DESERTO ANDAVA</a:t>
            </a:r>
          </a:p>
          <a:p>
            <a:pPr algn="l"/>
            <a:r>
              <a:rPr lang="pt-BR" sz="6600" dirty="0"/>
              <a:t>MAS À SUA FRENTE ALGUÉM CAMINHAVA</a:t>
            </a:r>
          </a:p>
          <a:p>
            <a:pPr algn="l"/>
            <a:r>
              <a:rPr lang="pt-BR" sz="6600" dirty="0"/>
              <a:t>O POVO DE DEUS ERA RICO DE NADA</a:t>
            </a:r>
          </a:p>
          <a:p>
            <a:pPr algn="l"/>
            <a:r>
              <a:rPr lang="pt-BR" sz="6600" dirty="0"/>
              <a:t>SÓ TINHA A ESPERANÇA E O PÓ DA ESTRADA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DB5-164C-5E27-6372-06E04EB9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4A12B-4BC2-44B5-E723-79806739C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4CA27F-4EA7-0D6D-D986-0B22A40F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O POVO DE DEUS TAMBÉM VACILAVA</a:t>
            </a:r>
          </a:p>
          <a:p>
            <a:pPr algn="l"/>
            <a:r>
              <a:rPr lang="pt-BR" sz="6600" dirty="0"/>
              <a:t>ÀS VEZES CUSTAVA A CRER NO AMOR</a:t>
            </a:r>
          </a:p>
          <a:p>
            <a:pPr algn="l"/>
            <a:r>
              <a:rPr lang="pt-BR" sz="6600" dirty="0"/>
              <a:t>O POVO DE DEUS, CHORANDO, REZAVA</a:t>
            </a:r>
          </a:p>
          <a:p>
            <a:pPr algn="l"/>
            <a:r>
              <a:rPr lang="pt-BR" sz="6600" dirty="0"/>
              <a:t>PEDIA PERDÃO E RECOMEÇAVA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42565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8349</TotalTime>
  <Words>982</Words>
  <Application>Microsoft Office PowerPoint</Application>
  <PresentationFormat>Widescreen</PresentationFormat>
  <Paragraphs>134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2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50</cp:revision>
  <dcterms:created xsi:type="dcterms:W3CDTF">2023-05-06T17:01:55Z</dcterms:created>
  <dcterms:modified xsi:type="dcterms:W3CDTF">2026-08-08T20:17:40Z</dcterms:modified>
</cp:coreProperties>
</file>