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84" r:id="rId4"/>
    <p:sldId id="404" r:id="rId5"/>
    <p:sldId id="258" r:id="rId6"/>
    <p:sldId id="259" r:id="rId7"/>
    <p:sldId id="397" r:id="rId8"/>
    <p:sldId id="260" r:id="rId9"/>
    <p:sldId id="261" r:id="rId10"/>
    <p:sldId id="338" r:id="rId11"/>
    <p:sldId id="339" r:id="rId12"/>
    <p:sldId id="340" r:id="rId13"/>
    <p:sldId id="377" r:id="rId14"/>
    <p:sldId id="405" r:id="rId15"/>
    <p:sldId id="264" r:id="rId16"/>
    <p:sldId id="265" r:id="rId17"/>
    <p:sldId id="266" r:id="rId18"/>
    <p:sldId id="267" r:id="rId19"/>
    <p:sldId id="271" r:id="rId20"/>
    <p:sldId id="451" r:id="rId21"/>
    <p:sldId id="480" r:id="rId22"/>
    <p:sldId id="481" r:id="rId23"/>
    <p:sldId id="482" r:id="rId24"/>
    <p:sldId id="292" r:id="rId25"/>
    <p:sldId id="275" r:id="rId26"/>
    <p:sldId id="363" r:id="rId27"/>
    <p:sldId id="361" r:id="rId28"/>
    <p:sldId id="362" r:id="rId29"/>
    <p:sldId id="401" r:id="rId30"/>
    <p:sldId id="402" r:id="rId31"/>
    <p:sldId id="277" r:id="rId32"/>
    <p:sldId id="486" r:id="rId33"/>
    <p:sldId id="485" r:id="rId34"/>
    <p:sldId id="483" r:id="rId35"/>
    <p:sldId id="484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undo custSel addSld delSld modSld sldOrd">
      <pc:chgData name="anaclaracosta116@gmail.com" userId="a793634777582c92" providerId="LiveId" clId="{F6EDA821-3DDF-45FF-A3F0-D4C1D6F24652}" dt="2026-10-10T20:19:10.057" v="401" actId="20577"/>
      <pc:docMkLst>
        <pc:docMk/>
      </pc:docMkLst>
      <pc:sldChg chg="modSp mod">
        <pc:chgData name="anaclaracosta116@gmail.com" userId="a793634777582c92" providerId="LiveId" clId="{F6EDA821-3DDF-45FF-A3F0-D4C1D6F24652}" dt="2026-10-10T20:01:54.144" v="87" actId="20577"/>
        <pc:sldMkLst>
          <pc:docMk/>
          <pc:sldMk cId="337661645" sldId="261"/>
        </pc:sldMkLst>
        <pc:spChg chg="mod">
          <ac:chgData name="anaclaracosta116@gmail.com" userId="a793634777582c92" providerId="LiveId" clId="{F6EDA821-3DDF-45FF-A3F0-D4C1D6F24652}" dt="2026-10-10T20:01:54.144" v="87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10-10T20:03:53.467" v="150" actId="20577"/>
        <pc:sldMkLst>
          <pc:docMk/>
          <pc:sldMk cId="3388034860" sldId="265"/>
        </pc:sldMkLst>
        <pc:spChg chg="mod">
          <ac:chgData name="anaclaracosta116@gmail.com" userId="a793634777582c92" providerId="LiveId" clId="{F6EDA821-3DDF-45FF-A3F0-D4C1D6F24652}" dt="2026-10-10T20:03:53.467" v="150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10-10T20:15:20.443" v="385" actId="20577"/>
        <pc:sldMkLst>
          <pc:docMk/>
          <pc:sldMk cId="2671817442" sldId="267"/>
        </pc:sldMkLst>
        <pc:spChg chg="mod">
          <ac:chgData name="anaclaracosta116@gmail.com" userId="a793634777582c92" providerId="LiveId" clId="{F6EDA821-3DDF-45FF-A3F0-D4C1D6F24652}" dt="2026-10-10T20:15:20.443" v="385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10-10T20:06:21.926" v="286" actId="47"/>
        <pc:sldMkLst>
          <pc:docMk/>
          <pc:sldMk cId="2786277918" sldId="269"/>
        </pc:sldMkLst>
      </pc:sldChg>
      <pc:sldChg chg="del">
        <pc:chgData name="anaclaracosta116@gmail.com" userId="a793634777582c92" providerId="LiveId" clId="{F6EDA821-3DDF-45FF-A3F0-D4C1D6F24652}" dt="2026-10-10T20:08:06.709" v="298" actId="47"/>
        <pc:sldMkLst>
          <pc:docMk/>
          <pc:sldMk cId="4141278968" sldId="337"/>
        </pc:sldMkLst>
      </pc:sldChg>
      <pc:sldChg chg="modSp mod">
        <pc:chgData name="anaclaracosta116@gmail.com" userId="a793634777582c92" providerId="LiveId" clId="{F6EDA821-3DDF-45FF-A3F0-D4C1D6F24652}" dt="2026-10-10T20:02:16.782" v="94" actId="27636"/>
        <pc:sldMkLst>
          <pc:docMk/>
          <pc:sldMk cId="2703894855" sldId="339"/>
        </pc:sldMkLst>
        <pc:spChg chg="mod">
          <ac:chgData name="anaclaracosta116@gmail.com" userId="a793634777582c92" providerId="LiveId" clId="{F6EDA821-3DDF-45FF-A3F0-D4C1D6F24652}" dt="2026-10-10T20:02:16.782" v="94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10-10T19:57:00.952" v="3" actId="20577"/>
        <pc:sldMkLst>
          <pc:docMk/>
          <pc:sldMk cId="880466366" sldId="354"/>
        </pc:sldMkLst>
        <pc:spChg chg="mod">
          <ac:chgData name="anaclaracosta116@gmail.com" userId="a793634777582c92" providerId="LiveId" clId="{F6EDA821-3DDF-45FF-A3F0-D4C1D6F24652}" dt="2026-10-10T19:57:00.952" v="3" actId="20577"/>
          <ac:spMkLst>
            <pc:docMk/>
            <pc:sldMk cId="880466366" sldId="35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10-10T20:08:07.062" v="299" actId="47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F6EDA821-3DDF-45FF-A3F0-D4C1D6F24652}" dt="2026-10-10T20:19:10.057" v="401" actId="20577"/>
        <pc:sldMkLst>
          <pc:docMk/>
          <pc:sldMk cId="725659120" sldId="375"/>
        </pc:sldMkLst>
        <pc:spChg chg="del">
          <ac:chgData name="anaclaracosta116@gmail.com" userId="a793634777582c92" providerId="LiveId" clId="{F6EDA821-3DDF-45FF-A3F0-D4C1D6F24652}" dt="2026-10-10T20:19:03.214" v="396" actId="478"/>
          <ac:spMkLst>
            <pc:docMk/>
            <pc:sldMk cId="725659120" sldId="375"/>
            <ac:spMk id="3" creationId="{FDE5B5AD-CD71-C2BA-2DE7-294D0B6E29B5}"/>
          </ac:spMkLst>
        </pc:spChg>
        <pc:spChg chg="add mod">
          <ac:chgData name="anaclaracosta116@gmail.com" userId="a793634777582c92" providerId="LiveId" clId="{F6EDA821-3DDF-45FF-A3F0-D4C1D6F24652}" dt="2026-10-10T20:19:10.057" v="401" actId="20577"/>
          <ac:spMkLst>
            <pc:docMk/>
            <pc:sldMk cId="725659120" sldId="375"/>
            <ac:spMk id="4" creationId="{FBFBC78E-AF0B-DB4A-FF69-F44BF3022429}"/>
          </ac:spMkLst>
        </pc:spChg>
        <pc:spChg chg="add mod ord">
          <ac:chgData name="anaclaracosta116@gmail.com" userId="a793634777582c92" providerId="LiveId" clId="{F6EDA821-3DDF-45FF-A3F0-D4C1D6F24652}" dt="2026-10-10T20:19:06.828" v="397" actId="14100"/>
          <ac:spMkLst>
            <pc:docMk/>
            <pc:sldMk cId="725659120" sldId="375"/>
            <ac:spMk id="8" creationId="{C7F880F4-370C-D273-2040-1BB4D71F353B}"/>
          </ac:spMkLst>
        </pc:spChg>
        <pc:picChg chg="add ord">
          <ac:chgData name="anaclaracosta116@gmail.com" userId="a793634777582c92" providerId="LiveId" clId="{F6EDA821-3DDF-45FF-A3F0-D4C1D6F24652}" dt="2026-10-10T20:18:51.763" v="395" actId="167"/>
          <ac:picMkLst>
            <pc:docMk/>
            <pc:sldMk cId="725659120" sldId="375"/>
            <ac:picMk id="6" creationId="{79A4AD7F-D1CE-4D1B-C45D-C0337047BA40}"/>
          </ac:picMkLst>
        </pc:picChg>
      </pc:sldChg>
      <pc:sldChg chg="modSp mod">
        <pc:chgData name="anaclaracosta116@gmail.com" userId="a793634777582c92" providerId="LiveId" clId="{F6EDA821-3DDF-45FF-A3F0-D4C1D6F24652}" dt="2026-10-10T20:03:13.868" v="109" actId="20577"/>
        <pc:sldMkLst>
          <pc:docMk/>
          <pc:sldMk cId="3733524150" sldId="377"/>
        </pc:sldMkLst>
        <pc:spChg chg="mod">
          <ac:chgData name="anaclaracosta116@gmail.com" userId="a793634777582c92" providerId="LiveId" clId="{F6EDA821-3DDF-45FF-A3F0-D4C1D6F24652}" dt="2026-10-10T20:03:13.868" v="109" actId="20577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10-10T19:58:51.837" v="17" actId="255"/>
        <pc:sldMkLst>
          <pc:docMk/>
          <pc:sldMk cId="2860165344" sldId="384"/>
        </pc:sldMkLst>
        <pc:spChg chg="mod">
          <ac:chgData name="anaclaracosta116@gmail.com" userId="a793634777582c92" providerId="LiveId" clId="{F6EDA821-3DDF-45FF-A3F0-D4C1D6F24652}" dt="2026-10-10T19:58:51.837" v="17" actId="255"/>
          <ac:spMkLst>
            <pc:docMk/>
            <pc:sldMk cId="2860165344" sldId="38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10-10T19:56:03.812" v="0" actId="47"/>
        <pc:sldMkLst>
          <pc:docMk/>
          <pc:sldMk cId="400973199" sldId="385"/>
        </pc:sldMkLst>
      </pc:sldChg>
      <pc:sldChg chg="del">
        <pc:chgData name="anaclaracosta116@gmail.com" userId="a793634777582c92" providerId="LiveId" clId="{F6EDA821-3DDF-45FF-A3F0-D4C1D6F24652}" dt="2026-10-10T20:06:46.264" v="296" actId="47"/>
        <pc:sldMkLst>
          <pc:docMk/>
          <pc:sldMk cId="1646787920" sldId="391"/>
        </pc:sldMkLst>
      </pc:sldChg>
      <pc:sldChg chg="del">
        <pc:chgData name="anaclaracosta116@gmail.com" userId="a793634777582c92" providerId="LiveId" clId="{F6EDA821-3DDF-45FF-A3F0-D4C1D6F24652}" dt="2026-10-10T20:06:44.447" v="293" actId="47"/>
        <pc:sldMkLst>
          <pc:docMk/>
          <pc:sldMk cId="3331284607" sldId="392"/>
        </pc:sldMkLst>
      </pc:sldChg>
      <pc:sldChg chg="del">
        <pc:chgData name="anaclaracosta116@gmail.com" userId="a793634777582c92" providerId="LiveId" clId="{F6EDA821-3DDF-45FF-A3F0-D4C1D6F24652}" dt="2026-10-10T20:06:44.862" v="294" actId="47"/>
        <pc:sldMkLst>
          <pc:docMk/>
          <pc:sldMk cId="1728238719" sldId="393"/>
        </pc:sldMkLst>
      </pc:sldChg>
      <pc:sldChg chg="del">
        <pc:chgData name="anaclaracosta116@gmail.com" userId="a793634777582c92" providerId="LiveId" clId="{F6EDA821-3DDF-45FF-A3F0-D4C1D6F24652}" dt="2026-10-10T20:06:43.957" v="292" actId="47"/>
        <pc:sldMkLst>
          <pc:docMk/>
          <pc:sldMk cId="1996419190" sldId="394"/>
        </pc:sldMkLst>
      </pc:sldChg>
      <pc:sldChg chg="del">
        <pc:chgData name="anaclaracosta116@gmail.com" userId="a793634777582c92" providerId="LiveId" clId="{F6EDA821-3DDF-45FF-A3F0-D4C1D6F24652}" dt="2026-10-10T20:06:45.211" v="295" actId="47"/>
        <pc:sldMkLst>
          <pc:docMk/>
          <pc:sldMk cId="1861549693" sldId="395"/>
        </pc:sldMkLst>
      </pc:sldChg>
      <pc:sldChg chg="del">
        <pc:chgData name="anaclaracosta116@gmail.com" userId="a793634777582c92" providerId="LiveId" clId="{F6EDA821-3DDF-45FF-A3F0-D4C1D6F24652}" dt="2026-10-10T20:06:22.589" v="287" actId="47"/>
        <pc:sldMkLst>
          <pc:docMk/>
          <pc:sldMk cId="453041123" sldId="398"/>
        </pc:sldMkLst>
      </pc:sldChg>
      <pc:sldChg chg="del">
        <pc:chgData name="anaclaracosta116@gmail.com" userId="a793634777582c92" providerId="LiveId" clId="{F6EDA821-3DDF-45FF-A3F0-D4C1D6F24652}" dt="2026-10-10T20:06:23.257" v="288" actId="47"/>
        <pc:sldMkLst>
          <pc:docMk/>
          <pc:sldMk cId="808113225" sldId="399"/>
        </pc:sldMkLst>
      </pc:sldChg>
      <pc:sldChg chg="del">
        <pc:chgData name="anaclaracosta116@gmail.com" userId="a793634777582c92" providerId="LiveId" clId="{F6EDA821-3DDF-45FF-A3F0-D4C1D6F24652}" dt="2026-10-10T20:06:23.777" v="289" actId="47"/>
        <pc:sldMkLst>
          <pc:docMk/>
          <pc:sldMk cId="3496546025" sldId="400"/>
        </pc:sldMkLst>
      </pc:sldChg>
      <pc:sldChg chg="del">
        <pc:chgData name="anaclaracosta116@gmail.com" userId="a793634777582c92" providerId="LiveId" clId="{F6EDA821-3DDF-45FF-A3F0-D4C1D6F24652}" dt="2026-10-10T20:08:07.447" v="300" actId="47"/>
        <pc:sldMkLst>
          <pc:docMk/>
          <pc:sldMk cId="2599645366" sldId="403"/>
        </pc:sldMkLst>
      </pc:sldChg>
      <pc:sldChg chg="del">
        <pc:chgData name="anaclaracosta116@gmail.com" userId="a793634777582c92" providerId="LiveId" clId="{F6EDA821-3DDF-45FF-A3F0-D4C1D6F24652}" dt="2026-10-10T19:58:58.394" v="18" actId="47"/>
        <pc:sldMkLst>
          <pc:docMk/>
          <pc:sldMk cId="3751236389" sldId="404"/>
        </pc:sldMkLst>
      </pc:sldChg>
      <pc:sldChg chg="add ord">
        <pc:chgData name="anaclaracosta116@gmail.com" userId="a793634777582c92" providerId="LiveId" clId="{F6EDA821-3DDF-45FF-A3F0-D4C1D6F24652}" dt="2026-10-10T19:59:06.906" v="21"/>
        <pc:sldMkLst>
          <pc:docMk/>
          <pc:sldMk cId="3876742453" sldId="404"/>
        </pc:sldMkLst>
      </pc:sldChg>
      <pc:sldChg chg="modSp add mod">
        <pc:chgData name="anaclaracosta116@gmail.com" userId="a793634777582c92" providerId="LiveId" clId="{F6EDA821-3DDF-45FF-A3F0-D4C1D6F24652}" dt="2026-10-10T20:03:04.949" v="106" actId="27636"/>
        <pc:sldMkLst>
          <pc:docMk/>
          <pc:sldMk cId="888317466" sldId="405"/>
        </pc:sldMkLst>
        <pc:spChg chg="mod">
          <ac:chgData name="anaclaracosta116@gmail.com" userId="a793634777582c92" providerId="LiveId" clId="{F6EDA821-3DDF-45FF-A3F0-D4C1D6F24652}" dt="2026-10-10T20:03:04.949" v="106" actId="27636"/>
          <ac:spMkLst>
            <pc:docMk/>
            <pc:sldMk cId="888317466" sldId="405"/>
            <ac:spMk id="3" creationId="{50D552C1-B0D5-CE4F-0FB0-8E9B0847E4CF}"/>
          </ac:spMkLst>
        </pc:spChg>
      </pc:sldChg>
      <pc:sldChg chg="new del">
        <pc:chgData name="anaclaracosta116@gmail.com" userId="a793634777582c92" providerId="LiveId" clId="{F6EDA821-3DDF-45FF-A3F0-D4C1D6F24652}" dt="2026-10-10T20:02:53.126" v="101" actId="47"/>
        <pc:sldMkLst>
          <pc:docMk/>
          <pc:sldMk cId="1497575129" sldId="405"/>
        </pc:sldMkLst>
      </pc:sldChg>
      <pc:sldChg chg="add">
        <pc:chgData name="anaclaracosta116@gmail.com" userId="a793634777582c92" providerId="LiveId" clId="{F6EDA821-3DDF-45FF-A3F0-D4C1D6F24652}" dt="2026-10-10T20:06:14.388" v="285"/>
        <pc:sldMkLst>
          <pc:docMk/>
          <pc:sldMk cId="1637967423" sldId="451"/>
        </pc:sldMkLst>
      </pc:sldChg>
      <pc:sldChg chg="add">
        <pc:chgData name="anaclaracosta116@gmail.com" userId="a793634777582c92" providerId="LiveId" clId="{F6EDA821-3DDF-45FF-A3F0-D4C1D6F24652}" dt="2026-10-10T20:06:14.388" v="285"/>
        <pc:sldMkLst>
          <pc:docMk/>
          <pc:sldMk cId="801138080" sldId="480"/>
        </pc:sldMkLst>
      </pc:sldChg>
      <pc:sldChg chg="add">
        <pc:chgData name="anaclaracosta116@gmail.com" userId="a793634777582c92" providerId="LiveId" clId="{F6EDA821-3DDF-45FF-A3F0-D4C1D6F24652}" dt="2026-10-10T20:06:14.388" v="285"/>
        <pc:sldMkLst>
          <pc:docMk/>
          <pc:sldMk cId="4190419614" sldId="481"/>
        </pc:sldMkLst>
      </pc:sldChg>
      <pc:sldChg chg="add">
        <pc:chgData name="anaclaracosta116@gmail.com" userId="a793634777582c92" providerId="LiveId" clId="{F6EDA821-3DDF-45FF-A3F0-D4C1D6F24652}" dt="2026-10-10T20:06:14.388" v="285"/>
        <pc:sldMkLst>
          <pc:docMk/>
          <pc:sldMk cId="2080084521" sldId="482"/>
        </pc:sldMkLst>
      </pc:sldChg>
      <pc:sldChg chg="add del">
        <pc:chgData name="anaclaracosta116@gmail.com" userId="a793634777582c92" providerId="LiveId" clId="{F6EDA821-3DDF-45FF-A3F0-D4C1D6F24652}" dt="2026-10-10T20:06:39.058" v="291"/>
        <pc:sldMkLst>
          <pc:docMk/>
          <pc:sldMk cId="2676625070" sldId="483"/>
        </pc:sldMkLst>
      </pc:sldChg>
      <pc:sldChg chg="add">
        <pc:chgData name="anaclaracosta116@gmail.com" userId="a793634777582c92" providerId="LiveId" clId="{F6EDA821-3DDF-45FF-A3F0-D4C1D6F24652}" dt="2026-10-10T20:08:04.863" v="297"/>
        <pc:sldMkLst>
          <pc:docMk/>
          <pc:sldMk cId="3560587694" sldId="483"/>
        </pc:sldMkLst>
      </pc:sldChg>
      <pc:sldChg chg="add del">
        <pc:chgData name="anaclaracosta116@gmail.com" userId="a793634777582c92" providerId="LiveId" clId="{F6EDA821-3DDF-45FF-A3F0-D4C1D6F24652}" dt="2026-10-10T20:06:39.058" v="291"/>
        <pc:sldMkLst>
          <pc:docMk/>
          <pc:sldMk cId="2769181183" sldId="484"/>
        </pc:sldMkLst>
      </pc:sldChg>
      <pc:sldChg chg="add">
        <pc:chgData name="anaclaracosta116@gmail.com" userId="a793634777582c92" providerId="LiveId" clId="{F6EDA821-3DDF-45FF-A3F0-D4C1D6F24652}" dt="2026-10-10T20:08:04.863" v="297"/>
        <pc:sldMkLst>
          <pc:docMk/>
          <pc:sldMk cId="3844186319" sldId="484"/>
        </pc:sldMkLst>
      </pc:sldChg>
      <pc:sldChg chg="add">
        <pc:chgData name="anaclaracosta116@gmail.com" userId="a793634777582c92" providerId="LiveId" clId="{F6EDA821-3DDF-45FF-A3F0-D4C1D6F24652}" dt="2026-10-10T20:13:36.026" v="301" actId="2890"/>
        <pc:sldMkLst>
          <pc:docMk/>
          <pc:sldMk cId="2730233478" sldId="485"/>
        </pc:sldMkLst>
      </pc:sldChg>
      <pc:sldChg chg="add del">
        <pc:chgData name="anaclaracosta116@gmail.com" userId="a793634777582c92" providerId="LiveId" clId="{F6EDA821-3DDF-45FF-A3F0-D4C1D6F24652}" dt="2026-10-10T20:06:39.058" v="291"/>
        <pc:sldMkLst>
          <pc:docMk/>
          <pc:sldMk cId="3727201208" sldId="485"/>
        </pc:sldMkLst>
      </pc:sldChg>
      <pc:sldChg chg="modSp add mod ord">
        <pc:chgData name="anaclaracosta116@gmail.com" userId="a793634777582c92" providerId="LiveId" clId="{F6EDA821-3DDF-45FF-A3F0-D4C1D6F24652}" dt="2026-10-10T20:14:43.898" v="383" actId="27636"/>
        <pc:sldMkLst>
          <pc:docMk/>
          <pc:sldMk cId="1912344873" sldId="486"/>
        </pc:sldMkLst>
        <pc:spChg chg="mod">
          <ac:chgData name="anaclaracosta116@gmail.com" userId="a793634777582c92" providerId="LiveId" clId="{F6EDA821-3DDF-45FF-A3F0-D4C1D6F24652}" dt="2026-10-10T20:13:45.019" v="307" actId="20577"/>
          <ac:spMkLst>
            <pc:docMk/>
            <pc:sldMk cId="1912344873" sldId="486"/>
            <ac:spMk id="2" creationId="{ADCDA0E6-7912-1FCE-7513-DB20887DF431}"/>
          </ac:spMkLst>
        </pc:spChg>
        <pc:spChg chg="mod">
          <ac:chgData name="anaclaracosta116@gmail.com" userId="a793634777582c92" providerId="LiveId" clId="{F6EDA821-3DDF-45FF-A3F0-D4C1D6F24652}" dt="2026-10-10T20:14:43.898" v="383" actId="27636"/>
          <ac:spMkLst>
            <pc:docMk/>
            <pc:sldMk cId="1912344873" sldId="486"/>
            <ac:spMk id="3" creationId="{4A3FD9F8-10DF-92FA-54BD-ABB64CAE80CB}"/>
          </ac:spMkLst>
        </pc:spChg>
      </pc:sldChg>
      <pc:sldChg chg="add del">
        <pc:chgData name="anaclaracosta116@gmail.com" userId="a793634777582c92" providerId="LiveId" clId="{F6EDA821-3DDF-45FF-A3F0-D4C1D6F24652}" dt="2026-10-10T20:06:39.058" v="291"/>
        <pc:sldMkLst>
          <pc:docMk/>
          <pc:sldMk cId="2503053064" sldId="486"/>
        </pc:sldMkLst>
      </pc:sldChg>
      <pc:sldChg chg="addSp delSp add del mod ord">
        <pc:chgData name="anaclaracosta116@gmail.com" userId="a793634777582c92" providerId="LiveId" clId="{F6EDA821-3DDF-45FF-A3F0-D4C1D6F24652}" dt="2026-10-10T20:17:23.374" v="392" actId="2890"/>
        <pc:sldMkLst>
          <pc:docMk/>
          <pc:sldMk cId="613652721" sldId="487"/>
        </pc:sldMkLst>
        <pc:spChg chg="add del">
          <ac:chgData name="anaclaracosta116@gmail.com" userId="a793634777582c92" providerId="LiveId" clId="{F6EDA821-3DDF-45FF-A3F0-D4C1D6F24652}" dt="2026-10-10T20:17:22.149" v="390" actId="22"/>
          <ac:spMkLst>
            <pc:docMk/>
            <pc:sldMk cId="613652721" sldId="487"/>
            <ac:spMk id="5" creationId="{8582547E-EE06-BF92-9981-B2476F2BD5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9A4AD7F-D1CE-4D1B-C45D-C0337047B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7F880F4-370C-D273-2040-1BB4D71F353B}"/>
              </a:ext>
            </a:extLst>
          </p:cNvPr>
          <p:cNvSpPr/>
          <p:nvPr/>
        </p:nvSpPr>
        <p:spPr>
          <a:xfrm>
            <a:off x="-1" y="0"/>
            <a:ext cx="12192002" cy="692279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FBFBC78E-AF0B-DB4A-FF69-F44BF3022429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28º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Autofit/>
          </a:bodyPr>
          <a:lstStyle/>
          <a:p>
            <a:pPr algn="l"/>
            <a:r>
              <a:rPr lang="pt-BR" sz="5000" b="1" dirty="0"/>
              <a:t>SE LEVARDES EM CONTA NOSSAS FALTAS</a:t>
            </a:r>
          </a:p>
          <a:p>
            <a:pPr algn="l"/>
            <a:r>
              <a:rPr lang="pt-BR" sz="5000" b="1" dirty="0"/>
              <a:t>QUEM HAVERÁ, Ó SENHOR, DE SUBSISTIR,</a:t>
            </a:r>
          </a:p>
          <a:p>
            <a:pPr algn="l"/>
            <a:r>
              <a:rPr lang="pt-BR" sz="5000" b="1" dirty="0"/>
              <a:t>MAS EM VÓS SE ENCONTRA O PERDÃO</a:t>
            </a:r>
          </a:p>
          <a:p>
            <a:pPr algn="l"/>
            <a:r>
              <a:rPr lang="pt-BR" sz="5000" b="1" dirty="0"/>
              <a:t>EU VOS TEMO E EM VÓS ESPERO, Ó MEU DEUS</a:t>
            </a:r>
            <a:endParaRPr lang="pt-BR" sz="5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100" dirty="0"/>
              <a:t>DAS PROFUNDEZAS EU CLAMO A VÓS,</a:t>
            </a:r>
          </a:p>
          <a:p>
            <a:pPr algn="l"/>
            <a:r>
              <a:rPr lang="pt-BR" sz="5100" dirty="0"/>
              <a:t>SENHOR, ESCUTAI A MINHA VOZ</a:t>
            </a:r>
          </a:p>
          <a:p>
            <a:pPr algn="l"/>
            <a:r>
              <a:rPr lang="pt-BR" sz="5100" dirty="0"/>
              <a:t>VOSSOS OUVIDOS ESTEJAM BEM ATENTOS</a:t>
            </a:r>
          </a:p>
          <a:p>
            <a:pPr algn="l"/>
            <a:r>
              <a:rPr lang="pt-BR" sz="5100" dirty="0"/>
              <a:t>AO CLAMOR DA MINHA PRECE</a:t>
            </a:r>
          </a:p>
        </p:txBody>
      </p:sp>
    </p:spTree>
    <p:extLst>
      <p:ext uri="{BB962C8B-B14F-4D97-AF65-F5344CB8AC3E}">
        <p14:creationId xmlns:p14="http://schemas.microsoft.com/office/powerpoint/2010/main" val="286016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70243-7C52-28AE-9876-3154A23D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7F624-2C16-E5DE-608C-C45D07323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3084E2-26B8-BBE6-025F-C76B7D180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Autofit/>
          </a:bodyPr>
          <a:lstStyle/>
          <a:p>
            <a:pPr algn="l"/>
            <a:r>
              <a:rPr lang="pt-BR" sz="5000" b="1" dirty="0"/>
              <a:t>SE LEVARDES EM CONTA NOSSAS FALTAS</a:t>
            </a:r>
          </a:p>
          <a:p>
            <a:pPr algn="l"/>
            <a:r>
              <a:rPr lang="pt-BR" sz="5000" b="1" dirty="0"/>
              <a:t>QUEM HAVERÁ, Ó SENHOR, DE SUBSISTIR,</a:t>
            </a:r>
          </a:p>
          <a:p>
            <a:pPr algn="l"/>
            <a:r>
              <a:rPr lang="pt-BR" sz="5000" b="1" dirty="0"/>
              <a:t>MAS EM VÓS SE ENCONTRA O PERDÃO</a:t>
            </a:r>
          </a:p>
          <a:p>
            <a:pPr algn="l"/>
            <a:r>
              <a:rPr lang="pt-BR" sz="5000" b="1" dirty="0"/>
              <a:t>EU VOS TEMO E EM VÓS ESPERO, Ó MEU DEUS</a:t>
            </a:r>
            <a:endParaRPr lang="pt-BR" sz="5000" dirty="0"/>
          </a:p>
        </p:txBody>
      </p:sp>
    </p:spTree>
    <p:extLst>
      <p:ext uri="{BB962C8B-B14F-4D97-AF65-F5344CB8AC3E}">
        <p14:creationId xmlns:p14="http://schemas.microsoft.com/office/powerpoint/2010/main" val="387674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4800" dirty="0"/>
              <a:t>SENHOR, QUE VIESTES NÃO PARA CONDENAR, MAS PARA PERDOAR, TENDE PIEDADE DE NÓS.</a:t>
            </a:r>
          </a:p>
          <a:p>
            <a:pPr algn="just"/>
            <a:r>
              <a:rPr lang="pt-BR" sz="4800" b="1" dirty="0"/>
              <a:t>KYRIE ELEISON! KYRIE ELEISON!</a:t>
            </a:r>
          </a:p>
          <a:p>
            <a:pPr algn="just"/>
            <a:endParaRPr lang="pt-BR" sz="4800" dirty="0"/>
          </a:p>
          <a:p>
            <a:pPr algn="just"/>
            <a:r>
              <a:rPr lang="pt-BR" sz="4800" dirty="0"/>
              <a:t>CRISTO, QUE VOS ALEGRAIS PELO PECADOR ARREPENDIDO, TENDE PIEDADE DE NÓS.</a:t>
            </a:r>
          </a:p>
          <a:p>
            <a:pPr algn="just"/>
            <a:r>
              <a:rPr lang="pt-BR" sz="4800" b="1" dirty="0"/>
              <a:t>CHRISTE ELEISON! CHRISTE ELEISON! </a:t>
            </a:r>
          </a:p>
          <a:p>
            <a:pPr algn="just"/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SENHOR, QUE MUITO PERDOAIS A QUEM MUITO AMA,TENDE PIEDADE DE NÓS.</a:t>
            </a:r>
          </a:p>
          <a:p>
            <a:pPr algn="just"/>
            <a:r>
              <a:rPr lang="pt-BR" sz="6600" b="1" dirty="0"/>
              <a:t>KYRIE ELEISON! KYRIE ELEISON! </a:t>
            </a:r>
          </a:p>
          <a:p>
            <a:pPr algn="just"/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91414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b="1" dirty="0"/>
              <a:t>GLÓRIA, GLÓRIA, GLÓRIA A DEUS</a:t>
            </a:r>
          </a:p>
          <a:p>
            <a:pPr algn="just"/>
            <a:r>
              <a:rPr lang="pt-BR" sz="6000" b="1" dirty="0"/>
              <a:t>GLÓRIA A DEUS NAS ALTURAS (2X)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E PAZ NA TERRA AOS HOMENS POR ELE AMADOS</a:t>
            </a:r>
            <a:endParaRPr lang="pt-BR" sz="8000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200" b="1" dirty="0"/>
              <a:t>GLÓRIA, GLÓRIA, GLÓRIA A DEUS</a:t>
            </a:r>
          </a:p>
          <a:p>
            <a:pPr algn="just"/>
            <a:r>
              <a:rPr lang="pt-BR" sz="7200" b="1" dirty="0"/>
              <a:t>GLÓRIA A DEUS NAS ALTURAS (2X)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SENHOR JESUS CRISTO, FILHO UNIGÊNITO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SENHOR DEUS, CORDEIRO DE DEUS, FILHO DE DEUS PAI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VÓS QUE TIRAIS O PECADO DO MUNDO, TENDE PIEDADE DE NÓS</a:t>
            </a:r>
          </a:p>
          <a:p>
            <a:pPr algn="l"/>
            <a:endParaRPr lang="pt-BR" sz="13900" dirty="0"/>
          </a:p>
          <a:p>
            <a:pPr algn="just"/>
            <a:r>
              <a:rPr lang="pt-BR" sz="12300" dirty="0"/>
              <a:t>VÓS QUE TIRAIS O PECADO DO MUNDO,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b="1" dirty="0"/>
              <a:t>GLÓRIA, GLÓRIA, GLÓRIA A DEUS</a:t>
            </a:r>
          </a:p>
          <a:p>
            <a:pPr algn="just"/>
            <a:r>
              <a:rPr lang="pt-BR" sz="9600" b="1" dirty="0"/>
              <a:t>GLÓRIA A DEUS NAS ALTURAS (2X)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23626-A024-F0A1-ACA9-111B938F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C6ED2-7A9D-5D18-BDF6-B5B14708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D552C1-B0D5-CE4F-0FB0-8E9B0847E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GLÓRIA, GLÓRIA, GLÓRIA A DEUS</a:t>
            </a:r>
          </a:p>
          <a:p>
            <a:pPr algn="just"/>
            <a:r>
              <a:rPr lang="pt-BR" sz="9600" b="1" dirty="0"/>
              <a:t>GLÓRIA A DEUS NAS ALTURAS (2X)</a:t>
            </a:r>
          </a:p>
          <a:p>
            <a:pPr algn="just"/>
            <a:r>
              <a:rPr lang="pt-BR" sz="9600" dirty="0"/>
              <a:t> </a:t>
            </a:r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88831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NA CASA DO SENHOR HABITAREI, ETERNAMENTE.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QUE O PAI DO SENHOR JESUS CRISTO NOS DÊ DO SABER O ESPÍRITO; CONHEÇAMOS, ASSIM, A ESPERANÇA À QUAL NOS CHAMOU, COMO HERANÇA!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637967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COMO TUAS OBRAS ME ALEGRAM, SENHOR,</a:t>
            </a:r>
          </a:p>
          <a:p>
            <a:pPr algn="l"/>
            <a:r>
              <a:rPr lang="pt-BR" sz="7100" dirty="0"/>
              <a:t>OS TEUS PRODÍGIOS SUSCITAM LOUVOR.</a:t>
            </a:r>
          </a:p>
          <a:p>
            <a:pPr algn="l"/>
            <a:r>
              <a:rPr lang="pt-BR" sz="7100" dirty="0"/>
              <a:t>TUA PRESENÇA EU CONTEMPLO NO CÉU,</a:t>
            </a:r>
          </a:p>
          <a:p>
            <a:pPr algn="l"/>
            <a:r>
              <a:rPr lang="pt-BR" sz="7100" dirty="0"/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01138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90419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TU ENGRANDECES O HOMEM MORTAL</a:t>
            </a:r>
          </a:p>
          <a:p>
            <a:pPr algn="l"/>
            <a:r>
              <a:rPr lang="pt-BR" sz="7100" dirty="0"/>
              <a:t>DA NATUREZA ELE É REI E SENHOR.</a:t>
            </a:r>
          </a:p>
          <a:p>
            <a:pPr algn="l"/>
            <a:r>
              <a:rPr lang="pt-BR" sz="7100" dirty="0"/>
              <a:t>DE HONRA O COROASTE, DE GLÓRIA E PODER,</a:t>
            </a:r>
          </a:p>
          <a:p>
            <a:pPr algn="l"/>
            <a:r>
              <a:rPr lang="pt-BR" sz="7100" dirty="0"/>
              <a:t>POUCO MENOS QUE AOS ANJOS DO CÉU.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080084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r>
              <a:rPr lang="pt-BR" sz="5400" b="1" dirty="0"/>
              <a:t>HOSANA, HOSANA, HOSANA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HOSANA, HOSANA, HOSANA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QUE EU VOS CANTE, Ó SENHOR, PELO BEM QUE ME FIZESTES!</a:t>
            </a:r>
          </a:p>
          <a:p>
            <a:pPr algn="just"/>
            <a:endParaRPr lang="pt-BR" sz="6600" b="1" dirty="0"/>
          </a:p>
          <a:p>
            <a:pPr algn="just"/>
            <a:r>
              <a:rPr lang="pt-BR" sz="6600" dirty="0"/>
              <a:t>ATÉ QUANDO, Ó SENHOR, ME ESQUECEREIS? *</a:t>
            </a:r>
          </a:p>
          <a:p>
            <a:pPr algn="just"/>
            <a:r>
              <a:rPr lang="pt-BR" sz="6600" dirty="0"/>
              <a:t>ATÉ QUANDO ESCONDEREIS A VOSSA FACE? </a:t>
            </a:r>
          </a:p>
          <a:p>
            <a:pPr algn="just"/>
            <a:r>
              <a:rPr lang="pt-BR" sz="6600" dirty="0"/>
              <a:t>ATÉ QUANDO ESTARÁ TRISTE A MINHA ALMA? *</a:t>
            </a:r>
          </a:p>
          <a:p>
            <a:pPr algn="just"/>
            <a:r>
              <a:rPr lang="pt-BR" sz="6600" dirty="0"/>
              <a:t>E O CORAÇÃO ANGUSTIADO CADA DIA? R.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161569" cy="5715432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8600" b="1" dirty="0"/>
              <a:t>QUE EU VOS CANTE, Ó SENHOR, PELO BEM QUE ME FIZESTES!</a:t>
            </a:r>
          </a:p>
          <a:p>
            <a:pPr algn="just"/>
            <a:endParaRPr lang="pt-BR" sz="6600" b="1" dirty="0"/>
          </a:p>
          <a:p>
            <a:pPr algn="just"/>
            <a:endParaRPr lang="pt-BR" sz="6600" b="1" dirty="0"/>
          </a:p>
          <a:p>
            <a:pPr algn="just"/>
            <a:r>
              <a:rPr lang="pt-BR" sz="6600" dirty="0"/>
              <a:t>ATÉ QUANDO O INIMIGO SE ERGUERÁ? </a:t>
            </a:r>
          </a:p>
          <a:p>
            <a:pPr algn="just"/>
            <a:r>
              <a:rPr lang="pt-BR" sz="6600" dirty="0"/>
              <a:t>OLHAI, SENHOR, MEU DEUS, E RESPONDEI-ME! </a:t>
            </a:r>
          </a:p>
          <a:p>
            <a:pPr algn="just"/>
            <a:r>
              <a:rPr lang="pt-BR" sz="6600" dirty="0"/>
              <a:t>NÃO DEIXEIS QUE SE ME APAGUE A LUZ DOS OLHOS *</a:t>
            </a:r>
          </a:p>
          <a:p>
            <a:pPr algn="just"/>
            <a:r>
              <a:rPr lang="pt-BR" sz="6600" dirty="0"/>
              <a:t>E SE FECHEM, PELA MORTE, ADORMECIDOS! 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19163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8600" b="1" dirty="0"/>
              <a:t>QUE EU VOS CANTE, Ó SENHOR, PELO BEM QUE ME FIZESTES!</a:t>
            </a:r>
          </a:p>
          <a:p>
            <a:pPr algn="just"/>
            <a:endParaRPr lang="pt-BR" sz="6600" b="1" dirty="0"/>
          </a:p>
          <a:p>
            <a:pPr algn="just"/>
            <a:endParaRPr lang="pt-BR" sz="6600" b="1" dirty="0"/>
          </a:p>
          <a:p>
            <a:pPr algn="just"/>
            <a:r>
              <a:rPr lang="pt-BR" sz="6600" dirty="0"/>
              <a:t>QUE O INIMIGO NÃO ME DIGA: ‘EU TRIUNFEI!’ *</a:t>
            </a:r>
          </a:p>
          <a:p>
            <a:pPr algn="just"/>
            <a:r>
              <a:rPr lang="pt-BR" sz="6600" dirty="0"/>
              <a:t>NEM EXULTE O OPRESSOR POR MINHA QUEDA.</a:t>
            </a:r>
          </a:p>
          <a:p>
            <a:pPr algn="just"/>
            <a:r>
              <a:rPr lang="pt-BR" sz="6600" dirty="0"/>
              <a:t>UMA VEZ QUE CONFIEI NO VOSSO AMOR, *</a:t>
            </a:r>
          </a:p>
          <a:p>
            <a:pPr algn="just"/>
            <a:r>
              <a:rPr lang="pt-BR" sz="6600" dirty="0"/>
              <a:t>MEU CORAÇÃO, POR VOSSO AUXÍLIO, REJUBILE.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56560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ADB0-DEBD-D13E-9265-411B00A8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DA0E6-7912-1FCE-7513-DB20887DF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3FD9F8-10DF-92FA-54BD-ABB64CAE8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ONDE REINA O AMOR,</a:t>
            </a:r>
          </a:p>
          <a:p>
            <a:pPr algn="just"/>
            <a:r>
              <a:rPr lang="pt-BR" sz="6000" b="1" dirty="0"/>
              <a:t>FRATERNO AMOR.</a:t>
            </a:r>
          </a:p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ONDE REINA O AMOR,</a:t>
            </a:r>
          </a:p>
          <a:p>
            <a:pPr algn="just"/>
            <a:r>
              <a:rPr lang="pt-BR" sz="6000" b="1" dirty="0"/>
              <a:t>DEUS AÍ ESTÁ.</a:t>
            </a: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123448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4BF96-3FA7-13E7-04E1-A57D2765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51A07C0-4E61-D634-850D-F24208A45A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233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VIVO A ALEGRIA DE SER MISSIONÁRIO</a:t>
            </a:r>
          </a:p>
          <a:p>
            <a:pPr algn="l"/>
            <a:r>
              <a:rPr lang="pt-BR" sz="6000" dirty="0"/>
              <a:t>RECEBI DE JESUS ESTA LINDA MISSÃO</a:t>
            </a:r>
          </a:p>
          <a:p>
            <a:pPr algn="l"/>
            <a:r>
              <a:rPr lang="pt-BR" sz="6000" dirty="0"/>
              <a:t>MAS A AMÉRICA É GRANDE E HÁ POUCO OPERÁRIO</a:t>
            </a:r>
          </a:p>
          <a:p>
            <a:pPr algn="l"/>
            <a:r>
              <a:rPr lang="pt-BR" sz="6000" dirty="0"/>
              <a:t>VOU FAZER ROMARIA, FAZER MUTIRÃO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560587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ENTÃO, JESUS É MISSÃO, A IGREJA É MISSÃO</a:t>
            </a:r>
          </a:p>
          <a:p>
            <a:pPr algn="l"/>
            <a:r>
              <a:rPr lang="pt-BR" sz="21600" b="1" dirty="0"/>
              <a:t>ENTÃO, A VIDA É MISSÃO, O AMOR É MISSÃO</a:t>
            </a:r>
          </a:p>
          <a:p>
            <a:pPr algn="l"/>
            <a:r>
              <a:rPr lang="pt-BR" sz="21600" b="1" dirty="0"/>
              <a:t>ENTÃO, JESUS É MISSÃO, A IGREJA É MISSÃO</a:t>
            </a:r>
          </a:p>
          <a:p>
            <a:pPr algn="l"/>
            <a:r>
              <a:rPr lang="pt-BR" sz="21600" b="1" dirty="0"/>
              <a:t>ENTÃO, NÓS SOMOS MISSÃO, MISSÃO LOCAL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8441863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8259</TotalTime>
  <Words>850</Words>
  <Application>Microsoft Office PowerPoint</Application>
  <PresentationFormat>Widescreen</PresentationFormat>
  <Paragraphs>151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27</cp:revision>
  <dcterms:created xsi:type="dcterms:W3CDTF">2023-05-06T17:01:55Z</dcterms:created>
  <dcterms:modified xsi:type="dcterms:W3CDTF">2026-10-10T20:19:16Z</dcterms:modified>
</cp:coreProperties>
</file>