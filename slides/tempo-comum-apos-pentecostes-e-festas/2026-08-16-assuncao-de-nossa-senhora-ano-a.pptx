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75" r:id="rId2"/>
    <p:sldId id="354" r:id="rId3"/>
    <p:sldId id="394" r:id="rId4"/>
    <p:sldId id="402" r:id="rId5"/>
    <p:sldId id="403" r:id="rId6"/>
    <p:sldId id="258" r:id="rId7"/>
    <p:sldId id="259" r:id="rId8"/>
    <p:sldId id="379" r:id="rId9"/>
    <p:sldId id="371" r:id="rId10"/>
    <p:sldId id="260" r:id="rId11"/>
    <p:sldId id="425" r:id="rId12"/>
    <p:sldId id="426" r:id="rId13"/>
    <p:sldId id="427" r:id="rId14"/>
    <p:sldId id="428" r:id="rId15"/>
    <p:sldId id="429" r:id="rId16"/>
    <p:sldId id="447" r:id="rId17"/>
    <p:sldId id="264" r:id="rId18"/>
    <p:sldId id="265" r:id="rId19"/>
    <p:sldId id="266" r:id="rId20"/>
    <p:sldId id="267" r:id="rId21"/>
    <p:sldId id="271" r:id="rId22"/>
    <p:sldId id="275" r:id="rId23"/>
    <p:sldId id="363" r:id="rId24"/>
    <p:sldId id="414" r:id="rId25"/>
    <p:sldId id="415" r:id="rId26"/>
    <p:sldId id="416" r:id="rId27"/>
    <p:sldId id="417" r:id="rId28"/>
    <p:sldId id="418" r:id="rId29"/>
    <p:sldId id="419" r:id="rId30"/>
    <p:sldId id="361" r:id="rId31"/>
    <p:sldId id="422" r:id="rId32"/>
    <p:sldId id="421" r:id="rId33"/>
    <p:sldId id="362" r:id="rId34"/>
    <p:sldId id="411" r:id="rId35"/>
    <p:sldId id="449" r:id="rId36"/>
    <p:sldId id="358" r:id="rId37"/>
    <p:sldId id="450" r:id="rId38"/>
    <p:sldId id="398" r:id="rId39"/>
    <p:sldId id="451" r:id="rId40"/>
    <p:sldId id="400" r:id="rId41"/>
    <p:sldId id="277" r:id="rId42"/>
    <p:sldId id="413" r:id="rId43"/>
    <p:sldId id="420" r:id="rId44"/>
    <p:sldId id="412" r:id="rId45"/>
    <p:sldId id="448" r:id="rId46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132" autoAdjust="0"/>
    <p:restoredTop sz="94660"/>
  </p:normalViewPr>
  <p:slideViewPr>
    <p:cSldViewPr snapToGrid="0">
      <p:cViewPr varScale="1">
        <p:scale>
          <a:sx n="69" d="100"/>
          <a:sy n="69" d="100"/>
        </p:scale>
        <p:origin x="69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microsoft.com/office/2016/11/relationships/changesInfo" Target="changesInfos/changesInfo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aclaracosta116@gmail.com" userId="a793634777582c92" providerId="LiveId" clId="{AB41562D-4FE5-4418-B6BF-51601AE8888F}"/>
    <pc:docChg chg="custSel addSld delSld modSld sldOrd">
      <pc:chgData name="anaclaracosta116@gmail.com" userId="a793634777582c92" providerId="LiveId" clId="{AB41562D-4FE5-4418-B6BF-51601AE8888F}" dt="2023-08-19T20:20:28.107" v="84" actId="2696"/>
      <pc:docMkLst>
        <pc:docMk/>
      </pc:docMkLst>
      <pc:sldChg chg="modSp mod">
        <pc:chgData name="anaclaracosta116@gmail.com" userId="a793634777582c92" providerId="LiveId" clId="{AB41562D-4FE5-4418-B6BF-51601AE8888F}" dt="2023-08-19T20:12:52.435" v="6" actId="1076"/>
        <pc:sldMkLst>
          <pc:docMk/>
          <pc:sldMk cId="2786277918" sldId="269"/>
        </pc:sldMkLst>
        <pc:spChg chg="mod">
          <ac:chgData name="anaclaracosta116@gmail.com" userId="a793634777582c92" providerId="LiveId" clId="{AB41562D-4FE5-4418-B6BF-51601AE8888F}" dt="2023-08-19T20:12:52.435" v="6" actId="1076"/>
          <ac:spMkLst>
            <pc:docMk/>
            <pc:sldMk cId="2786277918" sldId="269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AB41562D-4FE5-4418-B6BF-51601AE8888F}" dt="2023-08-19T20:14:05.465" v="13" actId="403"/>
        <pc:sldMkLst>
          <pc:docMk/>
          <pc:sldMk cId="1963412704" sldId="275"/>
        </pc:sldMkLst>
        <pc:spChg chg="mod">
          <ac:chgData name="anaclaracosta116@gmail.com" userId="a793634777582c92" providerId="LiveId" clId="{AB41562D-4FE5-4418-B6BF-51601AE8888F}" dt="2023-08-19T20:14:05.465" v="13" actId="403"/>
          <ac:spMkLst>
            <pc:docMk/>
            <pc:sldMk cId="1963412704" sldId="275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AB41562D-4FE5-4418-B6BF-51601AE8888F}" dt="2023-08-19T20:20:21.726" v="83" actId="403"/>
        <pc:sldMkLst>
          <pc:docMk/>
          <pc:sldMk cId="4141278968" sldId="337"/>
        </pc:sldMkLst>
        <pc:spChg chg="mod">
          <ac:chgData name="anaclaracosta116@gmail.com" userId="a793634777582c92" providerId="LiveId" clId="{AB41562D-4FE5-4418-B6BF-51601AE8888F}" dt="2023-08-19T20:20:21.726" v="83" actId="403"/>
          <ac:spMkLst>
            <pc:docMk/>
            <pc:sldMk cId="4141278968" sldId="337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AB41562D-4FE5-4418-B6BF-51601AE8888F}" dt="2023-08-19T20:17:09.941" v="38"/>
        <pc:sldMkLst>
          <pc:docMk/>
          <pc:sldMk cId="3348609962" sldId="358"/>
        </pc:sldMkLst>
        <pc:spChg chg="mod">
          <ac:chgData name="anaclaracosta116@gmail.com" userId="a793634777582c92" providerId="LiveId" clId="{AB41562D-4FE5-4418-B6BF-51601AE8888F}" dt="2023-08-19T20:17:09.941" v="38"/>
          <ac:spMkLst>
            <pc:docMk/>
            <pc:sldMk cId="3348609962" sldId="358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AB41562D-4FE5-4418-B6BF-51601AE8888F}" dt="2023-08-19T20:15:56.107" v="28" actId="27636"/>
        <pc:sldMkLst>
          <pc:docMk/>
          <pc:sldMk cId="2304799739" sldId="362"/>
        </pc:sldMkLst>
        <pc:spChg chg="mod">
          <ac:chgData name="anaclaracosta116@gmail.com" userId="a793634777582c92" providerId="LiveId" clId="{AB41562D-4FE5-4418-B6BF-51601AE8888F}" dt="2023-08-19T20:15:56.107" v="28" actId="27636"/>
          <ac:spMkLst>
            <pc:docMk/>
            <pc:sldMk cId="2304799739" sldId="362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AB41562D-4FE5-4418-B6BF-51601AE8888F}" dt="2023-08-19T20:14:47.349" v="24" actId="120"/>
        <pc:sldMkLst>
          <pc:docMk/>
          <pc:sldMk cId="496775209" sldId="363"/>
        </pc:sldMkLst>
        <pc:spChg chg="mod">
          <ac:chgData name="anaclaracosta116@gmail.com" userId="a793634777582c92" providerId="LiveId" clId="{AB41562D-4FE5-4418-B6BF-51601AE8888F}" dt="2023-08-19T20:14:47.349" v="24" actId="120"/>
          <ac:spMkLst>
            <pc:docMk/>
            <pc:sldMk cId="496775209" sldId="363"/>
            <ac:spMk id="3" creationId="{FC8F7E34-DB8C-1CEE-BAF4-E537563F9CD2}"/>
          </ac:spMkLst>
        </pc:spChg>
      </pc:sldChg>
      <pc:sldChg chg="del">
        <pc:chgData name="anaclaracosta116@gmail.com" userId="a793634777582c92" providerId="LiveId" clId="{AB41562D-4FE5-4418-B6BF-51601AE8888F}" dt="2023-08-19T20:20:28.107" v="84" actId="2696"/>
        <pc:sldMkLst>
          <pc:docMk/>
          <pc:sldMk cId="1457828054" sldId="374"/>
        </pc:sldMkLst>
      </pc:sldChg>
      <pc:sldChg chg="modSp mod">
        <pc:chgData name="anaclaracosta116@gmail.com" userId="a793634777582c92" providerId="LiveId" clId="{AB41562D-4FE5-4418-B6BF-51601AE8888F}" dt="2023-08-19T20:13:06.660" v="8" actId="27636"/>
        <pc:sldMkLst>
          <pc:docMk/>
          <pc:sldMk cId="1775942911" sldId="376"/>
        </pc:sldMkLst>
        <pc:spChg chg="mod">
          <ac:chgData name="anaclaracosta116@gmail.com" userId="a793634777582c92" providerId="LiveId" clId="{AB41562D-4FE5-4418-B6BF-51601AE8888F}" dt="2023-08-19T20:13:06.660" v="8" actId="27636"/>
          <ac:spMkLst>
            <pc:docMk/>
            <pc:sldMk cId="1775942911" sldId="376"/>
            <ac:spMk id="3" creationId="{FC8F7E34-DB8C-1CEE-BAF4-E537563F9CD2}"/>
          </ac:spMkLst>
        </pc:spChg>
      </pc:sldChg>
      <pc:sldChg chg="del">
        <pc:chgData name="anaclaracosta116@gmail.com" userId="a793634777582c92" providerId="LiveId" clId="{AB41562D-4FE5-4418-B6BF-51601AE8888F}" dt="2023-08-19T20:13:25.262" v="9" actId="2696"/>
        <pc:sldMkLst>
          <pc:docMk/>
          <pc:sldMk cId="488363801" sldId="395"/>
        </pc:sldMkLst>
      </pc:sldChg>
      <pc:sldChg chg="del">
        <pc:chgData name="anaclaracosta116@gmail.com" userId="a793634777582c92" providerId="LiveId" clId="{AB41562D-4FE5-4418-B6BF-51601AE8888F}" dt="2023-08-19T20:13:39.166" v="10" actId="2696"/>
        <pc:sldMkLst>
          <pc:docMk/>
          <pc:sldMk cId="3022578728" sldId="396"/>
        </pc:sldMkLst>
      </pc:sldChg>
      <pc:sldChg chg="del">
        <pc:chgData name="anaclaracosta116@gmail.com" userId="a793634777582c92" providerId="LiveId" clId="{AB41562D-4FE5-4418-B6BF-51601AE8888F}" dt="2023-08-19T20:17:19.759" v="42" actId="2696"/>
        <pc:sldMkLst>
          <pc:docMk/>
          <pc:sldMk cId="1334932472" sldId="397"/>
        </pc:sldMkLst>
      </pc:sldChg>
      <pc:sldChg chg="modSp mod">
        <pc:chgData name="anaclaracosta116@gmail.com" userId="a793634777582c92" providerId="LiveId" clId="{AB41562D-4FE5-4418-B6BF-51601AE8888F}" dt="2023-08-19T20:18:09.523" v="57" actId="403"/>
        <pc:sldMkLst>
          <pc:docMk/>
          <pc:sldMk cId="947951164" sldId="398"/>
        </pc:sldMkLst>
        <pc:spChg chg="mod">
          <ac:chgData name="anaclaracosta116@gmail.com" userId="a793634777582c92" providerId="LiveId" clId="{AB41562D-4FE5-4418-B6BF-51601AE8888F}" dt="2023-08-19T20:18:09.523" v="57" actId="403"/>
          <ac:spMkLst>
            <pc:docMk/>
            <pc:sldMk cId="947951164" sldId="398"/>
            <ac:spMk id="3" creationId="{FC8F7E34-DB8C-1CEE-BAF4-E537563F9CD2}"/>
          </ac:spMkLst>
        </pc:spChg>
      </pc:sldChg>
      <pc:sldChg chg="del">
        <pc:chgData name="anaclaracosta116@gmail.com" userId="a793634777582c92" providerId="LiveId" clId="{AB41562D-4FE5-4418-B6BF-51601AE8888F}" dt="2023-08-19T20:18:15.147" v="58" actId="2696"/>
        <pc:sldMkLst>
          <pc:docMk/>
          <pc:sldMk cId="3652477976" sldId="399"/>
        </pc:sldMkLst>
      </pc:sldChg>
      <pc:sldChg chg="modSp mod">
        <pc:chgData name="anaclaracosta116@gmail.com" userId="a793634777582c92" providerId="LiveId" clId="{AB41562D-4FE5-4418-B6BF-51601AE8888F}" dt="2023-08-19T20:19:10.461" v="77" actId="27636"/>
        <pc:sldMkLst>
          <pc:docMk/>
          <pc:sldMk cId="1897722864" sldId="400"/>
        </pc:sldMkLst>
        <pc:spChg chg="mod">
          <ac:chgData name="anaclaracosta116@gmail.com" userId="a793634777582c92" providerId="LiveId" clId="{AB41562D-4FE5-4418-B6BF-51601AE8888F}" dt="2023-08-19T20:19:10.461" v="77" actId="27636"/>
          <ac:spMkLst>
            <pc:docMk/>
            <pc:sldMk cId="1897722864" sldId="400"/>
            <ac:spMk id="3" creationId="{FC8F7E34-DB8C-1CEE-BAF4-E537563F9CD2}"/>
          </ac:spMkLst>
        </pc:spChg>
      </pc:sldChg>
      <pc:sldChg chg="add ord">
        <pc:chgData name="anaclaracosta116@gmail.com" userId="a793634777582c92" providerId="LiveId" clId="{AB41562D-4FE5-4418-B6BF-51601AE8888F}" dt="2023-08-19T20:17:17.003" v="41"/>
        <pc:sldMkLst>
          <pc:docMk/>
          <pc:sldMk cId="2704917479" sldId="407"/>
        </pc:sldMkLst>
      </pc:sldChg>
      <pc:sldChg chg="add ord">
        <pc:chgData name="anaclaracosta116@gmail.com" userId="a793634777582c92" providerId="LiveId" clId="{AB41562D-4FE5-4418-B6BF-51601AE8888F}" dt="2023-08-19T20:18:22.680" v="61"/>
        <pc:sldMkLst>
          <pc:docMk/>
          <pc:sldMk cId="2683157082" sldId="408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75746C-981B-DB7C-F3D3-C84CB7E468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83BAFC4-CFE8-DA0B-A3DF-F4001B8344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609E6F8-2DBC-09CB-DBA6-5CB7B9BAF0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15/08/2026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88B365A-3B26-66CD-9D24-4367E82B80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99A8C3B-630C-B6E0-FC51-7BDEEDF1E0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479369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CBBCDE-EE93-E1B9-DFC4-CD4BA0688A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C705EC5-7DEC-2E08-C99B-47CF3FB5C0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29EA133-5667-C6A0-816F-7211D8A90E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15/08/2026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0676FB5-6941-D7F6-8C22-9135C70849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CA7668A-5F33-AF5F-C51A-5D86111A21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602168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6CF12F-08E2-2AA1-B402-630CF57C77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5FE783E-B7D7-AC22-F66F-796611319D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E16B7AD-1710-4CD3-4A22-E885745023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15/08/2026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21FC751-3305-BB51-AA15-54E12F11B2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22F7B73-8093-D5E2-CAC4-03F572BDC2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585818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47092F-B59C-7924-4A19-515844306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FE3394C-133A-224A-BCDB-000937916A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6AAA661-EC79-7613-F4AC-F331C012D4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EE4AEED-E9F1-69E2-2AE8-EC1957BD2B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15/08/2026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2123F4B-01A6-51C8-AEB4-E1AC48AA88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056211B-1D00-34BF-17F6-4C30BA6E9D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991533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722ED3-E34E-45C4-596D-799F506982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0A23E38-B855-5F20-08F2-F0716B37EE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60AA198-9C71-DBD5-2DA8-9E6C54D985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782B1456-FF7A-2419-EDE6-2F2B28322A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F86C57A7-513F-2472-12D1-E14D9BF15C7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34E3205C-CDB4-96EE-62E8-150AE7415D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15/08/2026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7A3A62C0-3C60-1E47-29C2-C79E123802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69D97A16-135B-09CD-79D8-EA458784E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311596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980BC6-A8F2-6382-99AC-152FC6E10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DED4F30A-6FB1-2C45-39A5-99E50B6D1A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15/08/2026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B592C8CB-16E2-22E6-6464-F9BBD633E1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648FE6A5-BBF0-2BAF-D866-1F551FC8D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36664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F8B764A4-531E-D809-F5D0-127A1A4CCD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15/08/2026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5764C7A1-A52E-B63C-6B3F-9FC9F97C3A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42630A4-F3A3-D58A-06ED-BCD03CDB4B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864487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89FA7F-88F6-16F6-8ECA-ADE185E908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FDA3F1B-0694-BD83-53AF-C7950F6CBF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9594C00-1CA6-500C-9162-0E0F6F0911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44DB114-76BE-F5EA-F170-281F0DA049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15/08/2026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D7238A8-285F-1735-D9B5-569DAF45AA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4A8BF5C-0A98-FCAF-F426-137B145687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203770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56AED0-8488-BA7C-C2E4-07712F8F6B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3BA242C3-D20F-43FD-4853-84A71AB1A3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CBDDE27-1CD4-780A-7D80-511F881747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8A38D9E-A624-D4D9-F7B3-DBBDC80BC7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15/08/2026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9407EF3-D9E0-9C43-4FA6-F1118DCF91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FF0DC0D-1C83-103D-7428-FE661E872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650759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A418C1-E1BC-6623-1236-54C03F8E1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658C9B5-3C5D-4BA9-BBEE-E642ED0990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8877FB8-9D1B-58A9-EB55-3D125391D2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15/08/2026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7E3B181-0E48-0916-F698-355E6EEC63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BCED669-A055-D7E8-129B-54BBD2EC55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051698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1A45A97-5108-1EED-26EF-9FE9B26203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71D946A7-B4D7-7EE9-1234-EDD47F41F7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7482BBF-AF49-0D20-C141-FE4AEA692C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15/08/2026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4BD554E-AD86-83BF-9B3C-C7EF0387C3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9ADC73E-D7C1-E472-838F-4CC456C20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579663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D0C5B5E5-77A5-D0B0-C8CF-4B2148E86E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A8CFF8A-B079-FBDE-96A4-D95E9CB3A8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BBC425F-B706-AF6E-05C3-9DD8B3847BD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ADB375-1491-4444-9FE7-F0D57218A44F}" type="datetimeFigureOut">
              <a:rPr lang="pt-BR" smtClean="0"/>
              <a:t>15/08/2026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1D9E827-BD5E-38C5-A58E-6A12B746C1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602C6BA-4483-59CD-6323-071F88AF4B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89130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>
            <a:extLst>
              <a:ext uri="{FF2B5EF4-FFF2-40B4-BE49-F238E27FC236}">
                <a16:creationId xmlns:a16="http://schemas.microsoft.com/office/drawing/2014/main" id="{FDE5B5AD-CD71-C2BA-2DE7-294D0B6E29B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D6D98418-A85D-EED0-48E6-B6F8B08E68B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346" b="28618"/>
          <a:stretch/>
        </p:blipFill>
        <p:spPr bwMode="auto">
          <a:xfrm>
            <a:off x="893617" y="0"/>
            <a:ext cx="10404765" cy="68709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tângulo 1">
            <a:extLst>
              <a:ext uri="{FF2B5EF4-FFF2-40B4-BE49-F238E27FC236}">
                <a16:creationId xmlns:a16="http://schemas.microsoft.com/office/drawing/2014/main" id="{D3685A8F-3BF1-4985-90E0-31EBB7936F3E}"/>
              </a:ext>
            </a:extLst>
          </p:cNvPr>
          <p:cNvSpPr/>
          <p:nvPr/>
        </p:nvSpPr>
        <p:spPr>
          <a:xfrm>
            <a:off x="893617" y="0"/>
            <a:ext cx="11298383" cy="6870931"/>
          </a:xfrm>
          <a:prstGeom prst="rect">
            <a:avLst/>
          </a:prstGeom>
          <a:solidFill>
            <a:schemeClr val="tx1">
              <a:alpha val="31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Subtítulo 2">
            <a:extLst>
              <a:ext uri="{FF2B5EF4-FFF2-40B4-BE49-F238E27FC236}">
                <a16:creationId xmlns:a16="http://schemas.microsoft.com/office/drawing/2014/main" id="{846E9348-3599-B251-8CB9-86648F90E26C}"/>
              </a:ext>
            </a:extLst>
          </p:cNvPr>
          <p:cNvSpPr txBox="1">
            <a:spLocks/>
          </p:cNvSpPr>
          <p:nvPr/>
        </p:nvSpPr>
        <p:spPr>
          <a:xfrm>
            <a:off x="492528" y="4251960"/>
            <a:ext cx="11516592" cy="2316480"/>
          </a:xfrm>
          <a:prstGeom prst="rect">
            <a:avLst/>
          </a:prstGeom>
        </p:spPr>
        <p:txBody>
          <a:bodyPr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pt-BR" sz="7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SOLENIDADE DA ASSUNÇÃO DE NOSSA SENHORA</a:t>
            </a:r>
            <a:endParaRPr lang="pt-BR" sz="66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56591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408" y="1108364"/>
            <a:ext cx="11516592" cy="5749636"/>
          </a:xfrm>
        </p:spPr>
        <p:txBody>
          <a:bodyPr>
            <a:normAutofit lnSpcReduction="10000"/>
          </a:bodyPr>
          <a:lstStyle/>
          <a:p>
            <a:pPr algn="l"/>
            <a:r>
              <a:rPr lang="pt-BR" sz="7200" b="1" dirty="0"/>
              <a:t>GRANDE SINAL APARECEU NO CÉU, UMA MULHER QUE TEM O SOL POR MANTO, A LUA SOB OS PÉS, E SOBRE A CABEÇA UMA COROA DE DOZE ESTRELAS</a:t>
            </a:r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8804663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408" y="1108364"/>
            <a:ext cx="11516592" cy="5749636"/>
          </a:xfrm>
        </p:spPr>
        <p:txBody>
          <a:bodyPr>
            <a:normAutofit lnSpcReduction="10000"/>
          </a:bodyPr>
          <a:lstStyle/>
          <a:p>
            <a:pPr algn="l"/>
            <a:r>
              <a:rPr lang="pt-BR" sz="7200" dirty="0"/>
              <a:t>CANTAI AO SENHOR DEUS UM CANTO NOVO, PORQUE ELE FEZ PRODÍGIOS!</a:t>
            </a:r>
          </a:p>
          <a:p>
            <a:pPr algn="l"/>
            <a:r>
              <a:rPr lang="pt-BR" sz="7200" dirty="0"/>
              <a:t>SUA MÃO E O SEU BRAÇO FORTE E SANTO</a:t>
            </a:r>
          </a:p>
          <a:p>
            <a:pPr algn="l"/>
            <a:r>
              <a:rPr lang="pt-BR" sz="7200" dirty="0"/>
              <a:t>ALCANÇARAM-LHE A VITÓRIA.</a:t>
            </a:r>
          </a:p>
        </p:txBody>
      </p:sp>
    </p:spTree>
    <p:extLst>
      <p:ext uri="{BB962C8B-B14F-4D97-AF65-F5344CB8AC3E}">
        <p14:creationId xmlns:p14="http://schemas.microsoft.com/office/powerpoint/2010/main" val="1039315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408" y="1108364"/>
            <a:ext cx="11516592" cy="5749636"/>
          </a:xfrm>
        </p:spPr>
        <p:txBody>
          <a:bodyPr>
            <a:normAutofit lnSpcReduction="10000"/>
          </a:bodyPr>
          <a:lstStyle/>
          <a:p>
            <a:pPr algn="l"/>
            <a:r>
              <a:rPr lang="pt-BR" sz="7200" b="1" dirty="0"/>
              <a:t>GRANDE SINAL APARECEU NO CÉU, UMA MULHER QUE TEM O SOL POR MANTO, A LUA SOB OS PÉS, E SOBRE A CABEÇA UMA COROA DE DOZE ESTRELAS</a:t>
            </a:r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17483250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408" y="1108364"/>
            <a:ext cx="11516592" cy="5749636"/>
          </a:xfrm>
        </p:spPr>
        <p:txBody>
          <a:bodyPr>
            <a:normAutofit lnSpcReduction="10000"/>
          </a:bodyPr>
          <a:lstStyle/>
          <a:p>
            <a:pPr algn="l"/>
            <a:r>
              <a:rPr lang="pt-BR" sz="7200" dirty="0"/>
              <a:t>O SENHOR FEZ CONHECER A SALVAÇÃO.</a:t>
            </a:r>
          </a:p>
          <a:p>
            <a:pPr algn="l"/>
            <a:r>
              <a:rPr lang="pt-BR" sz="7200" dirty="0"/>
              <a:t>E ÀS NAÇÕES, SUA JUSTIÇA.</a:t>
            </a:r>
          </a:p>
          <a:p>
            <a:pPr algn="l"/>
            <a:r>
              <a:rPr lang="pt-BR" sz="7200" dirty="0"/>
              <a:t>RECORDOU O SEU AMOR O SEU AMOR SEMPRE FIEL PELA CASA DE ISRAEL</a:t>
            </a:r>
          </a:p>
        </p:txBody>
      </p:sp>
    </p:spTree>
    <p:extLst>
      <p:ext uri="{BB962C8B-B14F-4D97-AF65-F5344CB8AC3E}">
        <p14:creationId xmlns:p14="http://schemas.microsoft.com/office/powerpoint/2010/main" val="35079280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927057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7867" y="374072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ATO PENITENCIAL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7867" y="1011381"/>
            <a:ext cx="10976265" cy="5347855"/>
          </a:xfrm>
        </p:spPr>
        <p:txBody>
          <a:bodyPr>
            <a:normAutofit/>
          </a:bodyPr>
          <a:lstStyle/>
          <a:p>
            <a:pPr algn="just"/>
            <a:r>
              <a:rPr lang="pt-BR" sz="6000" dirty="0"/>
              <a:t>SENHOR, QUE VIESTES SALVAR</a:t>
            </a:r>
          </a:p>
          <a:p>
            <a:pPr algn="just"/>
            <a:r>
              <a:rPr lang="pt-BR" sz="6000" dirty="0"/>
              <a:t>OS CORAÇÕES ARREPENDIDOS</a:t>
            </a:r>
          </a:p>
          <a:p>
            <a:pPr algn="just"/>
            <a:r>
              <a:rPr lang="pt-BR" sz="6000" dirty="0"/>
              <a:t>TENDE PIEDADE DE NÓS</a:t>
            </a:r>
          </a:p>
          <a:p>
            <a:pPr algn="just"/>
            <a:endParaRPr lang="pt-BR" sz="6000" dirty="0"/>
          </a:p>
          <a:p>
            <a:pPr algn="just"/>
            <a:r>
              <a:rPr lang="pt-BR" sz="6000" b="1" dirty="0"/>
              <a:t>KYRIE ELEISON, KYRIE ELEISON</a:t>
            </a:r>
          </a:p>
        </p:txBody>
      </p:sp>
    </p:spTree>
    <p:extLst>
      <p:ext uri="{BB962C8B-B14F-4D97-AF65-F5344CB8AC3E}">
        <p14:creationId xmlns:p14="http://schemas.microsoft.com/office/powerpoint/2010/main" val="24904801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7867" y="374072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ATO PENITENCIAL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7867" y="1011381"/>
            <a:ext cx="10976265" cy="5347855"/>
          </a:xfrm>
        </p:spPr>
        <p:txBody>
          <a:bodyPr>
            <a:normAutofit lnSpcReduction="10000"/>
          </a:bodyPr>
          <a:lstStyle/>
          <a:p>
            <a:pPr algn="just"/>
            <a:r>
              <a:rPr lang="pt-BR" sz="6000" dirty="0"/>
              <a:t>CRISTO, QUE VIESTES CHAMAR</a:t>
            </a:r>
          </a:p>
          <a:p>
            <a:pPr algn="just"/>
            <a:r>
              <a:rPr lang="pt-BR" sz="6000" dirty="0"/>
              <a:t>OS PECADORES,</a:t>
            </a:r>
          </a:p>
          <a:p>
            <a:pPr algn="just"/>
            <a:r>
              <a:rPr lang="pt-BR" sz="6000" dirty="0"/>
              <a:t>TENDE PIEDADE DE NÓS.</a:t>
            </a:r>
          </a:p>
          <a:p>
            <a:pPr algn="just"/>
            <a:endParaRPr lang="pt-BR" sz="6000" dirty="0"/>
          </a:p>
          <a:p>
            <a:pPr algn="just"/>
            <a:r>
              <a:rPr lang="pt-BR" sz="6000" b="1" dirty="0"/>
              <a:t>CHRISTE ELEISON, CHRISTE ELEISON</a:t>
            </a:r>
            <a:r>
              <a:rPr lang="pt-BR" sz="60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2803491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00099" y="789709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ATO PENITENCIAL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7867" y="1524000"/>
            <a:ext cx="10976265" cy="4641273"/>
          </a:xfrm>
        </p:spPr>
        <p:txBody>
          <a:bodyPr>
            <a:normAutofit fontScale="77500" lnSpcReduction="20000"/>
          </a:bodyPr>
          <a:lstStyle/>
          <a:p>
            <a:pPr algn="just"/>
            <a:r>
              <a:rPr lang="pt-BR" sz="8000" dirty="0"/>
              <a:t>3. SENHOR, QUE INTERCEDEIS</a:t>
            </a:r>
          </a:p>
          <a:p>
            <a:pPr algn="just"/>
            <a:r>
              <a:rPr lang="pt-BR" sz="8000" dirty="0"/>
              <a:t>POR NÓS JUNTO DO PAI</a:t>
            </a:r>
          </a:p>
          <a:p>
            <a:pPr algn="just"/>
            <a:r>
              <a:rPr lang="pt-BR" sz="8000" dirty="0"/>
              <a:t>TENDE PIEDADE DE NÓS</a:t>
            </a:r>
          </a:p>
          <a:p>
            <a:pPr algn="just"/>
            <a:endParaRPr lang="pt-BR" sz="8000" dirty="0"/>
          </a:p>
          <a:p>
            <a:pPr algn="just"/>
            <a:r>
              <a:rPr lang="pt-BR" sz="8000" b="1" dirty="0"/>
              <a:t>KYRIE ELEISON, KYRIE ELEISON,</a:t>
            </a:r>
          </a:p>
        </p:txBody>
      </p:sp>
    </p:spTree>
    <p:extLst>
      <p:ext uri="{BB962C8B-B14F-4D97-AF65-F5344CB8AC3E}">
        <p14:creationId xmlns:p14="http://schemas.microsoft.com/office/powerpoint/2010/main" val="42238937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234528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3" y="1011382"/>
            <a:ext cx="11193088" cy="5587538"/>
          </a:xfrm>
        </p:spPr>
        <p:txBody>
          <a:bodyPr>
            <a:normAutofit fontScale="62500" lnSpcReduction="20000"/>
          </a:bodyPr>
          <a:lstStyle/>
          <a:p>
            <a:pPr algn="just"/>
            <a:r>
              <a:rPr lang="fr-FR" sz="9600" b="1" dirty="0"/>
              <a:t>GLORIA IN EXCELSIS DEO ET IN TERRA PAX HOMINIBUS BONAE VOLUNTATIS, BONAE VOLUNTATIS</a:t>
            </a:r>
            <a:endParaRPr lang="pt-BR" sz="9600" b="1" dirty="0"/>
          </a:p>
          <a:p>
            <a:pPr algn="just"/>
            <a:r>
              <a:rPr lang="pt-BR" sz="3800" b="1" dirty="0">
                <a:solidFill>
                  <a:srgbClr val="FF0000"/>
                </a:solidFill>
              </a:rPr>
              <a:t>TRADUÇÃO</a:t>
            </a:r>
          </a:p>
          <a:p>
            <a:pPr algn="just"/>
            <a:r>
              <a:rPr lang="pt-BR" sz="5800" dirty="0"/>
              <a:t>GLÓRIA A DEUS NAS ALTURAS E PAZ NA TERRA AOS HOMENS POR ELE AMADOS</a:t>
            </a:r>
          </a:p>
          <a:p>
            <a:pPr algn="just"/>
            <a:endParaRPr lang="pt-BR" sz="10600" b="1" dirty="0"/>
          </a:p>
          <a:p>
            <a:pPr algn="just"/>
            <a:r>
              <a:rPr lang="pt-BR" sz="8600" dirty="0"/>
              <a:t>SENHOR DEUS, REI DOS CÉUS, DEUS PAI TODO PODEROSO</a:t>
            </a:r>
          </a:p>
          <a:p>
            <a:pPr algn="just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6165595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1011382"/>
            <a:ext cx="11467408" cy="5999018"/>
          </a:xfrm>
        </p:spPr>
        <p:txBody>
          <a:bodyPr>
            <a:normAutofit fontScale="62500" lnSpcReduction="20000"/>
          </a:bodyPr>
          <a:lstStyle/>
          <a:p>
            <a:pPr algn="just"/>
            <a:r>
              <a:rPr lang="pt-BR" sz="11000" dirty="0"/>
              <a:t>NÓS VOS LOUVAMOS, NÓS VOS BENDIZEMOS</a:t>
            </a:r>
            <a:endParaRPr lang="pt-BR" sz="11000" b="1" dirty="0"/>
          </a:p>
          <a:p>
            <a:pPr algn="just"/>
            <a:r>
              <a:rPr lang="pt-BR" sz="11000" dirty="0"/>
              <a:t>NÓS VOS ADORAMOS, NÓS VOS GLORIFICAMOS</a:t>
            </a:r>
          </a:p>
          <a:p>
            <a:pPr algn="just"/>
            <a:r>
              <a:rPr lang="pt-BR" sz="11000" dirty="0"/>
              <a:t>NÓS VOS DAMOS GRAÇAS, POR VOSSA IMENSA GLÓRIA. </a:t>
            </a:r>
          </a:p>
        </p:txBody>
      </p:sp>
    </p:spTree>
    <p:extLst>
      <p:ext uri="{BB962C8B-B14F-4D97-AF65-F5344CB8AC3E}">
        <p14:creationId xmlns:p14="http://schemas.microsoft.com/office/powerpoint/2010/main" val="1976940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23275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703811"/>
            <a:ext cx="11436928" cy="6220691"/>
          </a:xfrm>
        </p:spPr>
        <p:txBody>
          <a:bodyPr>
            <a:normAutofit lnSpcReduction="10000"/>
          </a:bodyPr>
          <a:lstStyle/>
          <a:p>
            <a:pPr algn="l"/>
            <a:r>
              <a:rPr lang="pt-BR" sz="6600" dirty="0"/>
              <a:t>SENHOR JESUS CRISTO, FILHO UNIGÊNITO,</a:t>
            </a:r>
          </a:p>
          <a:p>
            <a:pPr algn="l"/>
            <a:r>
              <a:rPr lang="pt-BR" sz="6600" dirty="0"/>
              <a:t>SENHOR DEUS, CORDEIRO DE DEUS, FILHO DE DEUS PAI</a:t>
            </a:r>
            <a:endParaRPr lang="pt-BR" sz="6600" b="1" dirty="0"/>
          </a:p>
          <a:p>
            <a:pPr algn="l"/>
            <a:r>
              <a:rPr lang="pt-BR" sz="6600" dirty="0"/>
              <a:t>VÓS QUE TIRAIS O PECADO DO MUNDO, TENDE PIEDADE DE NÓS</a:t>
            </a:r>
          </a:p>
          <a:p>
            <a:pPr algn="l"/>
            <a:endParaRPr lang="pt-BR" sz="6600" dirty="0"/>
          </a:p>
          <a:p>
            <a:pPr algn="l"/>
            <a:endParaRPr lang="pt-BR" sz="6600" dirty="0"/>
          </a:p>
          <a:p>
            <a:pPr algn="l"/>
            <a:endParaRPr lang="pt-BR" sz="5400" dirty="0"/>
          </a:p>
          <a:p>
            <a:pPr algn="l"/>
            <a:endParaRPr lang="pt-BR" sz="5400" dirty="0"/>
          </a:p>
        </p:txBody>
      </p:sp>
    </p:spTree>
    <p:extLst>
      <p:ext uri="{BB962C8B-B14F-4D97-AF65-F5344CB8AC3E}">
        <p14:creationId xmlns:p14="http://schemas.microsoft.com/office/powerpoint/2010/main" val="6705958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3" y="1011382"/>
            <a:ext cx="11242963" cy="5555674"/>
          </a:xfrm>
        </p:spPr>
        <p:txBody>
          <a:bodyPr>
            <a:normAutofit fontScale="92500"/>
          </a:bodyPr>
          <a:lstStyle/>
          <a:p>
            <a:pPr algn="just"/>
            <a:r>
              <a:rPr lang="pt-BR" sz="6000" dirty="0"/>
              <a:t>VÓS QUE TIRAIS O PECADO DO MUNDO, ACOLHEI A NOSSA SÚPLICA</a:t>
            </a:r>
          </a:p>
          <a:p>
            <a:pPr algn="just"/>
            <a:r>
              <a:rPr lang="pt-BR" sz="6000" dirty="0"/>
              <a:t>VÓS QUE ESTAIS À DIREITA DO PAI, </a:t>
            </a:r>
          </a:p>
          <a:p>
            <a:pPr algn="just"/>
            <a:r>
              <a:rPr lang="pt-BR" sz="6000" dirty="0"/>
              <a:t>TENDE PIEDADE DE NÓS</a:t>
            </a:r>
          </a:p>
          <a:p>
            <a:pPr algn="just"/>
            <a:r>
              <a:rPr lang="pt-BR" sz="6000" dirty="0"/>
              <a:t>SÓ VÓS SOIS SANTO, SÓ VÓS O SENHOR</a:t>
            </a:r>
          </a:p>
        </p:txBody>
      </p:sp>
    </p:spTree>
    <p:extLst>
      <p:ext uri="{BB962C8B-B14F-4D97-AF65-F5344CB8AC3E}">
        <p14:creationId xmlns:p14="http://schemas.microsoft.com/office/powerpoint/2010/main" val="27889054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1011382"/>
            <a:ext cx="11357099" cy="5846618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pt-BR" sz="9600" dirty="0"/>
              <a:t>SÓ VÓS O ALTÍSSIMO, JESUS CRISTO, </a:t>
            </a:r>
          </a:p>
          <a:p>
            <a:pPr algn="just"/>
            <a:r>
              <a:rPr lang="pt-BR" sz="9600" dirty="0"/>
              <a:t>COM O ESPÍRITO SANTO NA GLÓRIA DE DEUS PAI. </a:t>
            </a:r>
          </a:p>
        </p:txBody>
      </p:sp>
    </p:spTree>
    <p:extLst>
      <p:ext uri="{BB962C8B-B14F-4D97-AF65-F5344CB8AC3E}">
        <p14:creationId xmlns:p14="http://schemas.microsoft.com/office/powerpoint/2010/main" val="118234746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1011382"/>
            <a:ext cx="11357099" cy="5846618"/>
          </a:xfrm>
        </p:spPr>
        <p:txBody>
          <a:bodyPr>
            <a:normAutofit fontScale="85000" lnSpcReduction="20000"/>
          </a:bodyPr>
          <a:lstStyle/>
          <a:p>
            <a:pPr algn="l"/>
            <a:r>
              <a:rPr lang="pt-BR" sz="9600" b="1" dirty="0"/>
              <a:t>GLORIA IN EXCELSIS DEO ET IN TERRA PAX HOMINIBUS BONAE VOLUNTATIS, BONAE VOLUNTATIS.</a:t>
            </a:r>
          </a:p>
          <a:p>
            <a:pPr algn="just"/>
            <a:r>
              <a:rPr lang="pt-BR" sz="9600" dirty="0"/>
              <a:t>AMÉM!</a:t>
            </a:r>
          </a:p>
        </p:txBody>
      </p:sp>
    </p:spTree>
    <p:extLst>
      <p:ext uri="{BB962C8B-B14F-4D97-AF65-F5344CB8AC3E}">
        <p14:creationId xmlns:p14="http://schemas.microsoft.com/office/powerpoint/2010/main" val="364376846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2205986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4038600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SALMO RESPONSORIAL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20040" y="2529320"/>
            <a:ext cx="10151919" cy="1799360"/>
          </a:xfrm>
        </p:spPr>
        <p:txBody>
          <a:bodyPr>
            <a:normAutofit fontScale="92500" lnSpcReduction="20000"/>
          </a:bodyPr>
          <a:lstStyle/>
          <a:p>
            <a:r>
              <a:rPr lang="pt-BR" sz="5400" b="1" dirty="0"/>
              <a:t>À VOSSA DIREITA SE ENCONTRA A RAINHA, COM VESTE ESPLENDENTE DE OURO DE OFIR.</a:t>
            </a:r>
            <a:endParaRPr lang="pt-BR" sz="1400" dirty="0"/>
          </a:p>
        </p:txBody>
      </p:sp>
    </p:spTree>
    <p:extLst>
      <p:ext uri="{BB962C8B-B14F-4D97-AF65-F5344CB8AC3E}">
        <p14:creationId xmlns:p14="http://schemas.microsoft.com/office/powerpoint/2010/main" val="338803486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6784945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71053"/>
            <a:ext cx="4038600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ACLAMAÇÃO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3900" y="1274619"/>
            <a:ext cx="10744200" cy="5389418"/>
          </a:xfrm>
        </p:spPr>
        <p:txBody>
          <a:bodyPr>
            <a:normAutofit/>
          </a:bodyPr>
          <a:lstStyle/>
          <a:p>
            <a:r>
              <a:rPr lang="pt-BR" sz="4800" b="1" dirty="0"/>
              <a:t>ALELUIA, ALELUIA, ALELUIA</a:t>
            </a:r>
          </a:p>
          <a:p>
            <a:endParaRPr lang="pt-BR" sz="4800" b="1" dirty="0"/>
          </a:p>
          <a:p>
            <a:r>
              <a:rPr lang="pt-BR" sz="4800" dirty="0"/>
              <a:t>MARIA É ELEVADA AO CÉU, ALEGRAM-SE OS COROS DOS ANJOS.</a:t>
            </a:r>
          </a:p>
          <a:p>
            <a:endParaRPr lang="pt-BR" sz="4800" b="1" dirty="0"/>
          </a:p>
          <a:p>
            <a:r>
              <a:rPr lang="pt-BR" sz="4800" b="1" dirty="0"/>
              <a:t>ALELUIA, ALELUIA, ALELUIA</a:t>
            </a:r>
            <a:endParaRPr lang="pt-BR" sz="4800" dirty="0"/>
          </a:p>
          <a:p>
            <a:endParaRPr lang="pt-BR" sz="4800" dirty="0"/>
          </a:p>
          <a:p>
            <a:endParaRPr lang="pt-BR" sz="1200" dirty="0"/>
          </a:p>
        </p:txBody>
      </p:sp>
    </p:spTree>
    <p:extLst>
      <p:ext uri="{BB962C8B-B14F-4D97-AF65-F5344CB8AC3E}">
        <p14:creationId xmlns:p14="http://schemas.microsoft.com/office/powerpoint/2010/main" val="267181744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2815659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6" y="443345"/>
            <a:ext cx="4883729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990168"/>
            <a:ext cx="10851573" cy="5424487"/>
          </a:xfrm>
        </p:spPr>
        <p:txBody>
          <a:bodyPr>
            <a:normAutofit/>
          </a:bodyPr>
          <a:lstStyle/>
          <a:p>
            <a:pPr algn="l"/>
            <a:r>
              <a:rPr lang="pt-BR" sz="7200" b="1" dirty="0"/>
              <a:t>AVE MARIA, CHEIA DE GRAÇA, O SENHOR ESTÁ CONTIGO.</a:t>
            </a:r>
          </a:p>
          <a:p>
            <a:pPr algn="l"/>
            <a:r>
              <a:rPr lang="pt-BR" sz="7200" b="1" dirty="0"/>
              <a:t>BENDITA ÉS TU ENTRE AS MULHERES, ALELUIA!</a:t>
            </a:r>
            <a:endParaRPr lang="pt-BR" sz="230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196341270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6" y="443345"/>
            <a:ext cx="5174673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142569"/>
            <a:ext cx="10851573" cy="4232996"/>
          </a:xfrm>
        </p:spPr>
        <p:txBody>
          <a:bodyPr>
            <a:normAutofit/>
          </a:bodyPr>
          <a:lstStyle/>
          <a:p>
            <a:pPr algn="just"/>
            <a:r>
              <a:rPr lang="pt-BR" sz="6600" dirty="0"/>
              <a:t>FAVORECESTES, Ó SENHOR, A VOSSA TERRA, *</a:t>
            </a:r>
          </a:p>
          <a:p>
            <a:pPr algn="just"/>
            <a:r>
              <a:rPr lang="pt-BR" sz="6600" dirty="0"/>
              <a:t>LIBERTASTES OS CATIVOS DE JACÓ. R.</a:t>
            </a:r>
            <a:endParaRPr lang="pt-BR" sz="54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49677520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6" y="443345"/>
            <a:ext cx="49252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990168"/>
            <a:ext cx="10851573" cy="5424487"/>
          </a:xfrm>
        </p:spPr>
        <p:txBody>
          <a:bodyPr>
            <a:normAutofit/>
          </a:bodyPr>
          <a:lstStyle/>
          <a:p>
            <a:pPr algn="l"/>
            <a:r>
              <a:rPr lang="pt-BR" sz="7200" b="1" dirty="0"/>
              <a:t>AVE MARIA, CHEIA DE GRAÇA, O SENHOR ESTÁ CONTIGO.</a:t>
            </a:r>
          </a:p>
          <a:p>
            <a:pPr algn="l"/>
            <a:r>
              <a:rPr lang="pt-BR" sz="7200" b="1" dirty="0"/>
              <a:t>BENDITA ÉS TU ENTRE AS MULHERES, ALELUIA!</a:t>
            </a:r>
            <a:endParaRPr lang="pt-BR" sz="230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279250175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4592782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142569"/>
            <a:ext cx="10851573" cy="4232996"/>
          </a:xfrm>
        </p:spPr>
        <p:txBody>
          <a:bodyPr>
            <a:normAutofit lnSpcReduction="10000"/>
          </a:bodyPr>
          <a:lstStyle/>
          <a:p>
            <a:pPr algn="l"/>
            <a:r>
              <a:rPr lang="pt-BR" sz="8000" b="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A VERDADE E O AMOR SE ENCONTRARÃO, * A JUSTIÇA E A PAZ SE ABRAÇARÃO; R.</a:t>
            </a:r>
            <a:endParaRPr lang="pt-BR" sz="397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378769761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4800600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990168"/>
            <a:ext cx="10851573" cy="5424487"/>
          </a:xfrm>
        </p:spPr>
        <p:txBody>
          <a:bodyPr>
            <a:normAutofit/>
          </a:bodyPr>
          <a:lstStyle/>
          <a:p>
            <a:pPr algn="l"/>
            <a:r>
              <a:rPr lang="pt-BR" sz="7200" b="1" dirty="0"/>
              <a:t>AVE MARIA, CHEIA DE GRAÇA, O SENHOR ESTÁ CONTIGO.</a:t>
            </a:r>
          </a:p>
          <a:p>
            <a:pPr algn="l"/>
            <a:r>
              <a:rPr lang="pt-BR" sz="7200" b="1" dirty="0"/>
              <a:t>BENDITA ÉS TU ENTRE AS MULHERES, ALELUIA!</a:t>
            </a:r>
            <a:endParaRPr lang="pt-BR" sz="230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77769091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6" y="443345"/>
            <a:ext cx="527165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142569"/>
            <a:ext cx="10855037" cy="4828740"/>
          </a:xfrm>
        </p:spPr>
        <p:txBody>
          <a:bodyPr>
            <a:normAutofit/>
          </a:bodyPr>
          <a:lstStyle/>
          <a:p>
            <a:pPr algn="l"/>
            <a:r>
              <a:rPr lang="pt-BR" sz="8000" b="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DA TERRA BROTARÁ A FIDELIDADE, *</a:t>
            </a:r>
          </a:p>
          <a:p>
            <a:pPr algn="l"/>
            <a:r>
              <a:rPr lang="pt-BR" sz="8000" b="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E A JUSTIÇA OLHARÁ DOS ALTOS CÉUS. </a:t>
            </a:r>
            <a:endParaRPr lang="pt-BR" sz="397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407894779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4800600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990168"/>
            <a:ext cx="10851573" cy="5424487"/>
          </a:xfrm>
        </p:spPr>
        <p:txBody>
          <a:bodyPr>
            <a:normAutofit/>
          </a:bodyPr>
          <a:lstStyle/>
          <a:p>
            <a:pPr algn="l"/>
            <a:r>
              <a:rPr lang="pt-BR" sz="7200" b="1" dirty="0"/>
              <a:t>AVE MARIA, CHEIA DE GRAÇA, O SENHOR ESTÁ CONTIGO.</a:t>
            </a:r>
          </a:p>
          <a:p>
            <a:pPr algn="l"/>
            <a:r>
              <a:rPr lang="pt-BR" sz="7200" b="1" dirty="0"/>
              <a:t>BENDITA ÉS TU ENTRE AS MULHERES, ALELUIA!</a:t>
            </a:r>
            <a:endParaRPr lang="pt-BR" sz="230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392218347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47867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142569"/>
            <a:ext cx="10855037" cy="4828740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pt-BR" sz="8000" b="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O SENHOR NOS DARÁ TUDO O QUE É BOM,*</a:t>
            </a:r>
          </a:p>
          <a:p>
            <a:pPr algn="l"/>
            <a:r>
              <a:rPr lang="pt-BR" sz="8000" b="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E A NOSSA TERRA NOS DARÁ SUAS COLHEITAS; R.</a:t>
            </a:r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69740685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4172737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47867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SANTO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142569"/>
            <a:ext cx="10855037" cy="4828740"/>
          </a:xfrm>
        </p:spPr>
        <p:txBody>
          <a:bodyPr>
            <a:normAutofit fontScale="32500" lnSpcReduction="20000"/>
          </a:bodyPr>
          <a:lstStyle/>
          <a:p>
            <a:pPr algn="l"/>
            <a:r>
              <a:rPr lang="pt-BR" sz="14200" b="0" i="0" dirty="0">
                <a:effectLst/>
                <a:latin typeface="Roboto" panose="02000000000000000000" pitchFamily="2" charset="0"/>
              </a:rPr>
              <a:t>SANTO, SANTO, SANTO</a:t>
            </a:r>
          </a:p>
          <a:p>
            <a:pPr algn="l"/>
            <a:r>
              <a:rPr lang="pt-BR" sz="14200" dirty="0">
                <a:latin typeface="Roboto" panose="02000000000000000000" pitchFamily="2" charset="0"/>
              </a:rPr>
              <a:t>SENHOR, DEUS DO UNIVERSO</a:t>
            </a:r>
          </a:p>
          <a:p>
            <a:pPr algn="l"/>
            <a:r>
              <a:rPr lang="pt-BR" sz="14200" dirty="0">
                <a:latin typeface="Roboto" panose="02000000000000000000" pitchFamily="2" charset="0"/>
              </a:rPr>
              <a:t>O CÉU E A TERRA PROCLAMAM A VOSSA GLÓRIA</a:t>
            </a:r>
          </a:p>
          <a:p>
            <a:pPr algn="l"/>
            <a:r>
              <a:rPr lang="pt-BR" sz="14200" dirty="0">
                <a:latin typeface="Roboto" panose="02000000000000000000" pitchFamily="2" charset="0"/>
              </a:rPr>
              <a:t>HOSANA NAS ALTURAS (2X)</a:t>
            </a:r>
          </a:p>
          <a:p>
            <a:pPr algn="l"/>
            <a:r>
              <a:rPr lang="pt-BR" sz="14200" dirty="0">
                <a:latin typeface="Roboto" panose="02000000000000000000" pitchFamily="2" charset="0"/>
              </a:rPr>
              <a:t>BENDITO O QUE VEM EM NOME DO SENHOR.</a:t>
            </a:r>
          </a:p>
          <a:p>
            <a:pPr algn="l"/>
            <a:r>
              <a:rPr lang="pt-BR" sz="14200" dirty="0">
                <a:latin typeface="Roboto" panose="02000000000000000000" pitchFamily="2" charset="0"/>
              </a:rPr>
              <a:t>HOSANA NAS ALTURAS</a:t>
            </a:r>
            <a:endParaRPr lang="pt-BR" sz="14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6794986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4393963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512618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0851573" cy="5424487"/>
          </a:xfrm>
        </p:spPr>
        <p:txBody>
          <a:bodyPr>
            <a:normAutofit fontScale="77500" lnSpcReduction="20000"/>
          </a:bodyPr>
          <a:lstStyle/>
          <a:p>
            <a:pPr algn="l"/>
            <a:r>
              <a:rPr lang="pt-BR" sz="8800" b="1" dirty="0"/>
              <a:t>TODAS AS GERAÇÕES ME CHAMARÃO BEM-AVENTURADA, </a:t>
            </a:r>
          </a:p>
          <a:p>
            <a:pPr algn="l"/>
            <a:r>
              <a:rPr lang="pt-BR" sz="8800" b="1" dirty="0"/>
              <a:t>PORQUE O PODEROSO FEZ EM MIM GRANDES COISAS. E SANTO É O SEU NOME!</a:t>
            </a:r>
          </a:p>
          <a:p>
            <a:pPr algn="just"/>
            <a:endParaRPr lang="pt-BR" sz="54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230479973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990168"/>
            <a:ext cx="10851573" cy="5424487"/>
          </a:xfrm>
        </p:spPr>
        <p:txBody>
          <a:bodyPr>
            <a:normAutofit fontScale="85000" lnSpcReduction="20000"/>
          </a:bodyPr>
          <a:lstStyle/>
          <a:p>
            <a:pPr algn="l"/>
            <a:r>
              <a:rPr lang="pt-BR" sz="8000" dirty="0"/>
              <a:t>A MINH'ALMA ENGRANDECE O SENHOR E SE ALEGROU O MEU ESPÍRITO EM DEUS, MEU SALVADOR; </a:t>
            </a:r>
          </a:p>
          <a:p>
            <a:pPr algn="l"/>
            <a:r>
              <a:rPr lang="pt-BR" sz="8000" dirty="0"/>
              <a:t>SEU AMOR, DE GERAÇÃO EM GERAÇÃO, CHEGA A TODOS QUE O RESPEITAM; </a:t>
            </a:r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120551023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9D4435-3E59-D97C-54DF-81E6C796F1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5CA595E-7A78-64F9-36D6-EDD4E862DE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512618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52C7A1D-002F-D1F2-21E3-55E4A45889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0851573" cy="5424487"/>
          </a:xfrm>
        </p:spPr>
        <p:txBody>
          <a:bodyPr>
            <a:normAutofit fontScale="77500" lnSpcReduction="20000"/>
          </a:bodyPr>
          <a:lstStyle/>
          <a:p>
            <a:pPr algn="l"/>
            <a:r>
              <a:rPr lang="pt-BR" sz="8800" b="1" dirty="0"/>
              <a:t>TODAS AS GERAÇÕES ME CHAMARÃO BEM-AVENTURADA, </a:t>
            </a:r>
          </a:p>
          <a:p>
            <a:pPr algn="l"/>
            <a:r>
              <a:rPr lang="pt-BR" sz="8800" b="1" dirty="0"/>
              <a:t>PORQUE O PODEROSO FEZ EM MIM GRANDES COISAS. E SANTO É O SEU NOME!</a:t>
            </a:r>
          </a:p>
          <a:p>
            <a:pPr algn="just"/>
            <a:endParaRPr lang="pt-BR" sz="54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88859605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990168"/>
            <a:ext cx="10851573" cy="5424487"/>
          </a:xfrm>
        </p:spPr>
        <p:txBody>
          <a:bodyPr>
            <a:normAutofit fontScale="85000" lnSpcReduction="20000"/>
          </a:bodyPr>
          <a:lstStyle/>
          <a:p>
            <a:pPr algn="l"/>
            <a:r>
              <a:rPr lang="pt-BR" sz="8000" dirty="0"/>
              <a:t>A MINH'ALMA ENGRANDECE O SENHOR E SE ALEGROU O MEU ESPÍRITO EM DEUS, MEU SALVADOR; </a:t>
            </a:r>
          </a:p>
          <a:p>
            <a:pPr algn="l"/>
            <a:r>
              <a:rPr lang="pt-BR" sz="8000" dirty="0"/>
              <a:t>SEU AMOR, DE GERAÇÃO EM GERAÇÃO, CHEGA A TODOS QUE O RESPEITAM; </a:t>
            </a:r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334860996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0C6FC8-0320-5816-10C9-FD6BDE1E5F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9DC701B-B84F-0550-2C2B-AB913C2F5F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512618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A0DE549-FCE0-772B-ACC3-58A0BB7792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0851573" cy="5424487"/>
          </a:xfrm>
        </p:spPr>
        <p:txBody>
          <a:bodyPr>
            <a:normAutofit fontScale="77500" lnSpcReduction="20000"/>
          </a:bodyPr>
          <a:lstStyle/>
          <a:p>
            <a:pPr algn="l"/>
            <a:r>
              <a:rPr lang="pt-BR" sz="8800" b="1" dirty="0"/>
              <a:t>TODAS AS GERAÇÕES ME CHAMARÃO BEM-AVENTURADA, </a:t>
            </a:r>
          </a:p>
          <a:p>
            <a:pPr algn="l"/>
            <a:r>
              <a:rPr lang="pt-BR" sz="8800" b="1" dirty="0"/>
              <a:t>PORQUE O PODEROSO FEZ EM MIM GRANDES COISAS. E SANTO É O SEU NOME!</a:t>
            </a:r>
          </a:p>
          <a:p>
            <a:pPr algn="just"/>
            <a:endParaRPr lang="pt-BR" sz="54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11857146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990168"/>
            <a:ext cx="11355532" cy="5618450"/>
          </a:xfrm>
        </p:spPr>
        <p:txBody>
          <a:bodyPr>
            <a:normAutofit lnSpcReduction="10000"/>
          </a:bodyPr>
          <a:lstStyle/>
          <a:p>
            <a:pPr algn="l"/>
            <a:r>
              <a:rPr lang="pt-BR" sz="7200" dirty="0"/>
              <a:t>DEMONSTROU O PODER DE SEU BRAÇO, DISPERSOU OS ORGULHOSOS. </a:t>
            </a:r>
          </a:p>
          <a:p>
            <a:pPr algn="l"/>
            <a:r>
              <a:rPr lang="pt-BR" sz="7200" dirty="0"/>
              <a:t>DERRUBOU OS PODEROSOS DE SEUS TRONOS E OS HUMILDES EXALTOU! </a:t>
            </a:r>
            <a:endParaRPr lang="pt-BR" sz="25800" dirty="0"/>
          </a:p>
        </p:txBody>
      </p:sp>
    </p:spTree>
    <p:extLst>
      <p:ext uri="{BB962C8B-B14F-4D97-AF65-F5344CB8AC3E}">
        <p14:creationId xmlns:p14="http://schemas.microsoft.com/office/powerpoint/2010/main" val="94795116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4A739C-8ECF-A076-A118-022991788E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88FAFCB-F53C-D1CB-33C1-90C176CBF4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512618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AF8F65A-4EC8-82E7-515B-E36E7156E5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0851573" cy="5424487"/>
          </a:xfrm>
        </p:spPr>
        <p:txBody>
          <a:bodyPr>
            <a:normAutofit fontScale="77500" lnSpcReduction="20000"/>
          </a:bodyPr>
          <a:lstStyle/>
          <a:p>
            <a:pPr algn="l"/>
            <a:r>
              <a:rPr lang="pt-BR" sz="8800" b="1" dirty="0"/>
              <a:t>TODAS AS GERAÇÕES ME CHAMARÃO BEM-AVENTURADA, </a:t>
            </a:r>
          </a:p>
          <a:p>
            <a:pPr algn="l"/>
            <a:r>
              <a:rPr lang="pt-BR" sz="8800" b="1" dirty="0"/>
              <a:t>PORQUE O PODEROSO FEZ EM MIM GRANDES COISAS. E SANTO É O SEU NOME!</a:t>
            </a:r>
          </a:p>
          <a:p>
            <a:pPr algn="just"/>
            <a:endParaRPr lang="pt-BR" sz="54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408305371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2" y="990168"/>
            <a:ext cx="11521787" cy="5867832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pt-BR" sz="8000" dirty="0"/>
              <a:t>E BENS SACIOU OS FAMINTOS, E DESPEDIU, SEM NADA OS RICOS. </a:t>
            </a:r>
          </a:p>
          <a:p>
            <a:pPr algn="l"/>
            <a:r>
              <a:rPr lang="pt-BR" sz="8000" dirty="0"/>
              <a:t>ACOLHEU ISRAEL, SEU SERVIDOR, FIEL AO SEU AMOR</a:t>
            </a:r>
            <a:endParaRPr lang="pt-BR" sz="31000" dirty="0"/>
          </a:p>
        </p:txBody>
      </p:sp>
    </p:spTree>
    <p:extLst>
      <p:ext uri="{BB962C8B-B14F-4D97-AF65-F5344CB8AC3E}">
        <p14:creationId xmlns:p14="http://schemas.microsoft.com/office/powerpoint/2010/main" val="189772286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8940453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2" y="443345"/>
            <a:ext cx="302895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PÓS-COMUNHÃO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2" y="990168"/>
            <a:ext cx="11521787" cy="5867832"/>
          </a:xfrm>
        </p:spPr>
        <p:txBody>
          <a:bodyPr>
            <a:normAutofit fontScale="77500" lnSpcReduction="20000"/>
          </a:bodyPr>
          <a:lstStyle/>
          <a:p>
            <a:pPr algn="l"/>
            <a:r>
              <a:rPr lang="pt-BR" sz="8000" dirty="0"/>
              <a:t>SALVE RAINHA, MÃE DE DEUS, ÉS SENHORA NOSSA MÃE</a:t>
            </a:r>
          </a:p>
          <a:p>
            <a:pPr algn="l"/>
            <a:r>
              <a:rPr lang="pt-BR" sz="8000" dirty="0"/>
              <a:t>NOSSA DOÇURA, NOSSA LUZ, DOCE VIRGEM MARIA</a:t>
            </a:r>
          </a:p>
          <a:p>
            <a:pPr algn="l"/>
            <a:r>
              <a:rPr lang="pt-BR" sz="8000" dirty="0"/>
              <a:t>NÓS A TI CLAMAMOS, FILHOS EXILADOS</a:t>
            </a:r>
          </a:p>
          <a:p>
            <a:pPr algn="l"/>
            <a:r>
              <a:rPr lang="pt-BR" sz="8000" dirty="0"/>
              <a:t>NÓS A TI VOLTAMOS NOSSO OLHAR CONFIANTE</a:t>
            </a:r>
            <a:endParaRPr lang="pt-BR" sz="31000" dirty="0"/>
          </a:p>
        </p:txBody>
      </p:sp>
    </p:spTree>
    <p:extLst>
      <p:ext uri="{BB962C8B-B14F-4D97-AF65-F5344CB8AC3E}">
        <p14:creationId xmlns:p14="http://schemas.microsoft.com/office/powerpoint/2010/main" val="38134505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2" y="443345"/>
            <a:ext cx="302895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PÓS-COMUNHÃO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2" y="990168"/>
            <a:ext cx="11521787" cy="5867832"/>
          </a:xfrm>
        </p:spPr>
        <p:txBody>
          <a:bodyPr>
            <a:normAutofit fontScale="77500" lnSpcReduction="20000"/>
          </a:bodyPr>
          <a:lstStyle/>
          <a:p>
            <a:pPr algn="l"/>
            <a:r>
              <a:rPr lang="pt-BR" sz="8000" dirty="0"/>
              <a:t>VOLTA PARA NÓS Ó MÃE, TEU SEMBLANTE DE AMOR</a:t>
            </a:r>
          </a:p>
          <a:p>
            <a:pPr algn="l"/>
            <a:r>
              <a:rPr lang="pt-BR" sz="8000" dirty="0"/>
              <a:t>DAI-NOS TEU JESUS Ó MÃE, QUANDO A NOITE PASSAR</a:t>
            </a:r>
          </a:p>
          <a:p>
            <a:pPr algn="l"/>
            <a:r>
              <a:rPr lang="pt-BR" sz="8000" dirty="0"/>
              <a:t>SALVE RAINHA, MÃE DE DEUS, ÉS AUXÍLIO DO CRISTÃO</a:t>
            </a:r>
          </a:p>
          <a:p>
            <a:pPr algn="l"/>
            <a:r>
              <a:rPr lang="pt-BR" sz="8000" dirty="0"/>
              <a:t>Ó MÃE CLEMENTE, MÃE PIEDOSA, DOCE VIRGEM MARIA</a:t>
            </a:r>
            <a:endParaRPr lang="pt-BR" sz="31000" dirty="0"/>
          </a:p>
        </p:txBody>
      </p:sp>
    </p:spTree>
    <p:extLst>
      <p:ext uri="{BB962C8B-B14F-4D97-AF65-F5344CB8AC3E}">
        <p14:creationId xmlns:p14="http://schemas.microsoft.com/office/powerpoint/2010/main" val="73814367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3567767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8878" y="260890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98878" y="731945"/>
            <a:ext cx="11893122" cy="6338125"/>
          </a:xfrm>
        </p:spPr>
        <p:txBody>
          <a:bodyPr>
            <a:normAutofit fontScale="92500"/>
          </a:bodyPr>
          <a:lstStyle/>
          <a:p>
            <a:pPr algn="l"/>
            <a:r>
              <a:rPr lang="pt-BR" sz="4800" b="1" i="0" dirty="0">
                <a:effectLst/>
                <a:latin typeface="Open Sans" panose="020B0606030504020204" pitchFamily="34" charset="0"/>
              </a:rPr>
              <a:t>O SENHOR FEZ EM MIM MARAVILHAS,</a:t>
            </a:r>
            <a:br>
              <a:rPr lang="pt-BR" sz="4800" b="1" i="0" dirty="0">
                <a:effectLst/>
                <a:latin typeface="Open Sans" panose="020B0606030504020204" pitchFamily="34" charset="0"/>
              </a:rPr>
            </a:br>
            <a:r>
              <a:rPr lang="pt-BR" sz="4800" b="1" i="0" dirty="0">
                <a:effectLst/>
                <a:latin typeface="Open Sans" panose="020B0606030504020204" pitchFamily="34" charset="0"/>
              </a:rPr>
              <a:t>SANTO É O SEU NOME! (BIS)</a:t>
            </a:r>
            <a:br>
              <a:rPr lang="pt-BR" sz="4800" dirty="0"/>
            </a:br>
            <a:br>
              <a:rPr lang="pt-BR" sz="4800" dirty="0"/>
            </a:br>
            <a:r>
              <a:rPr lang="pt-BR" sz="4800" b="0" i="0" dirty="0">
                <a:effectLst/>
                <a:latin typeface="Open Sans" panose="020B0606030504020204" pitchFamily="34" charset="0"/>
              </a:rPr>
              <a:t>A MINHA ALMA ENGRANDECE AO SENHOR</a:t>
            </a:r>
            <a:br>
              <a:rPr lang="pt-BR" sz="4800" dirty="0"/>
            </a:br>
            <a:r>
              <a:rPr lang="pt-BR" sz="4800" b="0" i="0" dirty="0">
                <a:effectLst/>
                <a:latin typeface="Open Sans" panose="020B0606030504020204" pitchFamily="34" charset="0"/>
              </a:rPr>
              <a:t>E EXULTA MEU ESPÍRITO EM DEUS, MEU SALVADOR.</a:t>
            </a:r>
            <a:br>
              <a:rPr lang="pt-BR" sz="4800" dirty="0"/>
            </a:br>
            <a:r>
              <a:rPr lang="pt-BR" sz="4800" b="0" i="0" dirty="0">
                <a:effectLst/>
                <a:latin typeface="Open Sans" panose="020B0606030504020204" pitchFamily="34" charset="0"/>
              </a:rPr>
              <a:t>PÔS OS OLHOS NA HUMILDADE DE SUA SERVA,</a:t>
            </a:r>
            <a:br>
              <a:rPr lang="pt-BR" sz="4800" dirty="0"/>
            </a:br>
            <a:r>
              <a:rPr lang="pt-BR" sz="4800" b="0" i="0" dirty="0">
                <a:effectLst/>
                <a:latin typeface="Open Sans" panose="020B0606030504020204" pitchFamily="34" charset="0"/>
              </a:rPr>
              <a:t>DORAVANTE TODA A TERRA CANTARÁ OS MEUS LOUVORES.</a:t>
            </a:r>
            <a:endParaRPr lang="pt-BR" sz="4000" b="1" dirty="0"/>
          </a:p>
        </p:txBody>
      </p:sp>
    </p:spTree>
    <p:extLst>
      <p:ext uri="{BB962C8B-B14F-4D97-AF65-F5344CB8AC3E}">
        <p14:creationId xmlns:p14="http://schemas.microsoft.com/office/powerpoint/2010/main" val="68213897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18403</TotalTime>
  <Words>970</Words>
  <Application>Microsoft Office PowerPoint</Application>
  <PresentationFormat>Widescreen</PresentationFormat>
  <Paragraphs>141</Paragraphs>
  <Slides>45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45</vt:i4>
      </vt:variant>
    </vt:vector>
  </HeadingPairs>
  <TitlesOfParts>
    <vt:vector size="52" baseType="lpstr">
      <vt:lpstr>Arial</vt:lpstr>
      <vt:lpstr>Calibri</vt:lpstr>
      <vt:lpstr>Calibri Light</vt:lpstr>
      <vt:lpstr>Open Sans</vt:lpstr>
      <vt:lpstr>Roboto</vt:lpstr>
      <vt:lpstr>Times New Roman</vt:lpstr>
      <vt:lpstr>Tema do Office</vt:lpstr>
      <vt:lpstr>Apresentação do PowerPoint</vt:lpstr>
      <vt:lpstr>ENTRADA</vt:lpstr>
      <vt:lpstr>ENTRADA</vt:lpstr>
      <vt:lpstr>ENTRADA</vt:lpstr>
      <vt:lpstr>ENTRADA</vt:lpstr>
      <vt:lpstr>Apresentação do PowerPoint</vt:lpstr>
      <vt:lpstr>ATO PENITENCIAL</vt:lpstr>
      <vt:lpstr>ATO PENITENCIAL</vt:lpstr>
      <vt:lpstr>ATO PENITENCIAL</vt:lpstr>
      <vt:lpstr>Apresentação do PowerPoint</vt:lpstr>
      <vt:lpstr>HINO DE LOUVOR</vt:lpstr>
      <vt:lpstr>HINO DE LOUVOR</vt:lpstr>
      <vt:lpstr>HINO DE LOUVOR</vt:lpstr>
      <vt:lpstr>HINO DE LOUVOR</vt:lpstr>
      <vt:lpstr>HINO DE LOUVOR</vt:lpstr>
      <vt:lpstr>HINO DE LOUVOR</vt:lpstr>
      <vt:lpstr>Apresentação do PowerPoint</vt:lpstr>
      <vt:lpstr>SALMO RESPONSORIAL</vt:lpstr>
      <vt:lpstr>Apresentação do PowerPoint</vt:lpstr>
      <vt:lpstr>ACLAMAÇÃO</vt:lpstr>
      <vt:lpstr>Apresentação do PowerPoint</vt:lpstr>
      <vt:lpstr>APRESENTAÇÃO DAS OFERENDAS</vt:lpstr>
      <vt:lpstr>APRESENTAÇÃO DAS OFERENDAS</vt:lpstr>
      <vt:lpstr>APRESENTAÇÃO DAS OFERENDAS</vt:lpstr>
      <vt:lpstr>APRESENTAÇÃO DAS OFERENDAS</vt:lpstr>
      <vt:lpstr>APRESENTAÇÃO DAS OFERENDAS</vt:lpstr>
      <vt:lpstr>APRESENTAÇÃO DAS OFERENDAS</vt:lpstr>
      <vt:lpstr>APRESENTAÇÃO DAS OFERENDAS</vt:lpstr>
      <vt:lpstr>APRESENTAÇÃO DAS OFERENDAS</vt:lpstr>
      <vt:lpstr>Apresentação do PowerPoint</vt:lpstr>
      <vt:lpstr>SANTO</vt:lpstr>
      <vt:lpstr>Apresentação do PowerPoint</vt:lpstr>
      <vt:lpstr>COMUNHÃO</vt:lpstr>
      <vt:lpstr>COMUNHÃO</vt:lpstr>
      <vt:lpstr>COMUNHÃO</vt:lpstr>
      <vt:lpstr>COMUNHÃO</vt:lpstr>
      <vt:lpstr>COMUNHÃO</vt:lpstr>
      <vt:lpstr>COMUNHÃO</vt:lpstr>
      <vt:lpstr>COMUNHÃO</vt:lpstr>
      <vt:lpstr>COMUNHÃO</vt:lpstr>
      <vt:lpstr>Apresentação do PowerPoint</vt:lpstr>
      <vt:lpstr>PÓS-COMUNHÃO</vt:lpstr>
      <vt:lpstr>PÓS-COMUNHÃO</vt:lpstr>
      <vt:lpstr>Apresentação do PowerPoint</vt:lpstr>
      <vt:lpstr>FINAL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ENTRADA</dc:title>
  <dc:creator>anaclaracosta116@gmail.com</dc:creator>
  <cp:lastModifiedBy>anaclaracosta116@gmail.com</cp:lastModifiedBy>
  <cp:revision>49</cp:revision>
  <dcterms:created xsi:type="dcterms:W3CDTF">2023-05-06T17:01:55Z</dcterms:created>
  <dcterms:modified xsi:type="dcterms:W3CDTF">2026-08-15T21:50:59Z</dcterms:modified>
</cp:coreProperties>
</file>