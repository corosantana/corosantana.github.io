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375" r:id="rId2"/>
    <p:sldId id="354" r:id="rId3"/>
    <p:sldId id="406" r:id="rId4"/>
    <p:sldId id="258" r:id="rId5"/>
    <p:sldId id="551" r:id="rId6"/>
    <p:sldId id="411" r:id="rId7"/>
    <p:sldId id="412" r:id="rId8"/>
    <p:sldId id="260" r:id="rId9"/>
    <p:sldId id="425" r:id="rId10"/>
    <p:sldId id="426" r:id="rId11"/>
    <p:sldId id="427" r:id="rId12"/>
    <p:sldId id="428" r:id="rId13"/>
    <p:sldId id="429" r:id="rId14"/>
    <p:sldId id="264" r:id="rId15"/>
    <p:sldId id="265" r:id="rId16"/>
    <p:sldId id="266" r:id="rId17"/>
    <p:sldId id="267" r:id="rId18"/>
    <p:sldId id="271" r:id="rId19"/>
    <p:sldId id="530" r:id="rId20"/>
    <p:sldId id="531" r:id="rId21"/>
    <p:sldId id="442" r:id="rId22"/>
    <p:sldId id="443" r:id="rId23"/>
    <p:sldId id="444" r:id="rId24"/>
    <p:sldId id="445" r:id="rId25"/>
    <p:sldId id="484" r:id="rId26"/>
    <p:sldId id="610" r:id="rId27"/>
    <p:sldId id="292" r:id="rId28"/>
    <p:sldId id="611" r:id="rId29"/>
    <p:sldId id="415" r:id="rId30"/>
    <p:sldId id="416" r:id="rId31"/>
    <p:sldId id="417" r:id="rId32"/>
    <p:sldId id="418" r:id="rId33"/>
    <p:sldId id="430" r:id="rId34"/>
    <p:sldId id="420" r:id="rId35"/>
    <p:sldId id="612" r:id="rId36"/>
    <p:sldId id="422" r:id="rId37"/>
    <p:sldId id="423" r:id="rId38"/>
    <p:sldId id="404" r:id="rId39"/>
    <p:sldId id="337" r:id="rId40"/>
    <p:sldId id="624" r:id="rId41"/>
    <p:sldId id="625" r:id="rId4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6" autoAdjust="0"/>
    <p:restoredTop sz="86770" autoAdjust="0"/>
  </p:normalViewPr>
  <p:slideViewPr>
    <p:cSldViewPr snapToGrid="0">
      <p:cViewPr varScale="1">
        <p:scale>
          <a:sx n="59" d="100"/>
          <a:sy n="59" d="100"/>
        </p:scale>
        <p:origin x="11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F6EDA821-3DDF-45FF-A3F0-D4C1D6F24652}"/>
    <pc:docChg chg="custSel addSld delSld modSld">
      <pc:chgData name="anaclaracosta116@gmail.com" userId="a793634777582c92" providerId="LiveId" clId="{F6EDA821-3DDF-45FF-A3F0-D4C1D6F24652}" dt="2026-09-26T20:22:31.262" v="225" actId="20577"/>
      <pc:docMkLst>
        <pc:docMk/>
      </pc:docMkLst>
      <pc:sldChg chg="modSp mod">
        <pc:chgData name="anaclaracosta116@gmail.com" userId="a793634777582c92" providerId="LiveId" clId="{F6EDA821-3DDF-45FF-A3F0-D4C1D6F24652}" dt="2026-09-26T19:43:56.190" v="57" actId="20577"/>
        <pc:sldMkLst>
          <pc:docMk/>
          <pc:sldMk cId="3388034860" sldId="265"/>
        </pc:sldMkLst>
        <pc:spChg chg="mod">
          <ac:chgData name="anaclaracosta116@gmail.com" userId="a793634777582c92" providerId="LiveId" clId="{F6EDA821-3DDF-45FF-A3F0-D4C1D6F24652}" dt="2026-09-26T19:43:56.190" v="57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6EDA821-3DDF-45FF-A3F0-D4C1D6F24652}" dt="2026-09-26T19:54:18.229" v="199" actId="20577"/>
        <pc:sldMkLst>
          <pc:docMk/>
          <pc:sldMk cId="2671817442" sldId="267"/>
        </pc:sldMkLst>
        <pc:spChg chg="mod">
          <ac:chgData name="anaclaracosta116@gmail.com" userId="a793634777582c92" providerId="LiveId" clId="{F6EDA821-3DDF-45FF-A3F0-D4C1D6F24652}" dt="2026-09-26T19:54:18.229" v="199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6-09-26T19:58:31.974" v="203" actId="47"/>
        <pc:sldMkLst>
          <pc:docMk/>
          <pc:sldMk cId="1963412704" sldId="275"/>
        </pc:sldMkLst>
      </pc:sldChg>
      <pc:sldChg chg="add">
        <pc:chgData name="anaclaracosta116@gmail.com" userId="a793634777582c92" providerId="LiveId" clId="{F6EDA821-3DDF-45FF-A3F0-D4C1D6F24652}" dt="2026-09-26T20:09:27.105" v="218"/>
        <pc:sldMkLst>
          <pc:docMk/>
          <pc:sldMk cId="4141278968" sldId="337"/>
        </pc:sldMkLst>
      </pc:sldChg>
      <pc:sldChg chg="del">
        <pc:chgData name="anaclaracosta116@gmail.com" userId="a793634777582c92" providerId="LiveId" clId="{F6EDA821-3DDF-45FF-A3F0-D4C1D6F24652}" dt="2026-09-26T20:00:43.089" v="207" actId="47"/>
        <pc:sldMkLst>
          <pc:docMk/>
          <pc:sldMk cId="3348609962" sldId="358"/>
        </pc:sldMkLst>
      </pc:sldChg>
      <pc:sldChg chg="del">
        <pc:chgData name="anaclaracosta116@gmail.com" userId="a793634777582c92" providerId="LiveId" clId="{F6EDA821-3DDF-45FF-A3F0-D4C1D6F24652}" dt="2026-09-26T19:58:32.840" v="204" actId="47"/>
        <pc:sldMkLst>
          <pc:docMk/>
          <pc:sldMk cId="4141727376" sldId="361"/>
        </pc:sldMkLst>
      </pc:sldChg>
      <pc:sldChg chg="del">
        <pc:chgData name="anaclaracosta116@gmail.com" userId="a793634777582c92" providerId="LiveId" clId="{F6EDA821-3DDF-45FF-A3F0-D4C1D6F24652}" dt="2026-09-26T20:00:42.681" v="206" actId="47"/>
        <pc:sldMkLst>
          <pc:docMk/>
          <pc:sldMk cId="2304799739" sldId="362"/>
        </pc:sldMkLst>
      </pc:sldChg>
      <pc:sldChg chg="del">
        <pc:chgData name="anaclaracosta116@gmail.com" userId="a793634777582c92" providerId="LiveId" clId="{F6EDA821-3DDF-45FF-A3F0-D4C1D6F24652}" dt="2026-09-26T20:00:43.826" v="208" actId="47"/>
        <pc:sldMkLst>
          <pc:docMk/>
          <pc:sldMk cId="3327129825" sldId="373"/>
        </pc:sldMkLst>
      </pc:sldChg>
      <pc:sldChg chg="modSp mod">
        <pc:chgData name="anaclaracosta116@gmail.com" userId="a793634777582c92" providerId="LiveId" clId="{F6EDA821-3DDF-45FF-A3F0-D4C1D6F24652}" dt="2026-09-26T20:22:31.262" v="225" actId="20577"/>
        <pc:sldMkLst>
          <pc:docMk/>
          <pc:sldMk cId="725659120" sldId="375"/>
        </pc:sldMkLst>
        <pc:spChg chg="mod">
          <ac:chgData name="anaclaracosta116@gmail.com" userId="a793634777582c92" providerId="LiveId" clId="{F6EDA821-3DDF-45FF-A3F0-D4C1D6F24652}" dt="2026-09-26T20:22:31.262" v="225" actId="20577"/>
          <ac:spMkLst>
            <pc:docMk/>
            <pc:sldMk cId="725659120" sldId="375"/>
            <ac:spMk id="4" creationId="{6BC42A13-94D8-1373-BB98-025A5C022561}"/>
          </ac:spMkLst>
        </pc:spChg>
      </pc:sldChg>
      <pc:sldChg chg="del">
        <pc:chgData name="anaclaracosta116@gmail.com" userId="a793634777582c92" providerId="LiveId" clId="{F6EDA821-3DDF-45FF-A3F0-D4C1D6F24652}" dt="2026-09-26T20:00:44.816" v="209" actId="47"/>
        <pc:sldMkLst>
          <pc:docMk/>
          <pc:sldMk cId="2122872683" sldId="387"/>
        </pc:sldMkLst>
      </pc:sldChg>
      <pc:sldChg chg="del">
        <pc:chgData name="anaclaracosta116@gmail.com" userId="a793634777582c92" providerId="LiveId" clId="{F6EDA821-3DDF-45FF-A3F0-D4C1D6F24652}" dt="2026-09-26T20:00:46.400" v="211" actId="47"/>
        <pc:sldMkLst>
          <pc:docMk/>
          <pc:sldMk cId="1250242687" sldId="388"/>
        </pc:sldMkLst>
      </pc:sldChg>
      <pc:sldChg chg="del">
        <pc:chgData name="anaclaracosta116@gmail.com" userId="a793634777582c92" providerId="LiveId" clId="{F6EDA821-3DDF-45FF-A3F0-D4C1D6F24652}" dt="2026-09-26T20:00:46.888" v="212" actId="47"/>
        <pc:sldMkLst>
          <pc:docMk/>
          <pc:sldMk cId="1237405732" sldId="389"/>
        </pc:sldMkLst>
      </pc:sldChg>
      <pc:sldChg chg="del">
        <pc:chgData name="anaclaracosta116@gmail.com" userId="a793634777582c92" providerId="LiveId" clId="{F6EDA821-3DDF-45FF-A3F0-D4C1D6F24652}" dt="2026-09-26T20:00:45.522" v="210" actId="47"/>
        <pc:sldMkLst>
          <pc:docMk/>
          <pc:sldMk cId="112080231" sldId="390"/>
        </pc:sldMkLst>
      </pc:sldChg>
      <pc:sldChg chg="add">
        <pc:chgData name="anaclaracosta116@gmail.com" userId="a793634777582c92" providerId="LiveId" clId="{F6EDA821-3DDF-45FF-A3F0-D4C1D6F24652}" dt="2026-09-26T20:00:38.485" v="205"/>
        <pc:sldMkLst>
          <pc:docMk/>
          <pc:sldMk cId="1773581677" sldId="415"/>
        </pc:sldMkLst>
      </pc:sldChg>
      <pc:sldChg chg="add">
        <pc:chgData name="anaclaracosta116@gmail.com" userId="a793634777582c92" providerId="LiveId" clId="{F6EDA821-3DDF-45FF-A3F0-D4C1D6F24652}" dt="2026-09-26T20:00:38.485" v="205"/>
        <pc:sldMkLst>
          <pc:docMk/>
          <pc:sldMk cId="3298096224" sldId="416"/>
        </pc:sldMkLst>
      </pc:sldChg>
      <pc:sldChg chg="add">
        <pc:chgData name="anaclaracosta116@gmail.com" userId="a793634777582c92" providerId="LiveId" clId="{F6EDA821-3DDF-45FF-A3F0-D4C1D6F24652}" dt="2026-09-26T20:00:38.485" v="205"/>
        <pc:sldMkLst>
          <pc:docMk/>
          <pc:sldMk cId="3982027943" sldId="417"/>
        </pc:sldMkLst>
      </pc:sldChg>
      <pc:sldChg chg="add">
        <pc:chgData name="anaclaracosta116@gmail.com" userId="a793634777582c92" providerId="LiveId" clId="{F6EDA821-3DDF-45FF-A3F0-D4C1D6F24652}" dt="2026-09-26T20:00:38.485" v="205"/>
        <pc:sldMkLst>
          <pc:docMk/>
          <pc:sldMk cId="3487750005" sldId="418"/>
        </pc:sldMkLst>
      </pc:sldChg>
      <pc:sldChg chg="add">
        <pc:chgData name="anaclaracosta116@gmail.com" userId="a793634777582c92" providerId="LiveId" clId="{F6EDA821-3DDF-45FF-A3F0-D4C1D6F24652}" dt="2026-09-26T20:06:49.701" v="213"/>
        <pc:sldMkLst>
          <pc:docMk/>
          <pc:sldMk cId="2836879697" sldId="420"/>
        </pc:sldMkLst>
      </pc:sldChg>
      <pc:sldChg chg="del">
        <pc:chgData name="anaclaracosta116@gmail.com" userId="a793634777582c92" providerId="LiveId" clId="{F6EDA821-3DDF-45FF-A3F0-D4C1D6F24652}" dt="2026-09-26T20:06:53.185" v="215" actId="47"/>
        <pc:sldMkLst>
          <pc:docMk/>
          <pc:sldMk cId="3000991878" sldId="421"/>
        </pc:sldMkLst>
      </pc:sldChg>
      <pc:sldChg chg="add">
        <pc:chgData name="anaclaracosta116@gmail.com" userId="a793634777582c92" providerId="LiveId" clId="{F6EDA821-3DDF-45FF-A3F0-D4C1D6F24652}" dt="2026-09-26T20:06:49.701" v="213"/>
        <pc:sldMkLst>
          <pc:docMk/>
          <pc:sldMk cId="3982542817" sldId="422"/>
        </pc:sldMkLst>
      </pc:sldChg>
      <pc:sldChg chg="add">
        <pc:chgData name="anaclaracosta116@gmail.com" userId="a793634777582c92" providerId="LiveId" clId="{F6EDA821-3DDF-45FF-A3F0-D4C1D6F24652}" dt="2026-09-26T20:06:49.701" v="213"/>
        <pc:sldMkLst>
          <pc:docMk/>
          <pc:sldMk cId="1190763701" sldId="423"/>
        </pc:sldMkLst>
      </pc:sldChg>
      <pc:sldChg chg="modSp mod">
        <pc:chgData name="anaclaracosta116@gmail.com" userId="a793634777582c92" providerId="LiveId" clId="{F6EDA821-3DDF-45FF-A3F0-D4C1D6F24652}" dt="2026-09-26T19:42:56.493" v="3" actId="20577"/>
        <pc:sldMkLst>
          <pc:docMk/>
          <pc:sldMk cId="2788905423" sldId="428"/>
        </pc:sldMkLst>
        <pc:spChg chg="mod">
          <ac:chgData name="anaclaracosta116@gmail.com" userId="a793634777582c92" providerId="LiveId" clId="{F6EDA821-3DDF-45FF-A3F0-D4C1D6F24652}" dt="2026-09-26T19:42:56.493" v="3" actId="20577"/>
          <ac:spMkLst>
            <pc:docMk/>
            <pc:sldMk cId="2788905423" sldId="42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6-09-26T20:06:52.086" v="214" actId="47"/>
        <pc:sldMkLst>
          <pc:docMk/>
          <pc:sldMk cId="3260503420" sldId="435"/>
        </pc:sldMkLst>
      </pc:sldChg>
      <pc:sldChg chg="add">
        <pc:chgData name="anaclaracosta116@gmail.com" userId="a793634777582c92" providerId="LiveId" clId="{F6EDA821-3DDF-45FF-A3F0-D4C1D6F24652}" dt="2026-09-26T19:53:28.654" v="198"/>
        <pc:sldMkLst>
          <pc:docMk/>
          <pc:sldMk cId="3507975256" sldId="442"/>
        </pc:sldMkLst>
      </pc:sldChg>
      <pc:sldChg chg="add">
        <pc:chgData name="anaclaracosta116@gmail.com" userId="a793634777582c92" providerId="LiveId" clId="{F6EDA821-3DDF-45FF-A3F0-D4C1D6F24652}" dt="2026-09-26T19:53:28.654" v="198"/>
        <pc:sldMkLst>
          <pc:docMk/>
          <pc:sldMk cId="4098624383" sldId="443"/>
        </pc:sldMkLst>
      </pc:sldChg>
      <pc:sldChg chg="add">
        <pc:chgData name="anaclaracosta116@gmail.com" userId="a793634777582c92" providerId="LiveId" clId="{F6EDA821-3DDF-45FF-A3F0-D4C1D6F24652}" dt="2026-09-26T19:53:28.654" v="198"/>
        <pc:sldMkLst>
          <pc:docMk/>
          <pc:sldMk cId="1384073570" sldId="444"/>
        </pc:sldMkLst>
      </pc:sldChg>
      <pc:sldChg chg="add">
        <pc:chgData name="anaclaracosta116@gmail.com" userId="a793634777582c92" providerId="LiveId" clId="{F6EDA821-3DDF-45FF-A3F0-D4C1D6F24652}" dt="2026-09-26T19:53:28.654" v="198"/>
        <pc:sldMkLst>
          <pc:docMk/>
          <pc:sldMk cId="2375914626" sldId="445"/>
        </pc:sldMkLst>
      </pc:sldChg>
      <pc:sldChg chg="del">
        <pc:chgData name="anaclaracosta116@gmail.com" userId="a793634777582c92" providerId="LiveId" clId="{F6EDA821-3DDF-45FF-A3F0-D4C1D6F24652}" dt="2026-09-26T20:06:53.826" v="216" actId="47"/>
        <pc:sldMkLst>
          <pc:docMk/>
          <pc:sldMk cId="2077542525" sldId="454"/>
        </pc:sldMkLst>
      </pc:sldChg>
      <pc:sldChg chg="del">
        <pc:chgData name="anaclaracosta116@gmail.com" userId="a793634777582c92" providerId="LiveId" clId="{F6EDA821-3DDF-45FF-A3F0-D4C1D6F24652}" dt="2026-09-26T20:09:29.812" v="219" actId="47"/>
        <pc:sldMkLst>
          <pc:docMk/>
          <pc:sldMk cId="1666750330" sldId="471"/>
        </pc:sldMkLst>
      </pc:sldChg>
      <pc:sldChg chg="del">
        <pc:chgData name="anaclaracosta116@gmail.com" userId="a793634777582c92" providerId="LiveId" clId="{F6EDA821-3DDF-45FF-A3F0-D4C1D6F24652}" dt="2026-09-26T20:09:30.550" v="220" actId="47"/>
        <pc:sldMkLst>
          <pc:docMk/>
          <pc:sldMk cId="1549701264" sldId="472"/>
        </pc:sldMkLst>
      </pc:sldChg>
      <pc:sldChg chg="del">
        <pc:chgData name="anaclaracosta116@gmail.com" userId="a793634777582c92" providerId="LiveId" clId="{F6EDA821-3DDF-45FF-A3F0-D4C1D6F24652}" dt="2026-09-26T20:09:31.427" v="221" actId="47"/>
        <pc:sldMkLst>
          <pc:docMk/>
          <pc:sldMk cId="3231591130" sldId="473"/>
        </pc:sldMkLst>
      </pc:sldChg>
      <pc:sldChg chg="del">
        <pc:chgData name="anaclaracosta116@gmail.com" userId="a793634777582c92" providerId="LiveId" clId="{F6EDA821-3DDF-45FF-A3F0-D4C1D6F24652}" dt="2026-09-26T20:09:32.102" v="222" actId="47"/>
        <pc:sldMkLst>
          <pc:docMk/>
          <pc:sldMk cId="534088931" sldId="474"/>
        </pc:sldMkLst>
      </pc:sldChg>
      <pc:sldChg chg="add">
        <pc:chgData name="anaclaracosta116@gmail.com" userId="a793634777582c92" providerId="LiveId" clId="{F6EDA821-3DDF-45FF-A3F0-D4C1D6F24652}" dt="2026-09-26T19:53:28.654" v="198"/>
        <pc:sldMkLst>
          <pc:docMk/>
          <pc:sldMk cId="1147532210" sldId="484"/>
        </pc:sldMkLst>
      </pc:sldChg>
      <pc:sldChg chg="add">
        <pc:chgData name="anaclaracosta116@gmail.com" userId="a793634777582c92" providerId="LiveId" clId="{F6EDA821-3DDF-45FF-A3F0-D4C1D6F24652}" dt="2026-09-26T19:53:28.654" v="198"/>
        <pc:sldMkLst>
          <pc:docMk/>
          <pc:sldMk cId="3905826755" sldId="530"/>
        </pc:sldMkLst>
      </pc:sldChg>
      <pc:sldChg chg="add">
        <pc:chgData name="anaclaracosta116@gmail.com" userId="a793634777582c92" providerId="LiveId" clId="{F6EDA821-3DDF-45FF-A3F0-D4C1D6F24652}" dt="2026-09-26T19:53:28.654" v="198"/>
        <pc:sldMkLst>
          <pc:docMk/>
          <pc:sldMk cId="1924890712" sldId="531"/>
        </pc:sldMkLst>
      </pc:sldChg>
      <pc:sldChg chg="del">
        <pc:chgData name="anaclaracosta116@gmail.com" userId="a793634777582c92" providerId="LiveId" clId="{F6EDA821-3DDF-45FF-A3F0-D4C1D6F24652}" dt="2026-09-26T19:56:38.038" v="200" actId="47"/>
        <pc:sldMkLst>
          <pc:docMk/>
          <pc:sldMk cId="3713170252" sldId="535"/>
        </pc:sldMkLst>
      </pc:sldChg>
      <pc:sldChg chg="del">
        <pc:chgData name="anaclaracosta116@gmail.com" userId="a793634777582c92" providerId="LiveId" clId="{F6EDA821-3DDF-45FF-A3F0-D4C1D6F24652}" dt="2026-09-26T20:09:34.082" v="223" actId="47"/>
        <pc:sldMkLst>
          <pc:docMk/>
          <pc:sldMk cId="2159464433" sldId="605"/>
        </pc:sldMkLst>
      </pc:sldChg>
      <pc:sldChg chg="del">
        <pc:chgData name="anaclaracosta116@gmail.com" userId="a793634777582c92" providerId="LiveId" clId="{F6EDA821-3DDF-45FF-A3F0-D4C1D6F24652}" dt="2026-09-26T19:56:38.526" v="201" actId="47"/>
        <pc:sldMkLst>
          <pc:docMk/>
          <pc:sldMk cId="3070228680" sldId="607"/>
        </pc:sldMkLst>
      </pc:sldChg>
      <pc:sldChg chg="del">
        <pc:chgData name="anaclaracosta116@gmail.com" userId="a793634777582c92" providerId="LiveId" clId="{F6EDA821-3DDF-45FF-A3F0-D4C1D6F24652}" dt="2026-09-26T19:56:39.269" v="202" actId="47"/>
        <pc:sldMkLst>
          <pc:docMk/>
          <pc:sldMk cId="2378087878" sldId="608"/>
        </pc:sldMkLst>
      </pc:sldChg>
      <pc:sldChg chg="del">
        <pc:chgData name="anaclaracosta116@gmail.com" userId="a793634777582c92" providerId="LiveId" clId="{F6EDA821-3DDF-45FF-A3F0-D4C1D6F24652}" dt="2026-09-26T20:06:55.549" v="217" actId="47"/>
        <pc:sldMkLst>
          <pc:docMk/>
          <pc:sldMk cId="2407518214" sldId="609"/>
        </pc:sldMkLst>
      </pc:sldChg>
      <pc:sldChg chg="add">
        <pc:chgData name="anaclaracosta116@gmail.com" userId="a793634777582c92" providerId="LiveId" clId="{F6EDA821-3DDF-45FF-A3F0-D4C1D6F24652}" dt="2026-09-26T19:53:28.654" v="198"/>
        <pc:sldMkLst>
          <pc:docMk/>
          <pc:sldMk cId="107182208" sldId="610"/>
        </pc:sldMkLst>
      </pc:sldChg>
      <pc:sldChg chg="add">
        <pc:chgData name="anaclaracosta116@gmail.com" userId="a793634777582c92" providerId="LiveId" clId="{F6EDA821-3DDF-45FF-A3F0-D4C1D6F24652}" dt="2026-09-26T20:00:38.485" v="205"/>
        <pc:sldMkLst>
          <pc:docMk/>
          <pc:sldMk cId="1817783102" sldId="611"/>
        </pc:sldMkLst>
      </pc:sldChg>
      <pc:sldChg chg="add">
        <pc:chgData name="anaclaracosta116@gmail.com" userId="a793634777582c92" providerId="LiveId" clId="{F6EDA821-3DDF-45FF-A3F0-D4C1D6F24652}" dt="2026-09-26T20:06:49.701" v="213"/>
        <pc:sldMkLst>
          <pc:docMk/>
          <pc:sldMk cId="2998320145" sldId="612"/>
        </pc:sldMkLst>
      </pc:sldChg>
      <pc:sldChg chg="add">
        <pc:chgData name="anaclaracosta116@gmail.com" userId="a793634777582c92" providerId="LiveId" clId="{F6EDA821-3DDF-45FF-A3F0-D4C1D6F24652}" dt="2026-09-26T20:09:27.105" v="218"/>
        <pc:sldMkLst>
          <pc:docMk/>
          <pc:sldMk cId="1347441264" sldId="624"/>
        </pc:sldMkLst>
      </pc:sldChg>
      <pc:sldChg chg="add">
        <pc:chgData name="anaclaracosta116@gmail.com" userId="a793634777582c92" providerId="LiveId" clId="{F6EDA821-3DDF-45FF-A3F0-D4C1D6F24652}" dt="2026-09-26T20:09:27.105" v="218"/>
        <pc:sldMkLst>
          <pc:docMk/>
          <pc:sldMk cId="2076877580" sldId="62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78262-F35A-4CC0-B9E8-7EFA18DE861F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A45C0-916B-41BD-8D4B-07FE816DD9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4272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218E267-E878-ED9C-990B-4838ADE7E2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8" b="7462"/>
          <a:stretch>
            <a:fillRect/>
          </a:stretch>
        </p:blipFill>
        <p:spPr>
          <a:xfrm>
            <a:off x="-1" y="0"/>
            <a:ext cx="12192000" cy="692279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8558" y="1845129"/>
            <a:ext cx="927077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26º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1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RECORDAMOS, SENHOR DEUS, VOSSA BONDADE EM MEIO AO VOSSO TEMPLO.</a:t>
            </a:r>
          </a:p>
          <a:p>
            <a:pPr algn="l"/>
            <a:endParaRPr lang="pt-BR" sz="66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GRANDE É O SENHOR E MUITO DIGNO DE LOUVORES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CIDADE ONDE ELE MORA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6" y="1108364"/>
            <a:ext cx="11516593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500" b="1" i="0" dirty="0">
                <a:solidFill>
                  <a:srgbClr val="000000"/>
                </a:solidFill>
                <a:effectLst/>
                <a:latin typeface="-apple-system"/>
              </a:rPr>
              <a:t>RECORDAMOS, SENHOR DEUS, VOSSA BONDADE EM MEIO AO VOSSO TEMPLO. (2X)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SEU MONTE SANTO, ESTA COLINA ENCANTADORA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É A ALEGRIA DO UNIVERSO.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27970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SENHOR, QUE SOIS O CAMINHO QUE LEVA AO PAI, TENDE PIEDADE DE NÓS</a:t>
            </a:r>
          </a:p>
          <a:p>
            <a:r>
              <a:rPr lang="pt-BR" sz="6600" b="1" dirty="0"/>
              <a:t>KYRIE ELEISON, KYRIE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274353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CRISTO, QUE SOIS A VERDADE QUE ILUMINA OS POVOS, TENDE PIEDADE DE NÓS</a:t>
            </a:r>
          </a:p>
          <a:p>
            <a:r>
              <a:rPr lang="pt-BR" sz="6600" b="1" dirty="0"/>
              <a:t>CHRISTE ELEISON, CHRISTE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825748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SENHOR, QUE SOIS A VIDA QUE RENOVA O MUNDO, TENDE PIEDADE DE NÓS</a:t>
            </a:r>
          </a:p>
          <a:p>
            <a:r>
              <a:rPr lang="pt-BR" sz="6600" b="1" dirty="0"/>
              <a:t>KYRIE ELEISON, KYRIE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888966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500" dirty="0"/>
              <a:t>GLÓRIA A DEUS NAS ALTURAS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55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97694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  <a:endParaRPr lang="pt-BR" sz="6600" b="1" dirty="0"/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670595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  <a:p>
            <a:pPr algn="just"/>
            <a:r>
              <a:rPr lang="pt-BR" sz="6000" dirty="0"/>
              <a:t>SÓ VÓS SOIS O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2788905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r>
              <a:rPr lang="pt-BR" sz="9600" dirty="0"/>
              <a:t>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1182347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RECORDAI, SENHOR MEU DEUS, VOSSA TERNURA E COMPAIXÃO!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 (2X)</a:t>
            </a:r>
          </a:p>
          <a:p>
            <a:endParaRPr lang="pt-BR" sz="3600" b="1" dirty="0"/>
          </a:p>
          <a:p>
            <a:r>
              <a:rPr lang="pt-BR" sz="4800" dirty="0"/>
              <a:t>MINHAS OVELHAS ESCUTAM A MINHA VOZ, MINHA VOZ ESTÃO ELAS A ESCUTAR; EU CONHEÇO, ENTÃO, MINHAS OVELHAS QUE ME SEGUEM, COMIGO A CAMINHAR.</a:t>
            </a:r>
          </a:p>
          <a:p>
            <a:endParaRPr lang="pt-BR" sz="2800" b="1" dirty="0"/>
          </a:p>
          <a:p>
            <a:r>
              <a:rPr lang="pt-BR" sz="4800" b="1" dirty="0"/>
              <a:t>ALELUIA, ALELUIA, ALELUIA(2X)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rgbClr val="000000"/>
                </a:solidFill>
                <a:latin typeface="-apple-system"/>
              </a:rPr>
              <a:t>DO NASCER DO SOL ATÉ O SEU OCASO, LOUVADO SEJA O NOME DO SENHOR</a:t>
            </a:r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905826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marL="1143000" indent="-1143000" algn="l">
              <a:buAutoNum type="arabicPeriod"/>
            </a:pPr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LOUVAI, LOUVAI, Ó SERVOS DO SENHOR.</a:t>
            </a:r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 LOUVAI</a:t>
            </a:r>
            <a:r>
              <a:rPr lang="pt-BR" sz="6000" dirty="0">
                <a:solidFill>
                  <a:srgbClr val="000000"/>
                </a:solidFill>
                <a:latin typeface="-apple-system"/>
              </a:rPr>
              <a:t>, LOUVAI O NOME DO SENHOR.</a:t>
            </a:r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924890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206A2-EE44-1BF5-2FE5-723FA46DD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00D6F-EEDA-E6A5-B8A3-8327DA97A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255823-62DD-F9F1-AD4E-8F1E071DB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rgbClr val="000000"/>
                </a:solidFill>
                <a:latin typeface="-apple-system"/>
              </a:rPr>
              <a:t>DO NASCER DO SOL ATÉ O SEU OCASO, LOUVADO SEJA O NOME DO SENHOR</a:t>
            </a:r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507975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03B65-EAB2-8F2E-0ECC-C99D581BE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5AFD8-1B7F-3E9C-24B0-06BA1E6FD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7D751C-1CDC-02B3-0C80-34FC76EBD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2. </a:t>
            </a:r>
            <a:r>
              <a:rPr lang="pt-BR" sz="6600" dirty="0">
                <a:solidFill>
                  <a:srgbClr val="000000"/>
                </a:solidFill>
                <a:latin typeface="-apple-system"/>
              </a:rPr>
              <a:t>BENDITO SEJA O NOME DO SENHOR, AGORA E POR TODA ETERNIDADE.</a:t>
            </a:r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098624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4C8EA-5A8B-B274-2E84-FFCEA3179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83F33-BB25-AA8E-567C-0EF56CF07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4039E4-45C6-6F50-CA6B-51874775D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rgbClr val="000000"/>
                </a:solidFill>
                <a:latin typeface="-apple-system"/>
              </a:rPr>
              <a:t>DO NASCER DO SOL ATÉ O SEU OCASO, LOUVADO SEJA O NOME DO SENHOR</a:t>
            </a:r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384073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F1430-5603-ABC2-2CFD-939397867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BA0F0-1D4D-FD13-9889-F8CA56F8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32F7F1-1B3E-1ABB-894E-887DDDD78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rgbClr val="000000"/>
                </a:solidFill>
                <a:latin typeface="-apple-system"/>
              </a:rPr>
              <a:t>3</a:t>
            </a:r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. O SENHOR ESTÁ ACIMA DAS NAÇÕES, SUA GLÓRIA VAI ALÉM DOS ALTOS CÉUS</a:t>
            </a:r>
            <a:r>
              <a:rPr lang="pt-BR" sz="6600" dirty="0">
                <a:solidFill>
                  <a:srgbClr val="000000"/>
                </a:solidFill>
                <a:latin typeface="-apple-system"/>
              </a:rPr>
              <a:t>.</a:t>
            </a:r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3759146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A85C-5A4B-6AB1-6926-8C3D23EC9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9BE08-6E47-C907-EFC7-2F5D57E12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C5EA9B-9361-EA0F-CA01-2ABC51621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rgbClr val="000000"/>
                </a:solidFill>
                <a:latin typeface="-apple-system"/>
              </a:rPr>
              <a:t>DO NASCER DO SOL ATÉ O SEU OCASO, LOUVADO SEJA O NOME DO SENHOR</a:t>
            </a:r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147532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014D8-D6D4-D4C7-9AF8-3B698C5E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B2CCA-4228-CA89-3745-47761F21D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615550-4837-FB1A-C299-9B4959B0E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4. </a:t>
            </a:r>
            <a:r>
              <a:rPr lang="pt-BR" sz="6600" dirty="0">
                <a:solidFill>
                  <a:srgbClr val="000000"/>
                </a:solidFill>
                <a:latin typeface="-apple-system"/>
              </a:rPr>
              <a:t>QUEM PODE COMPARAR-SE AO NOSSO DEUS, QUE SE INCLINA PARA OLHAR O CÉU E A TERRA?</a:t>
            </a:r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07182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1. NÓS RECONHECEMOS O SENHOR, PARTINDO O PÃO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MISTÉRIO DE AMOR, A NOSSA REFEIÇÃO.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8177831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2. O SENHOR JESUS NO SACRAMENTO NOS DEIXOU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MEMORIAL DA CRUZ: MORTE E RESSURREIÇÃO.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735816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3. TÃO GRANDE MISTÉRIO ADORAMOS, NESTE ALTAR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NOSSA FÉ SUSTENTE O NOSSO CAMINHAR.</a:t>
            </a:r>
          </a:p>
        </p:txBody>
      </p:sp>
    </p:spTree>
    <p:extLst>
      <p:ext uri="{BB962C8B-B14F-4D97-AF65-F5344CB8AC3E}">
        <p14:creationId xmlns:p14="http://schemas.microsoft.com/office/powerpoint/2010/main" val="3298096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4. AO POVO DE DEUS, LÁ NO DESERTO, SEM PÃO, SEM LAR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DEUS FEZ CAIR DO CÉU COMIDA SALUTAR.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820279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5. TODOS SE ASSENTARAM, TODOS COMERAM, ATÉ FARTAR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GLÓRIA E LOUVOR A DEUS, QUE VEM NOS SACIAR.</a:t>
            </a:r>
          </a:p>
        </p:txBody>
      </p:sp>
    </p:spTree>
    <p:extLst>
      <p:ext uri="{BB962C8B-B14F-4D97-AF65-F5344CB8AC3E}">
        <p14:creationId xmlns:p14="http://schemas.microsoft.com/office/powerpoint/2010/main" val="3487750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571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ALMA DE CRISTO, SANTIFICAI-ME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CORPO DE CRISTO, SALVAI-ME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SANGUE DE CRISTO, INEBRIAI-ME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ÁGUA DO LADO DE CRISTO, LAVAI-ME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PAIXÃO DE CRISTO, CONFORTAI-ME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BOM JESUS, OUVI-ME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DENTRO DE VOSSAS CHAGAS, ESCONDEI-ME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3201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PERMITAIS QUE EU ME SEPARE DE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ESPÍRITO MALIGNO DEFENDEI-ME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HORA DA MORTE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39825428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MANDAI-ME IR PARA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QUE COM VOSSOS SANTOS VOS LOUVE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TODOS OS SÉCULOS DOS SÉCULOS, AMÉM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637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TU ÉS A GLÓRIA DE JERUSALÉM! AVE MARIA!</a:t>
            </a:r>
          </a:p>
          <a:p>
            <a:pPr algn="l"/>
            <a:r>
              <a:rPr lang="pt-BR" sz="8000" dirty="0"/>
              <a:t>ÉS ALEGRIA DE ISRAEL! AVE MARIA!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DACDD-D0C0-2889-10AB-4FD65343C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2A4499-B59D-5C8F-A48F-1A2E3D9B5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D5130D-5169-501B-9599-F7EC858B1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TU ÉS A HONRA DO NOSSO POVO! AVE MARIA!</a:t>
            </a:r>
          </a:p>
          <a:p>
            <a:pPr algn="l"/>
            <a:r>
              <a:rPr lang="pt-BR" sz="8000" dirty="0"/>
              <a:t>ÉS ADVOGADA DOS PECADORES! AVE MARIA!</a:t>
            </a:r>
          </a:p>
        </p:txBody>
      </p:sp>
    </p:spTree>
    <p:extLst>
      <p:ext uri="{BB962C8B-B14F-4D97-AF65-F5344CB8AC3E}">
        <p14:creationId xmlns:p14="http://schemas.microsoft.com/office/powerpoint/2010/main" val="13474412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9AF38-7D04-D389-7C80-98D69321E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CE76E-1003-A199-BD8B-057557B5F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E058ED-6890-3933-752F-1F17D0F1D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TU ÉS A GLÓRIA DE JERUSALÉM! AVE MARIA!</a:t>
            </a:r>
          </a:p>
          <a:p>
            <a:pPr algn="l"/>
            <a:r>
              <a:rPr lang="pt-BR" sz="8000" dirty="0"/>
              <a:t>ÉS ALEGRIA DE ISRAEL! AVE MARIA!</a:t>
            </a:r>
          </a:p>
        </p:txBody>
      </p:sp>
    </p:spTree>
    <p:extLst>
      <p:ext uri="{BB962C8B-B14F-4D97-AF65-F5344CB8AC3E}">
        <p14:creationId xmlns:p14="http://schemas.microsoft.com/office/powerpoint/2010/main" val="20768775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8813</TotalTime>
  <Words>813</Words>
  <Application>Microsoft Office PowerPoint</Application>
  <PresentationFormat>Widescreen</PresentationFormat>
  <Paragraphs>123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7" baseType="lpstr">
      <vt:lpstr>-apple-system</vt:lpstr>
      <vt:lpstr>Arial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49</cp:revision>
  <dcterms:created xsi:type="dcterms:W3CDTF">2023-05-06T17:01:55Z</dcterms:created>
  <dcterms:modified xsi:type="dcterms:W3CDTF">2026-09-26T20:22:34Z</dcterms:modified>
</cp:coreProperties>
</file>