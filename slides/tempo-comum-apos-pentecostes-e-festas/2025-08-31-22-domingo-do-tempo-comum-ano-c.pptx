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25" r:id="rId4"/>
    <p:sldId id="526" r:id="rId5"/>
    <p:sldId id="258" r:id="rId6"/>
    <p:sldId id="410" r:id="rId7"/>
    <p:sldId id="527" r:id="rId8"/>
    <p:sldId id="528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539" r:id="rId21"/>
    <p:sldId id="485" r:id="rId22"/>
    <p:sldId id="489" r:id="rId23"/>
    <p:sldId id="486" r:id="rId24"/>
    <p:sldId id="292" r:id="rId25"/>
    <p:sldId id="275" r:id="rId26"/>
    <p:sldId id="363" r:id="rId27"/>
    <p:sldId id="361" r:id="rId28"/>
    <p:sldId id="362" r:id="rId29"/>
    <p:sldId id="540" r:id="rId30"/>
    <p:sldId id="541" r:id="rId31"/>
    <p:sldId id="542" r:id="rId32"/>
    <p:sldId id="543" r:id="rId33"/>
    <p:sldId id="404" r:id="rId34"/>
    <p:sldId id="420" r:id="rId35"/>
    <p:sldId id="421" r:id="rId36"/>
    <p:sldId id="422" r:id="rId37"/>
    <p:sldId id="423" r:id="rId38"/>
    <p:sldId id="429" r:id="rId39"/>
    <p:sldId id="544" r:id="rId40"/>
    <p:sldId id="432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9B7BC7AD-3F44-4E2A-B709-423B71EA9B79}"/>
    <pc:docChg chg="undo custSel addSld delSld modSld">
      <pc:chgData name="anaclaracosta116@gmail.com" userId="a793634777582c92" providerId="LiveId" clId="{9B7BC7AD-3F44-4E2A-B709-423B71EA9B79}" dt="2025-08-30T20:13:50.608" v="403" actId="47"/>
      <pc:docMkLst>
        <pc:docMk/>
      </pc:docMkLst>
      <pc:sldChg chg="modSp mod">
        <pc:chgData name="anaclaracosta116@gmail.com" userId="a793634777582c92" providerId="LiveId" clId="{9B7BC7AD-3F44-4E2A-B709-423B71EA9B79}" dt="2025-08-30T19:33:00.570" v="60" actId="20577"/>
        <pc:sldMkLst>
          <pc:docMk/>
          <pc:sldMk cId="3388034860" sldId="265"/>
        </pc:sldMkLst>
        <pc:spChg chg="mod">
          <ac:chgData name="anaclaracosta116@gmail.com" userId="a793634777582c92" providerId="LiveId" clId="{9B7BC7AD-3F44-4E2A-B709-423B71EA9B79}" dt="2025-08-30T19:33:00.570" v="60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B7BC7AD-3F44-4E2A-B709-423B71EA9B79}" dt="2025-08-30T19:39:33.524" v="161" actId="20577"/>
        <pc:sldMkLst>
          <pc:docMk/>
          <pc:sldMk cId="2671817442" sldId="267"/>
        </pc:sldMkLst>
        <pc:spChg chg="mod">
          <ac:chgData name="anaclaracosta116@gmail.com" userId="a793634777582c92" providerId="LiveId" clId="{9B7BC7AD-3F44-4E2A-B709-423B71EA9B79}" dt="2025-08-30T19:39:33.524" v="16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9B7BC7AD-3F44-4E2A-B709-423B71EA9B79}" dt="2025-08-30T19:31:36.700" v="1" actId="47"/>
        <pc:sldMkLst>
          <pc:docMk/>
          <pc:sldMk cId="2786277918" sldId="269"/>
        </pc:sldMkLst>
      </pc:sldChg>
      <pc:sldChg chg="del">
        <pc:chgData name="anaclaracosta116@gmail.com" userId="a793634777582c92" providerId="LiveId" clId="{9B7BC7AD-3F44-4E2A-B709-423B71EA9B79}" dt="2025-08-30T20:13:50.007" v="402" actId="47"/>
        <pc:sldMkLst>
          <pc:docMk/>
          <pc:sldMk cId="4141278968" sldId="337"/>
        </pc:sldMkLst>
      </pc:sldChg>
      <pc:sldChg chg="modSp mod">
        <pc:chgData name="anaclaracosta116@gmail.com" userId="a793634777582c92" providerId="LiveId" clId="{9B7BC7AD-3F44-4E2A-B709-423B71EA9B79}" dt="2025-08-30T20:01:15.719" v="299" actId="20577"/>
        <pc:sldMkLst>
          <pc:docMk/>
          <pc:sldMk cId="2304799739" sldId="362"/>
        </pc:sldMkLst>
        <pc:spChg chg="mod">
          <ac:chgData name="anaclaracosta116@gmail.com" userId="a793634777582c92" providerId="LiveId" clId="{9B7BC7AD-3F44-4E2A-B709-423B71EA9B79}" dt="2025-08-30T20:01:15.719" v="299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B7BC7AD-3F44-4E2A-B709-423B71EA9B79}" dt="2025-08-30T19:50:37.445" v="261" actId="1076"/>
        <pc:sldMkLst>
          <pc:docMk/>
          <pc:sldMk cId="496775209" sldId="363"/>
        </pc:sldMkLst>
        <pc:spChg chg="mod">
          <ac:chgData name="anaclaracosta116@gmail.com" userId="a793634777582c92" providerId="LiveId" clId="{9B7BC7AD-3F44-4E2A-B709-423B71EA9B79}" dt="2025-08-30T19:50:37.445" v="261" actId="1076"/>
          <ac:spMkLst>
            <pc:docMk/>
            <pc:sldMk cId="496775209" sldId="36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9B7BC7AD-3F44-4E2A-B709-423B71EA9B79}" dt="2025-08-30T19:31:37.446" v="2" actId="47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9B7BC7AD-3F44-4E2A-B709-423B71EA9B79}" dt="2025-08-30T19:38:05.994" v="66" actId="20577"/>
        <pc:sldMkLst>
          <pc:docMk/>
          <pc:sldMk cId="3733524150" sldId="377"/>
        </pc:sldMkLst>
        <pc:spChg chg="mod">
          <ac:chgData name="anaclaracosta116@gmail.com" userId="a793634777582c92" providerId="LiveId" clId="{9B7BC7AD-3F44-4E2A-B709-423B71EA9B79}" dt="2025-08-30T19:38:05.994" v="66" actId="20577"/>
          <ac:spMkLst>
            <pc:docMk/>
            <pc:sldMk cId="3733524150" sldId="37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9B7BC7AD-3F44-4E2A-B709-423B71EA9B79}" dt="2025-08-30T19:31:42.723" v="4" actId="47"/>
        <pc:sldMkLst>
          <pc:docMk/>
          <pc:sldMk cId="668652678" sldId="391"/>
        </pc:sldMkLst>
      </pc:sldChg>
      <pc:sldChg chg="del">
        <pc:chgData name="anaclaracosta116@gmail.com" userId="a793634777582c92" providerId="LiveId" clId="{9B7BC7AD-3F44-4E2A-B709-423B71EA9B79}" dt="2025-08-30T19:31:44.621" v="6" actId="47"/>
        <pc:sldMkLst>
          <pc:docMk/>
          <pc:sldMk cId="2449555656" sldId="415"/>
        </pc:sldMkLst>
      </pc:sldChg>
      <pc:sldChg chg="del">
        <pc:chgData name="anaclaracosta116@gmail.com" userId="a793634777582c92" providerId="LiveId" clId="{9B7BC7AD-3F44-4E2A-B709-423B71EA9B79}" dt="2025-08-30T19:31:46.016" v="8" actId="47"/>
        <pc:sldMkLst>
          <pc:docMk/>
          <pc:sldMk cId="1893117893" sldId="417"/>
        </pc:sldMkLst>
      </pc:sldChg>
      <pc:sldChg chg="add">
        <pc:chgData name="anaclaracosta116@gmail.com" userId="a793634777582c92" providerId="LiveId" clId="{9B7BC7AD-3F44-4E2A-B709-423B71EA9B79}" dt="2025-08-30T20:11:53.696" v="397"/>
        <pc:sldMkLst>
          <pc:docMk/>
          <pc:sldMk cId="2836879697" sldId="420"/>
        </pc:sldMkLst>
      </pc:sldChg>
      <pc:sldChg chg="add">
        <pc:chgData name="anaclaracosta116@gmail.com" userId="a793634777582c92" providerId="LiveId" clId="{9B7BC7AD-3F44-4E2A-B709-423B71EA9B79}" dt="2025-08-30T20:11:53.696" v="397"/>
        <pc:sldMkLst>
          <pc:docMk/>
          <pc:sldMk cId="3000991878" sldId="421"/>
        </pc:sldMkLst>
      </pc:sldChg>
      <pc:sldChg chg="add">
        <pc:chgData name="anaclaracosta116@gmail.com" userId="a793634777582c92" providerId="LiveId" clId="{9B7BC7AD-3F44-4E2A-B709-423B71EA9B79}" dt="2025-08-30T20:11:53.696" v="397"/>
        <pc:sldMkLst>
          <pc:docMk/>
          <pc:sldMk cId="2077542525" sldId="422"/>
        </pc:sldMkLst>
      </pc:sldChg>
      <pc:sldChg chg="add">
        <pc:chgData name="anaclaracosta116@gmail.com" userId="a793634777582c92" providerId="LiveId" clId="{9B7BC7AD-3F44-4E2A-B709-423B71EA9B79}" dt="2025-08-30T20:11:53.696" v="397"/>
        <pc:sldMkLst>
          <pc:docMk/>
          <pc:sldMk cId="1190763701" sldId="423"/>
        </pc:sldMkLst>
      </pc:sldChg>
      <pc:sldChg chg="del">
        <pc:chgData name="anaclaracosta116@gmail.com" userId="a793634777582c92" providerId="LiveId" clId="{9B7BC7AD-3F44-4E2A-B709-423B71EA9B79}" dt="2025-08-30T19:31:40.606" v="3" actId="47"/>
        <pc:sldMkLst>
          <pc:docMk/>
          <pc:sldMk cId="524989100" sldId="426"/>
        </pc:sldMkLst>
      </pc:sldChg>
      <pc:sldChg chg="del">
        <pc:chgData name="anaclaracosta116@gmail.com" userId="a793634777582c92" providerId="LiveId" clId="{9B7BC7AD-3F44-4E2A-B709-423B71EA9B79}" dt="2025-08-30T19:31:43.871" v="5" actId="47"/>
        <pc:sldMkLst>
          <pc:docMk/>
          <pc:sldMk cId="48223470" sldId="427"/>
        </pc:sldMkLst>
      </pc:sldChg>
      <pc:sldChg chg="del">
        <pc:chgData name="anaclaracosta116@gmail.com" userId="a793634777582c92" providerId="LiveId" clId="{9B7BC7AD-3F44-4E2A-B709-423B71EA9B79}" dt="2025-08-30T19:31:45.202" v="7" actId="47"/>
        <pc:sldMkLst>
          <pc:docMk/>
          <pc:sldMk cId="1777132594" sldId="428"/>
        </pc:sldMkLst>
      </pc:sldChg>
      <pc:sldChg chg="add">
        <pc:chgData name="anaclaracosta116@gmail.com" userId="a793634777582c92" providerId="LiveId" clId="{9B7BC7AD-3F44-4E2A-B709-423B71EA9B79}" dt="2025-08-30T20:13:44.983" v="401"/>
        <pc:sldMkLst>
          <pc:docMk/>
          <pc:sldMk cId="2742565861" sldId="432"/>
        </pc:sldMkLst>
      </pc:sldChg>
      <pc:sldChg chg="del">
        <pc:chgData name="anaclaracosta116@gmail.com" userId="a793634777582c92" providerId="LiveId" clId="{9B7BC7AD-3F44-4E2A-B709-423B71EA9B79}" dt="2025-08-30T20:13:50.608" v="403" actId="47"/>
        <pc:sldMkLst>
          <pc:docMk/>
          <pc:sldMk cId="1776818743" sldId="482"/>
        </pc:sldMkLst>
      </pc:sldChg>
      <pc:sldChg chg="modSp add mod">
        <pc:chgData name="anaclaracosta116@gmail.com" userId="a793634777582c92" providerId="LiveId" clId="{9B7BC7AD-3F44-4E2A-B709-423B71EA9B79}" dt="2025-08-30T19:47:31.186" v="181" actId="20577"/>
        <pc:sldMkLst>
          <pc:docMk/>
          <pc:sldMk cId="4259773543" sldId="485"/>
        </pc:sldMkLst>
        <pc:spChg chg="mod">
          <ac:chgData name="anaclaracosta116@gmail.com" userId="a793634777582c92" providerId="LiveId" clId="{9B7BC7AD-3F44-4E2A-B709-423B71EA9B79}" dt="2025-08-30T19:47:31.186" v="181" actId="20577"/>
          <ac:spMkLst>
            <pc:docMk/>
            <pc:sldMk cId="4259773543" sldId="485"/>
            <ac:spMk id="3" creationId="{5AA31314-635C-6147-ED89-4C5AADF27040}"/>
          </ac:spMkLst>
        </pc:spChg>
      </pc:sldChg>
      <pc:sldChg chg="add">
        <pc:chgData name="anaclaracosta116@gmail.com" userId="a793634777582c92" providerId="LiveId" clId="{9B7BC7AD-3F44-4E2A-B709-423B71EA9B79}" dt="2025-08-30T19:31:30.678" v="0"/>
        <pc:sldMkLst>
          <pc:docMk/>
          <pc:sldMk cId="1408694151" sldId="486"/>
        </pc:sldMkLst>
      </pc:sldChg>
      <pc:sldChg chg="add">
        <pc:chgData name="anaclaracosta116@gmail.com" userId="a793634777582c92" providerId="LiveId" clId="{9B7BC7AD-3F44-4E2A-B709-423B71EA9B79}" dt="2025-08-30T19:31:30.678" v="0"/>
        <pc:sldMkLst>
          <pc:docMk/>
          <pc:sldMk cId="736365946" sldId="489"/>
        </pc:sldMkLst>
      </pc:sldChg>
      <pc:sldChg chg="del">
        <pc:chgData name="anaclaracosta116@gmail.com" userId="a793634777582c92" providerId="LiveId" clId="{9B7BC7AD-3F44-4E2A-B709-423B71EA9B79}" dt="2025-08-30T20:12:05.213" v="398" actId="47"/>
        <pc:sldMkLst>
          <pc:docMk/>
          <pc:sldMk cId="2727473188" sldId="511"/>
        </pc:sldMkLst>
      </pc:sldChg>
      <pc:sldChg chg="del">
        <pc:chgData name="anaclaracosta116@gmail.com" userId="a793634777582c92" providerId="LiveId" clId="{9B7BC7AD-3F44-4E2A-B709-423B71EA9B79}" dt="2025-08-30T20:01:18.218" v="300" actId="47"/>
        <pc:sldMkLst>
          <pc:docMk/>
          <pc:sldMk cId="4173776677" sldId="529"/>
        </pc:sldMkLst>
      </pc:sldChg>
      <pc:sldChg chg="del">
        <pc:chgData name="anaclaracosta116@gmail.com" userId="a793634777582c92" providerId="LiveId" clId="{9B7BC7AD-3F44-4E2A-B709-423B71EA9B79}" dt="2025-08-30T20:01:18.923" v="301" actId="47"/>
        <pc:sldMkLst>
          <pc:docMk/>
          <pc:sldMk cId="47426717" sldId="530"/>
        </pc:sldMkLst>
      </pc:sldChg>
      <pc:sldChg chg="del">
        <pc:chgData name="anaclaracosta116@gmail.com" userId="a793634777582c92" providerId="LiveId" clId="{9B7BC7AD-3F44-4E2A-B709-423B71EA9B79}" dt="2025-08-30T20:01:19.596" v="302" actId="47"/>
        <pc:sldMkLst>
          <pc:docMk/>
          <pc:sldMk cId="1474850127" sldId="531"/>
        </pc:sldMkLst>
      </pc:sldChg>
      <pc:sldChg chg="del">
        <pc:chgData name="anaclaracosta116@gmail.com" userId="a793634777582c92" providerId="LiveId" clId="{9B7BC7AD-3F44-4E2A-B709-423B71EA9B79}" dt="2025-08-30T20:01:20.323" v="303" actId="47"/>
        <pc:sldMkLst>
          <pc:docMk/>
          <pc:sldMk cId="3013400125" sldId="532"/>
        </pc:sldMkLst>
      </pc:sldChg>
      <pc:sldChg chg="del">
        <pc:chgData name="anaclaracosta116@gmail.com" userId="a793634777582c92" providerId="LiveId" clId="{9B7BC7AD-3F44-4E2A-B709-423B71EA9B79}" dt="2025-08-30T20:01:24.797" v="304" actId="47"/>
        <pc:sldMkLst>
          <pc:docMk/>
          <pc:sldMk cId="622776329" sldId="533"/>
        </pc:sldMkLst>
      </pc:sldChg>
      <pc:sldChg chg="del">
        <pc:chgData name="anaclaracosta116@gmail.com" userId="a793634777582c92" providerId="LiveId" clId="{9B7BC7AD-3F44-4E2A-B709-423B71EA9B79}" dt="2025-08-30T20:01:25.408" v="305" actId="47"/>
        <pc:sldMkLst>
          <pc:docMk/>
          <pc:sldMk cId="3964324358" sldId="534"/>
        </pc:sldMkLst>
      </pc:sldChg>
      <pc:sldChg chg="del">
        <pc:chgData name="anaclaracosta116@gmail.com" userId="a793634777582c92" providerId="LiveId" clId="{9B7BC7AD-3F44-4E2A-B709-423B71EA9B79}" dt="2025-08-30T20:01:26.067" v="306" actId="47"/>
        <pc:sldMkLst>
          <pc:docMk/>
          <pc:sldMk cId="1639944497" sldId="535"/>
        </pc:sldMkLst>
      </pc:sldChg>
      <pc:sldChg chg="del">
        <pc:chgData name="anaclaracosta116@gmail.com" userId="a793634777582c92" providerId="LiveId" clId="{9B7BC7AD-3F44-4E2A-B709-423B71EA9B79}" dt="2025-08-30T20:01:26.817" v="307" actId="47"/>
        <pc:sldMkLst>
          <pc:docMk/>
          <pc:sldMk cId="3505490135" sldId="536"/>
        </pc:sldMkLst>
      </pc:sldChg>
      <pc:sldChg chg="del">
        <pc:chgData name="anaclaracosta116@gmail.com" userId="a793634777582c92" providerId="LiveId" clId="{9B7BC7AD-3F44-4E2A-B709-423B71EA9B79}" dt="2025-08-30T20:12:06.121" v="399" actId="47"/>
        <pc:sldMkLst>
          <pc:docMk/>
          <pc:sldMk cId="3285251599" sldId="537"/>
        </pc:sldMkLst>
      </pc:sldChg>
      <pc:sldChg chg="del">
        <pc:chgData name="anaclaracosta116@gmail.com" userId="a793634777582c92" providerId="LiveId" clId="{9B7BC7AD-3F44-4E2A-B709-423B71EA9B79}" dt="2025-08-30T20:12:06.957" v="400" actId="47"/>
        <pc:sldMkLst>
          <pc:docMk/>
          <pc:sldMk cId="1886333194" sldId="538"/>
        </pc:sldMkLst>
      </pc:sldChg>
      <pc:sldChg chg="add">
        <pc:chgData name="anaclaracosta116@gmail.com" userId="a793634777582c92" providerId="LiveId" clId="{9B7BC7AD-3F44-4E2A-B709-423B71EA9B79}" dt="2025-08-30T19:31:30.678" v="0"/>
        <pc:sldMkLst>
          <pc:docMk/>
          <pc:sldMk cId="3461466187" sldId="539"/>
        </pc:sldMkLst>
      </pc:sldChg>
      <pc:sldChg chg="modSp add mod">
        <pc:chgData name="anaclaracosta116@gmail.com" userId="a793634777582c92" providerId="LiveId" clId="{9B7BC7AD-3F44-4E2A-B709-423B71EA9B79}" dt="2025-08-30T20:05:24.798" v="370" actId="27636"/>
        <pc:sldMkLst>
          <pc:docMk/>
          <pc:sldMk cId="999745414" sldId="540"/>
        </pc:sldMkLst>
        <pc:spChg chg="mod">
          <ac:chgData name="anaclaracosta116@gmail.com" userId="a793634777582c92" providerId="LiveId" clId="{9B7BC7AD-3F44-4E2A-B709-423B71EA9B79}" dt="2025-08-30T20:05:24.798" v="370" actId="27636"/>
          <ac:spMkLst>
            <pc:docMk/>
            <pc:sldMk cId="999745414" sldId="540"/>
            <ac:spMk id="3" creationId="{9E96822B-3905-D82A-A19A-9C40C90B842E}"/>
          </ac:spMkLst>
        </pc:spChg>
      </pc:sldChg>
      <pc:sldChg chg="modSp add mod">
        <pc:chgData name="anaclaracosta116@gmail.com" userId="a793634777582c92" providerId="LiveId" clId="{9B7BC7AD-3F44-4E2A-B709-423B71EA9B79}" dt="2025-08-30T20:05:58.396" v="378" actId="27636"/>
        <pc:sldMkLst>
          <pc:docMk/>
          <pc:sldMk cId="4162747182" sldId="541"/>
        </pc:sldMkLst>
        <pc:spChg chg="mod">
          <ac:chgData name="anaclaracosta116@gmail.com" userId="a793634777582c92" providerId="LiveId" clId="{9B7BC7AD-3F44-4E2A-B709-423B71EA9B79}" dt="2025-08-30T20:05:58.396" v="378" actId="27636"/>
          <ac:spMkLst>
            <pc:docMk/>
            <pc:sldMk cId="4162747182" sldId="541"/>
            <ac:spMk id="3" creationId="{BC9E08CD-08AC-D517-2356-7E7594FFD746}"/>
          </ac:spMkLst>
        </pc:spChg>
      </pc:sldChg>
      <pc:sldChg chg="modSp add mod">
        <pc:chgData name="anaclaracosta116@gmail.com" userId="a793634777582c92" providerId="LiveId" clId="{9B7BC7AD-3F44-4E2A-B709-423B71EA9B79}" dt="2025-08-30T20:06:31.305" v="387"/>
        <pc:sldMkLst>
          <pc:docMk/>
          <pc:sldMk cId="1418062073" sldId="542"/>
        </pc:sldMkLst>
        <pc:spChg chg="mod">
          <ac:chgData name="anaclaracosta116@gmail.com" userId="a793634777582c92" providerId="LiveId" clId="{9B7BC7AD-3F44-4E2A-B709-423B71EA9B79}" dt="2025-08-30T20:06:31.305" v="387"/>
          <ac:spMkLst>
            <pc:docMk/>
            <pc:sldMk cId="1418062073" sldId="542"/>
            <ac:spMk id="3" creationId="{92578307-8B0F-3DFA-741C-4921BE5437B6}"/>
          </ac:spMkLst>
        </pc:spChg>
      </pc:sldChg>
      <pc:sldChg chg="modSp add mod">
        <pc:chgData name="anaclaracosta116@gmail.com" userId="a793634777582c92" providerId="LiveId" clId="{9B7BC7AD-3F44-4E2A-B709-423B71EA9B79}" dt="2025-08-30T20:07:11.277" v="396" actId="27636"/>
        <pc:sldMkLst>
          <pc:docMk/>
          <pc:sldMk cId="3840059708" sldId="543"/>
        </pc:sldMkLst>
        <pc:spChg chg="mod">
          <ac:chgData name="anaclaracosta116@gmail.com" userId="a793634777582c92" providerId="LiveId" clId="{9B7BC7AD-3F44-4E2A-B709-423B71EA9B79}" dt="2025-08-30T20:07:11.277" v="396" actId="27636"/>
          <ac:spMkLst>
            <pc:docMk/>
            <pc:sldMk cId="3840059708" sldId="543"/>
            <ac:spMk id="3" creationId="{A9749BFA-D979-D614-0563-849E35C303E1}"/>
          </ac:spMkLst>
        </pc:spChg>
      </pc:sldChg>
      <pc:sldChg chg="add">
        <pc:chgData name="anaclaracosta116@gmail.com" userId="a793634777582c92" providerId="LiveId" clId="{9B7BC7AD-3F44-4E2A-B709-423B71EA9B79}" dt="2025-08-30T20:13:44.983" v="401"/>
        <pc:sldMkLst>
          <pc:docMk/>
          <pc:sldMk cId="3496581995" sldId="54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6499B5-857D-F3A5-A09D-F8B0EEC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508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22º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1-SÓ VÓS SOIS MINHA FORÇA,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PRESERVAI-ME DE TODO O MAL!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F2C-C1FE-9FDA-3B54-2C656F51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74761-9D08-3941-80DB-EFE27263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5F3BE-E854-D6C2-2BAF-B454F611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2-VÓS SOIS BOM, VÓS SOIS PAI,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DAI-ME LUZ, DAI-ME PAZ, DAI-ME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8743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578C-5B91-6880-D51B-BEB6839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9E05-B6D7-BF5E-1D41-FE518C81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CF24C-A6D3-AED6-D284-F6F4FB57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3-E EU QUERO CANTAR-VOS,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VOSSO NOME EU QUERO LOUVAR!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230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VIESTES SALVAR OS CORAÇÕES ARREPENDIDOS,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DA98-0873-CF74-8837-2C9F9DA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50A9-2093-0588-AA1A-ACF855DF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B56808-4970-9451-8C19-74E453D2E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CRISTO, QUE VIESTES CHAMAR OS PECADORES,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CHRISTE ELEISON (2X)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9810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726-0F1A-52B9-5D68-98A43FB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99A-E3E3-59F2-A9A8-A7D131C2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ACE30-2CFF-8FAB-AF06-A74BB7D2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INTERCEDEIS P NÓS JUNTO DO PAI, TENDE PIEDADE DE NÓS.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7538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 (2X)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O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 COM CARINHO PREPARASTES UMA MESA PARA O POBRE.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TOMAI O MEU JULGO SOBRE VÓS, E APRENDEI DE MIM, QUE SOU DE MANSO E HUMILDE CORAÇÃO.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b="1" dirty="0"/>
              <a:t>FICAI ATENTO AO CLAMOR DA MINHA PRECE, Ó MEU REI E MEU SENHOR!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461466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D0D6-DDCE-0282-D88E-B5C905E3C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45E01-27B9-F9A6-18CF-B854C86B0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A31314-635C-6147-ED89-4C5AADF27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dirty="0"/>
              <a:t>ESCUTAI, Ó SENHOR, DEUS A MINHA PRECE, ATENDEI O MEU GEMIDO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259773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0409-00D0-21EA-5C40-D13E954D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FED89-85BF-CB6A-8BBE-FC69B45F8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A75F6F-3E44-0367-0B5D-332F8DB3A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b="1" dirty="0"/>
              <a:t>FICAI ATENTO AO CLAMOR DA MINHA PRECE, Ó MEU REI E MEU SENHOR!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736365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CDFF-0DEF-6729-DEAA-6A07A6763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B4B6D-CBCB-A026-15F5-C8D8329D2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74F70D-E1FF-C049-2A15-5945CE79C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É A VÓS QUE EU DIRIJO A MINHA PRECE, DE MANHÃ JÁ ME ESCUTAIS</a:t>
            </a:r>
            <a:endParaRPr lang="pt-BR" sz="60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94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SANTO, SANTO, SANTO</a:t>
            </a:r>
          </a:p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 (2X)</a:t>
            </a:r>
          </a:p>
          <a:p>
            <a:pPr algn="just"/>
            <a:r>
              <a:rPr lang="pt-BR" sz="7200" b="1" dirty="0"/>
              <a:t>HOSANA, HOSANA, NAS ALTURAS 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b="1" dirty="0"/>
              <a:t>AMPARAI-ME E SEREI SALVO, Ó SENHOR! </a:t>
            </a:r>
          </a:p>
          <a:p>
            <a:pPr algn="l"/>
            <a:r>
              <a:rPr lang="pt-BR" sz="5400" b="1" dirty="0"/>
              <a:t>AMPARAI-ME E SEREI SALVO, Ó SENHOR!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FELIZ O HOMEM SEM PECADO EM SEU CAMINHO</a:t>
            </a:r>
          </a:p>
          <a:p>
            <a:pPr algn="l"/>
            <a:r>
              <a:rPr lang="pt-BR" sz="4800" dirty="0"/>
              <a:t>QUE NA LEI DO SENHOR DEUS VAI PROGREDINDO!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97EA1-22F5-EE15-AFCA-7EB3016BE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92F7A-412E-D3CB-C307-CFE4A99B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96822B-3905-D82A-A19A-9C40C90B8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b="1" dirty="0"/>
              <a:t>AMPARAI-ME E SEREI SALVO, Ó SENHOR! </a:t>
            </a:r>
          </a:p>
          <a:p>
            <a:pPr algn="l"/>
            <a:r>
              <a:rPr lang="pt-BR" sz="5400" b="1" dirty="0"/>
              <a:t>AMPARAI-ME E SEREI SALVO, Ó SENHOR!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FELIZ O HOMEM QUE OBSERVA SEUS PRECEITOS,</a:t>
            </a:r>
          </a:p>
          <a:p>
            <a:pPr algn="l"/>
            <a:r>
              <a:rPr lang="pt-BR" sz="4800" dirty="0"/>
              <a:t>E DE TODO O CORAÇÃO PROCURA A DEUS!</a:t>
            </a:r>
          </a:p>
        </p:txBody>
      </p:sp>
    </p:spTree>
    <p:extLst>
      <p:ext uri="{BB962C8B-B14F-4D97-AF65-F5344CB8AC3E}">
        <p14:creationId xmlns:p14="http://schemas.microsoft.com/office/powerpoint/2010/main" val="999745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79F4-6BF9-6A03-6EF3-C9AAB0DBB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5C420-77C8-690A-7D9F-CD0AB6D17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9E08CD-08AC-D517-2356-7E7594FFD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b="1" dirty="0"/>
              <a:t>AMPARAI-ME E SEREI SALVO, Ó SENHOR! </a:t>
            </a:r>
          </a:p>
          <a:p>
            <a:pPr algn="l"/>
            <a:r>
              <a:rPr lang="pt-BR" sz="5400" b="1" dirty="0"/>
              <a:t>AMPARAI-ME E SEREI SALVO, Ó SENHOR!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Ó SENHOR, VÓS SOIS BENDITO PARA SEMPRE; </a:t>
            </a:r>
          </a:p>
          <a:p>
            <a:pPr algn="l"/>
            <a:r>
              <a:rPr lang="pt-BR" sz="4800" dirty="0"/>
              <a:t>OS VOSSOS MANDAMENTOS ENSINAI-ME!</a:t>
            </a:r>
          </a:p>
        </p:txBody>
      </p:sp>
    </p:spTree>
    <p:extLst>
      <p:ext uri="{BB962C8B-B14F-4D97-AF65-F5344CB8AC3E}">
        <p14:creationId xmlns:p14="http://schemas.microsoft.com/office/powerpoint/2010/main" val="4162747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08DA-D6E0-A647-194D-AF80DF07E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E2FBF-76A0-12D6-C04E-6BF7A6AB7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578307-8B0F-3DFA-741C-4921BE543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1" dirty="0"/>
              <a:t>AMPARAI-ME E SEREI SALVO, Ó SENHOR! </a:t>
            </a:r>
          </a:p>
          <a:p>
            <a:pPr algn="l"/>
            <a:r>
              <a:rPr lang="pt-BR" sz="5400" b="1" dirty="0"/>
              <a:t>AMPARAI-ME E SEREI SALVO, Ó SENHOR!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SEDE BOM COM VOSSO SERVO, E VIVEREI,</a:t>
            </a:r>
          </a:p>
          <a:p>
            <a:pPr algn="l"/>
            <a:r>
              <a:rPr lang="pt-BR" sz="4800" dirty="0"/>
              <a:t>E GUARDAREI VOSSA PALAVRA, Ó SENHOR.</a:t>
            </a:r>
          </a:p>
        </p:txBody>
      </p:sp>
    </p:spTree>
    <p:extLst>
      <p:ext uri="{BB962C8B-B14F-4D97-AF65-F5344CB8AC3E}">
        <p14:creationId xmlns:p14="http://schemas.microsoft.com/office/powerpoint/2010/main" val="1418062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378D-1550-F93E-AF2D-1A68A169C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CB76A-54CA-E9D2-99BB-91219E80C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49BFA-D979-D614-0563-849E35C30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b="1" dirty="0"/>
              <a:t>AMPARAI-ME E SEREI SALVO, Ó SENHOR! </a:t>
            </a:r>
          </a:p>
          <a:p>
            <a:pPr algn="l"/>
            <a:r>
              <a:rPr lang="pt-BR" sz="5400" b="1" dirty="0"/>
              <a:t>AMPARAI-ME E SEREI SALVO, Ó SENHOR!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A MINHA ALMA ESTÁ PROSTRADA NA POEIRA, </a:t>
            </a:r>
          </a:p>
          <a:p>
            <a:pPr algn="l"/>
            <a:r>
              <a:rPr lang="pt-BR" sz="4800" dirty="0"/>
              <a:t>VOSSA PALAVRA ME DEVOLVA A MINHA VIDA!</a:t>
            </a:r>
          </a:p>
        </p:txBody>
      </p:sp>
    </p:spTree>
    <p:extLst>
      <p:ext uri="{BB962C8B-B14F-4D97-AF65-F5344CB8AC3E}">
        <p14:creationId xmlns:p14="http://schemas.microsoft.com/office/powerpoint/2010/main" val="3840059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O POVO DE DEUS NO DESERTO ANDAVA</a:t>
            </a:r>
          </a:p>
          <a:p>
            <a:pPr algn="l"/>
            <a:r>
              <a:rPr lang="pt-BR" sz="6600" dirty="0"/>
              <a:t>MAS À SUA FRENTE ALGUÉM CAMINHAVA</a:t>
            </a:r>
          </a:p>
          <a:p>
            <a:pPr algn="l"/>
            <a:r>
              <a:rPr lang="pt-BR" sz="6600" dirty="0"/>
              <a:t>O POVO DE DEUS ERA RICO DE NADA</a:t>
            </a:r>
          </a:p>
          <a:p>
            <a:pPr algn="l"/>
            <a:r>
              <a:rPr lang="pt-BR" sz="6600" dirty="0"/>
              <a:t>SÓ TINHA A ESPERANÇA E O PÓ DA ESTRADA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3496581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DB5-164C-5E27-6372-06E04EB9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4A12B-4BC2-44B5-E723-79806739C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4CA27F-4EA7-0D6D-D986-0B22A40F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O POVO DE DEUS TAMBÉM VACILAVA</a:t>
            </a:r>
          </a:p>
          <a:p>
            <a:pPr algn="l"/>
            <a:r>
              <a:rPr lang="pt-BR" sz="6600" dirty="0"/>
              <a:t>ÀS VEZES CUSTAVA A CRER NO AMOR</a:t>
            </a:r>
          </a:p>
          <a:p>
            <a:pPr algn="l"/>
            <a:r>
              <a:rPr lang="pt-BR" sz="6600" dirty="0"/>
              <a:t>O POVO DE DEUS, CHORANDO, REZAVA</a:t>
            </a:r>
          </a:p>
          <a:p>
            <a:pPr algn="l"/>
            <a:r>
              <a:rPr lang="pt-BR" sz="6600" dirty="0"/>
              <a:t>PEDIA PERDÃO E RECOMEÇAVA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42565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8523</TotalTime>
  <Words>822</Words>
  <Application>Microsoft Office PowerPoint</Application>
  <PresentationFormat>Widescreen</PresentationFormat>
  <Paragraphs>142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-apple-system</vt:lpstr>
      <vt:lpstr>Arial</vt:lpstr>
      <vt:lpstr>Bookman Old Style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50</cp:revision>
  <dcterms:created xsi:type="dcterms:W3CDTF">2023-05-06T17:01:55Z</dcterms:created>
  <dcterms:modified xsi:type="dcterms:W3CDTF">2025-08-30T20:13:52Z</dcterms:modified>
</cp:coreProperties>
</file>