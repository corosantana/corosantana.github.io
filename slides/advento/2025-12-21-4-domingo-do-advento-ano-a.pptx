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59" r:id="rId2"/>
    <p:sldId id="460" r:id="rId3"/>
    <p:sldId id="438" r:id="rId4"/>
    <p:sldId id="439" r:id="rId5"/>
    <p:sldId id="258" r:id="rId6"/>
    <p:sldId id="456" r:id="rId7"/>
    <p:sldId id="561" r:id="rId8"/>
    <p:sldId id="562" r:id="rId9"/>
    <p:sldId id="441" r:id="rId10"/>
    <p:sldId id="265" r:id="rId11"/>
    <p:sldId id="266" r:id="rId12"/>
    <p:sldId id="267" r:id="rId13"/>
    <p:sldId id="271" r:id="rId14"/>
    <p:sldId id="559" r:id="rId15"/>
    <p:sldId id="560" r:id="rId16"/>
    <p:sldId id="414" r:id="rId17"/>
    <p:sldId id="415" r:id="rId18"/>
    <p:sldId id="416" r:id="rId19"/>
    <p:sldId id="417" r:id="rId20"/>
    <p:sldId id="418" r:id="rId21"/>
    <p:sldId id="419" r:id="rId22"/>
    <p:sldId id="361" r:id="rId23"/>
    <p:sldId id="275" r:id="rId24"/>
    <p:sldId id="363" r:id="rId25"/>
    <p:sldId id="563" r:id="rId26"/>
    <p:sldId id="457" r:id="rId27"/>
    <p:sldId id="362" r:id="rId28"/>
    <p:sldId id="458" r:id="rId29"/>
    <p:sldId id="277" r:id="rId30"/>
    <p:sldId id="420" r:id="rId31"/>
    <p:sldId id="564" r:id="rId32"/>
    <p:sldId id="565" r:id="rId33"/>
    <p:sldId id="566" r:id="rId34"/>
    <p:sldId id="567" r:id="rId35"/>
    <p:sldId id="428" r:id="rId36"/>
    <p:sldId id="435" r:id="rId37"/>
    <p:sldId id="500" r:id="rId38"/>
    <p:sldId id="501" r:id="rId39"/>
    <p:sldId id="502" r:id="rId40"/>
    <p:sldId id="503" r:id="rId41"/>
    <p:sldId id="504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09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42C1EA3-EB94-B6F5-5C53-C32ADEF6D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9547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37476"/>
            <a:ext cx="12191999" cy="6895476"/>
          </a:xfrm>
          <a:prstGeom prst="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3277027"/>
            <a:ext cx="11673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4º DOMINGO DO ADVENTO</a:t>
            </a:r>
          </a:p>
        </p:txBody>
      </p:sp>
      <p:sp>
        <p:nvSpPr>
          <p:cNvPr id="6" name="Seta: Pentágono 5">
            <a:extLst>
              <a:ext uri="{FF2B5EF4-FFF2-40B4-BE49-F238E27FC236}">
                <a16:creationId xmlns:a16="http://schemas.microsoft.com/office/drawing/2014/main" id="{C4450A8C-3F46-250A-3D59-B9D90129D670}"/>
              </a:ext>
            </a:extLst>
          </p:cNvPr>
          <p:cNvSpPr/>
          <p:nvPr/>
        </p:nvSpPr>
        <p:spPr>
          <a:xfrm rot="5400000">
            <a:off x="9644109" y="621654"/>
            <a:ext cx="2247900" cy="929640"/>
          </a:xfrm>
          <a:prstGeom prst="homePlat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0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QUANDO VIRÁ, SENHOR, O DIA EM QUE APAREÇA O SALVADOR E SE EFETUE A PROFECIA:“NASCEU DO MUNDO O REDENTOR?”</a:t>
            </a:r>
          </a:p>
          <a:p>
            <a:pPr algn="l"/>
            <a:endParaRPr lang="pt-BR" sz="5400" b="1" dirty="0"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ORVALHAI LÁ DO ALTO, Ó CÉUS,E AS NUVENS CHOVAM O JUSTO!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19258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6CDC-9893-A02D-B02F-ACD3193FF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7FACA-F40D-0512-A8AB-D67D7463D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05B44A-CD18-B2E2-730F-9C3EA016B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AQUELE DIA PROMETIDOA ANTIGA FÉ DE NOSSOS PAIS,DIA EM QUE O MAL SERÁ BANIDO,MUDANDO EM RISOS NOSSOS AIS!</a:t>
            </a:r>
          </a:p>
          <a:p>
            <a:pPr algn="l"/>
            <a:endParaRPr lang="pt-BR" sz="5400" b="1" dirty="0"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ORVALHAI LÁ DO ALTO, Ó CÉUS,E AS NUVENS CHOVAM O JUSTO!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4640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A156E-C13A-5F72-DF78-13E9FCBE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E2AF3-607E-9DEA-2A7A-471A1BA7F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50B62A-C160-278F-6ADC-EB6B7CC8D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QUANDO FELIZES O VEREMOS,NO FIRMAMENTO DESPONTARE A ESPARGIR CLARÕES SUPREMOS,DA TERRA AS TREVAS DISPERSAR?</a:t>
            </a:r>
          </a:p>
          <a:p>
            <a:pPr algn="l"/>
            <a:endParaRPr lang="pt-BR" sz="5400" b="1" dirty="0"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ORVALHAI LÁ DO ALTO, Ó CÉUS,E AS NUVENS CHOVAM O JUSTO!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9418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VINDES VISITAR VOSSO POVO NA PAZ, TENDE PIEDADE DE NÓS.</a:t>
            </a:r>
          </a:p>
          <a:p>
            <a:pPr algn="l"/>
            <a:endParaRPr lang="pt-BR" sz="5800" dirty="0"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KYRIE ELEISON,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05073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1B0E0-0448-6CCE-E820-A9740E31E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07DCF-8F3D-AC00-DEA9-490DE76B3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47F38B-B4CB-2C0D-EF2E-DBF7169B9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VINDES SALVAR O QUE ESTAVA PERDIDO, TENDE PIEDADE DE NÓS.</a:t>
            </a:r>
          </a:p>
          <a:p>
            <a:pPr algn="l"/>
            <a:endParaRPr lang="pt-BR" sz="5800" dirty="0"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CHRISTE ELEISON, CHRISTE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7808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17ACF-AE68-8E89-98E1-FE8464B5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BFC15-7B69-A8C1-30A4-B1E603D94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8B1168-ED0F-900F-F451-05A0EF537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VINDES CRIAR UM MUNDO NOVO, TENDE PIEDADE DE NÓS.</a:t>
            </a:r>
          </a:p>
          <a:p>
            <a:pPr algn="l"/>
            <a:endParaRPr lang="pt-BR" sz="5800" dirty="0"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KYRIE ELEISON, KYRIE ELEISON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373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B9BA-8B35-7B11-35B2-368E7857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C320E1-D876-91E5-CFFE-EB1551DCA3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00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O REI DA GLÓRIA É O SENHOR ONIPOTENTE; ABRI AS PORTAS PARA QUE ELE POSSA ENTRAR!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5400" b="1" dirty="0"/>
              <a:t>ALELUIA, ALELUIA! ALELUIA, ALELUIA!</a:t>
            </a:r>
          </a:p>
          <a:p>
            <a:endParaRPr lang="pt-BR" sz="5400" dirty="0"/>
          </a:p>
          <a:p>
            <a:r>
              <a:rPr lang="pt-BR" sz="5400" dirty="0"/>
              <a:t>UMA VIRGEM CONCEBERÁ</a:t>
            </a:r>
          </a:p>
          <a:p>
            <a:r>
              <a:rPr lang="pt-BR" sz="5400" dirty="0"/>
              <a:t>E UM FILHO NOS DARÁ</a:t>
            </a:r>
          </a:p>
          <a:p>
            <a:r>
              <a:rPr lang="pt-BR" sz="5400" dirty="0"/>
              <a:t>DEUS CONOSCO EMANUEL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883729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13383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1746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FAVORECESTES, Ó SENHOR, A VOSSA TERRA, *</a:t>
            </a:r>
          </a:p>
          <a:p>
            <a:pPr algn="just"/>
            <a:r>
              <a:rPr lang="pt-BR" sz="6600" dirty="0"/>
              <a:t>LIBERTASTES OS CATIVOS DE JACÓ. R.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2887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9252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92501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5927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VERDADE E O AMOR SE ENCONTRARÃO, * A JUSTIÇA E A PAZ SE ABRAÇARÃO; R.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769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77690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2716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 TERRA BROTARÁ A FIDELIDADE, 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JUSTIÇA OLHARÁ DOS ALTOS CÉUS. 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78947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18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NOS DARÁ TUDO O QUE É BOM,*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NOSSA TERRA NOS DARÁ SUAS COLHEITAS;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97406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PROCLAMAM A VOSSA GLÓRIA</a:t>
            </a:r>
          </a:p>
          <a:p>
            <a:pPr algn="l"/>
            <a:r>
              <a:rPr lang="pt-BR" sz="6600" b="1" dirty="0"/>
              <a:t>HOSANA, HOSANA NAS ALTURAS, HOSANA!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8000" dirty="0"/>
              <a:t>BENDITO, BENDITO O QUE VEM EM NOME DO SENHOR</a:t>
            </a:r>
          </a:p>
          <a:p>
            <a:pPr algn="l"/>
            <a:r>
              <a:rPr lang="pt-BR" sz="8000" b="1" dirty="0"/>
              <a:t>HOSANA, HOSANA NAS ALTURAS, HOSANA!</a:t>
            </a:r>
            <a:r>
              <a:rPr lang="pt-BR" sz="8000" dirty="0"/>
              <a:t> (2X)</a:t>
            </a:r>
          </a:p>
          <a:p>
            <a:pPr algn="l"/>
            <a:endParaRPr lang="pt-BR" sz="80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F5070-54CA-1367-6BE6-F5AD071C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49B1B6-F4E8-1EA9-7532-4075BAA8F7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925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6051-7860-35B1-9E4E-82758F98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BAE0C-424B-0406-F220-FF5A8B48C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4AAE6D-EB27-02CF-69C2-BC0A92D30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2600" dirty="0"/>
              <a:t>AS COLINAS VÃO SER ABAIXADAS</a:t>
            </a:r>
          </a:p>
          <a:p>
            <a:pPr algn="l"/>
            <a:r>
              <a:rPr lang="pt-BR" sz="12600" dirty="0"/>
              <a:t>OS CAMINHOS VÃO TER MAIS FULGOR</a:t>
            </a:r>
          </a:p>
          <a:p>
            <a:pPr algn="l"/>
            <a:r>
              <a:rPr lang="pt-BR" sz="12600" dirty="0"/>
              <a:t>O SENHOR QUER AS VIDAS ORNADAS</a:t>
            </a:r>
          </a:p>
          <a:p>
            <a:pPr algn="l"/>
            <a:r>
              <a:rPr lang="pt-BR" sz="12600" dirty="0"/>
              <a:t>PARA A FESTA DA VIDA E DO AMOR!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VEM SENHOR! VEM SALVAR TEU POVO</a:t>
            </a:r>
          </a:p>
          <a:p>
            <a:pPr algn="l"/>
            <a:r>
              <a:rPr lang="pt-BR" sz="12600" b="1" dirty="0"/>
              <a:t>DEUS CONOSCO EMANUEL!</a:t>
            </a:r>
          </a:p>
          <a:p>
            <a:pPr algn="l"/>
            <a:r>
              <a:rPr lang="pt-BR" sz="12600" b="1" dirty="0"/>
              <a:t>NESTE PÃO, UM MUNDO NOVO</a:t>
            </a:r>
          </a:p>
          <a:p>
            <a:pPr algn="l"/>
            <a:r>
              <a:rPr lang="pt-BR" sz="12600" b="1" dirty="0"/>
              <a:t>QUER TEU POVO, DEUS FIEL!</a:t>
            </a:r>
          </a:p>
          <a:p>
            <a:pPr algn="l"/>
            <a:endParaRPr lang="pt-BR" sz="12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93430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2600" dirty="0"/>
              <a:t>VÃO BROTAR EM DESERTOS MIL FONTES</a:t>
            </a:r>
          </a:p>
          <a:p>
            <a:pPr algn="l"/>
            <a:r>
              <a:rPr lang="pt-BR" sz="12600" dirty="0"/>
              <a:t>QUE CANTEIROS DE PAZ VÃO REGAR</a:t>
            </a:r>
          </a:p>
          <a:p>
            <a:pPr algn="l"/>
            <a:r>
              <a:rPr lang="pt-BR" sz="12600" dirty="0"/>
              <a:t>TAMBÉM VIDAS SEM LUZ DE HORIZONTES</a:t>
            </a:r>
          </a:p>
          <a:p>
            <a:pPr algn="l"/>
            <a:r>
              <a:rPr lang="pt-BR" sz="12600" dirty="0"/>
              <a:t>NA LUZ VIVA DO CÉU VÃO BRILHAR!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VEM SENHOR! VEM SALVAR TEU POVO</a:t>
            </a:r>
          </a:p>
          <a:p>
            <a:pPr algn="l"/>
            <a:r>
              <a:rPr lang="pt-BR" sz="12600" b="1" dirty="0"/>
              <a:t>DEUS CONOSCO EMANUEL!</a:t>
            </a:r>
          </a:p>
          <a:p>
            <a:pPr algn="l"/>
            <a:r>
              <a:rPr lang="pt-BR" sz="12600" b="1" dirty="0"/>
              <a:t>NESTE PÃO, UM MUNDO NOVO</a:t>
            </a:r>
          </a:p>
          <a:p>
            <a:pPr algn="l"/>
            <a:r>
              <a:rPr lang="pt-BR" sz="12600" b="1" dirty="0"/>
              <a:t>QUER TEU POVO, DEUS FIEL!</a:t>
            </a:r>
          </a:p>
          <a:p>
            <a:pPr algn="l"/>
            <a:endParaRPr lang="pt-BR" sz="12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67049-F00A-18C2-487B-7F55FAE7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0031B-60FF-FBBA-7732-CCEAF4ED8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E7F2D5-0F62-315C-DCA6-4899DFC00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2600" dirty="0"/>
              <a:t>NOSSO DEUS VEM PLANTAR A JUSTIÇA</a:t>
            </a:r>
          </a:p>
          <a:p>
            <a:pPr algn="l"/>
            <a:r>
              <a:rPr lang="pt-BR" sz="12600" dirty="0"/>
              <a:t>NESTE MUNDO DE SONHOS TÃO VÃOS</a:t>
            </a:r>
          </a:p>
          <a:p>
            <a:pPr algn="l"/>
            <a:r>
              <a:rPr lang="pt-BR" sz="12600" dirty="0"/>
              <a:t>E BANIR PARA SEMPRE A COBIÇA</a:t>
            </a:r>
          </a:p>
          <a:p>
            <a:pPr algn="l"/>
            <a:r>
              <a:rPr lang="pt-BR" sz="12600" dirty="0"/>
              <a:t>QUE DESTRÓI SEMPRE A VIDA DE IRMÃOS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VEM SENHOR! VEM SALVAR TEU POVO</a:t>
            </a:r>
          </a:p>
          <a:p>
            <a:pPr algn="l"/>
            <a:r>
              <a:rPr lang="pt-BR" sz="12600" b="1" dirty="0"/>
              <a:t>DEUS CONOSCO EMANUEL!</a:t>
            </a:r>
          </a:p>
          <a:p>
            <a:pPr algn="l"/>
            <a:r>
              <a:rPr lang="pt-BR" sz="12600" b="1" dirty="0"/>
              <a:t>NESTE PÃO, UM MUNDO NOVO</a:t>
            </a:r>
          </a:p>
          <a:p>
            <a:pPr algn="l"/>
            <a:r>
              <a:rPr lang="pt-BR" sz="12600" b="1" dirty="0"/>
              <a:t>QUER TEU POVO, DEUS FIEL!</a:t>
            </a:r>
          </a:p>
          <a:p>
            <a:pPr algn="l"/>
            <a:endParaRPr lang="pt-BR" sz="12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8824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VEM, Ó VEM, EMANUEL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REDIME O CATIVO ISRAEL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GEME EM TRISTE EXÍLIO E DOR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PRIVADO DO FILHO REDENTOR!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R: ALEEEEGRA-TE Ó ISRAEL! IRÁ NASCER O EMANUEL!</a:t>
            </a:r>
          </a:p>
          <a:p>
            <a:pPr algn="l"/>
            <a:endParaRPr lang="pt-BR" sz="6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D9887-765F-54D0-B807-6DE049C0A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6F86C-AE33-4B83-E251-357E937A5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6A360E-F9DD-C3BF-81A7-E1392705C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VEM, Ó VEM, Ó SAPIÊNCIA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AO MUNDO VEM EM TUA GLÓRIA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TEU CAMINHO REVELAR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PRUDÊNCIA NOS ENSINAR.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R: ALEEEEGRA-TE Ó ISRAEL! IRÁ NASCER O EMANUEL!</a:t>
            </a:r>
          </a:p>
          <a:p>
            <a:pPr algn="l"/>
            <a:endParaRPr lang="pt-BR" sz="6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995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4D0C-0B59-6C54-8D4F-BB967951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61C7F-AE6F-6487-AB23-B56DDF223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A2C05B-68A3-C21A-C6B3-7BBCD4EE9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VEM, Ó VEM SAGRADO ADONAI!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EM GRANDE GLÓRIA NO MONTE SINAI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ENTRE NUVENS COMO UM REI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NOS DESTE, Ó JUSTO, A SANTA LEI!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R: ALEEEEGRA-TE Ó ISRAEL! IRÁ NASCER O EMANUEL!</a:t>
            </a:r>
          </a:p>
          <a:p>
            <a:pPr algn="l"/>
            <a:endParaRPr lang="pt-BR" sz="6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602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FAEBA-6B20-D65B-9ED7-B7D99FE3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4324C-C3C0-2B90-68D5-867056C73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60C09F-362B-D10F-00F2-52F6169EA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VEM, DEPRESSA RAIZ DE JESSÉ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AOS SERVOS TEUS RENOVA A FÉ;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POSSAM O INFERNO DOMINAR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SOBRE A MORTE TRIUNFAR! 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R: ALEEEEGRA-TE Ó ISRAEL! IRÁ NASCER O EMANUEL!</a:t>
            </a:r>
          </a:p>
          <a:p>
            <a:pPr algn="l"/>
            <a:endParaRPr lang="pt-BR" sz="6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4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5292-B1D4-453A-F500-C4C7F075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EDFF6-863C-4832-1F4C-929E62566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B1B0C7-52CB-15EB-A0F7-F83A95923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VEM, Ó VEM CHAVE DE DAVI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O CÉU FECHADO VEM ABRIR!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SUPREMA GLÓRIA NOS DARÁS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O INFERNO FECHARÁS! R.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R: ALEEEEGRA-TE Ó ISRAEL! IRÁ NASCER O EMANUEL!</a:t>
            </a:r>
          </a:p>
          <a:p>
            <a:pPr algn="l"/>
            <a:endParaRPr lang="pt-BR" sz="6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947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PAI AMOROSO, PROTETOR DO SENHOR,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EM TEU CORAÇÃO A CARIDADE ESPLENDE.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ÉS MODELO E GUIA DE QUEM CRÊ E AMA,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TESTEMUNHA DE ESPERANÇA.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D9D8-2224-92FE-1565-CAB94D1F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ED5B3-1754-3FBD-0D71-FE8B7110A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0F58B0-FEF6-5372-BD48-650B1F103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SOMBRA DE DEUS PAI E SINAL DE SEU AMOR,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JUSTO JOSÉ, MESTRE DA HUMILDADE.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CANTA TEU SILÊNCIO A PALAVRA VIVA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A NAZARÉ RESSOA.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256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9F11-5BF8-271A-00DF-699D9A9E7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88EDD-DCBD-042F-D8B2-E9A1115BC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FDE87E-73E4-E410-1EA8-9DDE4AA80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PATRIARCA SANTO, FIEL E OBEDIENTE,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DÓCIL E PACIENTE AOS ACENOS DO SENHOR.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CONTIGO SE REALIZA A PROMESSA ANTIGA: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“ELE SERÁ O FILHO DE DAVI”.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54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BE62-5774-FA3B-96D1-B405D2AD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C6F4C-36E0-B9AE-1A16-16A453FA2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65BA1C-3600-08CB-BDD3-3F8C8D195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TU QUE ACOLHESTE À VIRGEM MARIA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COMO ESPOSO CASTO E DOCE DEFENSOR,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OLHE ÀS FAMÍLIAS EM SOFRIMENTO: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SOBRE ELAS DESÇA ALEGRIA E PAZ.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88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3158-7766-E9FD-CFCA-EE987166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28FBC-43E5-7B8B-AC9F-14AEA814E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0DB5D2-26A1-7E95-C51F-4230D2F49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DIGNIDADE E AMOR, SILÊNCIO E ORAÇÃO,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SÃO A FORÇA E A LUZ E GUIAM TEUS DIAS.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TUA CASA SANTA MODELO VIVO SEJA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INSPIRA CADA FAMÍLIA.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114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1E45-4674-F7CA-343B-22824583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D8565-9462-0617-D390-B271EE58C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090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3C1CF5-B8FA-C33B-2D74-77CDFBEE8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90" y="1018261"/>
            <a:ext cx="11195820" cy="567463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6. Ó SANTO JOSÉ, PATRONO DA IGREJA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TUA INTERCESSÃO PROTEJA O SEU CAMINHO.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VIGIE E DEFENDA A UNIDADE E A PAZ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CARIDADE DE CRISTO.</a:t>
            </a: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469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8565</TotalTime>
  <Words>987</Words>
  <Application>Microsoft Office PowerPoint</Application>
  <PresentationFormat>Widescreen</PresentationFormat>
  <Paragraphs>164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9" baseType="lpstr">
      <vt:lpstr>Arial</vt:lpstr>
      <vt:lpstr>Arial</vt:lpstr>
      <vt:lpstr>Baskerville Old Face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  <vt:lpstr>Apresentação do PowerPoint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53</cp:revision>
  <dcterms:created xsi:type="dcterms:W3CDTF">2023-05-06T17:01:55Z</dcterms:created>
  <dcterms:modified xsi:type="dcterms:W3CDTF">2025-12-20T20:01:45Z</dcterms:modified>
</cp:coreProperties>
</file>