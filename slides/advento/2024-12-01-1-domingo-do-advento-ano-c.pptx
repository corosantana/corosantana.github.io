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0" r:id="rId2"/>
    <p:sldId id="354" r:id="rId3"/>
    <p:sldId id="410" r:id="rId4"/>
    <p:sldId id="551" r:id="rId5"/>
    <p:sldId id="579" r:id="rId6"/>
    <p:sldId id="258" r:id="rId7"/>
    <p:sldId id="259" r:id="rId8"/>
    <p:sldId id="530" r:id="rId9"/>
    <p:sldId id="531" r:id="rId10"/>
    <p:sldId id="260" r:id="rId11"/>
    <p:sldId id="265" r:id="rId12"/>
    <p:sldId id="266" r:id="rId13"/>
    <p:sldId id="267" r:id="rId14"/>
    <p:sldId id="556" r:id="rId15"/>
    <p:sldId id="472" r:id="rId16"/>
    <p:sldId id="581" r:id="rId17"/>
    <p:sldId id="582" r:id="rId18"/>
    <p:sldId id="583" r:id="rId19"/>
    <p:sldId id="361" r:id="rId20"/>
    <p:sldId id="557" r:id="rId21"/>
    <p:sldId id="558" r:id="rId22"/>
    <p:sldId id="580" r:id="rId23"/>
    <p:sldId id="362" r:id="rId24"/>
    <p:sldId id="539" r:id="rId25"/>
    <p:sldId id="566" r:id="rId26"/>
    <p:sldId id="567" r:id="rId27"/>
    <p:sldId id="568" r:id="rId28"/>
    <p:sldId id="569" r:id="rId29"/>
    <p:sldId id="570" r:id="rId30"/>
    <p:sldId id="571" r:id="rId31"/>
    <p:sldId id="572" r:id="rId32"/>
    <p:sldId id="404" r:id="rId33"/>
    <p:sldId id="420" r:id="rId34"/>
    <p:sldId id="573" r:id="rId35"/>
    <p:sldId id="574" r:id="rId36"/>
    <p:sldId id="575" r:id="rId37"/>
    <p:sldId id="419" r:id="rId38"/>
    <p:sldId id="337" r:id="rId39"/>
    <p:sldId id="501" r:id="rId40"/>
    <p:sldId id="576" r:id="rId41"/>
    <p:sldId id="577" r:id="rId42"/>
    <p:sldId id="578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550"/>
            <p14:sldId id="354"/>
            <p14:sldId id="410"/>
            <p14:sldId id="551"/>
            <p14:sldId id="579"/>
            <p14:sldId id="258"/>
            <p14:sldId id="259"/>
            <p14:sldId id="530"/>
            <p14:sldId id="531"/>
            <p14:sldId id="260"/>
            <p14:sldId id="265"/>
            <p14:sldId id="266"/>
            <p14:sldId id="267"/>
            <p14:sldId id="556"/>
            <p14:sldId id="472"/>
            <p14:sldId id="581"/>
            <p14:sldId id="582"/>
            <p14:sldId id="583"/>
            <p14:sldId id="361"/>
            <p14:sldId id="557"/>
            <p14:sldId id="558"/>
            <p14:sldId id="580"/>
            <p14:sldId id="362"/>
            <p14:sldId id="539"/>
            <p14:sldId id="566"/>
            <p14:sldId id="567"/>
            <p14:sldId id="568"/>
            <p14:sldId id="569"/>
            <p14:sldId id="570"/>
            <p14:sldId id="571"/>
            <p14:sldId id="572"/>
            <p14:sldId id="404"/>
            <p14:sldId id="420"/>
            <p14:sldId id="573"/>
            <p14:sldId id="574"/>
            <p14:sldId id="575"/>
            <p14:sldId id="419"/>
            <p14:sldId id="337"/>
            <p14:sldId id="501"/>
            <p14:sldId id="576"/>
            <p14:sldId id="577"/>
            <p14:sldId id="5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flita sobre o primeiro domingo do Advento">
            <a:extLst>
              <a:ext uri="{FF2B5EF4-FFF2-40B4-BE49-F238E27FC236}">
                <a16:creationId xmlns:a16="http://schemas.microsoft.com/office/drawing/2014/main" id="{80EEEB44-8C70-012A-B043-F2CE0C01C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5"/>
          <a:stretch/>
        </p:blipFill>
        <p:spPr bwMode="auto">
          <a:xfrm>
            <a:off x="-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4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1º DOMINGO DO ADVENTO</a:t>
            </a:r>
          </a:p>
        </p:txBody>
      </p:sp>
    </p:spTree>
    <p:extLst>
      <p:ext uri="{BB962C8B-B14F-4D97-AF65-F5344CB8AC3E}">
        <p14:creationId xmlns:p14="http://schemas.microsoft.com/office/powerpoint/2010/main" val="16744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SENHOR, VEM SALVAR TEU POVO,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DAS TREVAS, DA ESCRAVIDÃO,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SÓ TU ÉS NOSSA ESPERANÇA,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ÉS NOSSA LIBERTAÇÃO.</a:t>
            </a:r>
            <a:endParaRPr lang="pt-BR" sz="69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CONTIGO O DESERTO É FÉRTIL,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A TERRA SE ABRE EM FLOR,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ROCHA BROTA ÁGUA VIVA,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TREVA NASCE ESPLENDOR.</a:t>
            </a:r>
          </a:p>
        </p:txBody>
      </p:sp>
    </p:spTree>
    <p:extLst>
      <p:ext uri="{BB962C8B-B14F-4D97-AF65-F5344CB8AC3E}">
        <p14:creationId xmlns:p14="http://schemas.microsoft.com/office/powerpoint/2010/main" val="237398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3926-3DFB-F1C4-2B8B-C3A0B824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0B51A-3413-EE81-8F2B-780A2A629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D4DE61-DB1E-9092-D228-73E1F0FA6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54141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VIESTES AO MUNDO PARA NOS SALVAR, TENDE PIEDADE DE NÓS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SENHOR, TENDE PIEDADE DE NÓS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CONTINUAMENTE NOS VISITAIS COM A GRAÇA DO VOSSO ESPÍRITO, TENDE PIEDADE DE NÓS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CRISTO,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8692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VIREIS UM DIA PARA JULGAR AS NOSSAS OBRAS, TENDE PIEDADE DE NÓS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SENHOR, TENDE PIEDADE DE NÓS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1485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7"/>
            <a:ext cx="10628009" cy="2411179"/>
          </a:xfrm>
        </p:spPr>
        <p:txBody>
          <a:bodyPr>
            <a:normAutofit/>
          </a:bodyPr>
          <a:lstStyle/>
          <a:p>
            <a:r>
              <a:rPr lang="pt-BR" sz="5400" b="1" dirty="0"/>
              <a:t>SENHOR MEU DEUS, A VÓS ELEVO A MINHA ALMA!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VEM MOSTRAR-NOS, Ó SENHOR</a:t>
            </a:r>
          </a:p>
          <a:p>
            <a:r>
              <a:rPr lang="pt-BR" sz="4800" dirty="0"/>
              <a:t>TUA GRANDE COMPAIXÃO,</a:t>
            </a:r>
          </a:p>
          <a:p>
            <a:r>
              <a:rPr lang="pt-BR" sz="4800" dirty="0"/>
              <a:t>DÁ-NOS TUA SALVAÇÃO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07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MUITO SUSPIRA POR TI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TEU POVO FIEL, TUA ISRAEL!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MUITO SUSPIRA POR TI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TEU POVO FIEL, TUA ISRAEL!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Ó SANTO MESSIAS! Ó SANTO MESSIAS!</a:t>
            </a:r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B1E8-0C89-B806-57D7-1437410B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D0FA3-93D4-A6BF-3C9A-B300F5F97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360A9-2370-1D92-60C2-911931309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TUA LEMBRANÇA EMBALSAMA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DOS QUE TE AMAM OS TRISTES DIAS.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TUA LEMBRANÇA EMBALSAMA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DOS QUE TE AMAM OS TRISTES DIAS.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Ó SANTO MESSIAS! Ó SANTO MESSIAS!</a:t>
            </a:r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8739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2447-BC5D-EA7C-8EE3-B01378BE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5A4E7-4280-E438-20E9-03F2F82C5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8950C3-B006-154C-CABF-04E0DDAC2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A NAÇÃO QUE TE ADORAVA,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TORNARA-NA ESCRAVA, ENCHERAM-NA DE DOR.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A NAÇÃO QUE TE ADORAVA,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TORNARA-NA ESCRAVA, ENCHERAM-NA DE DOR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Ó SANTO MESSIAS! Ó SANTO MESSIAS!</a:t>
            </a:r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67916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E682-6E31-E7A8-1F4B-EB3F32BC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12747-247C-4DA0-736F-CFD514E21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DAF5A5-C04B-C96E-E43D-A67CFA4AD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APRESSA-TE EM VIR LIBERTÁ-LA, EM VIR SALVÁ-LA,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BENDITO SENHOR! BENDITO SENHOR!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APRESSA-TE EM VIR LIBERTÁ-LA, EM VIR SALVÁ-LA,</a:t>
            </a: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BENDITO SENHOR! BENDITO SENHOR!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Ó SANTO MESSIAS! Ó SANTO MESSIAS!</a:t>
            </a:r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71217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SANTO, SANTO, SANTO,</a:t>
            </a:r>
          </a:p>
          <a:p>
            <a:pPr algn="l"/>
            <a:r>
              <a:rPr lang="pt-BR" sz="6000" b="1" dirty="0"/>
              <a:t>SENHOR, DEUS DO UNIVERSO,</a:t>
            </a:r>
          </a:p>
          <a:p>
            <a:pPr algn="l"/>
            <a:r>
              <a:rPr lang="pt-BR" sz="6000" b="1" dirty="0"/>
              <a:t>O CÉU E A TERRA PROCLAMAM A VOSSA GLÓRIA.</a:t>
            </a:r>
          </a:p>
          <a:p>
            <a:pPr algn="l"/>
            <a:r>
              <a:rPr lang="pt-BR" sz="6000" b="1" dirty="0"/>
              <a:t>HOSANA NAS ALTURAS!</a:t>
            </a: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68112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HOSANA NAS ALTURAS! HOSANA NAS ALTURAS!</a:t>
            </a:r>
            <a:endParaRPr lang="pt-BR" sz="6000" dirty="0"/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922708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4A27-B861-38E6-71DF-CDCE68AA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6BDD028-6422-5FD9-9778-3C16968EFA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AO SENHOR DEUS UM CANTO NOVO,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AO SENHOR DEUS, Ó TERRA INTEIRA!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4165895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929388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E BENDIZEI SEU SANTO NOME!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DIA APÓS DIA ANUNCIAI SUA SALVAÇÃO.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926567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632719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MANIFESTAI A SUA GLÓRIA ENTRE AS NAÇÕES,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ENTRE OS POVOS DO UNIVERSO OS SEUS PRODÍGIOS!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16464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581624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POIS DEUS É GRANDE E MUITO DIGNO DE LOUVOR,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É MAIS TERRÍVEL E MAIOR QUE OS OUTROS DEUSES.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120793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067414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ALMA DE CRISTO, SANTIFICAI-ME.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CORPO DE CRISTO, SALVAI-ME.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SANGUE DE CRISTO, INEBRIAI-ME.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ÁGUA DO LADO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LAVAI-ME.</a:t>
            </a: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PAIXÃO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CONFORTAI-ME.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Ó BOM JESUS, OUVI-ME.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DENTRO DE VOSSAS CHAGAS, ESCONDEI-ME.</a:t>
            </a:r>
          </a:p>
        </p:txBody>
      </p:sp>
    </p:spTree>
    <p:extLst>
      <p:ext uri="{BB962C8B-B14F-4D97-AF65-F5344CB8AC3E}">
        <p14:creationId xmlns:p14="http://schemas.microsoft.com/office/powerpoint/2010/main" val="1889057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PERMITAIS QUE ME SEPARE DE VÓS.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DO ESPÍRITO MALIGNO, DEFENDEI-ME.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NA HORA DA MORTE,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CHAMAI-ME</a:t>
            </a:r>
          </a:p>
          <a:p>
            <a:pPr algn="l"/>
            <a:endParaRPr lang="pt-BR" sz="66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9200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 MANDAI- ME IR PARA VÓS,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QUE COM OS VOSSOS SANTOS VOS LOUVE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POR TODOS OS SÉCULOS DOS SÉCULOS.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3442203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FIZESTE LONGA CAMINHADA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SERVIR A ISABEL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SABENDO-TE DE DEUS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MORADA APÓS TEU SIM A GABRIEL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608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DEPOIS DE DURA CAMINHADA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A CIDADE DE BELÉM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ENCONTRASTE LÁ POUSADA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MANDARAM-TE PASSAR ALÉM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13634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546338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18283</TotalTime>
  <Words>725</Words>
  <Application>Microsoft Office PowerPoint</Application>
  <PresentationFormat>Widescreen</PresentationFormat>
  <Paragraphs>158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60</cp:revision>
  <dcterms:created xsi:type="dcterms:W3CDTF">2023-05-06T17:01:55Z</dcterms:created>
  <dcterms:modified xsi:type="dcterms:W3CDTF">2024-12-01T20:50:06Z</dcterms:modified>
</cp:coreProperties>
</file>