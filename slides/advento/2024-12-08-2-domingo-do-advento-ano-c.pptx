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8" r:id="rId4"/>
    <p:sldId id="439" r:id="rId5"/>
    <p:sldId id="258" r:id="rId6"/>
    <p:sldId id="440" r:id="rId7"/>
    <p:sldId id="442" r:id="rId8"/>
    <p:sldId id="441" r:id="rId9"/>
    <p:sldId id="259" r:id="rId10"/>
    <p:sldId id="443" r:id="rId11"/>
    <p:sldId id="264" r:id="rId12"/>
    <p:sldId id="265" r:id="rId13"/>
    <p:sldId id="266" r:id="rId14"/>
    <p:sldId id="267" r:id="rId15"/>
    <p:sldId id="271" r:id="rId16"/>
    <p:sldId id="444" r:id="rId17"/>
    <p:sldId id="269" r:id="rId18"/>
    <p:sldId id="445" r:id="rId19"/>
    <p:sldId id="446" r:id="rId20"/>
    <p:sldId id="292" r:id="rId21"/>
    <p:sldId id="275" r:id="rId22"/>
    <p:sldId id="363" r:id="rId23"/>
    <p:sldId id="361" r:id="rId24"/>
    <p:sldId id="362" r:id="rId25"/>
    <p:sldId id="358" r:id="rId26"/>
    <p:sldId id="447" r:id="rId27"/>
    <p:sldId id="448" r:id="rId28"/>
    <p:sldId id="449" r:id="rId29"/>
    <p:sldId id="450" r:id="rId30"/>
    <p:sldId id="451" r:id="rId31"/>
    <p:sldId id="452" r:id="rId32"/>
    <p:sldId id="277" r:id="rId33"/>
    <p:sldId id="420" r:id="rId34"/>
    <p:sldId id="421" r:id="rId35"/>
    <p:sldId id="453" r:id="rId36"/>
    <p:sldId id="423" r:id="rId37"/>
    <p:sldId id="428" r:id="rId38"/>
    <p:sldId id="422" r:id="rId39"/>
    <p:sldId id="413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9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682340AF-702C-4744-9920-7D9527321F85}"/>
    <pc:docChg chg="custSel modSld">
      <pc:chgData name="anaclaracosta116@gmail.com" userId="a793634777582c92" providerId="LiveId" clId="{682340AF-702C-4744-9920-7D9527321F85}" dt="2024-12-07T20:28:54.340" v="5" actId="27636"/>
      <pc:docMkLst>
        <pc:docMk/>
      </pc:docMkLst>
      <pc:sldChg chg="modSp mod">
        <pc:chgData name="anaclaracosta116@gmail.com" userId="a793634777582c92" providerId="LiveId" clId="{682340AF-702C-4744-9920-7D9527321F85}" dt="2024-12-07T20:11:44.814" v="1" actId="20577"/>
        <pc:sldMkLst>
          <pc:docMk/>
          <pc:sldMk cId="880466366" sldId="354"/>
        </pc:sldMkLst>
        <pc:spChg chg="mod">
          <ac:chgData name="anaclaracosta116@gmail.com" userId="a793634777582c92" providerId="LiveId" clId="{682340AF-702C-4744-9920-7D9527321F85}" dt="2024-12-07T20:11:44.814" v="1" actId="20577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82340AF-702C-4744-9920-7D9527321F85}" dt="2024-12-07T20:28:54.340" v="5" actId="27636"/>
        <pc:sldMkLst>
          <pc:docMk/>
          <pc:sldMk cId="4110345363" sldId="413"/>
        </pc:sldMkLst>
        <pc:spChg chg="mod">
          <ac:chgData name="anaclaracosta116@gmail.com" userId="a793634777582c92" providerId="LiveId" clId="{682340AF-702C-4744-9920-7D9527321F85}" dt="2024-12-07T20:28:54.340" v="5" actId="27636"/>
          <ac:spMkLst>
            <pc:docMk/>
            <pc:sldMk cId="4110345363" sldId="413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638A704-F731-2B9A-5BA0-D92C10513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15" r="6818"/>
          <a:stretch/>
        </p:blipFill>
        <p:spPr>
          <a:xfrm>
            <a:off x="-3" y="10316"/>
            <a:ext cx="12192003" cy="689233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3" y="10317"/>
            <a:ext cx="12192003" cy="6837366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1613118"/>
            <a:ext cx="116738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>
                <a:solidFill>
                  <a:schemeClr val="bg1"/>
                </a:solidFill>
              </a:rPr>
              <a:t>2º DOMINGO DO ADVENTO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QUANDO VIRÁ, SENHOR, O DIA EM QUE APAREÇA O SALVADOR E SE EFETUE A PROFECIA:“NASCEU DO MUNDO O REDENTOR?”</a:t>
            </a:r>
          </a:p>
          <a:p>
            <a:pPr algn="l"/>
            <a:endParaRPr lang="pt-BR" sz="5400" b="1" dirty="0"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ORVALHAI LÁ DO ALTO, Ó CÉUS,E AS NUVENS CHOVAM O JUSTO!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66CDC-9893-A02D-B02F-ACD3193FF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7FACA-F40D-0512-A8AB-D67D7463D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05B44A-CD18-B2E2-730F-9C3EA016B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AQUELE DIA PROMETIDOA ANTIGA FÉ DE NOSSOS PAIS,DIA EM QUE O MAL SERÁ BANIDO,MUDANDO EM RISOS NOSSOS AIS!</a:t>
            </a:r>
          </a:p>
          <a:p>
            <a:pPr algn="l"/>
            <a:endParaRPr lang="pt-BR" sz="5400" b="1" dirty="0"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ORVALHAI LÁ DO ALTO, Ó CÉUS,E AS NUVENS CHOVAM O JUSTO!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4640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A156E-C13A-5F72-DF78-13E9FCBE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E2AF3-607E-9DEA-2A7A-471A1BA7F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50B62A-C160-278F-6ADC-EB6B7CC8D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QUANDO FELIZES O VEREMOS,NO FIRMAMENTO DESPONTARE A ESPARGIR CLARÕES SUPREMOS,DA TERRA AS TREVAS DISPERSAR?</a:t>
            </a:r>
          </a:p>
          <a:p>
            <a:pPr algn="l"/>
            <a:endParaRPr lang="pt-BR" sz="5400" b="1" dirty="0"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ORVALHAI LÁ DO ALTO, Ó CÉUS,E AS NUVENS CHOVAM O JUSTO!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9418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20D85-75FF-ED8F-DC59-6E07D19A9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185B0-A9CA-995F-0928-487A4AD89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DA VELA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2FD59D-88A3-E906-C55D-BC8FD84EC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ESTA LUZ ACENDE A ESPERANÇA DE UM NOVO TEMPO QUE TA PRA CHEGAR, TEMPO DE MUDANÇA, DE RECONCILIAÇÃO, TEMPO DE FRATERNIDADE.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94844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5886-B6A1-282B-6AA8-B5E748A96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7E897-E6D5-AE88-D435-6012B4635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DA VELA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99A3E1-0A6D-B06A-2DCD-2B793D894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ESTA LUZ É JESUSVIDA NOVA ELE VEM PARA NOS DAR.ESTA LUZ É JESUSABRA SEU CORAÇÃO E DEIXE ELE ENTRAR.</a:t>
            </a:r>
          </a:p>
          <a:p>
            <a:pPr algn="l"/>
            <a:endParaRPr lang="pt-BR" sz="5400" dirty="0">
              <a:latin typeface="Open Sans" panose="020B0606030504020204" pitchFamily="34" charset="0"/>
            </a:endParaRPr>
          </a:p>
          <a:p>
            <a:pPr algn="l"/>
            <a:r>
              <a:rPr lang="pt-BR" sz="6000" dirty="0"/>
              <a:t>VINDE SENHOR JESUS, VINDE SENHOR JESUS,VINDE SENHOR JESUS.</a:t>
            </a:r>
          </a:p>
        </p:txBody>
      </p:sp>
    </p:spTree>
    <p:extLst>
      <p:ext uri="{BB962C8B-B14F-4D97-AF65-F5344CB8AC3E}">
        <p14:creationId xmlns:p14="http://schemas.microsoft.com/office/powerpoint/2010/main" val="4001482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B9BA-8B35-7B11-35B2-368E7857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C320E1-D876-91E5-CFFE-EB1551DCA3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002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338710" cy="637309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SENHOR, QUE VIESTES SALVAR OS CORAÇÕES ARREPENDIDOS.</a:t>
            </a:r>
          </a:p>
          <a:p>
            <a:pPr algn="just"/>
            <a:endParaRPr lang="pt-BR" sz="4800" dirty="0"/>
          </a:p>
          <a:p>
            <a:pPr algn="just"/>
            <a:r>
              <a:rPr lang="pt-BR" sz="6500" b="1" dirty="0"/>
              <a:t>PIEDADE, PIEDADE, PIEDADE DE NÓS (BIS)</a:t>
            </a:r>
          </a:p>
          <a:p>
            <a:pPr algn="just"/>
            <a:endParaRPr lang="pt-BR" sz="4300" b="1" dirty="0"/>
          </a:p>
          <a:p>
            <a:pPr algn="just"/>
            <a:r>
              <a:rPr lang="pt-BR" sz="6000" dirty="0"/>
              <a:t>Ó CRISTO,  QUE VIESTES CHAMAROS PECADORES HUMILHADOS.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D129-B892-B1B9-FFE2-6D1B32CD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075A4-4A92-288D-0D04-43AC6F32A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F9A32B-3253-6D45-74C7-428DE1325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338710" cy="6373092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 QUE INTERCEDEIS POR NÓS, JUNTO A DEUS PAI QUE NOS PERDOA.</a:t>
            </a:r>
          </a:p>
          <a:p>
            <a:pPr algn="just"/>
            <a:endParaRPr lang="pt-BR" sz="4800" dirty="0"/>
          </a:p>
          <a:p>
            <a:pPr algn="just"/>
            <a:r>
              <a:rPr lang="pt-BR" sz="6500" b="1" dirty="0"/>
              <a:t>PIEDADE, PIEDADE, PIEDADE DE NÓS (BIS)</a:t>
            </a:r>
          </a:p>
          <a:p>
            <a:pPr algn="just"/>
            <a:endParaRPr lang="pt-BR" sz="4300" b="1" dirty="0"/>
          </a:p>
        </p:txBody>
      </p:sp>
    </p:spTree>
    <p:extLst>
      <p:ext uri="{BB962C8B-B14F-4D97-AF65-F5344CB8AC3E}">
        <p14:creationId xmlns:p14="http://schemas.microsoft.com/office/powerpoint/2010/main" val="635372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77500" lnSpcReduction="20000"/>
          </a:bodyPr>
          <a:lstStyle/>
          <a:p>
            <a:r>
              <a:rPr lang="pt-BR" sz="5400" b="1" dirty="0"/>
              <a:t> </a:t>
            </a:r>
            <a:r>
              <a:rPr lang="pt-BR" sz="6600" b="1" dirty="0"/>
              <a:t>MARAVILHAS FEZ CONOSCO O SENHOR, EXULTEMOS DE ALEGRIA!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5400" b="1" dirty="0"/>
              <a:t>ALELUIA, ALELUIA! ALELUIA, ALELUIA!</a:t>
            </a:r>
          </a:p>
          <a:p>
            <a:r>
              <a:rPr lang="pt-BR" sz="5400" dirty="0"/>
              <a:t>VOZ QUE CLAMA NO DESERTO (BIS)</a:t>
            </a:r>
          </a:p>
          <a:p>
            <a:r>
              <a:rPr lang="pt-BR" sz="5400" dirty="0"/>
              <a:t>“PREPARAI-LHE UM CAMINHO (BIS)</a:t>
            </a:r>
          </a:p>
          <a:p>
            <a:r>
              <a:rPr lang="pt-BR" sz="5400" dirty="0"/>
              <a:t>UMA ESTRADA AO SENHOR!” (BIS)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7B94C-4C2B-2058-E817-22C397BA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AF6F8-F6A1-B3B4-4DE6-87724CA6C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274620-5877-E534-8D9D-FD2BDE8A5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AS NOSSAS MÃOS SE ABREM </a:t>
            </a:r>
          </a:p>
          <a:p>
            <a:pPr algn="l"/>
            <a:r>
              <a:rPr lang="pt-BR" sz="8800" dirty="0"/>
              <a:t>MESMO NA LUTA E NA DOR</a:t>
            </a:r>
          </a:p>
          <a:p>
            <a:pPr algn="l"/>
            <a:r>
              <a:rPr lang="pt-BR" sz="8800" dirty="0"/>
              <a:t>E TRAZEM PÃO E VINHO </a:t>
            </a:r>
          </a:p>
          <a:p>
            <a:pPr algn="l"/>
            <a:r>
              <a:rPr lang="pt-BR" sz="8800" dirty="0"/>
              <a:t>PARA ESPERAR O SENHOR.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DEUS AMA OS POBRES E SE FEZ POBRE TAMBÉM DESCEU À TERRA E FEZ POUSADA EM BELÉM!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516977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AS NOSSAS MÃOS SE ELEVAM PARA NUM GESTO DE AMOR</a:t>
            </a:r>
          </a:p>
          <a:p>
            <a:pPr algn="l"/>
            <a:r>
              <a:rPr lang="pt-BR" sz="8800" dirty="0"/>
              <a:t>RETRIBUIR A VIDA, QUE VEM DAS MÃOS DO SENHOR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DEUS AMA OS POBRES E SE FEZ POBRE TAMBÉMDESCEU À TERRA E FEZ POUSADA EM BELÉM!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1334-B168-9F1A-CF79-802017526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33A21-8360-9C93-B960-6FF8F83A5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ED95C-9FE1-C14F-91FE-E35515702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AS NOSSAS MÃOS SE ENCONTRAM NA MAIS FRATERNA UNIÃOFAÇAMOS DESTE MUNDO A GRANDE CASA DO PÃO.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DEUS AMA OS POBRES E SE FEZ POBRE TAMBÉMDESCEU À TERRA E FEZ POUSADA EM BELÉM!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561701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8B16-5195-F6AA-DABA-808DF4A8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297D4-CD05-351F-DDC9-7872808DF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A004D6-12C3-C2DA-CEE0-FB5ED3622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AS NOSSAS MÃOS SOFRIDAS NEM SEMPRE TÊM O QUE DAR</a:t>
            </a:r>
          </a:p>
          <a:p>
            <a:pPr algn="l"/>
            <a:r>
              <a:rPr lang="pt-BR" sz="8800" dirty="0"/>
              <a:t>MAS VALE A PRÓPRIA VIDA DE QUEM PROSSEGUE A LUTAR.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DEUS AMA OS POBRES E SE FEZ POBRE TAMBÉMDESCEU À TERRA E FEZ POUSADA EM BELÉM!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407423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l"/>
            <a:r>
              <a:rPr lang="pt-BR" sz="6600" b="1" dirty="0"/>
              <a:t>HOSANA NAS ALTURAS, HOSANA!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8000" dirty="0"/>
              <a:t>BENDITO AQUELE QUE VEM</a:t>
            </a:r>
          </a:p>
          <a:p>
            <a:pPr algn="just"/>
            <a:r>
              <a:rPr lang="pt-BR" sz="8000" dirty="0"/>
              <a:t>EM NOME DO SENHOR (2X)</a:t>
            </a:r>
          </a:p>
          <a:p>
            <a:pPr algn="just"/>
            <a:endParaRPr lang="pt-BR" sz="8000" dirty="0"/>
          </a:p>
          <a:p>
            <a:pPr algn="l"/>
            <a:r>
              <a:rPr lang="pt-BR" sz="8000" b="1" dirty="0"/>
              <a:t>HOSANA NAS ALTURAS, HOSANA!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b="1" dirty="0"/>
              <a:t>JERUSALÉM, POVO DE DEUS, IGREJA SANTA,LEVANTA E VAI, SOBRE AS MONTANHAS, ERGUE O OLHAR:LÁ NO ORIENTE DESPONTA O SOL DA ALEGRIA,QUE VEM DE DEUS, AOS FILHOS TEUS: EIS O TEU DIA!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8000" dirty="0"/>
              <a:t>1. LOUVA, JERUSALÉM, LOUVA O SENHOR TEU DEUS:TUAS PORTAS REFORÇOU E OS TEUS ABENÇOOU,TE CUMULOU DE PAZ. E O PÃO DO CÉU TE TRAZ.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B4B1-8A14-1E0B-A547-EF777E8F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BCD9C-55F0-4987-4743-55023207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FF7F6-D5F7-7912-9DFD-DF76CD04E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b="1" dirty="0"/>
              <a:t>JERUSALÉM, POVO DE DEUS, IGREJA SANTA,LEVANTA E VAI, SOBRE AS MONTANHAS, ERGUE O OLHAR:LÁ NO ORIENTE DESPONTA O SOL DA ALEGRIA,QUE VEM DE DEUS, AOS FILHOS TEUS: EIS O TEU DIA!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205031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EBB6-6DCD-FD1D-9F0D-1932887A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28052-483C-8F11-BAC2-002045095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644ED2-95A9-2D88-605C-4B2E029D3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8000" dirty="0"/>
              <a:t>SUA PALAVRA ENVIA, CORRE VELOZ SUA VOZ.DA NÉVOA DESCE O VÉU, UNINDO A TERRA E O CÉU;AS NUVENS SE DESMANCHAM, O VENTO SOPRA E AVANÇA.</a:t>
            </a:r>
          </a:p>
        </p:txBody>
      </p:sp>
    </p:spTree>
    <p:extLst>
      <p:ext uri="{BB962C8B-B14F-4D97-AF65-F5344CB8AC3E}">
        <p14:creationId xmlns:p14="http://schemas.microsoft.com/office/powerpoint/2010/main" val="70551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3F0BB-E4BB-02B8-E74A-4843FF59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E8AC2-EDCC-AB40-1B1D-4DF092E68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6519F1-4EDA-4DA9-0BC3-0D847E757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b="1" dirty="0"/>
              <a:t>JERUSALÉM, POVO DE DEUS, IGREJA SANTA,LEVANTA E VAI, SOBRE AS MONTANHAS, ERGUE O OLHAR:LÁ NO ORIENTE DESPONTA O SOL DA ALEGRIA,QUE VEM DE DEUS, AOS FILHOS TEUS: EIS O TEU DIA!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38531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95CE-DADD-9DF6-D706-40BB060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7B51D-CAB4-717C-1D86-4C3D4D68F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6BDEA5-603D-DCE9-9DEC-1FAA60902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AO POVO REVELOU PALAVRAS DE AMOR.A SUA LEI NOS DEU E O MANDAMENTO SEU;COM NINGUÉM FEZ ASSIM; AMOU ATÉ O FIM.</a:t>
            </a:r>
          </a:p>
        </p:txBody>
      </p:sp>
    </p:spTree>
    <p:extLst>
      <p:ext uri="{BB962C8B-B14F-4D97-AF65-F5344CB8AC3E}">
        <p14:creationId xmlns:p14="http://schemas.microsoft.com/office/powerpoint/2010/main" val="3146563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761A-ED83-504D-2970-801D750C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D7EB9-750A-36F4-28A8-3F97930EA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D1564E-E661-6078-C47C-D474E20F4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b="1" dirty="0"/>
              <a:t>JERUSALÉM, POVO DE DEUS, IGREJA SANTA,LEVANTA E VAI, SOBRE AS MONTANHAS, ERGUE O OLHAR:LÁ NO ORIENTE DESPONTA O SOL DA ALEGRIA,QUE VEM DE DEUS, AOS FILHOS TEUS: EIS O TEU DIA!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8699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7364-A640-2087-2A99-8F45EA94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EEDD0-F9D5-EB34-F845-F6323D36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E8F8B5-367A-782F-8B1E-E8D5E043E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4. A VIRGEM, MÃE SERÁ, UM FILHO À LUZ DARÁ,SEU NOME, EMANUEL: ”CONOSCO DEUS” DO CÉU;O MAL DESPREZARÁ, O BEM ESCOLHERÁ.</a:t>
            </a:r>
          </a:p>
        </p:txBody>
      </p:sp>
    </p:spTree>
    <p:extLst>
      <p:ext uri="{BB962C8B-B14F-4D97-AF65-F5344CB8AC3E}">
        <p14:creationId xmlns:p14="http://schemas.microsoft.com/office/powerpoint/2010/main" val="1077895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708560"/>
            <a:ext cx="11770263" cy="6778315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É TEMPO DO MEU ADVENTO, DA VINDA SURPRESA NO MEIO DE VÓS</a:t>
            </a:r>
          </a:p>
          <a:p>
            <a:pPr algn="l"/>
            <a:r>
              <a:rPr lang="pt-BR" sz="4800" dirty="0"/>
              <a:t>POR ISSO CONCLAMO PROFETAS QUE AO LONGO DA TERRA ELEVEM SUA VOZ</a:t>
            </a:r>
          </a:p>
          <a:p>
            <a:pPr algn="l"/>
            <a:r>
              <a:rPr lang="pt-BR" sz="4800" dirty="0"/>
              <a:t>É TEMPO DE UM NOVO ISAÍAS, QUE, ATENTO AOS RUMOS DA VIDA</a:t>
            </a:r>
          </a:p>
          <a:p>
            <a:pPr algn="l"/>
            <a:r>
              <a:rPr lang="pt-BR" sz="4800" dirty="0"/>
              <a:t>INDIQUE UM CAMINHO NOVO E A LIBERTAÇÃO PARA TODO O MEU POVO!</a:t>
            </a:r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8500" b="1" dirty="0"/>
              <a:t>ISAÍAS, ISAÍAS! ANUNCIA O MESSIAS E CONSOLA O POVO MEU ANUNCIA O MESSIAS E CONSOLA O POVO MEU!</a:t>
            </a:r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8476</TotalTime>
  <Words>960</Words>
  <Application>Microsoft Office PowerPoint</Application>
  <PresentationFormat>Widescreen</PresentationFormat>
  <Paragraphs>112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ENTRADA DA VELA</vt:lpstr>
      <vt:lpstr>ENTRADA DA VELA</vt:lpstr>
      <vt:lpstr>Apresentação do PowerPoint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45</cp:revision>
  <dcterms:created xsi:type="dcterms:W3CDTF">2023-05-06T17:01:55Z</dcterms:created>
  <dcterms:modified xsi:type="dcterms:W3CDTF">2024-12-07T21:36:26Z</dcterms:modified>
</cp:coreProperties>
</file>