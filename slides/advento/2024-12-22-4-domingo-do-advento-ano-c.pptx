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50" r:id="rId2"/>
    <p:sldId id="354" r:id="rId3"/>
    <p:sldId id="410" r:id="rId4"/>
    <p:sldId id="551" r:id="rId5"/>
    <p:sldId id="579" r:id="rId6"/>
    <p:sldId id="584" r:id="rId7"/>
    <p:sldId id="585" r:id="rId8"/>
    <p:sldId id="258" r:id="rId9"/>
    <p:sldId id="259" r:id="rId10"/>
    <p:sldId id="530" r:id="rId11"/>
    <p:sldId id="531" r:id="rId12"/>
    <p:sldId id="260" r:id="rId13"/>
    <p:sldId id="265" r:id="rId14"/>
    <p:sldId id="266" r:id="rId15"/>
    <p:sldId id="267" r:id="rId16"/>
    <p:sldId id="556" r:id="rId17"/>
    <p:sldId id="472" r:id="rId18"/>
    <p:sldId id="581" r:id="rId19"/>
    <p:sldId id="586" r:id="rId20"/>
    <p:sldId id="587" r:id="rId21"/>
    <p:sldId id="588" r:id="rId22"/>
    <p:sldId id="590" r:id="rId23"/>
    <p:sldId id="589" r:id="rId24"/>
    <p:sldId id="591" r:id="rId25"/>
    <p:sldId id="592" r:id="rId26"/>
    <p:sldId id="593" r:id="rId27"/>
    <p:sldId id="361" r:id="rId28"/>
    <p:sldId id="557" r:id="rId29"/>
    <p:sldId id="558" r:id="rId30"/>
    <p:sldId id="580" r:id="rId31"/>
    <p:sldId id="362" r:id="rId32"/>
    <p:sldId id="594" r:id="rId33"/>
    <p:sldId id="595" r:id="rId34"/>
    <p:sldId id="596" r:id="rId35"/>
    <p:sldId id="597" r:id="rId36"/>
    <p:sldId id="598" r:id="rId37"/>
    <p:sldId id="599" r:id="rId38"/>
    <p:sldId id="600" r:id="rId39"/>
    <p:sldId id="601" r:id="rId40"/>
    <p:sldId id="404" r:id="rId41"/>
    <p:sldId id="420" r:id="rId42"/>
    <p:sldId id="573" r:id="rId43"/>
    <p:sldId id="574" r:id="rId44"/>
    <p:sldId id="575" r:id="rId45"/>
    <p:sldId id="419" r:id="rId46"/>
    <p:sldId id="337" r:id="rId47"/>
    <p:sldId id="501" r:id="rId48"/>
    <p:sldId id="604" r:id="rId49"/>
    <p:sldId id="603" r:id="rId50"/>
    <p:sldId id="605" r:id="rId5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76838203-3993-4994-A80B-F6728244DE62}">
          <p14:sldIdLst>
            <p14:sldId id="550"/>
            <p14:sldId id="354"/>
            <p14:sldId id="410"/>
            <p14:sldId id="551"/>
            <p14:sldId id="579"/>
            <p14:sldId id="584"/>
            <p14:sldId id="585"/>
            <p14:sldId id="258"/>
            <p14:sldId id="259"/>
            <p14:sldId id="530"/>
            <p14:sldId id="531"/>
            <p14:sldId id="260"/>
            <p14:sldId id="265"/>
            <p14:sldId id="266"/>
            <p14:sldId id="267"/>
            <p14:sldId id="556"/>
            <p14:sldId id="472"/>
            <p14:sldId id="581"/>
            <p14:sldId id="586"/>
            <p14:sldId id="587"/>
            <p14:sldId id="588"/>
            <p14:sldId id="590"/>
            <p14:sldId id="589"/>
            <p14:sldId id="591"/>
            <p14:sldId id="592"/>
            <p14:sldId id="593"/>
            <p14:sldId id="361"/>
            <p14:sldId id="557"/>
            <p14:sldId id="558"/>
            <p14:sldId id="580"/>
            <p14:sldId id="362"/>
            <p14:sldId id="594"/>
            <p14:sldId id="595"/>
            <p14:sldId id="596"/>
            <p14:sldId id="597"/>
            <p14:sldId id="598"/>
            <p14:sldId id="599"/>
            <p14:sldId id="600"/>
            <p14:sldId id="601"/>
            <p14:sldId id="404"/>
            <p14:sldId id="420"/>
            <p14:sldId id="573"/>
            <p14:sldId id="574"/>
            <p14:sldId id="575"/>
            <p14:sldId id="419"/>
            <p14:sldId id="337"/>
            <p14:sldId id="501"/>
            <p14:sldId id="604"/>
            <p14:sldId id="603"/>
            <p14:sldId id="60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805" autoAdjust="0"/>
    <p:restoredTop sz="94660"/>
  </p:normalViewPr>
  <p:slideViewPr>
    <p:cSldViewPr snapToGrid="0">
      <p:cViewPr>
        <p:scale>
          <a:sx n="66" d="100"/>
          <a:sy n="66" d="100"/>
        </p:scale>
        <p:origin x="2034" y="11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22/12/2024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22/12/2024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22/12/2024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22/12/2024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22/12/2024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22/12/2024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22/12/2024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22/12/2024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POR QUE MARIA FOI A ESCOLHIDA POR DEUS – LUCAS 1,39-56">
            <a:extLst>
              <a:ext uri="{FF2B5EF4-FFF2-40B4-BE49-F238E27FC236}">
                <a16:creationId xmlns:a16="http://schemas.microsoft.com/office/drawing/2014/main" id="{AB16E8B6-4AF3-F1A4-C27E-E556977BC4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42D7353C-489B-9834-0211-760A99A3220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75000"/>
            </a:schemeClr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1516964" y="2274838"/>
            <a:ext cx="91580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4º DOMINGO DO ADVENTO</a:t>
            </a:r>
          </a:p>
        </p:txBody>
      </p:sp>
    </p:spTree>
    <p:extLst>
      <p:ext uri="{BB962C8B-B14F-4D97-AF65-F5344CB8AC3E}">
        <p14:creationId xmlns:p14="http://schemas.microsoft.com/office/powerpoint/2010/main" val="1674493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1594" y="871308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SENHOR, VEM SALVAR TEU POVO,</a:t>
            </a:r>
          </a:p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DAS TREVAS, DA ESCRAVIDÃO,</a:t>
            </a:r>
          </a:p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SÓ TU ÉS NOSSA ESPERANÇA,</a:t>
            </a:r>
          </a:p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ÉS NOSSA LIBERTAÇÃO.</a:t>
            </a:r>
            <a:endParaRPr lang="pt-BR" sz="69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925484"/>
            <a:ext cx="11516592" cy="5749636"/>
          </a:xfrm>
        </p:spPr>
        <p:txBody>
          <a:bodyPr>
            <a:normAutofit fontScale="92500"/>
          </a:bodyPr>
          <a:lstStyle/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</a:rPr>
              <a:t>VEM SENHOR, VEM NOS SALVAR,</a:t>
            </a:r>
          </a:p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</a:rPr>
              <a:t>COM TEU POVO VEM CAMINHAR.</a:t>
            </a:r>
          </a:p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</a:rPr>
              <a:t>VEM SENHOR, VEM NOS SALVAR,</a:t>
            </a:r>
          </a:p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</a:rPr>
              <a:t>COM TEU POVO VEM CAMINHAR.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174107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1594" y="871308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CONTIGO O DESERTO É FÉRTIL,</a:t>
            </a:r>
          </a:p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A TERRA SE ABRE EM FLOR,</a:t>
            </a:r>
          </a:p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DA ROCHA BROTA ÁGUA VIVA,</a:t>
            </a:r>
          </a:p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DA TREVA NASCE ESPLENDOR.</a:t>
            </a:r>
          </a:p>
        </p:txBody>
      </p:sp>
    </p:spTree>
    <p:extLst>
      <p:ext uri="{BB962C8B-B14F-4D97-AF65-F5344CB8AC3E}">
        <p14:creationId xmlns:p14="http://schemas.microsoft.com/office/powerpoint/2010/main" val="2373982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A3926-3DFB-F1C4-2B8B-C3A0B824B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B0B51A-3413-EE81-8F2B-780A2A6293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4D4DE61-DB1E-9092-D228-73E1F0FA6F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925484"/>
            <a:ext cx="11516592" cy="5749636"/>
          </a:xfrm>
        </p:spPr>
        <p:txBody>
          <a:bodyPr>
            <a:normAutofit fontScale="92500"/>
          </a:bodyPr>
          <a:lstStyle/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</a:rPr>
              <a:t>VEM SENHOR, VEM NOS SALVAR,</a:t>
            </a:r>
          </a:p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</a:rPr>
              <a:t>COM TEU POVO VEM CAMINHAR.</a:t>
            </a:r>
          </a:p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</a:rPr>
              <a:t>VEM SENHOR, VEM NOS SALVAR,</a:t>
            </a:r>
          </a:p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</a:rPr>
              <a:t>COM TEU POVO VEM CAMINHAR.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2541412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1805E-0244-53F2-7D38-CC7C67ADC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F2053A-6F06-3CE8-D132-ECB4093B96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410A0E6-EEEC-74A9-8B6F-A21F666E0E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1594" y="871308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TU MARCHAS À NOSSA FRENTE,</a:t>
            </a:r>
          </a:p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ÉS FORÇA, CAMINHO E LUZ,</a:t>
            </a:r>
          </a:p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VEM LOGO SALVAR TEU POVO,</a:t>
            </a:r>
          </a:p>
          <a:p>
            <a:pPr algn="l"/>
            <a:r>
              <a:rPr lang="pt-BR" sz="6900" i="0" dirty="0">
                <a:solidFill>
                  <a:srgbClr val="000000"/>
                </a:solidFill>
                <a:effectLst/>
              </a:rPr>
              <a:t>NÃO TARDES, SENHOR JESUS.</a:t>
            </a:r>
          </a:p>
        </p:txBody>
      </p:sp>
    </p:spTree>
    <p:extLst>
      <p:ext uri="{BB962C8B-B14F-4D97-AF65-F5344CB8AC3E}">
        <p14:creationId xmlns:p14="http://schemas.microsoft.com/office/powerpoint/2010/main" val="2357055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6F81A-D6B2-5963-0362-1E0D9CF13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D83752-98BE-89A0-F192-943676DB83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316309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A83463A-0294-AF63-2711-1434E8659D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925484"/>
            <a:ext cx="11516592" cy="5749636"/>
          </a:xfrm>
        </p:spPr>
        <p:txBody>
          <a:bodyPr>
            <a:normAutofit fontScale="92500"/>
          </a:bodyPr>
          <a:lstStyle/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</a:rPr>
              <a:t>VEM SENHOR, VEM NOS SALVAR,</a:t>
            </a:r>
          </a:p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</a:rPr>
              <a:t>COM TEU POVO VEM CAMINHAR.</a:t>
            </a:r>
          </a:p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</a:rPr>
              <a:t>VEM SENHOR, VEM NOS SALVAR,</a:t>
            </a:r>
          </a:p>
          <a:p>
            <a:pPr algn="l"/>
            <a:r>
              <a:rPr lang="pt-BR" sz="6900" b="1" i="0" dirty="0">
                <a:solidFill>
                  <a:srgbClr val="000000"/>
                </a:solidFill>
                <a:effectLst/>
              </a:rPr>
              <a:t>COM TEU POVO VEM CAMINHAR.</a:t>
            </a:r>
            <a:endParaRPr lang="pt-BR" sz="6600" b="1" dirty="0"/>
          </a:p>
        </p:txBody>
      </p:sp>
    </p:spTree>
    <p:extLst>
      <p:ext uri="{BB962C8B-B14F-4D97-AF65-F5344CB8AC3E}">
        <p14:creationId xmlns:p14="http://schemas.microsoft.com/office/powerpoint/2010/main" val="3241538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/>
          </a:bodyPr>
          <a:lstStyle/>
          <a:p>
            <a:pPr algn="l"/>
            <a:r>
              <a:rPr lang="pt-BR" sz="5800" dirty="0"/>
              <a:t>SE</a:t>
            </a:r>
            <a:r>
              <a:rPr lang="pt-BR" sz="5800" b="0" i="0" dirty="0">
                <a:effectLst/>
              </a:rPr>
              <a:t>ENHOR, QUE VINDES VISITAR* VOSSO POVO NA PAZ, TENDE PIEDADE DE NÓS.</a:t>
            </a:r>
          </a:p>
          <a:p>
            <a:pPr algn="l"/>
            <a:endParaRPr lang="pt-BR" sz="5800" b="0" i="0" dirty="0">
              <a:effectLst/>
            </a:endParaRPr>
          </a:p>
          <a:p>
            <a:pPr algn="l"/>
            <a:r>
              <a:rPr lang="pt-BR" sz="5800" b="1" i="0" dirty="0">
                <a:effectLst/>
              </a:rPr>
              <a:t>SENHOR, TENDE PIEDADE DE NÓS (BIS)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/>
          </a:bodyPr>
          <a:lstStyle/>
          <a:p>
            <a:pPr algn="l"/>
            <a:r>
              <a:rPr lang="pt-BR" sz="5800" b="0" i="0" dirty="0">
                <a:effectLst/>
              </a:rPr>
              <a:t>CRISTO, QUE VINDES SALVAR*</a:t>
            </a:r>
          </a:p>
          <a:p>
            <a:pPr algn="l"/>
            <a:r>
              <a:rPr lang="pt-BR" sz="5800" b="0" i="0" dirty="0">
                <a:effectLst/>
              </a:rPr>
              <a:t>O QUE ESTAVA PERDIDO, TENDE PIEDADE DE NÓS.</a:t>
            </a:r>
          </a:p>
          <a:p>
            <a:pPr algn="l"/>
            <a:endParaRPr lang="pt-BR" sz="5800" b="0" i="0" dirty="0">
              <a:effectLst/>
            </a:endParaRPr>
          </a:p>
          <a:p>
            <a:pPr algn="l"/>
            <a:r>
              <a:rPr lang="pt-BR" sz="5800" b="1" i="0" dirty="0">
                <a:effectLst/>
              </a:rPr>
              <a:t>CRISTO, TENDE PIEDADE DE NÓS (BIS)</a:t>
            </a:r>
          </a:p>
        </p:txBody>
      </p:sp>
    </p:spTree>
    <p:extLst>
      <p:ext uri="{BB962C8B-B14F-4D97-AF65-F5344CB8AC3E}">
        <p14:creationId xmlns:p14="http://schemas.microsoft.com/office/powerpoint/2010/main" val="186924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/>
          </a:bodyPr>
          <a:lstStyle/>
          <a:p>
            <a:pPr algn="l"/>
            <a:r>
              <a:rPr lang="pt-BR" sz="5800" b="0" i="0" dirty="0">
                <a:effectLst/>
              </a:rPr>
              <a:t>SENHOR, QUE VINDES CRIAR* UM MUNDO NOVO, TENDE PIEDADE DE NÓS</a:t>
            </a:r>
          </a:p>
          <a:p>
            <a:pPr algn="l"/>
            <a:endParaRPr lang="pt-BR" sz="5800" b="0" i="0" dirty="0">
              <a:effectLst/>
            </a:endParaRPr>
          </a:p>
          <a:p>
            <a:pPr algn="l"/>
            <a:r>
              <a:rPr lang="pt-BR" sz="5800" b="1" i="0" dirty="0">
                <a:effectLst/>
              </a:rPr>
              <a:t>SENHOR, TENDE PIEDADE DE NÓS (BIS)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3148580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1995" y="2680937"/>
            <a:ext cx="10628009" cy="2411179"/>
          </a:xfrm>
        </p:spPr>
        <p:txBody>
          <a:bodyPr>
            <a:normAutofit/>
          </a:bodyPr>
          <a:lstStyle/>
          <a:p>
            <a:r>
              <a:rPr lang="pt-BR" sz="5400" b="1" dirty="0"/>
              <a:t>ILUMINAI A VOSSA FACE SOBRE NÓS, CONVERTEI-NOS PARA QUE SEJAMOS SALVOS!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ALELUIA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lnSpcReduction="10000"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b="1" dirty="0"/>
          </a:p>
          <a:p>
            <a:r>
              <a:rPr lang="pt-BR" sz="4800" dirty="0"/>
              <a:t>EIS A SERVA DO SENHOR</a:t>
            </a:r>
          </a:p>
          <a:p>
            <a:r>
              <a:rPr lang="pt-BR" sz="4800" dirty="0"/>
              <a:t>QUE EM MIM VENHA CUMPRIR-SE</a:t>
            </a:r>
          </a:p>
          <a:p>
            <a:r>
              <a:rPr lang="pt-BR" sz="4800" dirty="0"/>
              <a:t>TUDO QUANTO ME DISSESTE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77077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130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10300" b="1" i="0" dirty="0">
                <a:solidFill>
                  <a:srgbClr val="131313"/>
                </a:solidFill>
                <a:effectLst/>
              </a:rPr>
              <a:t>AVE MARIA, CHEIA DE GRAÇA, O SENHOR ESTÁ CONTIGO. BENDITA ÉS TU ENTRE AS MULHERES, ALELUIA.</a:t>
            </a:r>
            <a:br>
              <a:rPr lang="pt-BR" sz="6000" dirty="0"/>
            </a:b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4397578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2B1E8-0C89-B806-57D7-1437410B6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DD0FA3-93D4-A6BF-3C9A-B300F5F976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130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D0360A9-2370-1D92-60C2-9119313093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10300" i="0" dirty="0">
                <a:solidFill>
                  <a:srgbClr val="131313"/>
                </a:solidFill>
                <a:effectLst/>
              </a:rPr>
              <a:t>SENHOR MEU DEUS, A VÓS ELEVO A MINHA ALMA, *</a:t>
            </a:r>
          </a:p>
          <a:p>
            <a:pPr algn="l"/>
            <a:endParaRPr lang="pt-BR" sz="10300" dirty="0">
              <a:solidFill>
                <a:srgbClr val="131313"/>
              </a:solidFill>
            </a:endParaRPr>
          </a:p>
          <a:p>
            <a:pPr algn="l"/>
            <a:r>
              <a:rPr lang="pt-BR" sz="10300" i="0" dirty="0">
                <a:solidFill>
                  <a:srgbClr val="131313"/>
                </a:solidFill>
                <a:effectLst/>
              </a:rPr>
              <a:t>EM VÓS CONFIO: QUE EU NÃO SEJA ENVERGONHADO. R.</a:t>
            </a:r>
            <a:br>
              <a:rPr lang="pt-BR" sz="6000" dirty="0"/>
            </a:b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0873927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7819B-CBA0-CA7A-78B6-F1EEC3E87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3080F2-357F-7D68-7DCD-09EEF40F10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130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BDBED5E-E5C5-4746-02A3-247977F2FE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10300" b="1" i="0" dirty="0">
                <a:solidFill>
                  <a:srgbClr val="131313"/>
                </a:solidFill>
                <a:effectLst/>
              </a:rPr>
              <a:t>AVE MARIA, CHEIA DE GRAÇA, O SENHOR ESTÁ CONTIGO. BENDITA ÉS TU ENTRE AS MULHERES, ALELUIA.</a:t>
            </a:r>
            <a:br>
              <a:rPr lang="pt-BR" sz="6000" dirty="0"/>
            </a:b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41200021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C3483-CA70-A1D4-2C7B-85AAA51F9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36F9C7-97C0-92D1-60E0-F39AB147F6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130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A2F80D8-063A-2B54-FFED-01C5523E89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10300" i="0" dirty="0">
                <a:solidFill>
                  <a:srgbClr val="131313"/>
                </a:solidFill>
                <a:effectLst/>
              </a:rPr>
              <a:t>DE MIM LEMBRAI-VOS, PORQUE SOIS MISERICÓRDIA *</a:t>
            </a:r>
          </a:p>
          <a:p>
            <a:pPr algn="l"/>
            <a:endParaRPr lang="pt-BR" sz="10300" dirty="0">
              <a:solidFill>
                <a:srgbClr val="131313"/>
              </a:solidFill>
            </a:endParaRPr>
          </a:p>
          <a:p>
            <a:pPr algn="l"/>
            <a:r>
              <a:rPr lang="pt-BR" sz="10300" i="0" dirty="0">
                <a:solidFill>
                  <a:srgbClr val="131313"/>
                </a:solidFill>
                <a:effectLst/>
              </a:rPr>
              <a:t>E SOIS BONDADE SEM LIMITES, Ó SENHOR! </a:t>
            </a:r>
            <a:r>
              <a:rPr lang="pt-BR" sz="10300" dirty="0">
                <a:solidFill>
                  <a:srgbClr val="131313"/>
                </a:solidFill>
              </a:rPr>
              <a:t>R.</a:t>
            </a:r>
            <a:br>
              <a:rPr lang="pt-BR" sz="6000" dirty="0"/>
            </a:b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9553739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30D2C-6C62-F177-76A8-E13DC9337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2418AF-B169-CE7A-297A-0D539BFCD0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130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074ABF6-2651-F20B-F1A1-80AE4EFF18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10300" b="1" i="0" dirty="0">
                <a:solidFill>
                  <a:srgbClr val="131313"/>
                </a:solidFill>
                <a:effectLst/>
              </a:rPr>
              <a:t>AVE MARIA, CHEIA DE GRAÇA, O SENHOR ESTÁ CONTIGO. BENDITA ÉS TU ENTRE AS MULHERES, ALELUIA.</a:t>
            </a:r>
            <a:br>
              <a:rPr lang="pt-BR" sz="6000" dirty="0"/>
            </a:b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6098701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BF125-4401-D9BC-724D-14BFC18F0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FC4570-F0E2-9C45-A6D0-7884AE9738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130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0C5DDFB-CB40-D170-EAB3-DB89E4B496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10300" b="1" i="0" dirty="0">
                <a:solidFill>
                  <a:srgbClr val="131313"/>
                </a:solidFill>
                <a:effectLst/>
              </a:rPr>
              <a:t>AVE MARIA, CHEIA DE GRAÇA, O SENHOR ESTÁ CONTIGO. BENDITA ÉS TU ENTRE AS MULHERES, ALELUIA.</a:t>
            </a:r>
            <a:br>
              <a:rPr lang="pt-BR" sz="6000" dirty="0"/>
            </a:b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4882456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1875A-B1DE-80F8-5E80-AAEF14619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E51A03-7ACE-6B26-5C92-98525F43FF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130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4E0418E-028D-7F19-DA41-D006AA0BCD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10300" i="0" dirty="0">
                <a:solidFill>
                  <a:srgbClr val="131313"/>
                </a:solidFill>
                <a:effectLst/>
              </a:rPr>
              <a:t>O SENHOR É PIEDADE E RETIDÃO, *</a:t>
            </a:r>
          </a:p>
          <a:p>
            <a:pPr algn="l"/>
            <a:endParaRPr lang="pt-BR" sz="10300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10300" i="0" dirty="0">
                <a:solidFill>
                  <a:srgbClr val="131313"/>
                </a:solidFill>
                <a:effectLst/>
              </a:rPr>
              <a:t>E RECONDUZ AO BOM CAMINHO OS PECADORES. R.</a:t>
            </a:r>
            <a:br>
              <a:rPr lang="pt-BR" sz="6000" dirty="0"/>
            </a:b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0154276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63982-BF01-9A12-893A-707FB4FA3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19875F-BBE3-CD5B-07B9-A0374CF18B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130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1636D5C-281D-318D-854C-FA9B3AAD13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10300" b="1" i="0" dirty="0">
                <a:solidFill>
                  <a:srgbClr val="131313"/>
                </a:solidFill>
                <a:effectLst/>
              </a:rPr>
              <a:t>AVE MARIA, CHEIA DE GRAÇA, O SENHOR ESTÁ CONTIGO. BENDITA ÉS TU ENTRE AS MULHERES, ALELUIA.</a:t>
            </a:r>
            <a:br>
              <a:rPr lang="pt-BR" sz="6000" dirty="0"/>
            </a:b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1000847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EFD26-0A13-ACB1-9143-62BDD2999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87170-574A-D30B-75F9-6A8C178865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130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7447DEE-0BCF-F79C-CEBB-A0974658A1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10300" i="0" dirty="0">
                <a:solidFill>
                  <a:srgbClr val="131313"/>
                </a:solidFill>
                <a:effectLst/>
              </a:rPr>
              <a:t>ELE DIRIGE OS HUMILDES NA JUSTIÇA, *</a:t>
            </a:r>
          </a:p>
          <a:p>
            <a:pPr algn="l"/>
            <a:endParaRPr lang="pt-BR" sz="10300" i="0" dirty="0">
              <a:solidFill>
                <a:srgbClr val="131313"/>
              </a:solidFill>
              <a:effectLst/>
            </a:endParaRPr>
          </a:p>
          <a:p>
            <a:pPr algn="l"/>
            <a:r>
              <a:rPr lang="pt-BR" sz="10300" i="0" dirty="0">
                <a:solidFill>
                  <a:srgbClr val="131313"/>
                </a:solidFill>
                <a:effectLst/>
              </a:rPr>
              <a:t>E AOS POBRES ELE ENSINA O SEU CAMINHO. R.</a:t>
            </a:r>
            <a:br>
              <a:rPr lang="pt-BR" sz="6000" dirty="0"/>
            </a:b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1079705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D2AE8-C08F-0CA9-4908-D58232B3F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6E4238-C69A-082A-B8E1-7C91F2E913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551302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AADA54-B8CE-5430-26A1-907761947B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10300" b="1" i="0" dirty="0">
                <a:solidFill>
                  <a:srgbClr val="131313"/>
                </a:solidFill>
                <a:effectLst/>
              </a:rPr>
              <a:t>AVE MARIA, CHEIA DE GRAÇA, O SENHOR ESTÁ CONTIGO. BENDITA ÉS TU ENTRE AS MULHERES, ALELUIA.</a:t>
            </a:r>
            <a:br>
              <a:rPr lang="pt-BR" sz="6000" dirty="0"/>
            </a:b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59194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3271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3271" y="997529"/>
            <a:ext cx="10744200" cy="5389418"/>
          </a:xfrm>
        </p:spPr>
        <p:txBody>
          <a:bodyPr>
            <a:normAutofit/>
          </a:bodyPr>
          <a:lstStyle/>
          <a:p>
            <a:pPr algn="l"/>
            <a:r>
              <a:rPr lang="pt-BR" sz="6000" b="1" dirty="0"/>
              <a:t>SANTO, SANTO, SANTO,</a:t>
            </a:r>
          </a:p>
          <a:p>
            <a:pPr algn="l"/>
            <a:r>
              <a:rPr lang="pt-BR" sz="6000" b="1" dirty="0"/>
              <a:t>SENHOR, DEUS DO UNIVERSO,</a:t>
            </a:r>
          </a:p>
          <a:p>
            <a:pPr algn="l"/>
            <a:r>
              <a:rPr lang="pt-BR" sz="6000" b="1" dirty="0"/>
              <a:t>O CÉU E A TERRA PROCLAMAM A VOSSA GLÓRIA.</a:t>
            </a:r>
          </a:p>
          <a:p>
            <a:pPr algn="l"/>
            <a:r>
              <a:rPr lang="pt-BR" sz="6000" b="1" dirty="0"/>
              <a:t>HOSANA NAS ALTURAS!</a:t>
            </a:r>
          </a:p>
          <a:p>
            <a:pPr algn="l"/>
            <a:endParaRPr lang="pt-BR" sz="4800" dirty="0"/>
          </a:p>
          <a:p>
            <a:pPr algn="l"/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16811257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3271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3271" y="997529"/>
            <a:ext cx="10744200" cy="5389418"/>
          </a:xfrm>
        </p:spPr>
        <p:txBody>
          <a:bodyPr>
            <a:normAutofit/>
          </a:bodyPr>
          <a:lstStyle/>
          <a:p>
            <a:pPr algn="l"/>
            <a:r>
              <a:rPr lang="pt-BR" sz="6000" b="1" dirty="0"/>
              <a:t>BENDITO O QUE VEM</a:t>
            </a:r>
          </a:p>
          <a:p>
            <a:pPr algn="l"/>
            <a:r>
              <a:rPr lang="pt-BR" sz="6000" b="1" dirty="0"/>
              <a:t>EM NOME DO SENHOR.</a:t>
            </a:r>
          </a:p>
          <a:p>
            <a:pPr algn="l"/>
            <a:r>
              <a:rPr lang="pt-BR" sz="6000" b="1" dirty="0"/>
              <a:t>HOSANA NAS ALTURAS! HOSANA NAS ALTURAS!</a:t>
            </a:r>
            <a:endParaRPr lang="pt-BR" sz="6000" dirty="0"/>
          </a:p>
          <a:p>
            <a:pPr algn="l"/>
            <a:endParaRPr lang="pt-BR" sz="4800" dirty="0"/>
          </a:p>
          <a:p>
            <a:pPr algn="l"/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9227085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84A27-B861-38E6-71DF-CDCE68AA7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D6BDD028-6422-5FD9-9778-3C16968EFA0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50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800" i="0" dirty="0">
                <a:solidFill>
                  <a:srgbClr val="131313"/>
                </a:solidFill>
                <a:effectLst/>
              </a:rPr>
              <a:t>POVO DE DEUS, FOI ASSIM:</a:t>
            </a:r>
          </a:p>
          <a:p>
            <a:pPr algn="l"/>
            <a:r>
              <a:rPr lang="pt-BR" sz="8800" i="0" dirty="0">
                <a:solidFill>
                  <a:srgbClr val="131313"/>
                </a:solidFill>
                <a:effectLst/>
              </a:rPr>
              <a:t>DEUS CUMPRIU A PALAVRA QUE DIZ:</a:t>
            </a:r>
          </a:p>
          <a:p>
            <a:pPr algn="l"/>
            <a:r>
              <a:rPr lang="pt-BR" sz="8800" i="0" dirty="0">
                <a:solidFill>
                  <a:srgbClr val="131313"/>
                </a:solidFill>
                <a:effectLst/>
              </a:rPr>
              <a:t>UMA VIRGEM IRÁ CONCEBER,</a:t>
            </a:r>
          </a:p>
          <a:p>
            <a:pPr algn="l"/>
            <a:r>
              <a:rPr lang="pt-BR" sz="8800" i="0" dirty="0">
                <a:solidFill>
                  <a:srgbClr val="131313"/>
                </a:solidFill>
                <a:effectLst/>
              </a:rPr>
              <a:t>E A VISITA DE DEUS ME FEZ MÃE!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26995-3A74-CF6C-A948-643E84C65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C6FA7F-457C-9EAE-6AF9-905E73D479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AD2FB3A-1D9A-E75F-E23B-B280A2C8F8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800" i="0" dirty="0">
                <a:solidFill>
                  <a:srgbClr val="131313"/>
                </a:solidFill>
                <a:effectLst/>
              </a:rPr>
              <a:t>MÃE DO SENHOR, NOSSA MÃE,</a:t>
            </a:r>
          </a:p>
          <a:p>
            <a:pPr algn="l"/>
            <a:r>
              <a:rPr lang="pt-BR" sz="8800" i="0" dirty="0">
                <a:solidFill>
                  <a:srgbClr val="131313"/>
                </a:solidFill>
                <a:effectLst/>
              </a:rPr>
              <a:t>NÓS QUEREMOS CONTIGO APRENDER</a:t>
            </a:r>
          </a:p>
          <a:p>
            <a:pPr algn="l"/>
            <a:r>
              <a:rPr lang="pt-BR" sz="8800" i="0" dirty="0">
                <a:solidFill>
                  <a:srgbClr val="131313"/>
                </a:solidFill>
                <a:effectLst/>
              </a:rPr>
              <a:t>A HUMILDADE, A CONFIANÇA TOTAL,</a:t>
            </a:r>
          </a:p>
          <a:p>
            <a:pPr algn="l"/>
            <a:r>
              <a:rPr lang="pt-BR" sz="8800" i="0" dirty="0">
                <a:solidFill>
                  <a:srgbClr val="131313"/>
                </a:solidFill>
                <a:effectLst/>
              </a:rPr>
              <a:t>E ESCUTAR O TEU FILHO QUE DIZ: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822301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B95E0-9AEB-71FE-695B-5B0252BA2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EC9B95-9547-0DC6-6F15-BD6F766CAB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F5F1D68-408E-7815-650E-B3A256C4E3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800" b="1" i="0" dirty="0">
                <a:solidFill>
                  <a:srgbClr val="131313"/>
                </a:solidFill>
                <a:effectLst/>
              </a:rPr>
              <a:t>SENTA COMIGO À MINHA MESA,</a:t>
            </a:r>
          </a:p>
          <a:p>
            <a:pPr algn="l"/>
            <a:r>
              <a:rPr lang="pt-BR" sz="8800" b="1" i="0" dirty="0">
                <a:solidFill>
                  <a:srgbClr val="131313"/>
                </a:solidFill>
                <a:effectLst/>
              </a:rPr>
              <a:t>NUTRE A ESPERANÇA, REÚNE OS IRMÃOS!</a:t>
            </a:r>
          </a:p>
          <a:p>
            <a:pPr algn="l"/>
            <a:r>
              <a:rPr lang="pt-BR" sz="8800" b="1" i="0" dirty="0">
                <a:solidFill>
                  <a:srgbClr val="131313"/>
                </a:solidFill>
                <a:effectLst/>
              </a:rPr>
              <a:t>PLANTA MEU REINO, TRANSFORMA A TERRA,</a:t>
            </a:r>
          </a:p>
          <a:p>
            <a:pPr algn="l"/>
            <a:r>
              <a:rPr lang="pt-BR" sz="8800" b="1" i="0" dirty="0">
                <a:solidFill>
                  <a:srgbClr val="131313"/>
                </a:solidFill>
                <a:effectLst/>
              </a:rPr>
              <a:t>MAIS QUE CORAGEM, TENS MINHA MÃO!</a:t>
            </a:r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21642189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713F5-5930-D635-51B0-1DC4C096F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84A850-CE7B-C0CB-C3D3-6450CA39A8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EDB3E63-B12A-03BB-3871-06AF94AE5B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800" i="0" dirty="0">
                <a:solidFill>
                  <a:srgbClr val="131313"/>
                </a:solidFill>
                <a:effectLst/>
              </a:rPr>
              <a:t>POVO DE DEUS FOI ASSIM:</a:t>
            </a:r>
          </a:p>
          <a:p>
            <a:pPr algn="l"/>
            <a:r>
              <a:rPr lang="pt-BR" sz="8800" i="0" dirty="0">
                <a:solidFill>
                  <a:srgbClr val="131313"/>
                </a:solidFill>
                <a:effectLst/>
              </a:rPr>
              <a:t>NEM MONTANHA OU DISTÂNCIA QUALQUER</a:t>
            </a:r>
          </a:p>
          <a:p>
            <a:pPr algn="l"/>
            <a:r>
              <a:rPr lang="pt-BR" sz="8800" i="0" dirty="0">
                <a:solidFill>
                  <a:srgbClr val="131313"/>
                </a:solidFill>
                <a:effectLst/>
              </a:rPr>
              <a:t>ME IMPEDIU DE SERVIR E SORRIR.</a:t>
            </a:r>
          </a:p>
          <a:p>
            <a:pPr algn="l"/>
            <a:r>
              <a:rPr lang="pt-BR" sz="8800" i="0" dirty="0">
                <a:solidFill>
                  <a:srgbClr val="131313"/>
                </a:solidFill>
                <a:effectLst/>
              </a:rPr>
              <a:t>VISITEI COM MEU DEUS. FUI IRMÃ!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11307335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D787F-4382-F06E-87CA-540B04050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2D8DE8-5475-8D52-9731-3D317E966C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B4E5F12-C05E-DD61-7903-76E366E8EE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800" i="0" dirty="0">
                <a:solidFill>
                  <a:srgbClr val="131313"/>
                </a:solidFill>
                <a:effectLst/>
              </a:rPr>
              <a:t>MÃE DO SENHOR, NOSSA MÃE,</a:t>
            </a:r>
          </a:p>
          <a:p>
            <a:pPr algn="l"/>
            <a:r>
              <a:rPr lang="pt-BR" sz="8800" i="0" dirty="0">
                <a:solidFill>
                  <a:srgbClr val="131313"/>
                </a:solidFill>
                <a:effectLst/>
              </a:rPr>
              <a:t>NÓS QUEREMOS CONTIGO APRENDER</a:t>
            </a:r>
          </a:p>
          <a:p>
            <a:pPr algn="l"/>
            <a:r>
              <a:rPr lang="pt-BR" sz="8800" i="0" dirty="0">
                <a:solidFill>
                  <a:srgbClr val="131313"/>
                </a:solidFill>
                <a:effectLst/>
              </a:rPr>
              <a:t>DESAPEGO, BONDADE, TEU SIM,</a:t>
            </a:r>
          </a:p>
          <a:p>
            <a:pPr algn="l"/>
            <a:r>
              <a:rPr lang="pt-BR" sz="8800" i="0" dirty="0">
                <a:solidFill>
                  <a:srgbClr val="131313"/>
                </a:solidFill>
                <a:effectLst/>
              </a:rPr>
              <a:t>E ACOLHER O TEU FILHO QUE DIZ: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11715451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42691-3B46-9241-94FF-804F8D720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9D2FCA-CFB5-83F6-CE6D-2E5288C37F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49B781-B838-E452-40BD-9318DA4D65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800" b="1" i="0" dirty="0">
                <a:solidFill>
                  <a:srgbClr val="131313"/>
                </a:solidFill>
                <a:effectLst/>
              </a:rPr>
              <a:t>SENTA COMIGO À MINHA MESA,</a:t>
            </a:r>
          </a:p>
          <a:p>
            <a:pPr algn="l"/>
            <a:r>
              <a:rPr lang="pt-BR" sz="8800" b="1" i="0" dirty="0">
                <a:solidFill>
                  <a:srgbClr val="131313"/>
                </a:solidFill>
                <a:effectLst/>
              </a:rPr>
              <a:t>NUTRE A ESPERANÇA, REÚNE OS IRMÃOS!</a:t>
            </a:r>
          </a:p>
          <a:p>
            <a:pPr algn="l"/>
            <a:r>
              <a:rPr lang="pt-BR" sz="8800" b="1" i="0" dirty="0">
                <a:solidFill>
                  <a:srgbClr val="131313"/>
                </a:solidFill>
                <a:effectLst/>
              </a:rPr>
              <a:t>PLANTA MEU REINO, TRANSFORMA A TERRA,</a:t>
            </a:r>
          </a:p>
          <a:p>
            <a:pPr algn="l"/>
            <a:r>
              <a:rPr lang="pt-BR" sz="8800" b="1" i="0" dirty="0">
                <a:solidFill>
                  <a:srgbClr val="131313"/>
                </a:solidFill>
                <a:effectLst/>
              </a:rPr>
              <a:t>MAIS QUE CORAGEM, TENS MINHA MÃO!</a:t>
            </a:r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30497832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94911-E5DA-3996-50CC-C83D172E7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D94C19-09FF-CD29-E83A-2952BB5F26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5BF7983-FB4D-A336-D4BA-8B53A0C822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800" i="0" dirty="0">
                <a:solidFill>
                  <a:srgbClr val="131313"/>
                </a:solidFill>
                <a:effectLst/>
              </a:rPr>
              <a:t>POVO DE DEUS, FOI ASSIM:</a:t>
            </a:r>
          </a:p>
          <a:p>
            <a:pPr algn="l"/>
            <a:r>
              <a:rPr lang="pt-BR" sz="8800" i="0" dirty="0">
                <a:solidFill>
                  <a:srgbClr val="131313"/>
                </a:solidFill>
                <a:effectLst/>
              </a:rPr>
              <a:t>MEU MENINO CRESCEU E ENTENDEU,</a:t>
            </a:r>
          </a:p>
          <a:p>
            <a:pPr algn="l"/>
            <a:r>
              <a:rPr lang="pt-BR" sz="8800" i="0" dirty="0">
                <a:solidFill>
                  <a:srgbClr val="131313"/>
                </a:solidFill>
                <a:effectLst/>
              </a:rPr>
              <a:t>QUE A VONTADE DO PAI CONTA MAIS,</a:t>
            </a:r>
          </a:p>
          <a:p>
            <a:pPr algn="l"/>
            <a:r>
              <a:rPr lang="pt-BR" sz="8800" i="0" dirty="0">
                <a:solidFill>
                  <a:srgbClr val="131313"/>
                </a:solidFill>
                <a:effectLst/>
              </a:rPr>
              <a:t>E A VISITA FOI DEUS QUEM NOS FEZ.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36631994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56B3F-0A91-A2B6-FA8E-C7C78E16B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4935EE-EFFE-FD92-ABCD-20EEB96660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0C1CF18-7CE7-63F1-4245-A80CBA94B7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8800" i="0" dirty="0">
                <a:solidFill>
                  <a:srgbClr val="131313"/>
                </a:solidFill>
                <a:effectLst/>
              </a:rPr>
              <a:t>MÃE DO SENHOR, NOSSA MÃE,</a:t>
            </a:r>
          </a:p>
          <a:p>
            <a:pPr algn="l"/>
            <a:r>
              <a:rPr lang="pt-BR" sz="8800" i="0" dirty="0">
                <a:solidFill>
                  <a:srgbClr val="131313"/>
                </a:solidFill>
                <a:effectLst/>
              </a:rPr>
              <a:t>NÓS QUEREMOS CONTIGO APRENDER</a:t>
            </a:r>
          </a:p>
          <a:p>
            <a:pPr algn="l"/>
            <a:r>
              <a:rPr lang="pt-BR" sz="8800" i="0" dirty="0">
                <a:solidFill>
                  <a:srgbClr val="131313"/>
                </a:solidFill>
                <a:effectLst/>
              </a:rPr>
              <a:t>A JUSTIÇA, A VONTADE DO PAI,</a:t>
            </a:r>
          </a:p>
          <a:p>
            <a:pPr algn="l"/>
            <a:r>
              <a:rPr lang="pt-BR" sz="8800" i="0" dirty="0">
                <a:solidFill>
                  <a:srgbClr val="131313"/>
                </a:solidFill>
                <a:effectLst/>
              </a:rPr>
              <a:t>E ENTENDER O TEU FILHO QUE DIZ: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7281868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E6501-FA66-D088-9D60-AFAD2E955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AF853B-4F49-DE4A-8A75-8BF7C4F698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63C1F7A-94B5-C186-09B4-BF204884CF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800" b="1" i="0" dirty="0">
                <a:solidFill>
                  <a:srgbClr val="131313"/>
                </a:solidFill>
                <a:effectLst/>
              </a:rPr>
              <a:t>SENTA COMIGO À MINHA MESA,</a:t>
            </a:r>
          </a:p>
          <a:p>
            <a:pPr algn="l"/>
            <a:r>
              <a:rPr lang="pt-BR" sz="8800" b="1" i="0" dirty="0">
                <a:solidFill>
                  <a:srgbClr val="131313"/>
                </a:solidFill>
                <a:effectLst/>
              </a:rPr>
              <a:t>NUTRE A ESPERANÇA, REÚNE OS IRMÃOS!</a:t>
            </a:r>
          </a:p>
          <a:p>
            <a:pPr algn="l"/>
            <a:r>
              <a:rPr lang="pt-BR" sz="8800" b="1" i="0" dirty="0">
                <a:solidFill>
                  <a:srgbClr val="131313"/>
                </a:solidFill>
                <a:effectLst/>
              </a:rPr>
              <a:t>PLANTA MEU REINO, TRANSFORMA A TERRA,</a:t>
            </a:r>
          </a:p>
          <a:p>
            <a:pPr algn="l"/>
            <a:r>
              <a:rPr lang="pt-BR" sz="8800" b="1" i="0" dirty="0">
                <a:solidFill>
                  <a:srgbClr val="131313"/>
                </a:solidFill>
                <a:effectLst/>
              </a:rPr>
              <a:t>MAIS QUE CORAGEM, TENS MINHA MÃO!</a:t>
            </a:r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32546083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7541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541" y="1056361"/>
            <a:ext cx="11386320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ALMA DE CRISTO, SANTIFICAI-ME.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CORPO DE CRISTO, SALVAI-ME.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SANGUE DE CRISTO, INEBRIAI-ME.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ÁGUA DO LADO DE CRISTO, 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LAVAI-ME.</a:t>
            </a:r>
          </a:p>
        </p:txBody>
      </p:sp>
    </p:spTree>
    <p:extLst>
      <p:ext uri="{BB962C8B-B14F-4D97-AF65-F5344CB8AC3E}">
        <p14:creationId xmlns:p14="http://schemas.microsoft.com/office/powerpoint/2010/main" val="28368796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7541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541" y="1056361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PAIXÃO DE CRISTO, 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CONFORTAI-ME. 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Ó BOM JESUS, OUVI-ME.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DENTRO DE VOSSAS CHAGAS, ESCONDEI-ME.</a:t>
            </a:r>
          </a:p>
        </p:txBody>
      </p:sp>
    </p:spTree>
    <p:extLst>
      <p:ext uri="{BB962C8B-B14F-4D97-AF65-F5344CB8AC3E}">
        <p14:creationId xmlns:p14="http://schemas.microsoft.com/office/powerpoint/2010/main" val="18890575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7541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541" y="1056361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NÃO PERMITAIS QUE ME SEPARE DE VÓS.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DO ESPÍRITO MALIGNO, DEFENDEI-ME. 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NA HORA DA MORTE, 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CHAMAI-ME</a:t>
            </a:r>
          </a:p>
          <a:p>
            <a:pPr algn="l"/>
            <a:endParaRPr lang="pt-BR" sz="6600" b="0" i="0" dirty="0">
              <a:solidFill>
                <a:srgbClr val="3333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792003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7541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541" y="1056361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E MANDAI- ME IR PARA VÓS,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PARA QUE COM OS VOSSOS SANTOS VOS LOUVE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POR TODOS OS SÉCULOS DOS SÉCULOS.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AMÉM.</a:t>
            </a:r>
          </a:p>
        </p:txBody>
      </p:sp>
    </p:spTree>
    <p:extLst>
      <p:ext uri="{BB962C8B-B14F-4D97-AF65-F5344CB8AC3E}">
        <p14:creationId xmlns:p14="http://schemas.microsoft.com/office/powerpoint/2010/main" val="34422035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271460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6211" y="874942"/>
            <a:ext cx="11579578" cy="6338124"/>
          </a:xfrm>
        </p:spPr>
        <p:txBody>
          <a:bodyPr>
            <a:noAutofit/>
          </a:bodyPr>
          <a:lstStyle/>
          <a:p>
            <a:pPr algn="l"/>
            <a:r>
              <a:rPr lang="pt-BR" sz="6800" b="1" dirty="0"/>
              <a:t>O SENHOR FEZ EM MIM MARAVILHAS,</a:t>
            </a:r>
          </a:p>
          <a:p>
            <a:pPr algn="l"/>
            <a:r>
              <a:rPr lang="pt-BR" sz="6800" b="1" dirty="0"/>
              <a:t>SANTO É O SEU NOME! (BIS)</a:t>
            </a:r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942964"/>
            <a:ext cx="11579578" cy="6338124"/>
          </a:xfrm>
        </p:spPr>
        <p:txBody>
          <a:bodyPr>
            <a:normAutofit/>
          </a:bodyPr>
          <a:lstStyle/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A MINHA ALMA ENGRANDECE AO SENHOR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E EXULTA MEU ESPÍRITO EM DEUS, MEU SALVADOR.</a:t>
            </a:r>
          </a:p>
        </p:txBody>
      </p:sp>
    </p:spTree>
    <p:extLst>
      <p:ext uri="{BB962C8B-B14F-4D97-AF65-F5344CB8AC3E}">
        <p14:creationId xmlns:p14="http://schemas.microsoft.com/office/powerpoint/2010/main" val="32217548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3D609-2BAC-5222-23AC-A6AF9DCDB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0980AF-92B4-E3E0-8A58-B6377F8A66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0D17261-451A-CA40-B495-7055375A1E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6211" y="874942"/>
            <a:ext cx="11579578" cy="6338124"/>
          </a:xfrm>
        </p:spPr>
        <p:txBody>
          <a:bodyPr>
            <a:noAutofit/>
          </a:bodyPr>
          <a:lstStyle/>
          <a:p>
            <a:pPr algn="l"/>
            <a:r>
              <a:rPr lang="pt-BR" sz="6800" b="1" dirty="0"/>
              <a:t>O SENHOR FEZ EM MIM MARAVILHAS,</a:t>
            </a:r>
          </a:p>
          <a:p>
            <a:pPr algn="l"/>
            <a:r>
              <a:rPr lang="pt-BR" sz="6800" b="1" dirty="0"/>
              <a:t>SANTO É O SEU NOME! (BIS)</a:t>
            </a:r>
          </a:p>
        </p:txBody>
      </p:sp>
    </p:spTree>
    <p:extLst>
      <p:ext uri="{BB962C8B-B14F-4D97-AF65-F5344CB8AC3E}">
        <p14:creationId xmlns:p14="http://schemas.microsoft.com/office/powerpoint/2010/main" val="191975073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32661-3AEB-B375-DE3A-F992B3DF1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C035A4-81F5-6357-7A5C-7B7D7B542F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5586BB-AD02-277C-797E-E852947371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942964"/>
            <a:ext cx="11579578" cy="6338124"/>
          </a:xfrm>
        </p:spPr>
        <p:txBody>
          <a:bodyPr>
            <a:normAutofit/>
          </a:bodyPr>
          <a:lstStyle/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PÔS OS OLHOS NA HUMILDADE DE SUA SERVA,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</a:rPr>
              <a:t>DORAVANTE TODA A TERRA CANTARÁ OS MEUS LOUVORES.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33459448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19190-3A3B-05F0-C731-41F85974A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7E462C-D2B1-6E9E-D226-6076403DBE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F557DF8-336A-DECB-D0D9-C3F59E6903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6211" y="874942"/>
            <a:ext cx="11579578" cy="6338124"/>
          </a:xfrm>
        </p:spPr>
        <p:txBody>
          <a:bodyPr>
            <a:noAutofit/>
          </a:bodyPr>
          <a:lstStyle/>
          <a:p>
            <a:pPr algn="l"/>
            <a:r>
              <a:rPr lang="pt-BR" sz="6800" b="1" dirty="0"/>
              <a:t>O SENHOR FEZ EM MIM MARAVILHAS,</a:t>
            </a:r>
          </a:p>
          <a:p>
            <a:pPr algn="l"/>
            <a:r>
              <a:rPr lang="pt-BR" sz="6800" b="1" dirty="0"/>
              <a:t>SANTO É O SEU NOME! (BIS)</a:t>
            </a:r>
          </a:p>
        </p:txBody>
      </p:sp>
    </p:spTree>
    <p:extLst>
      <p:ext uri="{BB962C8B-B14F-4D97-AF65-F5344CB8AC3E}">
        <p14:creationId xmlns:p14="http://schemas.microsoft.com/office/powerpoint/2010/main" val="33033091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18308</TotalTime>
  <Words>1020</Words>
  <Application>Microsoft Office PowerPoint</Application>
  <PresentationFormat>Widescreen</PresentationFormat>
  <Paragraphs>172</Paragraphs>
  <Slides>50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50</vt:i4>
      </vt:variant>
    </vt:vector>
  </HeadingPairs>
  <TitlesOfParts>
    <vt:vector size="55" baseType="lpstr">
      <vt:lpstr>Arial</vt:lpstr>
      <vt:lpstr>Bookman Old Style</vt:lpstr>
      <vt:lpstr>Calibri</vt:lpstr>
      <vt:lpstr>Calibri Light</vt:lpstr>
      <vt:lpstr>Tema do Office</vt:lpstr>
      <vt:lpstr>Apresentação do PowerPoint</vt:lpstr>
      <vt:lpstr>ENTRADA</vt:lpstr>
      <vt:lpstr>ENTRADA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SALMO RESPONSORIAL</vt:lpstr>
      <vt:lpstr>Apresentação do PowerPoint</vt:lpstr>
      <vt:lpstr>ALELUIA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 COMUNHÃO</vt:lpstr>
      <vt:lpstr>PÓS COMUNHÃO</vt:lpstr>
      <vt:lpstr>PÓS COMUNHÃO</vt:lpstr>
      <vt:lpstr>PÓS COMUNHÃO</vt:lpstr>
      <vt:lpstr>Apresentação do PowerPoint</vt:lpstr>
      <vt:lpstr>FINAL</vt:lpstr>
      <vt:lpstr>FINAL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Thiago</cp:lastModifiedBy>
  <cp:revision>61</cp:revision>
  <dcterms:created xsi:type="dcterms:W3CDTF">2023-05-06T17:01:55Z</dcterms:created>
  <dcterms:modified xsi:type="dcterms:W3CDTF">2024-12-22T17:48:53Z</dcterms:modified>
</cp:coreProperties>
</file>