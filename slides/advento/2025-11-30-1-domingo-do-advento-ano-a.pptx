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32" r:id="rId5"/>
    <p:sldId id="415" r:id="rId6"/>
    <p:sldId id="433" r:id="rId7"/>
    <p:sldId id="434" r:id="rId8"/>
    <p:sldId id="258" r:id="rId9"/>
    <p:sldId id="259" r:id="rId10"/>
    <p:sldId id="404" r:id="rId11"/>
    <p:sldId id="435" r:id="rId12"/>
    <p:sldId id="264" r:id="rId13"/>
    <p:sldId id="265" r:id="rId14"/>
    <p:sldId id="266" r:id="rId15"/>
    <p:sldId id="267" r:id="rId16"/>
    <p:sldId id="271" r:id="rId17"/>
    <p:sldId id="269" r:id="rId18"/>
    <p:sldId id="436" r:id="rId19"/>
    <p:sldId id="437" r:id="rId20"/>
    <p:sldId id="438" r:id="rId21"/>
    <p:sldId id="292" r:id="rId22"/>
    <p:sldId id="275" r:id="rId23"/>
    <p:sldId id="363" r:id="rId24"/>
    <p:sldId id="361" r:id="rId25"/>
    <p:sldId id="362" r:id="rId26"/>
    <p:sldId id="439" r:id="rId27"/>
    <p:sldId id="440" r:id="rId28"/>
    <p:sldId id="441" r:id="rId29"/>
    <p:sldId id="277" r:id="rId30"/>
    <p:sldId id="337" r:id="rId31"/>
    <p:sldId id="424" r:id="rId32"/>
    <p:sldId id="425" r:id="rId33"/>
    <p:sldId id="426" r:id="rId34"/>
    <p:sldId id="427" r:id="rId35"/>
    <p:sldId id="423" r:id="rId36"/>
    <p:sldId id="422" r:id="rId37"/>
    <p:sldId id="413" r:id="rId38"/>
    <p:sldId id="430" r:id="rId39"/>
    <p:sldId id="431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09" autoAdjust="0"/>
    <p:restoredTop sz="93969" autoAdjust="0"/>
  </p:normalViewPr>
  <p:slideViewPr>
    <p:cSldViewPr snapToGrid="0">
      <p:cViewPr varScale="1">
        <p:scale>
          <a:sx n="63" d="100"/>
          <a:sy n="63" d="100"/>
        </p:scale>
        <p:origin x="1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42C1EA3-EB94-B6F5-5C53-C32ADEF6D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9547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37476"/>
            <a:ext cx="12191999" cy="6895476"/>
          </a:xfrm>
          <a:prstGeom prst="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3277027"/>
            <a:ext cx="11673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1º DOMINGO DO ADVENTO</a:t>
            </a:r>
          </a:p>
        </p:txBody>
      </p:sp>
      <p:sp>
        <p:nvSpPr>
          <p:cNvPr id="6" name="Seta: Pentágono 5">
            <a:extLst>
              <a:ext uri="{FF2B5EF4-FFF2-40B4-BE49-F238E27FC236}">
                <a16:creationId xmlns:a16="http://schemas.microsoft.com/office/drawing/2014/main" id="{C4450A8C-3F46-250A-3D59-B9D90129D670}"/>
              </a:ext>
            </a:extLst>
          </p:cNvPr>
          <p:cNvSpPr/>
          <p:nvPr/>
        </p:nvSpPr>
        <p:spPr>
          <a:xfrm rot="5400000">
            <a:off x="9704070" y="584178"/>
            <a:ext cx="2247900" cy="929640"/>
          </a:xfrm>
          <a:prstGeom prst="homePlate">
            <a:avLst/>
          </a:prstGeom>
          <a:solidFill>
            <a:srgbClr val="552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VÓS, Ó MEU DEUS, ELEVO A MINHA ALMA.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EM VÓS CONFIO, QUE EU NÃO SEJA ENVERGONHADO!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NÃO SE RIAM DE MIM MEUS INIMIGOS,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POIS NÃO SERÁ DESILUDIDO QUEM ESPERA EM VÓS!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MOSTRAI-ME, Ó SENHOR, VOSSOS CAMINHOS, *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 FAZEI-ME CONHECER A VOSSA ESTRADA! R.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3DB3-346F-998B-DF2C-95DC8AFE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6B5C8-5E80-FBB9-DDAC-0A69C5F03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99F14D-9B26-DB6C-225D-9886FAC8D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VÓS, Ó MEU DEUS, ELEVO A MINHA ALMA.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EM VÓS CONFIO, QUE EU NÃO SEJA ENVERGONHADO!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NÃO SE RIAM DE MIM MEUS INIMIGOS,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POIS NÃO SERÁ DESILUDIDO QUEM ESPERA EM VÓS!</a:t>
            </a:r>
          </a:p>
        </p:txBody>
      </p:sp>
    </p:spTree>
    <p:extLst>
      <p:ext uri="{BB962C8B-B14F-4D97-AF65-F5344CB8AC3E}">
        <p14:creationId xmlns:p14="http://schemas.microsoft.com/office/powerpoint/2010/main" val="141549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effectLst/>
                <a:latin typeface="Open Sans" panose="020B0606030504020204" pitchFamily="34" charset="0"/>
              </a:rPr>
              <a:t>VOSSA VERDADE ME ORIENTE E ME CONDUZA, †</a:t>
            </a:r>
          </a:p>
          <a:p>
            <a:pPr algn="l"/>
            <a:r>
              <a:rPr lang="pt-BR" sz="6600" i="0" dirty="0">
                <a:effectLst/>
                <a:latin typeface="Open Sans" panose="020B0606030504020204" pitchFamily="34" charset="0"/>
              </a:rPr>
              <a:t>PORQUE SOIS O DEUS DA MINHA SALVAÇÃO; *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9D159-9EA7-FF75-8DA0-FAB85622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298E2-8729-6222-677F-13116C0C3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5030C6-1CCC-F30F-C46F-47444FE7C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VÓS, Ó MEU DEUS, ELEVO A MINHA ALMA.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EM VÓS CONFIO, QUE EU NÃO SEJA ENVERGONHADO!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NÃO SE RIAM DE MIM MEUS INIMIGOS,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POIS NÃO SERÁ DESILUDIDO QUEM ESPERA EM VÓS!</a:t>
            </a:r>
          </a:p>
        </p:txBody>
      </p:sp>
    </p:spTree>
    <p:extLst>
      <p:ext uri="{BB962C8B-B14F-4D97-AF65-F5344CB8AC3E}">
        <p14:creationId xmlns:p14="http://schemas.microsoft.com/office/powerpoint/2010/main" val="211288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6B56-C6FA-455D-2E75-EBBD44DE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4E881-2C3E-1DCF-F0CB-C050B558D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83B0A0-45C5-DB2F-7B07-EDC2FEF40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effectLst/>
                <a:latin typeface="Open Sans" panose="020B0606030504020204" pitchFamily="34" charset="0"/>
              </a:rPr>
              <a:t>DE MIM LEMBRAI-VOS, PORQUE SOIS MISERICÓRDIA *</a:t>
            </a:r>
          </a:p>
          <a:p>
            <a:pPr algn="l"/>
            <a:r>
              <a:rPr lang="pt-BR" sz="6600" i="0" dirty="0">
                <a:effectLst/>
                <a:latin typeface="Open Sans" panose="020B0606030504020204" pitchFamily="34" charset="0"/>
              </a:rPr>
              <a:t>E SOIS BONDADE SEM LIMITES, Ó SENHOR! R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8724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SENHOR, QUE VIESTES AO MUNDO PARA NOS SALVAR,</a:t>
            </a:r>
          </a:p>
          <a:p>
            <a:pPr algn="just"/>
            <a:r>
              <a:rPr lang="pt-BR" sz="7200" dirty="0"/>
              <a:t>TENDE PIEDADE DE NÓS.</a:t>
            </a:r>
          </a:p>
          <a:p>
            <a:pPr algn="just"/>
            <a:endParaRPr lang="pt-BR" sz="7200" dirty="0"/>
          </a:p>
          <a:p>
            <a:pPr algn="l"/>
            <a:r>
              <a:rPr lang="pt-BR" sz="7200" b="1" dirty="0"/>
              <a:t>KYRIE ELEISON, KYRIE ELEISON</a:t>
            </a:r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800" dirty="0"/>
              <a:t>CRISTO, QUE CONTINUAMENTE NOS VISITAIS COM A GRAÇA DO</a:t>
            </a:r>
          </a:p>
          <a:p>
            <a:pPr algn="l"/>
            <a:r>
              <a:rPr lang="pt-BR" sz="7800" dirty="0"/>
              <a:t>VOSSO ESPÍRITO, TENDE PIEDADE DE NÓS.</a:t>
            </a:r>
          </a:p>
          <a:p>
            <a:pPr algn="just"/>
            <a:endParaRPr lang="pt-BR" sz="7800" dirty="0"/>
          </a:p>
          <a:p>
            <a:pPr algn="l"/>
            <a:r>
              <a:rPr lang="pt-BR" sz="7800" b="1" dirty="0"/>
              <a:t>CHRISTE ELEISON, CHRISTE ELEISON</a:t>
            </a:r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82CD-A061-9CB8-A5D1-773E0BF6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0AD9D-D828-7573-BD5C-7BC1E16D3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A13FCB-78E6-D26A-DDE3-53A08DACA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800" dirty="0"/>
              <a:t>SENHOR, QUE VIREIS UM DIA PARA JULGAR AS NOSSAS OBRAS,TENDE PIEDADE DE NÓS.</a:t>
            </a:r>
          </a:p>
          <a:p>
            <a:pPr algn="l"/>
            <a:endParaRPr lang="pt-BR" sz="7800" dirty="0"/>
          </a:p>
          <a:p>
            <a:pPr algn="l"/>
            <a:r>
              <a:rPr lang="pt-BR" sz="7800" b="1" dirty="0"/>
              <a:t>KYRIE ELEISON, KYRIE ELEISON</a:t>
            </a:r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15256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QUE ALEGRIA, QUANDO ME DISSERAM: “VAMOS À CASA DO SENHOR!”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 (2X)</a:t>
            </a:r>
          </a:p>
          <a:p>
            <a:endParaRPr lang="pt-BR" sz="4800" dirty="0"/>
          </a:p>
          <a:p>
            <a:r>
              <a:rPr lang="pt-BR" sz="4800" dirty="0"/>
              <a:t>VEM MOSTRAR-NOS Ó SENHOR</a:t>
            </a:r>
          </a:p>
          <a:p>
            <a:r>
              <a:rPr lang="pt-BR" sz="4800" dirty="0"/>
              <a:t>TUA GRANDE COMPAIXÃO</a:t>
            </a:r>
          </a:p>
          <a:p>
            <a:r>
              <a:rPr lang="pt-BR" sz="4800" dirty="0"/>
              <a:t>DÁ-NOS TUA SALVAÇÃO</a:t>
            </a:r>
          </a:p>
          <a:p>
            <a:endParaRPr lang="pt-BR" sz="4800" b="1" dirty="0"/>
          </a:p>
          <a:p>
            <a:r>
              <a:rPr lang="pt-BR" sz="4800" b="1" dirty="0"/>
              <a:t>ALELUIA, ALELUIA (2X)</a:t>
            </a:r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SOLO: MUITO SUSPIRA POR TI</a:t>
            </a:r>
          </a:p>
          <a:p>
            <a:pPr algn="l"/>
            <a:r>
              <a:rPr lang="pt-BR" sz="8800" dirty="0"/>
              <a:t>TEU POVO FIEL, TUA ISRAEL!</a:t>
            </a:r>
          </a:p>
          <a:p>
            <a:pPr algn="l"/>
            <a:endParaRPr lang="pt-BR" sz="8800" dirty="0"/>
          </a:p>
          <a:p>
            <a:pPr algn="l"/>
            <a:r>
              <a:rPr lang="pt-BR" sz="8800" b="1" dirty="0"/>
              <a:t>ASSEMBLÉIA: MUITO SUSPIRA POR TI</a:t>
            </a:r>
          </a:p>
          <a:p>
            <a:pPr algn="l"/>
            <a:r>
              <a:rPr lang="pt-BR" sz="8800" b="1" dirty="0"/>
              <a:t>TEU POVO FIEL, TUA ISRAEL!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SOLO: Ó SANTO MESSIAS!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ASSEMBLÉIA: Ó SANTO MESSIAS!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D31D-DBAD-F65E-8ADB-75A233DC6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EA0DD-3C66-3B74-0C50-82DB87DBE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1A9B14-79C0-E7EC-50F3-3729662B7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SOLO: TUA LEMBRANÇA EMBALSAMA, DOS QUE TE AMAM OS TRISTES DIAS.</a:t>
            </a:r>
          </a:p>
          <a:p>
            <a:pPr algn="l"/>
            <a:endParaRPr lang="pt-BR" sz="3600" b="1" dirty="0"/>
          </a:p>
          <a:p>
            <a:pPr algn="l"/>
            <a:r>
              <a:rPr lang="pt-BR" sz="8800" b="1" dirty="0"/>
              <a:t>ASSEMBLÉIA:TUA LEMBRANÇA EMBALSAMA, DOS QUE TE AMAM OS TRISTES DIAS.</a:t>
            </a:r>
          </a:p>
          <a:p>
            <a:pPr algn="l"/>
            <a:endParaRPr lang="pt-BR" sz="3300" b="1" dirty="0"/>
          </a:p>
          <a:p>
            <a:pPr algn="l"/>
            <a:r>
              <a:rPr lang="pt-BR" sz="8800" dirty="0"/>
              <a:t>SOLO: Ó SANTO MESSIAS!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ASSEMBLÉIA: Ó SANTO MESSIAS!</a:t>
            </a:r>
          </a:p>
        </p:txBody>
      </p:sp>
    </p:spTree>
    <p:extLst>
      <p:ext uri="{BB962C8B-B14F-4D97-AF65-F5344CB8AC3E}">
        <p14:creationId xmlns:p14="http://schemas.microsoft.com/office/powerpoint/2010/main" val="1255010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ADD0-A1E5-5E32-23C2-36A84698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89C70-6108-8C45-318F-13DDA5686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24A944-3528-1A17-5D31-86E4E33BB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SOLO: A NAÇÃO QUE TE ADORAVA,</a:t>
            </a:r>
          </a:p>
          <a:p>
            <a:pPr algn="l"/>
            <a:r>
              <a:rPr lang="pt-BR" sz="8800" dirty="0"/>
              <a:t>TORNARA-NA ESCRAVA, ENCHERAM-NA DE DOR.</a:t>
            </a:r>
          </a:p>
          <a:p>
            <a:pPr algn="l"/>
            <a:endParaRPr lang="pt-BR" sz="4400" dirty="0"/>
          </a:p>
          <a:p>
            <a:pPr algn="l"/>
            <a:r>
              <a:rPr lang="pt-BR" sz="8800" b="1" dirty="0"/>
              <a:t>ASSEMBLÉIA:A NAÇÃO QUE TE ADORAVA,</a:t>
            </a:r>
          </a:p>
          <a:p>
            <a:pPr algn="l"/>
            <a:r>
              <a:rPr lang="pt-BR" sz="8800" b="1" dirty="0"/>
              <a:t>TORNARA-NA ESCRAVA, ENCHERAM-NA DE DOR.</a:t>
            </a:r>
          </a:p>
          <a:p>
            <a:pPr algn="l"/>
            <a:endParaRPr lang="pt-BR" sz="3300" b="1" dirty="0"/>
          </a:p>
          <a:p>
            <a:pPr algn="l"/>
            <a:r>
              <a:rPr lang="pt-BR" sz="8800" dirty="0"/>
              <a:t>SOLO: Ó SANTO MESSIAS!</a:t>
            </a:r>
          </a:p>
          <a:p>
            <a:pPr algn="l"/>
            <a:endParaRPr lang="pt-BR" sz="3300" b="1" dirty="0"/>
          </a:p>
          <a:p>
            <a:pPr algn="l"/>
            <a:r>
              <a:rPr lang="pt-BR" sz="8800" b="1" dirty="0"/>
              <a:t>ASSEMBLÉIA: Ó SANTO MESSIAS!</a:t>
            </a:r>
          </a:p>
        </p:txBody>
      </p:sp>
    </p:spTree>
    <p:extLst>
      <p:ext uri="{BB962C8B-B14F-4D97-AF65-F5344CB8AC3E}">
        <p14:creationId xmlns:p14="http://schemas.microsoft.com/office/powerpoint/2010/main" val="2881166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3586-B32A-C0D6-A209-FFE13FAD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A700F-E413-8B18-88FD-78F70E78F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0782D-872C-421B-40D5-2336CF3A9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SOLO: APRESSA-TE EM VIR LIBERTÁ-LA, EM VIR SALVÁ-LA,BENDITO SENHOR! BENDITO SENHOR!</a:t>
            </a:r>
          </a:p>
          <a:p>
            <a:pPr algn="l"/>
            <a:endParaRPr lang="pt-BR" sz="3300" dirty="0"/>
          </a:p>
          <a:p>
            <a:pPr algn="l"/>
            <a:r>
              <a:rPr lang="pt-BR" sz="8800" b="1" dirty="0"/>
              <a:t>ASSEMBLÉIA:APRESSA-TE EM VIR LIBERTÁ-LA, EM VIR SALVÁ-LA, BENDITO SENHOR! BENDITO SENHOR!</a:t>
            </a:r>
          </a:p>
          <a:p>
            <a:pPr algn="l"/>
            <a:endParaRPr lang="pt-BR" sz="3300" b="1" dirty="0"/>
          </a:p>
          <a:p>
            <a:pPr algn="l"/>
            <a:r>
              <a:rPr lang="pt-BR" sz="8800" dirty="0"/>
              <a:t>SOLO: Ó SANTO MESSIAS!</a:t>
            </a:r>
          </a:p>
          <a:p>
            <a:pPr algn="l"/>
            <a:endParaRPr lang="pt-BR" sz="3300" b="1" dirty="0"/>
          </a:p>
          <a:p>
            <a:pPr algn="l"/>
            <a:r>
              <a:rPr lang="pt-BR" sz="8800" b="1" dirty="0"/>
              <a:t>ASSEMBLÉIA: Ó SANTO MESSIAS!</a:t>
            </a:r>
          </a:p>
        </p:txBody>
      </p:sp>
    </p:spTree>
    <p:extLst>
      <p:ext uri="{BB962C8B-B14F-4D97-AF65-F5344CB8AC3E}">
        <p14:creationId xmlns:p14="http://schemas.microsoft.com/office/powerpoint/2010/main" val="1152876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 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0000" b="1" dirty="0"/>
              <a:t>O SENHOR NOS DARÁ TUDO O QUE É BOM, E A NOSSA TERRA NOS DARÁ SUAS COLHEITAS.</a:t>
            </a:r>
          </a:p>
          <a:p>
            <a:pPr algn="just"/>
            <a:endParaRPr lang="pt-BR" sz="10100" b="1" dirty="0"/>
          </a:p>
          <a:p>
            <a:pPr algn="just"/>
            <a:r>
              <a:rPr lang="pt-BR" sz="10100" dirty="0"/>
              <a:t>FAVORECESTES, Ó SENHOR, A VOSSA TERRA, </a:t>
            </a:r>
          </a:p>
          <a:p>
            <a:pPr algn="just"/>
            <a:r>
              <a:rPr lang="pt-BR" sz="10100" dirty="0"/>
              <a:t>LIBERTASTES OS CATIVOS DE JACÓ.</a:t>
            </a:r>
          </a:p>
          <a:p>
            <a:pPr algn="just"/>
            <a:r>
              <a:rPr lang="pt-BR" sz="10100" dirty="0"/>
              <a:t>PERDOASTES O PECADO AO VOSSO POVO, </a:t>
            </a:r>
          </a:p>
          <a:p>
            <a:pPr algn="just"/>
            <a:r>
              <a:rPr lang="pt-BR" sz="10100" dirty="0"/>
              <a:t>ENCOBRISTES TODA A FALTA COMETIDA; R</a:t>
            </a:r>
            <a:r>
              <a:rPr lang="pt-BR" sz="10100" b="1" dirty="0"/>
              <a:t>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6DBF-7AFA-7E20-4F59-EC16355A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54FBB-F2C9-9D80-5BC9-46EFD3F73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879B59-A908-B32E-001C-6BD3DD0C2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0000" b="1" dirty="0"/>
              <a:t>O SENHOR NOS DARÁ TUDO O QUE É BOM, E A NOSSA TERRA NOS DARÁ SUAS COLHEITAS.</a:t>
            </a:r>
          </a:p>
          <a:p>
            <a:pPr algn="just"/>
            <a:endParaRPr lang="pt-BR" sz="10100" b="1" dirty="0"/>
          </a:p>
          <a:p>
            <a:pPr algn="just"/>
            <a:r>
              <a:rPr lang="pt-BR" sz="10100" dirty="0"/>
              <a:t>RETIRASTES A AMEAÇA QUE FIZESTES, </a:t>
            </a:r>
          </a:p>
          <a:p>
            <a:pPr algn="just"/>
            <a:r>
              <a:rPr lang="pt-BR" sz="10100" dirty="0"/>
              <a:t>ACALMASTES O FUROR DE VOSSA IRA.</a:t>
            </a:r>
          </a:p>
          <a:p>
            <a:pPr algn="just"/>
            <a:r>
              <a:rPr lang="pt-BR" sz="10100" dirty="0"/>
              <a:t>RENOVAI-NOS, NOSSO DEUS E SALVADOR, </a:t>
            </a:r>
          </a:p>
          <a:p>
            <a:pPr algn="just"/>
            <a:r>
              <a:rPr lang="pt-BR" sz="10100" dirty="0"/>
              <a:t>ESQUECEI A VOSSA MÁGOA CONTRA NÓS!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10224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2137-FF19-4BAE-CD54-16521E1D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47978-1601-09EE-64ED-858629699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1A1A9-1261-27B0-5EB0-A51A4F845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157026" cy="548308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3500" b="1" dirty="0"/>
              <a:t>O SENHOR NOS DARÁ TUDO O QUE É BOM, E A NOSSA TERRA NOS DARÁ SUAS COLHEITAS.</a:t>
            </a:r>
          </a:p>
          <a:p>
            <a:pPr algn="just"/>
            <a:endParaRPr lang="pt-BR" sz="13500" b="1" dirty="0"/>
          </a:p>
          <a:p>
            <a:pPr algn="just"/>
            <a:r>
              <a:rPr lang="pt-BR" sz="13500" dirty="0"/>
              <a:t>NÃO VIREIS RESTITUIR A NOSSA VIDA, </a:t>
            </a:r>
          </a:p>
          <a:p>
            <a:pPr algn="just"/>
            <a:r>
              <a:rPr lang="pt-BR" sz="13500" dirty="0"/>
              <a:t>PARA QUE EM VÓS SE REJUBILE O VOSSO POVO?</a:t>
            </a:r>
          </a:p>
          <a:p>
            <a:pPr algn="just"/>
            <a:r>
              <a:rPr lang="pt-BR" sz="13500" dirty="0"/>
              <a:t>MOSTRAI-NOS, Ó SENHOR, VOSSA BONDADE, </a:t>
            </a:r>
          </a:p>
          <a:p>
            <a:pPr algn="just"/>
            <a:r>
              <a:rPr lang="pt-BR" sz="13500" dirty="0"/>
              <a:t>CONCEDEI-NOS TAMBÉM VOSSA SALVAÇÃO! R.</a:t>
            </a:r>
            <a:endParaRPr lang="pt-BR" sz="271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0555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E1D6-98A9-6FC4-DBC2-FA49F637F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357E0-DD7B-5BE2-F0DD-CE5E8482E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077554-4A94-5A34-D27A-9385ECEB9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962154" cy="548308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4800" b="1" dirty="0"/>
              <a:t>O SENHOR NOS DARÁ TUDO O QUE É BOM, E A NOSSA TERRA NOS DARÁ SUAS COLHEITAS.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dirty="0"/>
              <a:t>ESTÁ PERTO A SALVAÇÃO DOS QUE O TEMEM, </a:t>
            </a:r>
          </a:p>
          <a:p>
            <a:pPr algn="just"/>
            <a:r>
              <a:rPr lang="pt-BR" sz="4800" dirty="0"/>
              <a:t>E A GLÓRIA HABITARÁ EM NOSSA TERRA.</a:t>
            </a:r>
          </a:p>
          <a:p>
            <a:pPr algn="just"/>
            <a:r>
              <a:rPr lang="pt-BR" sz="4800" dirty="0"/>
              <a:t>A VERDADE E O AMOR SE ENCONTRARÃO, </a:t>
            </a:r>
          </a:p>
          <a:p>
            <a:pPr algn="just"/>
            <a:r>
              <a:rPr lang="pt-BR" sz="4800" dirty="0"/>
              <a:t>A JUSTIÇA E A PAZ SE ABRAÇARÃO;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87257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ALMA DE CRISTO, SANTIFICAI-ME</a:t>
            </a:r>
          </a:p>
          <a:p>
            <a:pPr algn="l"/>
            <a:r>
              <a:rPr lang="pt-BR" sz="12600" b="1" dirty="0"/>
              <a:t>CORPO DE CRISTO, SALVAI-ME</a:t>
            </a:r>
          </a:p>
          <a:p>
            <a:pPr algn="l"/>
            <a:r>
              <a:rPr lang="pt-BR" sz="12600" b="1" dirty="0"/>
              <a:t>SANGUE DE CRISTO, INEBRIAI-ME</a:t>
            </a:r>
          </a:p>
          <a:p>
            <a:pPr algn="l"/>
            <a:r>
              <a:rPr lang="pt-BR" sz="12600" b="1" dirty="0"/>
              <a:t>ÁGUA DO LADO DE CRISTO, LAVAI-ME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44380"/>
            <a:ext cx="11194472" cy="56978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PAIXÃO DE CRISTO, CONFORTAI-ME</a:t>
            </a:r>
          </a:p>
          <a:p>
            <a:pPr algn="l"/>
            <a:r>
              <a:rPr lang="pt-BR" sz="8800" b="1" dirty="0"/>
              <a:t>Ó BOM JESUS, OUVI-ME</a:t>
            </a:r>
          </a:p>
          <a:p>
            <a:pPr algn="l"/>
            <a:r>
              <a:rPr lang="pt-BR" sz="8800" b="1" dirty="0"/>
              <a:t>DENTRO DE VOSSAS CHAGAS, ESCONDEI-ME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3146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40783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64228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E MANDAI-ME IR PARA VÓS</a:t>
            </a:r>
          </a:p>
          <a:p>
            <a:pPr algn="l"/>
            <a:r>
              <a:rPr lang="pt-BR" sz="12600" b="1" dirty="0"/>
              <a:t>PARA QUE COM VOSSOS SANTOS VOS LOUVE</a:t>
            </a:r>
          </a:p>
          <a:p>
            <a:pPr algn="l"/>
            <a:r>
              <a:rPr lang="pt-BR" sz="12600" b="1" dirty="0"/>
              <a:t>POR TODOS OS SÉCULOS DOS SÉCULOS, AMÉM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818667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619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7"/>
            <a:ext cx="11972144" cy="6778315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1. SENHOR, VEM SALVAR TEU POVO,</a:t>
            </a:r>
          </a:p>
          <a:p>
            <a:pPr algn="l"/>
            <a:r>
              <a:rPr lang="pt-BR" sz="7200" dirty="0"/>
              <a:t>DAS TREVAS, DA ESCRAVIDÃO,</a:t>
            </a:r>
          </a:p>
          <a:p>
            <a:pPr algn="l"/>
            <a:r>
              <a:rPr lang="pt-BR" sz="7200" dirty="0"/>
              <a:t>SÓ TU ÉS NOSSA ESPERANÇA,</a:t>
            </a:r>
          </a:p>
          <a:p>
            <a:pPr algn="l"/>
            <a:r>
              <a:rPr lang="pt-BR" sz="7200" dirty="0"/>
              <a:t>ÉS NOSSA LIBERTAÇÃO.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562413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8500" b="1" dirty="0"/>
              <a:t>VEM SENHOR, VEM NOS SALVAR,</a:t>
            </a:r>
          </a:p>
          <a:p>
            <a:pPr algn="l"/>
            <a:r>
              <a:rPr lang="pt-BR" sz="18500" b="1" dirty="0"/>
              <a:t>COM TEU POVO VEM CAMINHAR. (2X)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7"/>
            <a:ext cx="11472472" cy="6403561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2. CONTIGO O DESERTO É FÉRTIL,</a:t>
            </a:r>
          </a:p>
          <a:p>
            <a:pPr algn="l"/>
            <a:r>
              <a:rPr lang="pt-BR" sz="7200" dirty="0"/>
              <a:t>A TERRA SE ABRE EM FLOR,</a:t>
            </a:r>
          </a:p>
          <a:p>
            <a:pPr algn="l"/>
            <a:r>
              <a:rPr lang="pt-BR" sz="7200" dirty="0"/>
              <a:t>DA ROCHA BROTA ÁGUA VIVA,</a:t>
            </a:r>
          </a:p>
          <a:p>
            <a:pPr algn="l"/>
            <a:r>
              <a:rPr lang="pt-BR" sz="7200" dirty="0"/>
              <a:t>DA TREVA NASCE ESPLENDOR.</a:t>
            </a:r>
          </a:p>
        </p:txBody>
      </p:sp>
    </p:spTree>
    <p:extLst>
      <p:ext uri="{BB962C8B-B14F-4D97-AF65-F5344CB8AC3E}">
        <p14:creationId xmlns:p14="http://schemas.microsoft.com/office/powerpoint/2010/main" val="1930605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562413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8500" b="1" dirty="0"/>
              <a:t>VEM SENHOR, VEM NOS SALVAR,</a:t>
            </a:r>
          </a:p>
          <a:p>
            <a:pPr algn="l"/>
            <a:r>
              <a:rPr lang="pt-BR" sz="18500" b="1" dirty="0"/>
              <a:t>COM TEU POVO VEM CAMINHAR. (2X)</a:t>
            </a:r>
          </a:p>
        </p:txBody>
      </p:sp>
    </p:spTree>
    <p:extLst>
      <p:ext uri="{BB962C8B-B14F-4D97-AF65-F5344CB8AC3E}">
        <p14:creationId xmlns:p14="http://schemas.microsoft.com/office/powerpoint/2010/main" val="16792300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8458</TotalTime>
  <Words>906</Words>
  <Application>Microsoft Office PowerPoint</Application>
  <PresentationFormat>Widescreen</PresentationFormat>
  <Paragraphs>165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Baskerville Old Face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46</cp:revision>
  <dcterms:created xsi:type="dcterms:W3CDTF">2023-05-06T17:01:55Z</dcterms:created>
  <dcterms:modified xsi:type="dcterms:W3CDTF">2025-11-29T18:39:47Z</dcterms:modified>
</cp:coreProperties>
</file>