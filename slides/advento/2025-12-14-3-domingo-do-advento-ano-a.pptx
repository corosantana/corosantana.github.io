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59" r:id="rId2"/>
    <p:sldId id="354" r:id="rId3"/>
    <p:sldId id="454" r:id="rId4"/>
    <p:sldId id="455" r:id="rId5"/>
    <p:sldId id="258" r:id="rId6"/>
    <p:sldId id="456" r:id="rId7"/>
    <p:sldId id="441" r:id="rId8"/>
    <p:sldId id="265" r:id="rId9"/>
    <p:sldId id="266" r:id="rId10"/>
    <p:sldId id="267" r:id="rId11"/>
    <p:sldId id="271" r:id="rId12"/>
    <p:sldId id="444" r:id="rId13"/>
    <p:sldId id="269" r:id="rId14"/>
    <p:sldId id="445" r:id="rId15"/>
    <p:sldId id="446" r:id="rId16"/>
    <p:sldId id="292" r:id="rId17"/>
    <p:sldId id="275" r:id="rId18"/>
    <p:sldId id="363" r:id="rId19"/>
    <p:sldId id="361" r:id="rId20"/>
    <p:sldId id="362" r:id="rId21"/>
    <p:sldId id="457" r:id="rId22"/>
    <p:sldId id="458" r:id="rId23"/>
    <p:sldId id="277" r:id="rId24"/>
    <p:sldId id="420" r:id="rId25"/>
    <p:sldId id="421" r:id="rId26"/>
    <p:sldId id="453" r:id="rId27"/>
    <p:sldId id="423" r:id="rId28"/>
    <p:sldId id="428" r:id="rId29"/>
    <p:sldId id="337" r:id="rId30"/>
    <p:sldId id="374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09" autoAdjust="0"/>
    <p:restoredTop sz="93969" autoAdjust="0"/>
  </p:normalViewPr>
  <p:slideViewPr>
    <p:cSldViewPr snapToGrid="0">
      <p:cViewPr varScale="1">
        <p:scale>
          <a:sx n="64" d="100"/>
          <a:sy n="64" d="100"/>
        </p:scale>
        <p:origin x="7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42C1EA3-EB94-B6F5-5C53-C32ADEF6D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9547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-37476"/>
            <a:ext cx="12191999" cy="6895476"/>
          </a:xfrm>
          <a:prstGeom prst="rect">
            <a:avLst/>
          </a:prstGeom>
          <a:solidFill>
            <a:schemeClr val="tx1">
              <a:alpha val="42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FBA9B69-DE5F-DD9C-A4FC-482398246A9A}"/>
              </a:ext>
            </a:extLst>
          </p:cNvPr>
          <p:cNvSpPr txBox="1"/>
          <p:nvPr/>
        </p:nvSpPr>
        <p:spPr>
          <a:xfrm>
            <a:off x="259079" y="3277027"/>
            <a:ext cx="116738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9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anose="02020602080505020303" pitchFamily="18" charset="0"/>
              </a:rPr>
              <a:t>3º DOMINGO DO ADVENTO</a:t>
            </a:r>
          </a:p>
        </p:txBody>
      </p:sp>
      <p:sp>
        <p:nvSpPr>
          <p:cNvPr id="6" name="Seta: Pentágono 5">
            <a:extLst>
              <a:ext uri="{FF2B5EF4-FFF2-40B4-BE49-F238E27FC236}">
                <a16:creationId xmlns:a16="http://schemas.microsoft.com/office/drawing/2014/main" id="{C4450A8C-3F46-250A-3D59-B9D90129D670}"/>
              </a:ext>
            </a:extLst>
          </p:cNvPr>
          <p:cNvSpPr/>
          <p:nvPr/>
        </p:nvSpPr>
        <p:spPr>
          <a:xfrm rot="5400000">
            <a:off x="9704070" y="584178"/>
            <a:ext cx="2247900" cy="929640"/>
          </a:xfrm>
          <a:prstGeom prst="homePlate">
            <a:avLst/>
          </a:prstGeom>
          <a:solidFill>
            <a:srgbClr val="FF5050"/>
          </a:solidFill>
          <a:ln>
            <a:solidFill>
              <a:srgbClr val="FF33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2054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ALEGRAI-VOS SEMPRE NO SENHOR,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EU REPITO, ALEGRAI-VOS.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O SENHOR ESTÁ BEM PERTO,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ALEGRAI-VOS NO SENHOR.</a:t>
            </a:r>
          </a:p>
          <a:p>
            <a:pPr algn="l"/>
            <a:endParaRPr lang="pt-BR" sz="54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1. QUERO OUVIR O QUE O SENHOR IRA FALAR: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É A PAZ QUE ELE VAI ANUNCIAR.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24A32-DD07-0AFF-274F-17C15416C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DC18D-5515-4163-2E86-8C94EC5D0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506574-F548-B1F3-2D74-A07A7C4FA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ALEGRAI-VOS SEMPRE NO SENHOR,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EU REPITO, ALEGRAI-VOS.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O SENHOR ESTÁ BEM PERTO,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ALEGRAI-VOS NO SENHOR.</a:t>
            </a:r>
          </a:p>
          <a:p>
            <a:pPr algn="l"/>
            <a:endParaRPr lang="pt-BR" sz="54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2. A PAZ PARA SEU POVO E SEUS AMIGOS,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PARA OS QUE VOLTAM AO SENHOR SEU CORAÇÃO.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852688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FA412-EC10-1A7E-2CBE-05C36F0C9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218D2-9B2D-9803-916F-A3E69E80D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342CA5-690A-4C87-E31A-EA829063F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ALEGRAI-VOS SEMPRE NO SENHOR,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EU REPITO, ALEGRAI-VOS.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O SENHOR ESTÁ BEM PERTO,</a:t>
            </a:r>
          </a:p>
          <a:p>
            <a:pPr algn="l"/>
            <a:r>
              <a:rPr lang="pt-BR" sz="5400" b="1" i="0" dirty="0">
                <a:effectLst/>
                <a:latin typeface="Open Sans" panose="020B0606030504020204" pitchFamily="34" charset="0"/>
              </a:rPr>
              <a:t>ALEGRAI-VOS NO SENHOR.</a:t>
            </a:r>
          </a:p>
          <a:p>
            <a:pPr algn="l"/>
            <a:endParaRPr lang="pt-BR" sz="540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1. QUERO OUVIR O QUE O SENHOR IRA FALAR:</a:t>
            </a:r>
          </a:p>
          <a:p>
            <a:pPr algn="l"/>
            <a:r>
              <a:rPr lang="pt-BR" sz="5400" i="0" dirty="0">
                <a:effectLst/>
                <a:latin typeface="Open Sans" panose="020B0606030504020204" pitchFamily="34" charset="0"/>
              </a:rPr>
              <a:t>É A PAZ QUE ELE VAI ANUNCIAR.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919351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956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956" y="1136073"/>
            <a:ext cx="11245466" cy="5347855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PRES: TENDE COMPAIXÃO DE NÓS, SENHOR.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PORQUE SOMOS PECADORES.</a:t>
            </a:r>
          </a:p>
          <a:p>
            <a:pPr algn="l"/>
            <a:endParaRPr lang="pt-BR" sz="5800" b="0" i="0" dirty="0">
              <a:effectLst/>
              <a:latin typeface="arial" panose="020B0604020202020204" pitchFamily="34" charset="0"/>
            </a:endParaRPr>
          </a:p>
          <a:p>
            <a:pPr algn="l"/>
            <a:r>
              <a:rPr lang="pt-BR" sz="5800" b="0" i="0" dirty="0">
                <a:effectLst/>
                <a:latin typeface="arial" panose="020B0604020202020204" pitchFamily="34" charset="0"/>
              </a:rPr>
              <a:t>PRES: MANIFESTAI, SENHOR, A VOSSA MISERICÓRDIA.</a:t>
            </a:r>
          </a:p>
          <a:p>
            <a:pPr algn="l"/>
            <a:r>
              <a:rPr lang="pt-BR" sz="5800" b="1" i="0" dirty="0">
                <a:effectLst/>
                <a:latin typeface="arial" panose="020B0604020202020204" pitchFamily="34" charset="0"/>
              </a:rPr>
              <a:t>T: E DAI-NOS A VOSSA SALVAÇÃO. 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4050739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5B9BA-8B35-7B11-35B2-368E7857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5C320E1-D876-91E5-CFFE-EB1551DCA3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4002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dirty="0"/>
              <a:t>VINDE, SENHOR, PARA SALVAR O VOSSO POVO!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5400" b="1" dirty="0"/>
              <a:t>ALELUIA, ALELUIA! ALELUIA, ALELUIA!</a:t>
            </a:r>
          </a:p>
          <a:p>
            <a:endParaRPr lang="pt-BR" sz="5400" dirty="0"/>
          </a:p>
          <a:p>
            <a:r>
              <a:rPr lang="pt-BR" sz="5400" dirty="0"/>
              <a:t>O ESPÍRITO CONSAGROU-ME</a:t>
            </a:r>
          </a:p>
          <a:p>
            <a:r>
              <a:rPr lang="pt-BR" sz="5400" dirty="0"/>
              <a:t>E MANDOU-ME ANUNCIAR</a:t>
            </a:r>
          </a:p>
          <a:p>
            <a:r>
              <a:rPr lang="pt-BR" sz="5400" dirty="0"/>
              <a:t>BOA NOVA PARA OS POBRES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7B94C-4C2B-2058-E817-22C397BA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AF6F8-F6A1-B3B4-4DE6-87724CA6C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274620-5877-E534-8D9D-FD2BDE8A5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AS NOSSAS MÃOS SE ABREM </a:t>
            </a:r>
          </a:p>
          <a:p>
            <a:pPr algn="l"/>
            <a:r>
              <a:rPr lang="pt-BR" sz="8800" dirty="0"/>
              <a:t>MESMO NA LUTA E NA DOR</a:t>
            </a:r>
          </a:p>
          <a:p>
            <a:pPr algn="l"/>
            <a:r>
              <a:rPr lang="pt-BR" sz="8800" dirty="0"/>
              <a:t>E TRAZEM PÃO E VINHO </a:t>
            </a:r>
          </a:p>
          <a:p>
            <a:pPr algn="l"/>
            <a:r>
              <a:rPr lang="pt-BR" sz="8800" dirty="0"/>
              <a:t>PARA ESPERAR O SENHOR.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DEUS AMA OS POBRES E SE FEZ POBRE TAMBÉM DESCEU À TERRA E FEZ POUSADA EM BELÉM!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516977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AS NOSSAS MÃOS SE ELEVAM PARA NUM GESTO DE AMOR</a:t>
            </a:r>
          </a:p>
          <a:p>
            <a:pPr algn="l"/>
            <a:r>
              <a:rPr lang="pt-BR" sz="8800" dirty="0"/>
              <a:t>RETRIBUIR A VIDA, QUE VEM DAS MÃOS DO SENHOR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DEUS AMA OS POBRES E SE FEZ POBRE TAMBÉMDESCEU À TERRA E FEZ POUSADA EM BELÉM!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81334-B168-9F1A-CF79-802017526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33A21-8360-9C93-B960-6FF8F83A5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ED95C-9FE1-C14F-91FE-E35515702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AS NOSSAS MÃOS SE ENCONTRAM NA MAIS FRATERNA UNIÃOFAÇAMOS DESTE MUNDO A GRANDE CASA DO PÃO.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DEUS AMA OS POBRES E SE FEZ POBRE TAMBÉMDESCEU À TERRA E FEZ POUSADA EM BELÉM!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3561701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98B16-5195-F6AA-DABA-808DF4A8C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297D4-CD05-351F-DDC9-7872808DF5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DE 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A004D6-12C3-C2DA-CEE0-FB5ED36229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969819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dirty="0"/>
              <a:t>AS NOSSAS MÃOS SOFRIDAS NEM SEMPRE TÊM O QUE DAR</a:t>
            </a:r>
          </a:p>
          <a:p>
            <a:pPr algn="l"/>
            <a:r>
              <a:rPr lang="pt-BR" sz="8800" dirty="0"/>
              <a:t>MAS VALE A PRÓPRIA VIDA DE QUEM PROSSEGUE A LUTAR.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DEUS AMA OS POBRES E SE FEZ POBRE TAMBÉMDESCEU À TERRA E FEZ POUSADA EM BELÉM!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2407423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l"/>
            <a:r>
              <a:rPr lang="pt-BR" sz="6600" b="1" dirty="0"/>
              <a:t>HOSANA NAS ALTURAS, HOSANA!</a:t>
            </a:r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8000" dirty="0"/>
              <a:t>BENDITO O QUE VEM</a:t>
            </a:r>
          </a:p>
          <a:p>
            <a:pPr algn="just"/>
            <a:r>
              <a:rPr lang="pt-BR" sz="8000" dirty="0"/>
              <a:t>EM NOME DO SENHOR (2X)</a:t>
            </a:r>
          </a:p>
          <a:p>
            <a:pPr algn="just"/>
            <a:endParaRPr lang="pt-BR" sz="8000" dirty="0"/>
          </a:p>
          <a:p>
            <a:pPr algn="l"/>
            <a:r>
              <a:rPr lang="pt-BR" sz="8000" b="1" dirty="0"/>
              <a:t>HOSANA NAS ALTURAS, HOSANA!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2600" dirty="0"/>
              <a:t>VÃO BROTAR EM DESERTOS MIL FONTES</a:t>
            </a:r>
          </a:p>
          <a:p>
            <a:pPr algn="l"/>
            <a:r>
              <a:rPr lang="pt-BR" sz="12600" dirty="0"/>
              <a:t>QUE CANTEIROS DE PAZ VÃO REGAR</a:t>
            </a:r>
          </a:p>
          <a:p>
            <a:pPr algn="l"/>
            <a:r>
              <a:rPr lang="pt-BR" sz="12600" dirty="0"/>
              <a:t>TAMBÉM VIDAS SEM LUZ DE HORIZONTES</a:t>
            </a:r>
          </a:p>
          <a:p>
            <a:pPr algn="l"/>
            <a:r>
              <a:rPr lang="pt-BR" sz="12600" dirty="0"/>
              <a:t>NA LUZ VIVA DO CÉU VÃO BRILHAR!</a:t>
            </a:r>
          </a:p>
          <a:p>
            <a:pPr algn="l"/>
            <a:endParaRPr lang="pt-BR" sz="12600" b="1" dirty="0"/>
          </a:p>
          <a:p>
            <a:pPr algn="l"/>
            <a:r>
              <a:rPr lang="pt-BR" sz="12600" b="1" dirty="0"/>
              <a:t>VEM SENHOR! VEM SALVAR TEU POVO</a:t>
            </a:r>
          </a:p>
          <a:p>
            <a:pPr algn="l"/>
            <a:r>
              <a:rPr lang="pt-BR" sz="12600" b="1" dirty="0"/>
              <a:t>DEUS CONOSCO EMANUEL!</a:t>
            </a:r>
          </a:p>
          <a:p>
            <a:pPr algn="l"/>
            <a:r>
              <a:rPr lang="pt-BR" sz="12600" b="1" dirty="0"/>
              <a:t>NESTE PÃO, UM MUNDO NOVO</a:t>
            </a:r>
          </a:p>
          <a:p>
            <a:pPr algn="l"/>
            <a:r>
              <a:rPr lang="pt-BR" sz="12600" b="1" dirty="0"/>
              <a:t>QUER TEU POVO, DEUS FIEL!</a:t>
            </a:r>
          </a:p>
          <a:p>
            <a:pPr algn="l"/>
            <a:endParaRPr lang="pt-BR" sz="126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C6051-7860-35B1-9E4E-82758F988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5BAE0C-424B-0406-F220-FF5A8B48C6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4AAE6D-EB27-02CF-69C2-BC0A92D30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2600" dirty="0"/>
              <a:t>AS COLINAS VÃO SER ABAIXADAS</a:t>
            </a:r>
          </a:p>
          <a:p>
            <a:pPr algn="l"/>
            <a:r>
              <a:rPr lang="pt-BR" sz="12600" dirty="0"/>
              <a:t>OS CAMINHOS VÃO TER MAIS FULGOR</a:t>
            </a:r>
          </a:p>
          <a:p>
            <a:pPr algn="l"/>
            <a:r>
              <a:rPr lang="pt-BR" sz="12600" dirty="0"/>
              <a:t>O SENHOR QUER AS VIDAS ORNADAS</a:t>
            </a:r>
          </a:p>
          <a:p>
            <a:pPr algn="l"/>
            <a:r>
              <a:rPr lang="pt-BR" sz="12600" dirty="0"/>
              <a:t>PARA A FESTA DA VIDA E DO AMOR!</a:t>
            </a:r>
          </a:p>
          <a:p>
            <a:pPr algn="l"/>
            <a:endParaRPr lang="pt-BR" sz="12600" b="1" dirty="0"/>
          </a:p>
          <a:p>
            <a:pPr algn="l"/>
            <a:r>
              <a:rPr lang="pt-BR" sz="12600" b="1" dirty="0"/>
              <a:t>VEM SENHOR! VEM SALVAR TEU POVO</a:t>
            </a:r>
          </a:p>
          <a:p>
            <a:pPr algn="l"/>
            <a:r>
              <a:rPr lang="pt-BR" sz="12600" b="1" dirty="0"/>
              <a:t>DEUS CONOSCO EMANUEL!</a:t>
            </a:r>
          </a:p>
          <a:p>
            <a:pPr algn="l"/>
            <a:r>
              <a:rPr lang="pt-BR" sz="12600" b="1" dirty="0"/>
              <a:t>NESTE PÃO, UM MUNDO NOVO</a:t>
            </a:r>
          </a:p>
          <a:p>
            <a:pPr algn="l"/>
            <a:r>
              <a:rPr lang="pt-BR" sz="12600" b="1" dirty="0"/>
              <a:t>QUER TEU POVO, DEUS FIEL!</a:t>
            </a:r>
          </a:p>
          <a:p>
            <a:pPr algn="l"/>
            <a:endParaRPr lang="pt-BR" sz="126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793430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67049-F00A-18C2-487B-7F55FAE7F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B0031B-60FF-FBBA-7732-CCEAF4ED8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E7F2D5-0F62-315C-DCA6-4899DFC00B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2600" dirty="0"/>
              <a:t>NOSSO DEUS VEM PLANTAR A JUSTIÇA</a:t>
            </a:r>
          </a:p>
          <a:p>
            <a:pPr algn="l"/>
            <a:r>
              <a:rPr lang="pt-BR" sz="12600" dirty="0"/>
              <a:t>NESTE MUNDO DE SONHOS TÃO VÃOS</a:t>
            </a:r>
          </a:p>
          <a:p>
            <a:pPr algn="l"/>
            <a:r>
              <a:rPr lang="pt-BR" sz="12600" dirty="0"/>
              <a:t>E BANIR PARA SEMPRE A COBIÇA</a:t>
            </a:r>
          </a:p>
          <a:p>
            <a:pPr algn="l"/>
            <a:r>
              <a:rPr lang="pt-BR" sz="12600" dirty="0"/>
              <a:t>QUE DESTRÓI SEMPRE A VIDA DE IRMÃOS</a:t>
            </a:r>
          </a:p>
          <a:p>
            <a:pPr algn="l"/>
            <a:endParaRPr lang="pt-BR" sz="12600" b="1" dirty="0"/>
          </a:p>
          <a:p>
            <a:pPr algn="l"/>
            <a:r>
              <a:rPr lang="pt-BR" sz="12600" b="1" dirty="0"/>
              <a:t>VEM SENHOR! VEM SALVAR TEU POVO</a:t>
            </a:r>
          </a:p>
          <a:p>
            <a:pPr algn="l"/>
            <a:r>
              <a:rPr lang="pt-BR" sz="12600" b="1" dirty="0"/>
              <a:t>DEUS CONOSCO EMANUEL!</a:t>
            </a:r>
          </a:p>
          <a:p>
            <a:pPr algn="l"/>
            <a:r>
              <a:rPr lang="pt-BR" sz="12600" b="1" dirty="0"/>
              <a:t>NESTE PÃO, UM MUNDO NOVO</a:t>
            </a:r>
          </a:p>
          <a:p>
            <a:pPr algn="l"/>
            <a:r>
              <a:rPr lang="pt-BR" sz="12600" b="1" dirty="0"/>
              <a:t>QUER TEU POVO, DEUS FIEL!</a:t>
            </a:r>
          </a:p>
          <a:p>
            <a:pPr algn="l"/>
            <a:endParaRPr lang="pt-BR" sz="126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38824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ALMA DE CRISTO, SANTIFICAI-ME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CORPO DE CRISTO, SALVAI-ME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SANGUE DE CRISTO, INEBRIAI-ME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ÁGUA DO LADO DE CRISTO, LAVAI-ME</a:t>
            </a:r>
          </a:p>
          <a:p>
            <a:pPr algn="l"/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879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PAIXÃO DE CRISTO, CONFORTAI-ME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Ó BOM JESUS, OUVI-ME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DENTRO DE VOSSAS CHAGAS, ESCONDEI-ME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91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NÃO PERMITAIS QUE EU ME SEPARE DE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DO ESPÍRITO MALIGNO DEFENDEI-ME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NA HORA DA MORTE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2077542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4" y="377152"/>
            <a:ext cx="287026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MANDAI-ME IR PARA VÓS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PARA QUE COM VOSSOS SANTOS VOS LOUVE</a:t>
            </a:r>
          </a:p>
          <a:p>
            <a:pPr algn="l"/>
            <a:r>
              <a:rPr lang="pt-BR" sz="60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POR TODOS OS SÉCULOS DOS SÉCULOS, AMÉM</a:t>
            </a:r>
            <a:endParaRPr lang="pt-BR" sz="600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600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63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197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888" y="39635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888" y="993422"/>
            <a:ext cx="11492089" cy="6031491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AVE, RAINHA DO CÉU;</a:t>
            </a:r>
          </a:p>
          <a:p>
            <a:pPr algn="l"/>
            <a:r>
              <a:rPr lang="pt-BR" sz="6600" dirty="0"/>
              <a:t>AVE, DOS ANJOS SENHORA.</a:t>
            </a:r>
          </a:p>
          <a:p>
            <a:pPr algn="l"/>
            <a:r>
              <a:rPr lang="pt-BR" sz="6600" dirty="0"/>
              <a:t>AVE, RAIZ, AVE, PORTA,</a:t>
            </a:r>
          </a:p>
          <a:p>
            <a:pPr algn="l"/>
            <a:r>
              <a:rPr lang="pt-BR" sz="6600" dirty="0"/>
              <a:t>DA LUZ DO MUNDO ÉS, AURORA.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 lnSpcReduction="10000"/>
          </a:bodyPr>
          <a:lstStyle/>
          <a:p>
            <a:pPr algn="l"/>
            <a:endParaRPr lang="pt-BR" sz="5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EXULTA, Ó VIRGEM TÃO BELA;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 OUTRAS SEGUEM-TE APÓS.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NÓS TE SAUDAMOS: ADEUS!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 PEDE A CRISTO POR NÓS!</a:t>
            </a:r>
          </a:p>
          <a:p>
            <a:pPr algn="l"/>
            <a:endParaRPr lang="pt-BR" sz="5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VIRGEM MÃE, Ó MARIA!</a:t>
            </a:r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8518</TotalTime>
  <Words>695</Words>
  <Application>Microsoft Office PowerPoint</Application>
  <PresentationFormat>Widescreen</PresentationFormat>
  <Paragraphs>135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9" baseType="lpstr">
      <vt:lpstr>Arial</vt:lpstr>
      <vt:lpstr>Arial</vt:lpstr>
      <vt:lpstr>Baskerville Old Face</vt:lpstr>
      <vt:lpstr>Calibri</vt:lpstr>
      <vt:lpstr>Calibri Light</vt:lpstr>
      <vt:lpstr>Open Sans</vt:lpstr>
      <vt:lpstr>Roboto</vt:lpstr>
      <vt:lpstr>Verdana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DE APRESENTAÇÃO DAS OFERENDAS</vt:lpstr>
      <vt:lpstr>CANTO DE APRESENTAÇÃO DAS OFERENDAS</vt:lpstr>
      <vt:lpstr>CANTO DE APRESENTAÇÃO DAS OFERENDAS</vt:lpstr>
      <vt:lpstr>CANTO DE 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49</cp:revision>
  <dcterms:created xsi:type="dcterms:W3CDTF">2023-05-06T17:01:55Z</dcterms:created>
  <dcterms:modified xsi:type="dcterms:W3CDTF">2025-12-13T21:38:11Z</dcterms:modified>
</cp:coreProperties>
</file>