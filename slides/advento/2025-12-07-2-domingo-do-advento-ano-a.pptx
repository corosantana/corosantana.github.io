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15" r:id="rId5"/>
    <p:sldId id="258" r:id="rId6"/>
    <p:sldId id="259" r:id="rId7"/>
    <p:sldId id="404" r:id="rId8"/>
    <p:sldId id="264" r:id="rId9"/>
    <p:sldId id="265" r:id="rId10"/>
    <p:sldId id="266" r:id="rId11"/>
    <p:sldId id="267" r:id="rId12"/>
    <p:sldId id="271" r:id="rId13"/>
    <p:sldId id="269" r:id="rId14"/>
    <p:sldId id="376" r:id="rId15"/>
    <p:sldId id="416" r:id="rId16"/>
    <p:sldId id="412" r:id="rId17"/>
    <p:sldId id="417" r:id="rId18"/>
    <p:sldId id="292" r:id="rId19"/>
    <p:sldId id="275" r:id="rId20"/>
    <p:sldId id="432" r:id="rId21"/>
    <p:sldId id="363" r:id="rId22"/>
    <p:sldId id="433" r:id="rId23"/>
    <p:sldId id="361" r:id="rId24"/>
    <p:sldId id="362" r:id="rId25"/>
    <p:sldId id="358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277" r:id="rId34"/>
    <p:sldId id="337" r:id="rId35"/>
    <p:sldId id="424" r:id="rId36"/>
    <p:sldId id="425" r:id="rId37"/>
    <p:sldId id="426" r:id="rId38"/>
    <p:sldId id="427" r:id="rId39"/>
    <p:sldId id="428" r:id="rId40"/>
    <p:sldId id="422" r:id="rId41"/>
    <p:sldId id="413" r:id="rId42"/>
    <p:sldId id="430" r:id="rId43"/>
    <p:sldId id="431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3969" autoAdjust="0"/>
  </p:normalViewPr>
  <p:slideViewPr>
    <p:cSldViewPr snapToGrid="0">
      <p:cViewPr varScale="1">
        <p:scale>
          <a:sx n="68" d="100"/>
          <a:sy n="68" d="100"/>
        </p:scale>
        <p:origin x="5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51535134-24A4-46B3-A294-193D807D24F9}"/>
    <pc:docChg chg="undo custSel modSld">
      <pc:chgData name="anaclaracosta116@gmail.com" userId="a793634777582c92" providerId="LiveId" clId="{51535134-24A4-46B3-A294-193D807D24F9}" dt="2023-12-10T20:25:56.252" v="95" actId="207"/>
      <pc:docMkLst>
        <pc:docMk/>
      </pc:docMkLst>
      <pc:sldChg chg="addSp modSp mod">
        <pc:chgData name="anaclaracosta116@gmail.com" userId="a793634777582c92" providerId="LiveId" clId="{51535134-24A4-46B3-A294-193D807D24F9}" dt="2023-12-10T20:25:56.252" v="95" actId="207"/>
        <pc:sldMkLst>
          <pc:docMk/>
          <pc:sldMk cId="725659120" sldId="375"/>
        </pc:sldMkLst>
        <pc:spChg chg="mod">
          <ac:chgData name="anaclaracosta116@gmail.com" userId="a793634777582c92" providerId="LiveId" clId="{51535134-24A4-46B3-A294-193D807D24F9}" dt="2023-12-10T20:24:38.496" v="48" actId="207"/>
          <ac:spMkLst>
            <pc:docMk/>
            <pc:sldMk cId="725659120" sldId="375"/>
            <ac:spMk id="3" creationId="{FDE5B5AD-CD71-C2BA-2DE7-294D0B6E29B5}"/>
          </ac:spMkLst>
        </pc:spChg>
        <pc:spChg chg="add mod">
          <ac:chgData name="anaclaracosta116@gmail.com" userId="a793634777582c92" providerId="LiveId" clId="{51535134-24A4-46B3-A294-193D807D24F9}" dt="2023-12-10T20:25:56.252" v="95" actId="207"/>
          <ac:spMkLst>
            <pc:docMk/>
            <pc:sldMk cId="725659120" sldId="375"/>
            <ac:spMk id="4" creationId="{5FBA9B69-DE5F-DD9C-A4FC-482398246A9A}"/>
          </ac:spMkLst>
        </pc:spChg>
        <pc:picChg chg="add mod ord modCrop">
          <ac:chgData name="anaclaracosta116@gmail.com" userId="a793634777582c92" providerId="LiveId" clId="{51535134-24A4-46B3-A294-193D807D24F9}" dt="2023-12-10T20:24:21.841" v="7" actId="167"/>
          <ac:picMkLst>
            <pc:docMk/>
            <pc:sldMk cId="725659120" sldId="375"/>
            <ac:picMk id="2" creationId="{DD1A09BC-54BE-8AB4-A5E6-666FF13F54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D1A09BC-54BE-8AB4-A5E6-666FF13F54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6" b="17491"/>
          <a:stretch/>
        </p:blipFill>
        <p:spPr>
          <a:xfrm>
            <a:off x="-1" y="0"/>
            <a:ext cx="12192000" cy="686140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1613118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2º DOMINGO DO ADVENTO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 (BIS)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1. GLORIFICA O SENHOR, JERUSALÉM!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Ó SIÃO, CANTA LOUVORES AO TEU DEUS!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POIS REFORÇOU COM SEGURANÇA AS TUAS PORTAS,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OS TEUS FILHOS EM TEU SEIO ABENÇOOU.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2. A PAZ EM TEUS LIMITES GARANTIU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TE DÁ COMO ALIMENTO A FLOR DO TRIGO.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ELE ENVIA SUAS ORDENS PARA A TERRA,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A PALAVRA QUE ELE DIZ CORRE VELOZ.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4800" b="1" i="0" dirty="0">
                <a:effectLst/>
                <a:latin typeface="Open Sans" panose="020B0606030504020204" pitchFamily="34" charset="0"/>
              </a:rPr>
            </a:br>
            <a:r>
              <a:rPr lang="pt-BR" sz="4800" b="1" i="0" dirty="0">
                <a:effectLst/>
                <a:latin typeface="Open Sans" panose="020B0606030504020204" pitchFamily="34" charset="0"/>
              </a:rPr>
              <a:t>CELEBRA TEU DEUS, Ó SIÃO!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3. ANUNCIA A JACÓ SUA PALAVRA,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SEUS PRECEITOS SUAS LEIS A ISRAEL.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NENHUM POVO RECEBEU TANTO CARINHO,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A NENHUM OUTRO REVELOU OS SEUS PRECEITOS.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NOS SEUS DIAS A JUSTIÇA FLORIRÁ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PREPARAI O CAMINHO DO SENHOR; ENDIREITAI SUAS VEREDAS. TODA A CARNE HÁ DE VER A SALVAÇÃO DO NOSSO DEUS. (LC 3,4.6)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1. Ó PASTOR DE ISRAEL, PRESTAI OUVIDOS,</a:t>
            </a:r>
          </a:p>
          <a:p>
            <a:pPr algn="l"/>
            <a:r>
              <a:rPr lang="pt-BR" sz="8000" dirty="0"/>
              <a:t>VÓS QUE A JOSÉ APASCENTAIS QUAL UM REBANHO!</a:t>
            </a:r>
          </a:p>
          <a:p>
            <a:pPr algn="l"/>
            <a:r>
              <a:rPr lang="pt-BR" sz="8000" dirty="0"/>
              <a:t>VÓS QUE SOBRE OS QUERUBINS VOS ASSENTAIS,</a:t>
            </a:r>
          </a:p>
          <a:p>
            <a:pPr algn="l"/>
            <a:r>
              <a:rPr lang="pt-BR" sz="8000" dirty="0"/>
              <a:t>APARECEI CHEIO DE GLÓRIA E ESPLENDOR!</a:t>
            </a:r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56382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2. DESPERTAI VOSSO PODER, Ó NOSSO DEUS,</a:t>
            </a:r>
          </a:p>
          <a:p>
            <a:pPr algn="l"/>
            <a:r>
              <a:rPr lang="pt-BR" sz="8000" dirty="0"/>
              <a:t>E VINDE LOGO NOS TRAZER A SALVAÇÃO!</a:t>
            </a:r>
          </a:p>
          <a:p>
            <a:pPr algn="l"/>
            <a:r>
              <a:rPr lang="pt-BR" sz="8000" dirty="0"/>
              <a:t>CONVERTEI-NOS, Ó SENHOR DEUS DO UNIVERSO,</a:t>
            </a:r>
          </a:p>
          <a:p>
            <a:pPr algn="l"/>
            <a:r>
              <a:rPr lang="pt-BR" sz="8000" dirty="0"/>
              <a:t>SE VOLTARDES PARA NÓS, SEREMOS SALVOS!</a:t>
            </a:r>
          </a:p>
        </p:txBody>
      </p:sp>
    </p:spTree>
    <p:extLst>
      <p:ext uri="{BB962C8B-B14F-4D97-AF65-F5344CB8AC3E}">
        <p14:creationId xmlns:p14="http://schemas.microsoft.com/office/powerpoint/2010/main" val="4047352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689638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SANTO, SANTO, SANTO</a:t>
            </a:r>
          </a:p>
          <a:p>
            <a:pPr algn="l"/>
            <a:r>
              <a:rPr lang="pt-BR" sz="6600" dirty="0"/>
              <a:t>SENHOR DEUS DO UNIVERSO</a:t>
            </a:r>
          </a:p>
          <a:p>
            <a:pPr algn="l"/>
            <a:r>
              <a:rPr lang="pt-BR" sz="6600" dirty="0"/>
              <a:t>O CÉU E A TERRA PROCLAMAM,</a:t>
            </a:r>
          </a:p>
          <a:p>
            <a:pPr algn="l"/>
            <a:r>
              <a:rPr lang="pt-BR" sz="6600" dirty="0"/>
              <a:t>PROCLAMAM A VOSSA GLÓRIA</a:t>
            </a:r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2420-E81A-6705-DCFE-3BD77F02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692C5-8603-CF54-FF36-EAECF3F37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5EDE64-E7E4-5F34-39D6-8D2775EF5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HOSANA, HOSANA NAS ALTURAS</a:t>
            </a:r>
          </a:p>
          <a:p>
            <a:pPr algn="l"/>
            <a:r>
              <a:rPr lang="pt-BR" sz="6600" b="1" dirty="0"/>
              <a:t>HOSANA, HOSANA NAS ALTURAS!</a:t>
            </a:r>
          </a:p>
          <a:p>
            <a:pPr algn="l"/>
            <a:r>
              <a:rPr lang="pt-BR" sz="6600" b="1" dirty="0"/>
              <a:t>HOSANA, HOSANA NAS ALTURAS! HOSANA!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23870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BENDITO, BENDITO O QUE VEM</a:t>
            </a:r>
          </a:p>
          <a:p>
            <a:pPr algn="l"/>
            <a:r>
              <a:rPr lang="pt-BR" sz="8000" dirty="0"/>
              <a:t>EM NOME DO SENHOR</a:t>
            </a:r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86B2-1A06-EA11-5674-65E61379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37A90-148F-B1DE-0651-11B082196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239A3D-B6F7-0688-D57B-5E4D0A24A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HOSANA, HOSANA NAS ALTURAS</a:t>
            </a:r>
          </a:p>
          <a:p>
            <a:pPr algn="l"/>
            <a:r>
              <a:rPr lang="pt-BR" sz="6600" b="1" dirty="0"/>
              <a:t>HOSANA, HOSANA NAS ALTURAS!</a:t>
            </a:r>
          </a:p>
          <a:p>
            <a:pPr algn="l"/>
            <a:r>
              <a:rPr lang="pt-BR" sz="6600" b="1" dirty="0"/>
              <a:t>HOSANA, HOSANA NAS ALTURAS! HOSANA!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69162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b="1" dirty="0"/>
              <a:t>LEVANTA-TE, JERUSALÉM, PÕE-TE NO ALTO E VÊ: VEM A TI A ALEGRIA DO TEU DEUS!</a:t>
            </a:r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GLORIFICA O SENHOR, JERUSALÉM! *</a:t>
            </a:r>
          </a:p>
          <a:p>
            <a:pPr algn="l"/>
            <a:r>
              <a:rPr lang="pt-BR" sz="8000" dirty="0"/>
              <a:t>Ó SIÃO, CANTA LOUVORES AO TEU DEUS!</a:t>
            </a:r>
          </a:p>
          <a:p>
            <a:pPr algn="l"/>
            <a:r>
              <a:rPr lang="pt-BR" sz="8000" dirty="0"/>
              <a:t>POIS REFORÇOU COM SEGURANÇA AS TUAS PORTAS, *</a:t>
            </a:r>
          </a:p>
          <a:p>
            <a:pPr algn="l"/>
            <a:r>
              <a:rPr lang="pt-BR" sz="8000" dirty="0"/>
              <a:t>E OS TEUS FILHOS EM TEU SEIO ABENÇOOU; R.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1A5B1-173E-3288-5017-D5F79F64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0BE65-A99E-FCC0-A286-368721435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AD671D-0C36-D01F-FD6D-9E5900E96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b="1" dirty="0"/>
              <a:t>LEVANTA-TE, JERUSALÉM, PÕE-TE NO ALTO E VÊ: VEM A TI A ALEGRIA DO TEU DEUS!</a:t>
            </a:r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951306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50D7-7D19-09FF-BC87-E31097C4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54FBC-A15F-4D89-CC24-D213E3334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534142-1DC6-232C-076D-F2EC0B4FD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A PAZ EM TEUS LIMITES GARANTIU *</a:t>
            </a:r>
          </a:p>
          <a:p>
            <a:pPr algn="l"/>
            <a:r>
              <a:rPr lang="pt-BR" sz="8000" dirty="0"/>
              <a:t>E TE DÁ COMO ALIMENTO A FLOR DO TRIGO.</a:t>
            </a:r>
          </a:p>
          <a:p>
            <a:pPr algn="l"/>
            <a:r>
              <a:rPr lang="pt-BR" sz="8000" dirty="0"/>
              <a:t>ELE ENVIA SUAS ORDENS PARA A TERRA, *</a:t>
            </a:r>
          </a:p>
          <a:p>
            <a:pPr algn="l"/>
            <a:r>
              <a:rPr lang="pt-BR" sz="8000" dirty="0"/>
              <a:t>E A PALAVRA QUE ELE DIZ CORRE VELOZ; R.</a:t>
            </a:r>
          </a:p>
        </p:txBody>
      </p:sp>
    </p:spTree>
    <p:extLst>
      <p:ext uri="{BB962C8B-B14F-4D97-AF65-F5344CB8AC3E}">
        <p14:creationId xmlns:p14="http://schemas.microsoft.com/office/powerpoint/2010/main" val="3330918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8BCBD-2553-683B-68D9-5B67BB3E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666F0-56D4-B7D3-74EB-D67D3A0ED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A18618-776B-AD1A-DC9C-96E45109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b="1" dirty="0"/>
              <a:t>LEVANTA-TE, JERUSALÉM, PÕE-TE NO ALTO E VÊ: VEM A TI A ALEGRIA DO TEU DEUS!</a:t>
            </a:r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76037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1C30-3750-B12B-3EE5-C71AC29B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A23B4-752C-D193-ACDD-F61547051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2F90C9-15F8-1E1A-BF82-5967BE963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COMO DE PÃO LANÇA AS MIGALHAS DO GRANIZO, *</a:t>
            </a:r>
          </a:p>
          <a:p>
            <a:pPr algn="l"/>
            <a:r>
              <a:rPr lang="pt-BR" sz="8000" dirty="0"/>
              <a:t>A SEU FRIO AS ÁGUAS FICAM CONGELADAS.</a:t>
            </a:r>
          </a:p>
          <a:p>
            <a:pPr algn="l"/>
            <a:r>
              <a:rPr lang="pt-BR" sz="8000" dirty="0"/>
              <a:t>ELE ENVIA SUA PALAVRA E AS DERRETE, *</a:t>
            </a:r>
          </a:p>
          <a:p>
            <a:pPr algn="l"/>
            <a:r>
              <a:rPr lang="pt-BR" sz="8000" dirty="0"/>
              <a:t>SOPRA O VENTO E DE NOVO AS ÁGUAS CORREM. R.</a:t>
            </a:r>
          </a:p>
        </p:txBody>
      </p:sp>
    </p:spTree>
    <p:extLst>
      <p:ext uri="{BB962C8B-B14F-4D97-AF65-F5344CB8AC3E}">
        <p14:creationId xmlns:p14="http://schemas.microsoft.com/office/powerpoint/2010/main" val="3486443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07FE-7E4D-22D0-DF5A-84F58AA6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79D37-267D-0E90-F3C6-1737F851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25EC37-F77F-6282-F32C-94C32D60A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b="1" dirty="0"/>
              <a:t>LEVANTA-TE, JERUSALÉM, PÕE-TE NO ALTO E VÊ: VEM A TI A ALEGRIA DO TEU DEUS!</a:t>
            </a:r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044448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C11F-6A21-55C1-500E-3A7424F2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24CFB-06FE-FE19-EAF8-9CCFA1706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7EF565-368D-F7C0-AA5A-0BB24FB12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ANUNCIA A JACÓ SUA PALAVRA, *</a:t>
            </a:r>
          </a:p>
          <a:p>
            <a:pPr algn="l"/>
            <a:r>
              <a:rPr lang="pt-BR" sz="8000" dirty="0"/>
              <a:t>SEUS PRECEITOS E SUAS LEIS A ISRAEL.</a:t>
            </a:r>
          </a:p>
          <a:p>
            <a:pPr algn="l"/>
            <a:r>
              <a:rPr lang="pt-BR" sz="8000" dirty="0"/>
              <a:t>NENHUM POVO RECEBEU TANTO CARINHO, *</a:t>
            </a:r>
          </a:p>
          <a:p>
            <a:pPr algn="l"/>
            <a:r>
              <a:rPr lang="pt-BR" sz="8000" dirty="0"/>
              <a:t>A NENHUM OUTRO REVELOU OS SEUS PRECEITOS. R.</a:t>
            </a:r>
          </a:p>
        </p:txBody>
      </p:sp>
    </p:spTree>
    <p:extLst>
      <p:ext uri="{BB962C8B-B14F-4D97-AF65-F5344CB8AC3E}">
        <p14:creationId xmlns:p14="http://schemas.microsoft.com/office/powerpoint/2010/main" val="4246263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A723-B8B3-E2CA-46DA-3EE7FC34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A92ED-A637-A69F-F053-9C2244E39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EF5432-356D-0BD9-DB08-70AE163FC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b="1" dirty="0"/>
              <a:t>LEVANTA-TE, JERUSALÉM, PÕE-TE NO ALTO E VÊ: VEM A TI A ALEGRIA DO TEU DEUS!</a:t>
            </a:r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147429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ALMA DE CRISTO, SANTIFICAI-ME</a:t>
            </a:r>
          </a:p>
          <a:p>
            <a:pPr algn="l"/>
            <a:r>
              <a:rPr lang="pt-BR" sz="12600" b="1" dirty="0"/>
              <a:t>CORPO DE CRISTO, SALVAI-ME</a:t>
            </a:r>
          </a:p>
          <a:p>
            <a:pPr algn="l"/>
            <a:r>
              <a:rPr lang="pt-BR" sz="12600" b="1" dirty="0"/>
              <a:t>SANGUE DE CRISTO, INEBRIAI-ME</a:t>
            </a:r>
          </a:p>
          <a:p>
            <a:pPr algn="l"/>
            <a:r>
              <a:rPr lang="pt-BR" sz="12600" b="1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44380"/>
            <a:ext cx="11194472" cy="56978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PAIXÃO DE CRISTO, CONFORTAI-ME</a:t>
            </a:r>
          </a:p>
          <a:p>
            <a:pPr algn="l"/>
            <a:r>
              <a:rPr lang="pt-BR" sz="8800" b="1" dirty="0"/>
              <a:t>Ó BOM JESUS, OUVI-ME</a:t>
            </a:r>
          </a:p>
          <a:p>
            <a:pPr algn="l"/>
            <a:r>
              <a:rPr lang="pt-BR" sz="8800" b="1" dirty="0"/>
              <a:t>DENTRO DE VOSSAS CHAGAS, ESCONDEI-ME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3146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40783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64228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E MANDAI-ME IR PARA VÓS</a:t>
            </a:r>
          </a:p>
          <a:p>
            <a:pPr algn="l"/>
            <a:r>
              <a:rPr lang="pt-BR" sz="12600" b="1" dirty="0"/>
              <a:t>PARA QUE COM VOSSOS SANTOS VOS LOUVE</a:t>
            </a:r>
          </a:p>
          <a:p>
            <a:pPr algn="l"/>
            <a:r>
              <a:rPr lang="pt-BR" sz="12600" b="1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818667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7"/>
            <a:ext cx="11972144" cy="6778315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1. SENHOR, VEM SALVAR TEU POVO,</a:t>
            </a:r>
          </a:p>
          <a:p>
            <a:pPr algn="l"/>
            <a:r>
              <a:rPr lang="pt-BR" sz="7200" dirty="0"/>
              <a:t>DAS TREVAS, DA ESCRAVIDÃO,</a:t>
            </a:r>
          </a:p>
          <a:p>
            <a:pPr algn="l"/>
            <a:r>
              <a:rPr lang="pt-BR" sz="7200" dirty="0"/>
              <a:t>SÓ TU ÉS NOSSA ESPERANÇA,</a:t>
            </a:r>
          </a:p>
          <a:p>
            <a:pPr algn="l"/>
            <a:r>
              <a:rPr lang="pt-BR" sz="7200" dirty="0"/>
              <a:t>ÉS NOSSA LIBERTAÇÃO.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7"/>
            <a:ext cx="11472472" cy="6403561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CONTIGO O DESERTO É FÉRTIL,</a:t>
            </a:r>
          </a:p>
          <a:p>
            <a:pPr algn="l"/>
            <a:r>
              <a:rPr lang="pt-BR" sz="7200" dirty="0"/>
              <a:t>A TERRA SE ABRE EM FLOR,</a:t>
            </a:r>
          </a:p>
          <a:p>
            <a:pPr algn="l"/>
            <a:r>
              <a:rPr lang="pt-BR" sz="7200" dirty="0"/>
              <a:t>DA ROCHA BROTA ÁGUA VIVA,</a:t>
            </a:r>
          </a:p>
          <a:p>
            <a:pPr algn="l"/>
            <a:r>
              <a:rPr lang="pt-BR" sz="7200" dirty="0"/>
              <a:t>DA TREVA NASCE ESPLENDOR.</a:t>
            </a:r>
          </a:p>
        </p:txBody>
      </p:sp>
    </p:spTree>
    <p:extLst>
      <p:ext uri="{BB962C8B-B14F-4D97-AF65-F5344CB8AC3E}">
        <p14:creationId xmlns:p14="http://schemas.microsoft.com/office/powerpoint/2010/main" val="1930605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1679230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8355</TotalTime>
  <Words>948</Words>
  <Application>Microsoft Office PowerPoint</Application>
  <PresentationFormat>Widescreen</PresentationFormat>
  <Paragraphs>147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37</cp:revision>
  <dcterms:created xsi:type="dcterms:W3CDTF">2023-05-06T17:01:55Z</dcterms:created>
  <dcterms:modified xsi:type="dcterms:W3CDTF">2025-12-07T16:14:34Z</dcterms:modified>
</cp:coreProperties>
</file>