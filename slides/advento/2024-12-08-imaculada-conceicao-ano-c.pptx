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394" r:id="rId4"/>
    <p:sldId id="425" r:id="rId5"/>
    <p:sldId id="403" r:id="rId6"/>
    <p:sldId id="426" r:id="rId7"/>
    <p:sldId id="427" r:id="rId8"/>
    <p:sldId id="258" r:id="rId9"/>
    <p:sldId id="259" r:id="rId10"/>
    <p:sldId id="404" r:id="rId11"/>
    <p:sldId id="260" r:id="rId12"/>
    <p:sldId id="261" r:id="rId13"/>
    <p:sldId id="338" r:id="rId14"/>
    <p:sldId id="339" r:id="rId15"/>
    <p:sldId id="340" r:id="rId16"/>
    <p:sldId id="377" r:id="rId17"/>
    <p:sldId id="406" r:id="rId18"/>
    <p:sldId id="264" r:id="rId19"/>
    <p:sldId id="265" r:id="rId20"/>
    <p:sldId id="266" r:id="rId21"/>
    <p:sldId id="267" r:id="rId22"/>
    <p:sldId id="271" r:id="rId23"/>
    <p:sldId id="275" r:id="rId24"/>
    <p:sldId id="363" r:id="rId25"/>
    <p:sldId id="414" r:id="rId26"/>
    <p:sldId id="415" r:id="rId27"/>
    <p:sldId id="416" r:id="rId28"/>
    <p:sldId id="417" r:id="rId29"/>
    <p:sldId id="418" r:id="rId30"/>
    <p:sldId id="419" r:id="rId31"/>
    <p:sldId id="361" r:id="rId32"/>
    <p:sldId id="422" r:id="rId33"/>
    <p:sldId id="423" r:id="rId34"/>
    <p:sldId id="421" r:id="rId35"/>
    <p:sldId id="362" r:id="rId36"/>
    <p:sldId id="411" r:id="rId37"/>
    <p:sldId id="410" r:id="rId38"/>
    <p:sldId id="358" r:id="rId39"/>
    <p:sldId id="407" r:id="rId40"/>
    <p:sldId id="398" r:id="rId41"/>
    <p:sldId id="408" r:id="rId42"/>
    <p:sldId id="400" r:id="rId43"/>
    <p:sldId id="277" r:id="rId44"/>
    <p:sldId id="413" r:id="rId45"/>
    <p:sldId id="420" r:id="rId46"/>
    <p:sldId id="412" r:id="rId47"/>
    <p:sldId id="337" r:id="rId48"/>
    <p:sldId id="424" r:id="rId4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09" autoAdjust="0"/>
    <p:restoredTop sz="94660"/>
  </p:normalViewPr>
  <p:slideViewPr>
    <p:cSldViewPr snapToGrid="0">
      <p:cViewPr varScale="1">
        <p:scale>
          <a:sx n="69" d="100"/>
          <a:sy n="69" d="100"/>
        </p:scale>
        <p:origin x="5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7F2BF40F-41C3-4DA2-B307-4A2EBECB1A85}"/>
    <pc:docChg chg="custSel addSld delSld modSld sldOrd">
      <pc:chgData name="anaclaracosta116@gmail.com" userId="a793634777582c92" providerId="LiveId" clId="{7F2BF40F-41C3-4DA2-B307-4A2EBECB1A85}" dt="2024-12-08T19:59:47.704" v="37" actId="14100"/>
      <pc:docMkLst>
        <pc:docMk/>
      </pc:docMkLst>
      <pc:sldChg chg="modSp mod">
        <pc:chgData name="anaclaracosta116@gmail.com" userId="a793634777582c92" providerId="LiveId" clId="{7F2BF40F-41C3-4DA2-B307-4A2EBECB1A85}" dt="2024-12-08T19:53:34.088" v="3" actId="27636"/>
        <pc:sldMkLst>
          <pc:docMk/>
          <pc:sldMk cId="880466366" sldId="354"/>
        </pc:sldMkLst>
        <pc:spChg chg="mod">
          <ac:chgData name="anaclaracosta116@gmail.com" userId="a793634777582c92" providerId="LiveId" clId="{7F2BF40F-41C3-4DA2-B307-4A2EBECB1A85}" dt="2024-12-08T19:53:34.088" v="3" actId="27636"/>
          <ac:spMkLst>
            <pc:docMk/>
            <pc:sldMk cId="880466366" sldId="354"/>
            <ac:spMk id="3" creationId="{FC8F7E34-DB8C-1CEE-BAF4-E537563F9CD2}"/>
          </ac:spMkLst>
        </pc:spChg>
      </pc:sldChg>
      <pc:sldChg chg="addSp delSp modSp mod">
        <pc:chgData name="anaclaracosta116@gmail.com" userId="a793634777582c92" providerId="LiveId" clId="{7F2BF40F-41C3-4DA2-B307-4A2EBECB1A85}" dt="2024-12-08T19:59:47.704" v="37" actId="14100"/>
        <pc:sldMkLst>
          <pc:docMk/>
          <pc:sldMk cId="725659120" sldId="375"/>
        </pc:sldMkLst>
        <pc:spChg chg="mod">
          <ac:chgData name="anaclaracosta116@gmail.com" userId="a793634777582c92" providerId="LiveId" clId="{7F2BF40F-41C3-4DA2-B307-4A2EBECB1A85}" dt="2024-12-08T19:59:47.704" v="37" actId="14100"/>
          <ac:spMkLst>
            <pc:docMk/>
            <pc:sldMk cId="725659120" sldId="375"/>
            <ac:spMk id="2" creationId="{D3685A8F-3BF1-4985-90E0-31EBB7936F3E}"/>
          </ac:spMkLst>
        </pc:spChg>
        <pc:spChg chg="del">
          <ac:chgData name="anaclaracosta116@gmail.com" userId="a793634777582c92" providerId="LiveId" clId="{7F2BF40F-41C3-4DA2-B307-4A2EBECB1A85}" dt="2024-12-08T19:58:09.781" v="30" actId="21"/>
          <ac:spMkLst>
            <pc:docMk/>
            <pc:sldMk cId="725659120" sldId="375"/>
            <ac:spMk id="3" creationId="{FDE5B5AD-CD71-C2BA-2DE7-294D0B6E29B5}"/>
          </ac:spMkLst>
        </pc:spChg>
        <pc:spChg chg="mod">
          <ac:chgData name="anaclaracosta116@gmail.com" userId="a793634777582c92" providerId="LiveId" clId="{7F2BF40F-41C3-4DA2-B307-4A2EBECB1A85}" dt="2024-12-08T19:57:52.826" v="28" actId="27636"/>
          <ac:spMkLst>
            <pc:docMk/>
            <pc:sldMk cId="725659120" sldId="375"/>
            <ac:spMk id="4" creationId="{846E9348-3599-B251-8CB9-86648F90E26C}"/>
          </ac:spMkLst>
        </pc:spChg>
        <pc:picChg chg="add mod ord">
          <ac:chgData name="anaclaracosta116@gmail.com" userId="a793634777582c92" providerId="LiveId" clId="{7F2BF40F-41C3-4DA2-B307-4A2EBECB1A85}" dt="2024-12-08T19:59:43.434" v="36" actId="167"/>
          <ac:picMkLst>
            <pc:docMk/>
            <pc:sldMk cId="725659120" sldId="375"/>
            <ac:picMk id="5" creationId="{6685FBFE-31B9-4193-6AEF-2111445F576C}"/>
          </ac:picMkLst>
        </pc:picChg>
        <pc:picChg chg="del">
          <ac:chgData name="anaclaracosta116@gmail.com" userId="a793634777582c92" providerId="LiveId" clId="{7F2BF40F-41C3-4DA2-B307-4A2EBECB1A85}" dt="2024-12-08T19:59:27.468" v="32" actId="21"/>
          <ac:picMkLst>
            <pc:docMk/>
            <pc:sldMk cId="725659120" sldId="375"/>
            <ac:picMk id="1026" creationId="{D6D98418-A85D-EED0-48E6-B6F8B08E68BE}"/>
          </ac:picMkLst>
        </pc:picChg>
      </pc:sldChg>
      <pc:sldChg chg="modSp mod">
        <pc:chgData name="anaclaracosta116@gmail.com" userId="a793634777582c92" providerId="LiveId" clId="{7F2BF40F-41C3-4DA2-B307-4A2EBECB1A85}" dt="2024-12-08T19:53:47.194" v="7" actId="27636"/>
        <pc:sldMkLst>
          <pc:docMk/>
          <pc:sldMk cId="103931503" sldId="394"/>
        </pc:sldMkLst>
        <pc:spChg chg="mod">
          <ac:chgData name="anaclaracosta116@gmail.com" userId="a793634777582c92" providerId="LiveId" clId="{7F2BF40F-41C3-4DA2-B307-4A2EBECB1A85}" dt="2024-12-08T19:53:47.194" v="7" actId="27636"/>
          <ac:spMkLst>
            <pc:docMk/>
            <pc:sldMk cId="103931503" sldId="394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7F2BF40F-41C3-4DA2-B307-4A2EBECB1A85}" dt="2024-12-08T19:54:04.257" v="11" actId="2696"/>
        <pc:sldMkLst>
          <pc:docMk/>
          <pc:sldMk cId="1748325036" sldId="402"/>
        </pc:sldMkLst>
      </pc:sldChg>
      <pc:sldChg chg="modSp mod">
        <pc:chgData name="anaclaracosta116@gmail.com" userId="a793634777582c92" providerId="LiveId" clId="{7F2BF40F-41C3-4DA2-B307-4A2EBECB1A85}" dt="2024-12-08T19:54:28.082" v="13" actId="27636"/>
        <pc:sldMkLst>
          <pc:docMk/>
          <pc:sldMk cId="3507928095" sldId="403"/>
        </pc:sldMkLst>
        <pc:spChg chg="mod">
          <ac:chgData name="anaclaracosta116@gmail.com" userId="a793634777582c92" providerId="LiveId" clId="{7F2BF40F-41C3-4DA2-B307-4A2EBECB1A85}" dt="2024-12-08T19:54:28.082" v="13" actId="27636"/>
          <ac:spMkLst>
            <pc:docMk/>
            <pc:sldMk cId="3507928095" sldId="403"/>
            <ac:spMk id="3" creationId="{FC8F7E34-DB8C-1CEE-BAF4-E537563F9CD2}"/>
          </ac:spMkLst>
        </pc:spChg>
      </pc:sldChg>
      <pc:sldChg chg="add ord">
        <pc:chgData name="anaclaracosta116@gmail.com" userId="a793634777582c92" providerId="LiveId" clId="{7F2BF40F-41C3-4DA2-B307-4A2EBECB1A85}" dt="2024-12-08T19:54:01.677" v="10"/>
        <pc:sldMkLst>
          <pc:docMk/>
          <pc:sldMk cId="896717664" sldId="425"/>
        </pc:sldMkLst>
      </pc:sldChg>
      <pc:sldChg chg="add ord">
        <pc:chgData name="anaclaracosta116@gmail.com" userId="a793634777582c92" providerId="LiveId" clId="{7F2BF40F-41C3-4DA2-B307-4A2EBECB1A85}" dt="2024-12-08T19:54:41.625" v="16"/>
        <pc:sldMkLst>
          <pc:docMk/>
          <pc:sldMk cId="180801266" sldId="426"/>
        </pc:sldMkLst>
      </pc:sldChg>
      <pc:sldChg chg="modSp add mod ord">
        <pc:chgData name="anaclaracosta116@gmail.com" userId="a793634777582c92" providerId="LiveId" clId="{7F2BF40F-41C3-4DA2-B307-4A2EBECB1A85}" dt="2024-12-08T19:55:19.063" v="22"/>
        <pc:sldMkLst>
          <pc:docMk/>
          <pc:sldMk cId="2244717853" sldId="427"/>
        </pc:sldMkLst>
        <pc:spChg chg="mod">
          <ac:chgData name="anaclaracosta116@gmail.com" userId="a793634777582c92" providerId="LiveId" clId="{7F2BF40F-41C3-4DA2-B307-4A2EBECB1A85}" dt="2024-12-08T19:55:19.063" v="22"/>
          <ac:spMkLst>
            <pc:docMk/>
            <pc:sldMk cId="2244717853" sldId="427"/>
            <ac:spMk id="3" creationId="{4E7EB8FC-468A-5790-8EC0-BB2BF322BA4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08/12/2024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08/12/2024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08/12/2024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08/12/2024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08/12/2024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08/12/2024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08/12/2024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685FBFE-31B9-4193-6AEF-2111445F5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12191999" cy="6870931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D3685A8F-3BF1-4985-90E0-31EBB7936F3E}"/>
              </a:ext>
            </a:extLst>
          </p:cNvPr>
          <p:cNvSpPr/>
          <p:nvPr/>
        </p:nvSpPr>
        <p:spPr>
          <a:xfrm>
            <a:off x="0" y="0"/>
            <a:ext cx="12192000" cy="6870931"/>
          </a:xfrm>
          <a:prstGeom prst="rect">
            <a:avLst/>
          </a:prstGeom>
          <a:solidFill>
            <a:schemeClr val="tx1">
              <a:alpha val="31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846E9348-3599-B251-8CB9-86648F90E26C}"/>
              </a:ext>
            </a:extLst>
          </p:cNvPr>
          <p:cNvSpPr txBox="1">
            <a:spLocks/>
          </p:cNvSpPr>
          <p:nvPr/>
        </p:nvSpPr>
        <p:spPr>
          <a:xfrm>
            <a:off x="492528" y="3429000"/>
            <a:ext cx="11516592" cy="3139440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SOLENIDADE DA IMACULADA CONCEIÇÃO DA BEM-AVENTURADA VIRGEM MARIA</a:t>
            </a:r>
            <a:endParaRPr lang="pt-BR" sz="6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7200" b="1" dirty="0"/>
              <a:t>DE ALEGRIA VIBREI NO SENHOR,</a:t>
            </a:r>
          </a:p>
          <a:p>
            <a:pPr algn="l"/>
            <a:r>
              <a:rPr lang="pt-BR" sz="7200" b="1" dirty="0"/>
              <a:t>POIS VESTIU-ME COM SUA JUSTIÇA,</a:t>
            </a:r>
          </a:p>
          <a:p>
            <a:pPr algn="l"/>
            <a:r>
              <a:rPr lang="pt-BR" sz="7200" b="1" dirty="0"/>
              <a:t>ADORNOU-ME COM JÓIAS BONITAS,</a:t>
            </a:r>
          </a:p>
          <a:p>
            <a:pPr algn="l"/>
            <a:r>
              <a:rPr lang="pt-BR" sz="7200" b="1" dirty="0"/>
              <a:t>COMO ESPOSA DO REI ME ELEVOU.</a:t>
            </a:r>
          </a:p>
          <a:p>
            <a:pPr algn="l"/>
            <a:endParaRPr lang="pt-BR" sz="7200" b="1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200" dirty="0"/>
              <a:t>1. TRANSBORDA O MEU CORAÇÃO</a:t>
            </a:r>
          </a:p>
          <a:p>
            <a:pPr algn="l"/>
            <a:r>
              <a:rPr lang="pt-BR" sz="7200" dirty="0"/>
              <a:t>EM BELOS VERSOS AO REI,</a:t>
            </a:r>
          </a:p>
          <a:p>
            <a:pPr algn="l"/>
            <a:r>
              <a:rPr lang="pt-BR" sz="7200" dirty="0"/>
              <a:t>UM POEMA, UMA CANÇÃO</a:t>
            </a:r>
          </a:p>
          <a:p>
            <a:pPr algn="l"/>
            <a:r>
              <a:rPr lang="pt-BR" sz="7200" dirty="0"/>
              <a:t>COM A LÍNGUA ESCREVEREI.</a:t>
            </a:r>
          </a:p>
          <a:p>
            <a:pPr algn="l"/>
            <a:r>
              <a:rPr lang="pt-BR" sz="7200" dirty="0"/>
              <a:t>DE TODOS ÉS O MAIS BELO,</a:t>
            </a:r>
          </a:p>
          <a:p>
            <a:pPr algn="l"/>
            <a:r>
              <a:rPr lang="pt-BR" sz="7200" dirty="0"/>
              <a:t>A GRAÇA DESABROCHOU</a:t>
            </a:r>
          </a:p>
          <a:p>
            <a:pPr algn="l"/>
            <a:r>
              <a:rPr lang="pt-BR" sz="7200" dirty="0"/>
              <a:t>EM TEU SEMBLANTE, EM TEUS LÁBIOS</a:t>
            </a:r>
          </a:p>
          <a:p>
            <a:pPr algn="l"/>
            <a:r>
              <a:rPr lang="pt-BR" sz="7200" dirty="0"/>
              <a:t>PRA SEMPRE DEUS TE ABENÇOOU.</a:t>
            </a:r>
          </a:p>
          <a:p>
            <a:pPr algn="l"/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103931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F7F6A-D7B2-08E6-7821-BB0102C7C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DCBA90-5620-6EA8-60A9-F8944BA14A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0E3512C-D276-883A-C847-9FB55731CB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7200" b="1" dirty="0"/>
              <a:t>DE ALEGRIA VIBREI NO SENHOR,</a:t>
            </a:r>
          </a:p>
          <a:p>
            <a:pPr algn="l"/>
            <a:r>
              <a:rPr lang="pt-BR" sz="7200" b="1" dirty="0"/>
              <a:t>POIS VESTIU-ME COM SUA JUSTIÇA,</a:t>
            </a:r>
          </a:p>
          <a:p>
            <a:pPr algn="l"/>
            <a:r>
              <a:rPr lang="pt-BR" sz="7200" b="1" dirty="0"/>
              <a:t>ADORNOU-ME COM JÓIAS BONITAS,</a:t>
            </a:r>
          </a:p>
          <a:p>
            <a:pPr algn="l"/>
            <a:r>
              <a:rPr lang="pt-BR" sz="7200" b="1" dirty="0"/>
              <a:t>COMO ESPOSA DO REI ME ELEVOU.</a:t>
            </a:r>
          </a:p>
          <a:p>
            <a:pPr algn="l"/>
            <a:endParaRPr lang="pt-BR" sz="7200" b="1" dirty="0"/>
          </a:p>
        </p:txBody>
      </p:sp>
    </p:spTree>
    <p:extLst>
      <p:ext uri="{BB962C8B-B14F-4D97-AF65-F5344CB8AC3E}">
        <p14:creationId xmlns:p14="http://schemas.microsoft.com/office/powerpoint/2010/main" val="896717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200" dirty="0"/>
              <a:t>2. VALENTE, FORTE, HERÓI.</a:t>
            </a:r>
          </a:p>
          <a:p>
            <a:pPr algn="l"/>
            <a:r>
              <a:rPr lang="pt-BR" sz="7200" dirty="0"/>
              <a:t>PELA VERDADE A LUTAR,</a:t>
            </a:r>
          </a:p>
          <a:p>
            <a:pPr algn="l"/>
            <a:r>
              <a:rPr lang="pt-BR" sz="7200" dirty="0"/>
              <a:t>A JUSTIÇA A DEFENDER,</a:t>
            </a:r>
          </a:p>
          <a:p>
            <a:pPr algn="l"/>
            <a:r>
              <a:rPr lang="pt-BR" sz="7200" dirty="0"/>
              <a:t>VITORIOSO TU SERÁS.</a:t>
            </a:r>
          </a:p>
          <a:p>
            <a:pPr algn="l"/>
            <a:r>
              <a:rPr lang="pt-BR" sz="7200" dirty="0"/>
              <a:t>LUTAS COM ARMA E PODER,</a:t>
            </a:r>
          </a:p>
          <a:p>
            <a:pPr algn="l"/>
            <a:r>
              <a:rPr lang="pt-BR" sz="7200" dirty="0"/>
              <a:t>O INIMIGO A CORRER,</a:t>
            </a:r>
          </a:p>
          <a:p>
            <a:pPr algn="l"/>
            <a:r>
              <a:rPr lang="pt-BR" sz="7200" dirty="0"/>
              <a:t>ETERNO É O TEU TRONO,</a:t>
            </a:r>
          </a:p>
          <a:p>
            <a:pPr algn="l"/>
            <a:r>
              <a:rPr lang="pt-BR" sz="7200" dirty="0"/>
              <a:t>Ó DEUS, É RETIDÃO PARA VALER!</a:t>
            </a:r>
          </a:p>
        </p:txBody>
      </p:sp>
    </p:spTree>
    <p:extLst>
      <p:ext uri="{BB962C8B-B14F-4D97-AF65-F5344CB8AC3E}">
        <p14:creationId xmlns:p14="http://schemas.microsoft.com/office/powerpoint/2010/main" val="3507928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D5DD4-BF37-7D96-D903-663BD3586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A16CBB-0C1F-1171-0536-71B3263A65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E7E2E9-6216-47EA-D532-D3D99F7622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7200" b="1" dirty="0"/>
              <a:t>DE ALEGRIA VIBREI NO SENHOR,</a:t>
            </a:r>
          </a:p>
          <a:p>
            <a:pPr algn="l"/>
            <a:r>
              <a:rPr lang="pt-BR" sz="7200" b="1" dirty="0"/>
              <a:t>POIS VESTIU-ME COM SUA JUSTIÇA,</a:t>
            </a:r>
          </a:p>
          <a:p>
            <a:pPr algn="l"/>
            <a:r>
              <a:rPr lang="pt-BR" sz="7200" b="1" dirty="0"/>
              <a:t>ADORNOU-ME COM JÓIAS BONITAS,</a:t>
            </a:r>
          </a:p>
          <a:p>
            <a:pPr algn="l"/>
            <a:r>
              <a:rPr lang="pt-BR" sz="7200" b="1" dirty="0"/>
              <a:t>COMO ESPOSA DO REI ME ELEVOU.</a:t>
            </a:r>
          </a:p>
          <a:p>
            <a:pPr algn="l"/>
            <a:endParaRPr lang="pt-BR" sz="7200" b="1" dirty="0"/>
          </a:p>
        </p:txBody>
      </p:sp>
    </p:spTree>
    <p:extLst>
      <p:ext uri="{BB962C8B-B14F-4D97-AF65-F5344CB8AC3E}">
        <p14:creationId xmlns:p14="http://schemas.microsoft.com/office/powerpoint/2010/main" val="180801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BC0FF-ECB7-668F-D05B-3D4FF6F48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A5C8C3-57F0-30FA-7E68-88E10B0F0B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E7EB8FC-468A-5790-8EC0-BB2BF322BA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200" dirty="0"/>
              <a:t>PRINCESAS SÃO TUAS DAMAS,</a:t>
            </a:r>
          </a:p>
          <a:p>
            <a:pPr algn="l"/>
            <a:r>
              <a:rPr lang="pt-BR" sz="7200" dirty="0"/>
              <a:t>A MÃE-RAINHA LÁ ESTÁ,</a:t>
            </a:r>
          </a:p>
          <a:p>
            <a:pPr algn="l"/>
            <a:r>
              <a:rPr lang="pt-BR" sz="7200" dirty="0"/>
              <a:t>TODA DE OURO ADORNADA,</a:t>
            </a:r>
          </a:p>
          <a:p>
            <a:pPr algn="l"/>
            <a:r>
              <a:rPr lang="pt-BR" sz="7200" dirty="0"/>
              <a:t>À SUA DIREITA A POUSAR.</a:t>
            </a:r>
          </a:p>
          <a:p>
            <a:pPr algn="l"/>
            <a:r>
              <a:rPr lang="pt-BR" sz="7200" dirty="0"/>
              <a:t>ESCUTA, Ó FILHA, ATENÇÃO!</a:t>
            </a:r>
          </a:p>
          <a:p>
            <a:pPr algn="l"/>
            <a:r>
              <a:rPr lang="pt-BR" sz="7200" dirty="0"/>
              <a:t>O REI DE TI SE ENCANTOU,</a:t>
            </a:r>
          </a:p>
          <a:p>
            <a:pPr algn="l"/>
            <a:r>
              <a:rPr lang="pt-BR" sz="7200" dirty="0"/>
              <a:t>ESQUECE OS TEUS, A TUA CASA,</a:t>
            </a:r>
          </a:p>
          <a:p>
            <a:pPr algn="l"/>
            <a:r>
              <a:rPr lang="pt-BR" sz="7200" dirty="0"/>
              <a:t>ADORA O REI, O TEU SENHOR!</a:t>
            </a:r>
          </a:p>
        </p:txBody>
      </p:sp>
    </p:spTree>
    <p:extLst>
      <p:ext uri="{BB962C8B-B14F-4D97-AF65-F5344CB8AC3E}">
        <p14:creationId xmlns:p14="http://schemas.microsoft.com/office/powerpoint/2010/main" val="2244717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6" y="1011381"/>
            <a:ext cx="11140789" cy="5846619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6000" dirty="0"/>
              <a:t>CONFESSO A DEUSTODO-PODEROSO</a:t>
            </a:r>
          </a:p>
          <a:p>
            <a:pPr algn="just"/>
            <a:r>
              <a:rPr lang="pt-BR" sz="6000" dirty="0"/>
              <a:t>E A VÓS, IRMÃOS E IRMÃS</a:t>
            </a:r>
          </a:p>
          <a:p>
            <a:pPr algn="just"/>
            <a:r>
              <a:rPr lang="pt-BR" sz="6000" dirty="0"/>
              <a:t>QUE PEQUEI MUITAS VEZES POR PENSAMENTOS</a:t>
            </a:r>
          </a:p>
          <a:p>
            <a:pPr algn="just"/>
            <a:r>
              <a:rPr lang="pt-BR" sz="6000" dirty="0"/>
              <a:t>PALAVRAS, ATOS E OMISSÕES</a:t>
            </a:r>
          </a:p>
          <a:p>
            <a:pPr algn="just"/>
            <a:r>
              <a:rPr lang="pt-BR" sz="6000" dirty="0"/>
              <a:t>POR MINHA CULPA, MINHA CULPA, MINHA TÃO GRANDE CULPA</a:t>
            </a:r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6" y="1011381"/>
            <a:ext cx="11584133" cy="5846619"/>
          </a:xfrm>
        </p:spPr>
        <p:txBody>
          <a:bodyPr>
            <a:normAutofit/>
          </a:bodyPr>
          <a:lstStyle/>
          <a:p>
            <a:pPr algn="just"/>
            <a:r>
              <a:rPr lang="pt-BR" sz="7200" dirty="0"/>
              <a:t>E PEÇO A VIRGEM MARIA</a:t>
            </a:r>
          </a:p>
          <a:p>
            <a:pPr algn="just"/>
            <a:r>
              <a:rPr lang="pt-BR" sz="7200" dirty="0"/>
              <a:t>AOS ANJOS E SANTOS</a:t>
            </a:r>
          </a:p>
          <a:p>
            <a:pPr algn="just"/>
            <a:r>
              <a:rPr lang="pt-BR" sz="7200" dirty="0"/>
              <a:t>E A VÓS, IRMÃOS E IRMÃS</a:t>
            </a:r>
          </a:p>
          <a:p>
            <a:pPr algn="just"/>
            <a:r>
              <a:rPr lang="pt-BR" sz="7200" dirty="0"/>
              <a:t>QUE ROGUEIS POR MIM A DEUS, NOSSO SENHOR</a:t>
            </a:r>
          </a:p>
        </p:txBody>
      </p:sp>
    </p:spTree>
    <p:extLst>
      <p:ext uri="{BB962C8B-B14F-4D97-AF65-F5344CB8AC3E}">
        <p14:creationId xmlns:p14="http://schemas.microsoft.com/office/powerpoint/2010/main" val="3820568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26092" cy="5430982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pt-BR" sz="8600" b="1" dirty="0"/>
              <a:t>GLÓRIA, GLÓRIA, GLÓRIA A DEUS</a:t>
            </a:r>
          </a:p>
          <a:p>
            <a:pPr algn="just"/>
            <a:r>
              <a:rPr lang="pt-BR" sz="8600" b="1" dirty="0"/>
              <a:t>GLÓRIA A DEUS NAS ALTURAS (2X)</a:t>
            </a:r>
          </a:p>
          <a:p>
            <a:pPr algn="just"/>
            <a:endParaRPr lang="pt-BR" sz="7000" dirty="0"/>
          </a:p>
          <a:p>
            <a:pPr algn="just"/>
            <a:r>
              <a:rPr lang="pt-BR" sz="7700" dirty="0"/>
              <a:t>E PAZ NA TERRA AOS HOMENS POR ELE AMADOS</a:t>
            </a:r>
            <a:endParaRPr lang="pt-BR" sz="10300" dirty="0"/>
          </a:p>
          <a:p>
            <a:pPr algn="just"/>
            <a:endParaRPr lang="pt-BR" sz="6600" dirty="0"/>
          </a:p>
          <a:p>
            <a:pPr algn="just"/>
            <a:r>
              <a:rPr lang="pt-BR" sz="77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47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</a:p>
          <a:p>
            <a:pPr algn="just"/>
            <a:endParaRPr lang="pt-BR" sz="11000" dirty="0"/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endParaRPr lang="pt-BR" sz="11000" dirty="0"/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5389418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6600" b="1" dirty="0"/>
              <a:t>GLÓRIA, GLÓRIA, GLÓRIA A DEUS</a:t>
            </a:r>
          </a:p>
          <a:p>
            <a:pPr algn="just"/>
            <a:r>
              <a:rPr lang="pt-BR" sz="6600" b="1" dirty="0"/>
              <a:t>GLÓRIA A DEUS NAS ALTURAS (3X)</a:t>
            </a:r>
            <a:endParaRPr lang="pt-BR" sz="6600" dirty="0"/>
          </a:p>
          <a:p>
            <a:pPr algn="l"/>
            <a:endParaRPr lang="pt-BR" sz="6600" dirty="0"/>
          </a:p>
          <a:p>
            <a:pPr algn="l"/>
            <a:r>
              <a:rPr lang="pt-BR" sz="6600" dirty="0"/>
              <a:t>SENHOR JESUS CRISTO, FILHO UNIGÊNITO</a:t>
            </a:r>
          </a:p>
          <a:p>
            <a:pPr algn="l"/>
            <a:endParaRPr lang="pt-BR" sz="6600" dirty="0"/>
          </a:p>
          <a:p>
            <a:pPr algn="l"/>
            <a:r>
              <a:rPr lang="pt-BR" sz="6600" dirty="0"/>
              <a:t>SENHOR DEUS, CORDEIRO DE DEUS, FILHO DE DEUS PAI</a:t>
            </a:r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11400" dirty="0"/>
              <a:t>VÓS QUE TIRAIS O PECADO DO MUNDO</a:t>
            </a:r>
            <a:endParaRPr lang="pt-BR" sz="13900" dirty="0"/>
          </a:p>
          <a:p>
            <a:pPr algn="l"/>
            <a:r>
              <a:rPr lang="pt-BR" sz="11400" dirty="0"/>
              <a:t>TENDE PIEDADE DE NÓS</a:t>
            </a:r>
          </a:p>
          <a:p>
            <a:pPr algn="l"/>
            <a:endParaRPr lang="pt-BR" sz="13900" dirty="0"/>
          </a:p>
          <a:p>
            <a:pPr algn="just"/>
            <a:r>
              <a:rPr lang="pt-BR" sz="12300" dirty="0"/>
              <a:t>VÓS QUE TIRAIS O PECADO DO MUNDO, ACOLHEI A NOSSA SÚPLICA</a:t>
            </a:r>
          </a:p>
          <a:p>
            <a:pPr algn="just"/>
            <a:endParaRPr lang="pt-BR" sz="12300" dirty="0"/>
          </a:p>
          <a:p>
            <a:pPr algn="just"/>
            <a:r>
              <a:rPr lang="pt-BR" sz="12300" dirty="0"/>
              <a:t>VÓS QUE ESTAIS À DIREITA DO PAI, </a:t>
            </a:r>
          </a:p>
          <a:p>
            <a:pPr algn="just"/>
            <a:r>
              <a:rPr lang="pt-BR" sz="123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47500" lnSpcReduction="20000"/>
          </a:bodyPr>
          <a:lstStyle/>
          <a:p>
            <a:pPr algn="just"/>
            <a:r>
              <a:rPr lang="pt-BR" sz="9600" b="1" dirty="0"/>
              <a:t>GLÓRIA, GLÓRIA, GLÓRIA A DEUS</a:t>
            </a:r>
          </a:p>
          <a:p>
            <a:pPr algn="just"/>
            <a:r>
              <a:rPr lang="pt-BR" sz="9600" b="1" dirty="0"/>
              <a:t>GLÓRIA A DEUS NAS ALTURAS (3X)</a:t>
            </a:r>
            <a:endParaRPr lang="pt-BR" sz="9600" dirty="0"/>
          </a:p>
          <a:p>
            <a:pPr algn="l"/>
            <a:endParaRPr lang="pt-BR" sz="9600" dirty="0"/>
          </a:p>
          <a:p>
            <a:pPr algn="just"/>
            <a:r>
              <a:rPr lang="pt-BR" sz="9600" dirty="0"/>
              <a:t>SÓ VÓS SOIS O SANTO, SÓ VÓS O SENHOR, </a:t>
            </a:r>
          </a:p>
          <a:p>
            <a:pPr algn="just"/>
            <a:endParaRPr lang="pt-BR" sz="9600" dirty="0"/>
          </a:p>
          <a:p>
            <a:pPr algn="just"/>
            <a:r>
              <a:rPr lang="pt-BR" sz="9600" dirty="0"/>
              <a:t>SÓ VÓS O ALTÍSSIMO, JESUS CRISTO, </a:t>
            </a:r>
          </a:p>
          <a:p>
            <a:pPr algn="just"/>
            <a:endParaRPr lang="pt-BR" sz="9600" dirty="0"/>
          </a:p>
          <a:p>
            <a:pPr algn="just"/>
            <a:r>
              <a:rPr lang="pt-BR" sz="9600" dirty="0"/>
              <a:t>COM O ESPÍRITO SANTO NA GLÓRIA DE DEUS PAI. </a:t>
            </a:r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9600" b="1" dirty="0"/>
              <a:t>GLÓRIA, GLÓRIA, GLÓRIA A DEUS</a:t>
            </a:r>
          </a:p>
          <a:p>
            <a:pPr algn="l"/>
            <a:r>
              <a:rPr lang="pt-BR" sz="9600" b="1" dirty="0"/>
              <a:t>GLÓRIA A DEUS NAS ALTURAS (3X)</a:t>
            </a:r>
          </a:p>
          <a:p>
            <a:pPr algn="just"/>
            <a:r>
              <a:rPr lang="pt-BR" sz="9600" dirty="0"/>
              <a:t>AMÉM</a:t>
            </a:r>
          </a:p>
        </p:txBody>
      </p:sp>
    </p:spTree>
    <p:extLst>
      <p:ext uri="{BB962C8B-B14F-4D97-AF65-F5344CB8AC3E}">
        <p14:creationId xmlns:p14="http://schemas.microsoft.com/office/powerpoint/2010/main" val="31118549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 fontScale="92500"/>
          </a:bodyPr>
          <a:lstStyle/>
          <a:p>
            <a:r>
              <a:rPr lang="pt-BR" sz="5400" b="1" dirty="0"/>
              <a:t>CANTAI AO SENHOR DEUS UM CANTO NOVO, PORQUE ELE FEZ PRODÍGIOS!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</a:t>
            </a:r>
          </a:p>
          <a:p>
            <a:endParaRPr lang="pt-BR" sz="4800" b="1" dirty="0"/>
          </a:p>
          <a:p>
            <a:r>
              <a:rPr lang="pt-BR" sz="4800" dirty="0"/>
              <a:t>MARIA, ALEGRA-TE, Ó CHEIA DE GRAÇA, O SENHOR É CONTIGO!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6" y="443345"/>
            <a:ext cx="4883729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7200" b="1" dirty="0"/>
              <a:t>AVE MARIA, CHEIA DE GRAÇA, O SENHOR ESTÁ CONTIGO.</a:t>
            </a:r>
          </a:p>
          <a:p>
            <a:pPr algn="l"/>
            <a:r>
              <a:rPr lang="pt-BR" sz="7200" b="1" dirty="0"/>
              <a:t>BENDITA ÉS TU ENTRE AS MULHERES, ALELUIA!</a:t>
            </a:r>
            <a:endParaRPr lang="pt-BR" sz="230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6" y="443345"/>
            <a:ext cx="5174673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42569"/>
            <a:ext cx="10851573" cy="4232996"/>
          </a:xfrm>
        </p:spPr>
        <p:txBody>
          <a:bodyPr>
            <a:normAutofit/>
          </a:bodyPr>
          <a:lstStyle/>
          <a:p>
            <a:pPr algn="just"/>
            <a:r>
              <a:rPr lang="pt-BR" sz="6600" dirty="0"/>
              <a:t>FAVORECESTES, Ó SENHOR, A VOSSA TERRA, *</a:t>
            </a:r>
          </a:p>
          <a:p>
            <a:pPr algn="just"/>
            <a:r>
              <a:rPr lang="pt-BR" sz="6600" dirty="0"/>
              <a:t>LIBERTASTES OS CATIVOS DE JACÓ. R.</a:t>
            </a:r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6" y="443345"/>
            <a:ext cx="49252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7200" b="1" dirty="0"/>
              <a:t>AVE MARIA, CHEIA DE GRAÇA, O SENHOR ESTÁ CONTIGO.</a:t>
            </a:r>
          </a:p>
          <a:p>
            <a:pPr algn="l"/>
            <a:r>
              <a:rPr lang="pt-BR" sz="7200" b="1" dirty="0"/>
              <a:t>BENDITA ÉS TU ENTRE AS MULHERES, ALELUIA!</a:t>
            </a:r>
            <a:endParaRPr lang="pt-BR" sz="230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7925017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59278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42569"/>
            <a:ext cx="10851573" cy="4232996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A VERDADE E O AMOR SE ENCONTRARÃO, * A JUSTIÇA E A PAZ SE ABRAÇARÃO; R.</a:t>
            </a:r>
            <a:endParaRPr lang="pt-BR" sz="397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7876976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800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7200" b="1" dirty="0"/>
              <a:t>AVE MARIA, CHEIA DE GRAÇA, O SENHOR ESTÁ CONTIGO.</a:t>
            </a:r>
          </a:p>
          <a:p>
            <a:pPr algn="l"/>
            <a:r>
              <a:rPr lang="pt-BR" sz="7200" b="1" dirty="0"/>
              <a:t>BENDITA ÉS TU ENTRE AS MULHERES, ALELUIA!</a:t>
            </a:r>
            <a:endParaRPr lang="pt-BR" sz="230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7776909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6" y="443345"/>
            <a:ext cx="527165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42569"/>
            <a:ext cx="10855037" cy="4828740"/>
          </a:xfrm>
        </p:spPr>
        <p:txBody>
          <a:bodyPr>
            <a:normAutofit/>
          </a:bodyPr>
          <a:lstStyle/>
          <a:p>
            <a:pPr algn="l"/>
            <a:r>
              <a:rPr lang="pt-BR" sz="8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DA TERRA BROTARÁ A FIDELIDADE, *</a:t>
            </a:r>
          </a:p>
          <a:p>
            <a:pPr algn="l"/>
            <a:r>
              <a:rPr lang="pt-BR" sz="8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 A JUSTIÇA OLHARÁ DOS ALTOS CÉUS. </a:t>
            </a:r>
            <a:endParaRPr lang="pt-BR" sz="397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0789477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800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7200" b="1" dirty="0"/>
              <a:t>AVE MARIA, CHEIA DE GRAÇA, O SENHOR ESTÁ CONTIGO.</a:t>
            </a:r>
          </a:p>
          <a:p>
            <a:pPr algn="l"/>
            <a:r>
              <a:rPr lang="pt-BR" sz="7200" b="1" dirty="0"/>
              <a:t>BENDITA ÉS TU ENTRE AS MULHERES, ALELUIA!</a:t>
            </a:r>
            <a:endParaRPr lang="pt-BR" sz="230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9221834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7867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42569"/>
            <a:ext cx="10855037" cy="4828740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O SENHOR NOS DARÁ TUDO O QUE É BOM,*</a:t>
            </a:r>
          </a:p>
          <a:p>
            <a:pPr algn="l"/>
            <a:r>
              <a:rPr lang="pt-BR" sz="8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 A NOSSA TERRA NOS DARÁ SUAS COLHEITAS; R.</a:t>
            </a: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6974068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7867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42569"/>
            <a:ext cx="10855037" cy="4828740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SANTO, SANTO, SANTO</a:t>
            </a:r>
          </a:p>
          <a:p>
            <a:pPr algn="l"/>
            <a:r>
              <a:rPr lang="pt-BR" sz="8000" dirty="0">
                <a:solidFill>
                  <a:srgbClr val="131313"/>
                </a:solidFill>
                <a:latin typeface="Roboto" panose="02000000000000000000" pitchFamily="2" charset="0"/>
              </a:rPr>
              <a:t>SENHOR, DEUS DO UNIVERSO</a:t>
            </a:r>
          </a:p>
          <a:p>
            <a:pPr algn="l"/>
            <a:r>
              <a:rPr lang="pt-BR" sz="8000" dirty="0">
                <a:solidFill>
                  <a:srgbClr val="131313"/>
                </a:solidFill>
                <a:latin typeface="Roboto" panose="02000000000000000000" pitchFamily="2" charset="0"/>
              </a:rPr>
              <a:t>O CÉU E A TERRA PROCLAMAM A VOSSA GLÓRIA</a:t>
            </a:r>
          </a:p>
          <a:p>
            <a:pPr algn="l"/>
            <a:r>
              <a:rPr lang="pt-BR" sz="8000" dirty="0">
                <a:solidFill>
                  <a:srgbClr val="131313"/>
                </a:solidFill>
                <a:latin typeface="Roboto" panose="02000000000000000000" pitchFamily="2" charset="0"/>
              </a:rPr>
              <a:t>HOSANA NAS ALTURAS (2X)</a:t>
            </a: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679498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7867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42569"/>
            <a:ext cx="10855037" cy="4828740"/>
          </a:xfrm>
        </p:spPr>
        <p:txBody>
          <a:bodyPr>
            <a:normAutofit fontScale="92500"/>
          </a:bodyPr>
          <a:lstStyle/>
          <a:p>
            <a:pPr algn="l"/>
            <a:r>
              <a:rPr lang="pt-BR" sz="8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BENDITO O QUE VEM EM NOME DO SENHOR.</a:t>
            </a:r>
            <a:endParaRPr lang="pt-BR" sz="8000" dirty="0">
              <a:solidFill>
                <a:srgbClr val="131313"/>
              </a:solidFill>
              <a:latin typeface="Roboto" panose="02000000000000000000" pitchFamily="2" charset="0"/>
            </a:endParaRPr>
          </a:p>
          <a:p>
            <a:pPr algn="l"/>
            <a:r>
              <a:rPr lang="pt-BR" sz="8000" dirty="0">
                <a:solidFill>
                  <a:srgbClr val="131313"/>
                </a:solidFill>
                <a:latin typeface="Roboto" panose="02000000000000000000" pitchFamily="2" charset="0"/>
              </a:rPr>
              <a:t>HOSANA NAS ALTURAS (2X)</a:t>
            </a: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1285307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39396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8800" b="1" dirty="0"/>
              <a:t>TODAS AS GERAÇÕES ME CHAMARÃO BEM-AVENTURADA, </a:t>
            </a:r>
          </a:p>
          <a:p>
            <a:pPr algn="l"/>
            <a:r>
              <a:rPr lang="pt-BR" sz="8800" b="1" dirty="0"/>
              <a:t>PORQUE O PODEROSO FEZ EM MIM GRANDES COISAS.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8000" dirty="0"/>
              <a:t>A MINH'ALMA ENGRANDECE O SENHOR E SE ALEGROU O MEU ESPÍRITO EM DEUS, MEU SALVADOR; </a:t>
            </a:r>
          </a:p>
          <a:p>
            <a:pPr algn="l"/>
            <a:r>
              <a:rPr lang="pt-BR" sz="8000" dirty="0"/>
              <a:t>SEU AMOR, DE GERAÇÃO EM GERAÇÃO, CHEGA A TODOS QUE O RESPEITAM; 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2055102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8800" b="1" dirty="0"/>
              <a:t>TODAS AS GERAÇÕES ME CHAMARÃO BEM-AVENTURADA, </a:t>
            </a:r>
          </a:p>
          <a:p>
            <a:pPr algn="l"/>
            <a:r>
              <a:rPr lang="pt-BR" sz="8800" b="1" dirty="0"/>
              <a:t>PORQUE O PODEROSO FEZ EM MIM GRANDES COISAS.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2681427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8000" dirty="0"/>
              <a:t>A MINH'ALMA ENGRANDECE O SENHOR E SE ALEGROU O MEU ESPÍRITO EM DEUS, MEU SALVADOR; </a:t>
            </a:r>
          </a:p>
          <a:p>
            <a:pPr algn="l"/>
            <a:r>
              <a:rPr lang="pt-BR" sz="8000" dirty="0"/>
              <a:t>SEU AMOR, DE GERAÇÃO EM GERAÇÃO, CHEGA A TODOS QUE O RESPEITAM; 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3486099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8800" b="1" dirty="0"/>
              <a:t>TODAS AS GERAÇÕES ME CHAMARÃO BEM-AVENTURADA, </a:t>
            </a:r>
          </a:p>
          <a:p>
            <a:pPr algn="l"/>
            <a:r>
              <a:rPr lang="pt-BR" sz="8800" b="1" dirty="0"/>
              <a:t>PORQUE O PODEROSO FEZ EM MIM GRANDES COISAS.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7049174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1355532" cy="5618450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7200" dirty="0"/>
              <a:t>DEMONSTROU O PODER DE SEU BRAÇO, DISPERSOU OS ORGULHOSOS. </a:t>
            </a:r>
          </a:p>
          <a:p>
            <a:pPr algn="l"/>
            <a:r>
              <a:rPr lang="pt-BR" sz="7200" dirty="0"/>
              <a:t>DERRUBOU OS PODEROSOS DE SEUS TRONOS E OS HUMILDES EXALTOU! </a:t>
            </a:r>
            <a:endParaRPr lang="pt-BR" sz="25800" dirty="0"/>
          </a:p>
        </p:txBody>
      </p:sp>
    </p:spTree>
    <p:extLst>
      <p:ext uri="{BB962C8B-B14F-4D97-AF65-F5344CB8AC3E}">
        <p14:creationId xmlns:p14="http://schemas.microsoft.com/office/powerpoint/2010/main" val="9479511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8800" b="1" dirty="0"/>
              <a:t>TODAS AS GERAÇÕES ME CHAMARÃO BEM-AVENTURADA, </a:t>
            </a:r>
          </a:p>
          <a:p>
            <a:pPr algn="l"/>
            <a:r>
              <a:rPr lang="pt-BR" sz="8800" b="1" dirty="0"/>
              <a:t>PORQUE O PODEROSO FEZ EM MIM GRANDES COISAS.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6831570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2" y="990168"/>
            <a:ext cx="11521787" cy="586783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000" dirty="0"/>
              <a:t>E BENS SACIOU OS FAMINTOS, E DESPEDIU, SEM NADA OS RICOS. </a:t>
            </a:r>
          </a:p>
          <a:p>
            <a:pPr algn="l"/>
            <a:r>
              <a:rPr lang="pt-BR" sz="8000" dirty="0"/>
              <a:t>ACOLHEU ISRAEL, SEU SERVIDOR, FIEL AO SEU AMOR</a:t>
            </a:r>
            <a:endParaRPr lang="pt-BR" sz="31000" dirty="0"/>
          </a:p>
        </p:txBody>
      </p:sp>
    </p:spTree>
    <p:extLst>
      <p:ext uri="{BB962C8B-B14F-4D97-AF65-F5344CB8AC3E}">
        <p14:creationId xmlns:p14="http://schemas.microsoft.com/office/powerpoint/2010/main" val="18977228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02895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2" y="990168"/>
            <a:ext cx="11521787" cy="586783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000" dirty="0"/>
              <a:t>SALVE RAINHA, MÃE DE DEUS, ÉS SENHORA NOSSA MÃE</a:t>
            </a:r>
          </a:p>
          <a:p>
            <a:pPr algn="l"/>
            <a:r>
              <a:rPr lang="pt-BR" sz="8000" dirty="0"/>
              <a:t>NOSSA DOÇURA, NOSSA LUZ, DOCE VIRGEM MARIA</a:t>
            </a:r>
          </a:p>
          <a:p>
            <a:pPr algn="l"/>
            <a:r>
              <a:rPr lang="pt-BR" sz="8000" dirty="0"/>
              <a:t>NÓS A TI CLAMAMOS, FILHOS EXILADOS</a:t>
            </a:r>
          </a:p>
          <a:p>
            <a:pPr algn="l"/>
            <a:r>
              <a:rPr lang="pt-BR" sz="8000" dirty="0"/>
              <a:t>NÓS A TI VOLTAMOS NOSSO OLHAR CONFIANTE</a:t>
            </a:r>
            <a:endParaRPr lang="pt-BR" sz="31000" dirty="0"/>
          </a:p>
        </p:txBody>
      </p:sp>
    </p:spTree>
    <p:extLst>
      <p:ext uri="{BB962C8B-B14F-4D97-AF65-F5344CB8AC3E}">
        <p14:creationId xmlns:p14="http://schemas.microsoft.com/office/powerpoint/2010/main" val="3813450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02895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2" y="990168"/>
            <a:ext cx="11521787" cy="586783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000" dirty="0"/>
              <a:t>VOLTA PARA NÓS Ó MÃE, TEU SEMBLANTE DE AMOR</a:t>
            </a:r>
          </a:p>
          <a:p>
            <a:pPr algn="l"/>
            <a:r>
              <a:rPr lang="pt-BR" sz="8000" dirty="0"/>
              <a:t>DAI-NOS TEU JESUS Ó MÃE, QUANDO A NOITE PASSAR</a:t>
            </a:r>
          </a:p>
          <a:p>
            <a:pPr algn="l"/>
            <a:r>
              <a:rPr lang="pt-BR" sz="8000" dirty="0"/>
              <a:t>SALVE RAINHA, MÃE DE DEUS, ÉS AUXÍLIO DO CRISTÃO</a:t>
            </a:r>
          </a:p>
          <a:p>
            <a:pPr algn="l"/>
            <a:r>
              <a:rPr lang="pt-BR" sz="8000" dirty="0"/>
              <a:t>Ó MÃE CLEMENTE, MÃE PIEDOSA, DOCE VIRGEM MARIA</a:t>
            </a:r>
            <a:endParaRPr lang="pt-BR" sz="31000" dirty="0"/>
          </a:p>
        </p:txBody>
      </p:sp>
    </p:spTree>
    <p:extLst>
      <p:ext uri="{BB962C8B-B14F-4D97-AF65-F5344CB8AC3E}">
        <p14:creationId xmlns:p14="http://schemas.microsoft.com/office/powerpoint/2010/main" val="73814367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56776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406085" cy="6338125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2600" b="1" dirty="0"/>
              <a:t>IMACULADA MARIA DE DEUS,</a:t>
            </a:r>
          </a:p>
          <a:p>
            <a:pPr algn="l"/>
            <a:r>
              <a:rPr lang="pt-BR" sz="12600" b="1" dirty="0"/>
              <a:t>CORAÇÃO POBRE ACOLHENDO JESUS.</a:t>
            </a:r>
          </a:p>
          <a:p>
            <a:pPr algn="l"/>
            <a:r>
              <a:rPr lang="pt-BR" sz="12600" b="1" dirty="0"/>
              <a:t>IMACULADA MARIA DO POVO,</a:t>
            </a:r>
          </a:p>
          <a:p>
            <a:pPr algn="l"/>
            <a:r>
              <a:rPr lang="pt-BR" sz="12600" b="1" dirty="0"/>
              <a:t>MÃE DOS AFLITOS QUE ESTÃO JUNTO À CRUZ.</a:t>
            </a:r>
          </a:p>
          <a:p>
            <a:pPr algn="l"/>
            <a:endParaRPr lang="pt-BR" sz="12600" b="1" dirty="0"/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900F2-2D21-EB91-26EB-D01C06AA2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E580DB-1944-EF91-EE4D-805F960409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5DDC8D-D720-8A95-5160-4EA13ABE60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406085" cy="6338125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12600" dirty="0"/>
              <a:t>1. UM CORAÇÃO QUE ERA SIM PARA A VIDA,</a:t>
            </a:r>
          </a:p>
          <a:p>
            <a:pPr algn="l"/>
            <a:r>
              <a:rPr lang="pt-BR" sz="12600" dirty="0"/>
              <a:t>UM CORAÇÃO QUE ERA SIM PARA O IRMÃO.</a:t>
            </a:r>
          </a:p>
          <a:p>
            <a:pPr algn="l"/>
            <a:r>
              <a:rPr lang="pt-BR" sz="12600" dirty="0"/>
              <a:t>UM CORAÇÃO QUE ERA SIM PARA DEUS:</a:t>
            </a:r>
          </a:p>
          <a:p>
            <a:pPr algn="l"/>
            <a:r>
              <a:rPr lang="pt-BR" sz="12600" dirty="0"/>
              <a:t>REINO DE DEUS RENOVANDO ESTE CHÃO.</a:t>
            </a:r>
          </a:p>
          <a:p>
            <a:pPr algn="l"/>
            <a:endParaRPr lang="pt-BR" sz="12600" b="1" dirty="0"/>
          </a:p>
        </p:txBody>
      </p:sp>
    </p:spTree>
    <p:extLst>
      <p:ext uri="{BB962C8B-B14F-4D97-AF65-F5344CB8AC3E}">
        <p14:creationId xmlns:p14="http://schemas.microsoft.com/office/powerpoint/2010/main" val="11083690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9486</TotalTime>
  <Words>1077</Words>
  <Application>Microsoft Office PowerPoint</Application>
  <PresentationFormat>Widescreen</PresentationFormat>
  <Paragraphs>187</Paragraphs>
  <Slides>48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48</vt:i4>
      </vt:variant>
    </vt:vector>
  </HeadingPairs>
  <TitlesOfParts>
    <vt:vector size="54" baseType="lpstr">
      <vt:lpstr>Arial</vt:lpstr>
      <vt:lpstr>Calibri</vt:lpstr>
      <vt:lpstr>Calibri Light</vt:lpstr>
      <vt:lpstr>Roboto</vt:lpstr>
      <vt:lpstr>Times New Roman</vt:lpstr>
      <vt:lpstr>Tema do Office</vt:lpstr>
      <vt:lpstr>Apresentação do PowerPoint</vt:lpstr>
      <vt:lpstr>ENTRADA</vt:lpstr>
      <vt:lpstr>ENTRADA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41</cp:revision>
  <dcterms:created xsi:type="dcterms:W3CDTF">2023-05-06T17:01:55Z</dcterms:created>
  <dcterms:modified xsi:type="dcterms:W3CDTF">2024-12-08T19:59:55Z</dcterms:modified>
</cp:coreProperties>
</file>