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5" r:id="rId3"/>
    <p:sldId id="506" r:id="rId4"/>
    <p:sldId id="507" r:id="rId5"/>
    <p:sldId id="264" r:id="rId6"/>
    <p:sldId id="259" r:id="rId7"/>
    <p:sldId id="508" r:id="rId8"/>
    <p:sldId id="461" r:id="rId9"/>
    <p:sldId id="462" r:id="rId10"/>
    <p:sldId id="265" r:id="rId11"/>
    <p:sldId id="266" r:id="rId12"/>
    <p:sldId id="267" r:id="rId13"/>
    <p:sldId id="271" r:id="rId14"/>
    <p:sldId id="438" r:id="rId15"/>
    <p:sldId id="509" r:id="rId16"/>
    <p:sldId id="510" r:id="rId17"/>
    <p:sldId id="292" r:id="rId18"/>
    <p:sldId id="275" r:id="rId19"/>
    <p:sldId id="361" r:id="rId20"/>
    <p:sldId id="362" r:id="rId21"/>
    <p:sldId id="491" r:id="rId22"/>
    <p:sldId id="498" r:id="rId23"/>
    <p:sldId id="492" r:id="rId24"/>
    <p:sldId id="499" r:id="rId25"/>
    <p:sldId id="493" r:id="rId26"/>
    <p:sldId id="500" r:id="rId27"/>
    <p:sldId id="494" r:id="rId28"/>
    <p:sldId id="277" r:id="rId29"/>
    <p:sldId id="531" r:id="rId30"/>
    <p:sldId id="537" r:id="rId31"/>
    <p:sldId id="538" r:id="rId32"/>
    <p:sldId id="428" r:id="rId33"/>
    <p:sldId id="502" r:id="rId34"/>
    <p:sldId id="480" r:id="rId35"/>
    <p:sldId id="481" r:id="rId36"/>
    <p:sldId id="482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4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FDC6AFF-CD26-1EB2-6045-8056EAA3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428999"/>
            <a:ext cx="11673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5</a:t>
            </a:r>
            <a:r>
              <a:rPr lang="pt-BR" sz="6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46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SE CONFESSAS TEU PECADO,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ELE É JUSTO E COMPASSIVO.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CANTARÁS PURIFICADO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OS LOUVORES DO DEUS VIVO.</a:t>
            </a:r>
          </a:p>
        </p:txBody>
      </p:sp>
    </p:spTree>
    <p:extLst>
      <p:ext uri="{BB962C8B-B14F-4D97-AF65-F5344CB8AC3E}">
        <p14:creationId xmlns:p14="http://schemas.microsoft.com/office/powerpoint/2010/main" val="36078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3F4A-6230-8B3C-83AA-F8F3829A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418DA-9C27-ED32-C715-558C204F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D51A0E-F8DA-0B43-1938-0EE398E4D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46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NOSSAS VIDAS TÃO DISPERSAS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NOSSO DEUS AS JUNTARÁ!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 SEREMOS NOVO POVO,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ELE NOS RENOVARÁ!</a:t>
            </a:r>
          </a:p>
        </p:txBody>
      </p:sp>
    </p:spTree>
    <p:extLst>
      <p:ext uri="{BB962C8B-B14F-4D97-AF65-F5344CB8AC3E}">
        <p14:creationId xmlns:p14="http://schemas.microsoft.com/office/powerpoint/2010/main" val="91432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28B07-5D2C-0DED-83D0-51FB3EB5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1484E-FB64-29DC-9095-CDED59DE4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E652A5-E59F-5AC7-5101-8CF8ACA9F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46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SE VOLTARES AO SENHOR,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ELE A TI SE VOLTARÁ!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POIS IMENSO É SEU AMOR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 JAMAIS SE ACABARÁ!</a:t>
            </a:r>
          </a:p>
        </p:txBody>
      </p:sp>
    </p:spTree>
    <p:extLst>
      <p:ext uri="{BB962C8B-B14F-4D97-AF65-F5344CB8AC3E}">
        <p14:creationId xmlns:p14="http://schemas.microsoft.com/office/powerpoint/2010/main" val="354827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79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2090057"/>
            <a:ext cx="11516592" cy="4736276"/>
          </a:xfrm>
        </p:spPr>
        <p:txBody>
          <a:bodyPr>
            <a:normAutofit/>
          </a:bodyPr>
          <a:lstStyle/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CHRISTE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243" y="2149309"/>
            <a:ext cx="10071513" cy="2731449"/>
          </a:xfrm>
        </p:spPr>
        <p:txBody>
          <a:bodyPr>
            <a:normAutofit/>
          </a:bodyPr>
          <a:lstStyle/>
          <a:p>
            <a:r>
              <a:rPr lang="pt-BR" sz="6600" b="1" dirty="0"/>
              <a:t>NO SENHOR, TODA GRAÇA E REDENÇÃO!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6000" b="1" dirty="0"/>
              <a:t> </a:t>
            </a:r>
            <a:r>
              <a:rPr lang="pt-BR" sz="7200" b="1" dirty="0"/>
              <a:t>GLÓRIA A VÓS, Ó CRISTO, VERBO DE DEUS.</a:t>
            </a:r>
          </a:p>
          <a:p>
            <a:endParaRPr lang="pt-BR" sz="6000" b="1" dirty="0"/>
          </a:p>
          <a:p>
            <a:r>
              <a:rPr lang="pt-BR" sz="6000" dirty="0"/>
              <a:t>EU SOU A RESSURREIÇÃO, EU SOU A VIDA. QUEM CRÊ EM MIM NÃO MORRERÁ ETERNAMENTE.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REVESTES O MUNDO DA MAIS FINA FLOR;</a:t>
            </a:r>
          </a:p>
          <a:p>
            <a:pPr algn="l"/>
            <a:r>
              <a:rPr lang="pt-BR" sz="8800" dirty="0"/>
              <a:t>RESTAURAS O FRACO QUE A TI SE CONFIA</a:t>
            </a:r>
          </a:p>
          <a:p>
            <a:pPr algn="l"/>
            <a:r>
              <a:rPr lang="pt-BR" sz="8800" dirty="0"/>
              <a:t>E JUNTO AOS IRMÃOS, EM PAZ, O ENVIAS.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37FC-88C1-1CD5-21F8-016852D9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29EDE-58F0-1809-8CDF-387216575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2B985-5F98-BCDA-C51D-6CD16C905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149904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POR QUEM APRENDEU O GESTO DE AMOR:</a:t>
            </a:r>
          </a:p>
          <a:p>
            <a:pPr algn="l"/>
            <a:r>
              <a:rPr lang="pt-BR" sz="8800" dirty="0"/>
              <a:t>COLHER A FARTURA E TER A BELEZA</a:t>
            </a:r>
          </a:p>
          <a:p>
            <a:pPr algn="l"/>
            <a:r>
              <a:rPr lang="pt-BR" sz="8800" dirty="0"/>
              <a:t>DE SER A PARTILHA DOS FRUTOS NA MESA!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261579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42B7-E389-BFB7-94BC-F2870315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BEC30-C6B3-683C-7BFA-FE6ABEBE4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BAAA97-0AF8-A893-2991-48EAA4C33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FECUNDAS A TERRA COM VIDA E AMOR!</a:t>
            </a:r>
          </a:p>
          <a:p>
            <a:pPr algn="l"/>
            <a:r>
              <a:rPr lang="pt-BR" sz="8800" dirty="0"/>
              <a:t>A QUEM AGUARDAVA UM CANTO DE FESTA,</a:t>
            </a:r>
          </a:p>
          <a:p>
            <a:pPr algn="l"/>
            <a:r>
              <a:rPr lang="pt-BR" sz="8800" dirty="0"/>
              <a:t>A MESA PROMETE ETERNA SERESTA!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595128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0FA4-A6D6-DC23-ADA5-D9DFAEA1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C45ED-8FDF-15DA-7EFC-ED8B4089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7C5FC7-B792-48DE-39CD-F5B1B6FF2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2. QUISESSE EU ME ESCONDER</a:t>
            </a:r>
          </a:p>
          <a:p>
            <a:pPr algn="l"/>
            <a:r>
              <a:rPr lang="pt-BR" sz="24000" dirty="0"/>
              <a:t>DO TEU IMENSO OLHAR,</a:t>
            </a:r>
          </a:p>
          <a:p>
            <a:pPr algn="l"/>
            <a:r>
              <a:rPr lang="pt-BR" sz="24000" dirty="0"/>
              <a:t>SUBIR ATÉ O CÉU,</a:t>
            </a:r>
          </a:p>
          <a:p>
            <a:pPr algn="l"/>
            <a:r>
              <a:rPr lang="pt-BR" sz="24000" dirty="0"/>
              <a:t>NA TERRA ME ENTRANHAR,</a:t>
            </a:r>
          </a:p>
          <a:p>
            <a:pPr algn="l"/>
            <a:r>
              <a:rPr lang="pt-BR" sz="24000" dirty="0"/>
              <a:t>ATRÁS DO HORIZONTE</a:t>
            </a:r>
          </a:p>
          <a:p>
            <a:pPr algn="l"/>
            <a:r>
              <a:rPr lang="pt-BR" sz="24000" dirty="0"/>
              <a:t>LÁ IRIA TE ENCONTRAR!</a:t>
            </a:r>
            <a:endParaRPr lang="pt-BR" sz="20000" dirty="0"/>
          </a:p>
        </p:txBody>
      </p:sp>
    </p:spTree>
    <p:extLst>
      <p:ext uri="{BB962C8B-B14F-4D97-AF65-F5344CB8AC3E}">
        <p14:creationId xmlns:p14="http://schemas.microsoft.com/office/powerpoint/2010/main" val="364636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C099-EA38-FF7B-303F-B0760136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EC3F3-ECAD-1EC0-A6D3-8D958A7A4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F1E3D0-43BD-1640-963A-6AAEC0FE6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87731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789F-5271-2B93-FB58-F1ECF9C7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5870D-BE02-B9FF-13FC-011651B8A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C961B6-226F-6FE6-DE4A-27E5638D0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3. POR TRÁS E PELA FRENTE</a:t>
            </a:r>
          </a:p>
          <a:p>
            <a:pPr algn="l"/>
            <a:r>
              <a:rPr lang="pt-BR" sz="24000" dirty="0"/>
              <a:t>TEU SER ME ENVOLVE E CERCA,</a:t>
            </a:r>
          </a:p>
          <a:p>
            <a:pPr algn="l"/>
            <a:r>
              <a:rPr lang="pt-BR" sz="24000" dirty="0"/>
              <a:t>O TEU SABER ME ENCANTA,</a:t>
            </a:r>
          </a:p>
          <a:p>
            <a:pPr algn="l"/>
            <a:r>
              <a:rPr lang="pt-BR" sz="24000" dirty="0"/>
              <a:t>ME EXCEDE E ME SUPERA,</a:t>
            </a:r>
          </a:p>
          <a:p>
            <a:pPr algn="l"/>
            <a:r>
              <a:rPr lang="pt-BR" sz="24000" dirty="0"/>
              <a:t>TUA MÃO ME ACOMPANHA,</a:t>
            </a:r>
          </a:p>
          <a:p>
            <a:pPr algn="l"/>
            <a:r>
              <a:rPr lang="pt-BR" sz="24000" dirty="0"/>
              <a:t>ME GUIA E ME ACOBERTA!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07738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B828-C600-592A-CBAE-B4BB5B2F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EC5CD-8C27-B603-548C-D1EFE6C1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842E6E-42E9-8F1B-6263-B32AE5D0B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83217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BCA1-57F6-5643-FE79-ACB1B978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94C7F-46B7-7135-578F-FFF46B629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0266F-6F2E-3175-2402-72B521470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3. POR TRÁS E PELA FRENTE</a:t>
            </a:r>
          </a:p>
          <a:p>
            <a:pPr algn="l"/>
            <a:r>
              <a:rPr lang="pt-BR" sz="24000" dirty="0"/>
              <a:t>TEU SER ME ENVOLVE E CERCA,</a:t>
            </a:r>
          </a:p>
          <a:p>
            <a:pPr algn="l"/>
            <a:r>
              <a:rPr lang="pt-BR" sz="24000" dirty="0"/>
              <a:t>O TEU SABER ME ENCANTA,</a:t>
            </a:r>
          </a:p>
          <a:p>
            <a:pPr algn="l"/>
            <a:r>
              <a:rPr lang="pt-BR" sz="24000" dirty="0"/>
              <a:t>ME EXCEDE E ME SUPERA,</a:t>
            </a:r>
          </a:p>
          <a:p>
            <a:pPr algn="l"/>
            <a:r>
              <a:rPr lang="pt-BR" sz="24000" dirty="0"/>
              <a:t>TUA MÃO ME ACOMPANHA,</a:t>
            </a:r>
          </a:p>
          <a:p>
            <a:pPr algn="l"/>
            <a:r>
              <a:rPr lang="pt-BR" sz="24000" dirty="0"/>
              <a:t>ME GUIA E ME ACOBERTA!</a:t>
            </a:r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1041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BB51-30B8-6ED5-F3D4-53BBDC2C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83623-41D2-87BC-7136-4D3507A08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1BE64D-EF10-CF56-5E74-9E6747564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TU ÉS A LUZ, SENHOR,</a:t>
            </a:r>
          </a:p>
          <a:p>
            <a:pPr algn="l"/>
            <a:r>
              <a:rPr lang="pt-BR" sz="24000" b="1" dirty="0"/>
              <a:t>DO MEU ANDAR, SENHOR,</a:t>
            </a:r>
          </a:p>
          <a:p>
            <a:pPr algn="l"/>
            <a:r>
              <a:rPr lang="pt-BR" sz="24000" b="1" dirty="0"/>
              <a:t>DO MEU LUTAR, SENHOR,</a:t>
            </a:r>
          </a:p>
          <a:p>
            <a:pPr algn="l"/>
            <a:r>
              <a:rPr lang="pt-BR" sz="24000" b="1" dirty="0"/>
              <a:t>FORÇA DO MEU SOFRER.</a:t>
            </a:r>
          </a:p>
          <a:p>
            <a:pPr algn="l"/>
            <a:r>
              <a:rPr lang="pt-BR" sz="24000" b="1" dirty="0"/>
              <a:t>EM TUAS MÃOS, SENHOR,</a:t>
            </a:r>
          </a:p>
          <a:p>
            <a:pPr algn="l"/>
            <a:r>
              <a:rPr lang="pt-BR" sz="24000" b="1" dirty="0"/>
              <a:t>QUERO VIVER.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67838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109C-1518-792B-67AC-967A5F31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5AD5D-9917-0815-6F5D-E0AB3FC5F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E17D1-64D7-6377-5652-AE39AF9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4. SE A LUZ DO SOL SE FOSSE,</a:t>
            </a:r>
          </a:p>
          <a:p>
            <a:pPr algn="l"/>
            <a:r>
              <a:rPr lang="pt-BR" sz="24000" dirty="0"/>
              <a:t>QUE ESCURIDÃO SERIA!…</a:t>
            </a:r>
          </a:p>
          <a:p>
            <a:pPr algn="l"/>
            <a:r>
              <a:rPr lang="pt-BR" sz="24000" dirty="0"/>
              <a:t>SE AS TREVAS ME ENVOLVESSEM,</a:t>
            </a:r>
          </a:p>
          <a:p>
            <a:pPr algn="l"/>
            <a:r>
              <a:rPr lang="pt-BR" sz="24000" dirty="0"/>
              <a:t>O QUE ADIANTARIA?…</a:t>
            </a:r>
          </a:p>
          <a:p>
            <a:pPr algn="l"/>
            <a:r>
              <a:rPr lang="pt-BR" sz="24000" dirty="0"/>
              <a:t>PRA TI, SENHOR, A NOITE</a:t>
            </a:r>
          </a:p>
          <a:p>
            <a:pPr algn="l"/>
            <a:r>
              <a:rPr lang="pt-BR" sz="24000" dirty="0"/>
              <a:t>É CLARA COMO DIA!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37937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656272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D816-E0D9-957A-1DE0-A8D2B8A9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FC2DAE-3856-76C8-F2D4-6746891E62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999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1 - PECADOR, AGORA É TEMPO DE PESAR E DE TEMOR:</a:t>
            </a:r>
          </a:p>
          <a:p>
            <a:pPr algn="l"/>
            <a:r>
              <a:rPr lang="pt-BR" sz="8800" b="1" dirty="0"/>
              <a:t>SERVE A DEUS DESPREZA O MUNDO,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2 - NESTE TEMPO SACROSSANTO O PECADO FAZ HORROR:</a:t>
            </a:r>
          </a:p>
          <a:p>
            <a:pPr algn="l"/>
            <a:r>
              <a:rPr lang="pt-BR" sz="8800" b="1" dirty="0"/>
              <a:t>CONTEMPLANDO A CRUZ DE CRISTO, JÁ NÃO SEJAS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3 - VAIS PECANDO, VAIS PECANDO, VAIS DE HORROR EM MAIS HORROR:</a:t>
            </a:r>
          </a:p>
          <a:p>
            <a:pPr algn="l"/>
            <a:r>
              <a:rPr lang="pt-BR" sz="8800" b="1" dirty="0"/>
              <a:t>FILHO, ACORDA DESSA MORTE,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4 - PASSAM MESES, PASSAM ANOS, SEM QUE BUSQUES TEU SENHOR:</a:t>
            </a:r>
          </a:p>
          <a:p>
            <a:pPr algn="l"/>
            <a:r>
              <a:rPr lang="pt-BR" sz="8800" b="1" dirty="0"/>
              <a:t>COMO UM DIA PARA O OUTRO, ASSIM MORRE O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5 - PECADOR ARREPENDIDO, POBREZINHO PECADOR,</a:t>
            </a:r>
          </a:p>
          <a:p>
            <a:pPr algn="l"/>
            <a:r>
              <a:rPr lang="pt-BR" sz="8800" b="1" dirty="0"/>
              <a:t>VEM, ABRAÇA-TE CONTRITO COM TEU PAI, TEU CRIADOR!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6 - COMPAIXÃO, MISERICÓRDIA VOS PEDIMOS, REDENTOR:</a:t>
            </a:r>
          </a:p>
          <a:p>
            <a:pPr algn="l"/>
            <a:r>
              <a:rPr lang="pt-BR" sz="8800" b="1" dirty="0"/>
              <a:t>PELA VIRGEM, MÃE DAS DORES, PERDOAI-NOS, DEUS DE AMOR! (BIS)</a:t>
            </a:r>
          </a:p>
        </p:txBody>
      </p:sp>
    </p:spTree>
    <p:extLst>
      <p:ext uri="{BB962C8B-B14F-4D97-AF65-F5344CB8AC3E}">
        <p14:creationId xmlns:p14="http://schemas.microsoft.com/office/powerpoint/2010/main" val="2423328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8513</TotalTime>
  <Words>953</Words>
  <Application>Microsoft Office PowerPoint</Application>
  <PresentationFormat>Widescreen</PresentationFormat>
  <Paragraphs>159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arial</vt:lpstr>
      <vt:lpstr>Calibri</vt:lpstr>
      <vt:lpstr>Calibri Light</vt:lpstr>
      <vt:lpstr>Constantia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KYRIE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74</cp:revision>
  <dcterms:created xsi:type="dcterms:W3CDTF">2023-05-06T17:01:55Z</dcterms:created>
  <dcterms:modified xsi:type="dcterms:W3CDTF">2026-03-21T19:21:57Z</dcterms:modified>
</cp:coreProperties>
</file>