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85" r:id="rId3"/>
    <p:sldId id="486" r:id="rId4"/>
    <p:sldId id="432" r:id="rId5"/>
    <p:sldId id="487" r:id="rId6"/>
    <p:sldId id="264" r:id="rId7"/>
    <p:sldId id="259" r:id="rId8"/>
    <p:sldId id="462" r:id="rId9"/>
    <p:sldId id="461" r:id="rId10"/>
    <p:sldId id="488" r:id="rId11"/>
    <p:sldId id="265" r:id="rId12"/>
    <p:sldId id="266" r:id="rId13"/>
    <p:sldId id="267" r:id="rId14"/>
    <p:sldId id="271" r:id="rId15"/>
    <p:sldId id="438" r:id="rId16"/>
    <p:sldId id="449" r:id="rId17"/>
    <p:sldId id="489" r:id="rId18"/>
    <p:sldId id="450" r:id="rId19"/>
    <p:sldId id="490" r:id="rId20"/>
    <p:sldId id="468" r:id="rId21"/>
    <p:sldId id="292" r:id="rId22"/>
    <p:sldId id="275" r:id="rId23"/>
    <p:sldId id="361" r:id="rId24"/>
    <p:sldId id="362" r:id="rId25"/>
    <p:sldId id="491" r:id="rId26"/>
    <p:sldId id="492" r:id="rId27"/>
    <p:sldId id="493" r:id="rId28"/>
    <p:sldId id="494" r:id="rId29"/>
    <p:sldId id="277" r:id="rId30"/>
    <p:sldId id="420" r:id="rId31"/>
    <p:sldId id="437" r:id="rId32"/>
    <p:sldId id="436" r:id="rId33"/>
    <p:sldId id="495" r:id="rId34"/>
    <p:sldId id="428" r:id="rId35"/>
    <p:sldId id="483" r:id="rId36"/>
    <p:sldId id="484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5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691B05B-9FC8-A825-E079-F92E9846F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1998" cy="6858000"/>
          </a:xfrm>
          <a:prstGeom prst="rect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6" y="3669609"/>
            <a:ext cx="1167384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3</a:t>
            </a:r>
            <a:r>
              <a:rPr lang="pt-BR" sz="7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º</a:t>
            </a:r>
            <a:r>
              <a:rPr lang="pt-BR" sz="8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DOMINGO DA QUARESMA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DIA DA SALVAÇÃO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AO PAI VOLTEMOS, JUNTOS ANDEMOS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0789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1. OS CAMINHOS DO SENHOR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SÃO VERDADE, SÃO AMOR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DIRIGI OS PASSOS MEUS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EM VÓS ESPERO, Ó SENHOR!</a:t>
            </a:r>
          </a:p>
          <a:p>
            <a:pPr algn="l"/>
            <a:endParaRPr lang="pt-BR" sz="60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GUIA AO BOM CAMINHO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QUEM ERROU E QUER VOLTAR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É BOM, FIEL E JUSTO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BUSCA E VEM SALVAR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968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F68A-A1ED-DA1B-93F7-0702A9C9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B2CAC-155F-66B3-8C3B-84580535D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AD40DA-9D0E-1B92-9FB0-356D66A3C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DIA DA SALVAÇÃO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AO PAI VOLTEMOS, JUNTOS ANDEMOS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817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2. VIVEREI COM O SENHOR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ELE É MEU SUSTENTO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EU CONFIO, MESMO QUANDO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MINHA DOR NÃO MAIS AGUENTO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TEM VALOR AOS OLHOS SEUS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MEU SOFRER E MEU MORRER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LIBERTAI O VOSSO SERVO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 FAZEI-O REVIVER!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650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TENDE COMPAIXÃO DE NÓS, SENHOR.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PORQUE SOMOS PECADORES.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MANIFESTAI, SENHOR, A VOSSA MISERICÓRDIA.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08E1-938A-1A91-DA29-855E99A2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D2D44A-2644-9D90-A60F-62BB8990C5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35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93E5-849B-4235-9E70-3C6D4C27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DE146-A727-8AF8-3965-6DA66CF86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DFABD-67D0-97B8-FF6E-D48EFBDC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704" y="2458386"/>
            <a:ext cx="11516592" cy="3628755"/>
          </a:xfrm>
        </p:spPr>
        <p:txBody>
          <a:bodyPr>
            <a:normAutofit/>
          </a:bodyPr>
          <a:lstStyle/>
          <a:p>
            <a:r>
              <a:rPr lang="pt-BR" sz="4400" b="1" i="0" dirty="0">
                <a:effectLst/>
                <a:latin typeface="Open Sans" panose="020B0606030504020204" pitchFamily="34" charset="0"/>
              </a:rPr>
              <a:t>KYRIE ELEISON, KYRIE ELEISON (BIS)</a:t>
            </a:r>
          </a:p>
          <a:p>
            <a:r>
              <a:rPr lang="pt-BR" sz="4400" b="1" i="0" dirty="0">
                <a:effectLst/>
                <a:latin typeface="Open Sans" panose="020B0606030504020204" pitchFamily="34" charset="0"/>
              </a:rPr>
              <a:t>CHRISTE ELEISON, CHRISTE ELEISON (BIS)</a:t>
            </a:r>
          </a:p>
          <a:p>
            <a:r>
              <a:rPr lang="pt-BR" sz="4400" b="1" i="0" dirty="0">
                <a:effectLst/>
                <a:latin typeface="Open Sans" panose="020B0606030504020204" pitchFamily="34" charset="0"/>
              </a:rPr>
              <a:t>KYRIE ELEISON, KYRIE ELEISON (BIS)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3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989C-E4E5-6386-F66F-836270ED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87A7E72-D560-D9AD-F957-B2264356E0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848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lnSpcReduction="10000"/>
          </a:bodyPr>
          <a:lstStyle/>
          <a:p>
            <a:r>
              <a:rPr lang="pt-BR" sz="6600" b="1" dirty="0"/>
              <a:t>O SENHOR É BONDOSO E COMPASSIVO.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6000" b="1" dirty="0"/>
              <a:t>GLÓRIA E LOUVOR A VÓS, Ó CRISTO.</a:t>
            </a:r>
          </a:p>
          <a:p>
            <a:endParaRPr lang="pt-BR" sz="4800" b="1" dirty="0"/>
          </a:p>
          <a:p>
            <a:r>
              <a:rPr lang="pt-BR" sz="4800" dirty="0"/>
              <a:t>CONVERTEI-VOS, NOS DIZ O SENHOR, PORQUE O REINO DOS CÉUS ESTÁ PERTO.</a:t>
            </a:r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7E78-CA8D-CE77-0C7B-C6EBE68F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49F90-BDFA-4A56-D424-C32445C94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5DA0D2-6371-4E2D-B746-C6C8A073B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1. ESCUTAI, Ó SENHOR DEUS, MINHA ORAÇÃO</a:t>
            </a:r>
          </a:p>
          <a:p>
            <a:pPr algn="l"/>
            <a:r>
              <a:rPr lang="pt-BR" sz="6600" dirty="0"/>
              <a:t>ATENDEI A MINHA PRECE, AO MEU CLAMOR</a:t>
            </a:r>
          </a:p>
          <a:p>
            <a:pPr algn="l"/>
            <a:r>
              <a:rPr lang="pt-BR" sz="6600" dirty="0"/>
              <a:t>PORQUE SOIS O MEU ABRIGO E FORTALEZA</a:t>
            </a:r>
          </a:p>
          <a:p>
            <a:pPr algn="l"/>
            <a:r>
              <a:rPr lang="pt-BR" sz="6600" dirty="0"/>
              <a:t>SOIS A VIDA, SOIS AMPARO PROTETOR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630338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66645-A9ED-EB3B-362C-24C3C2D9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3D9FD-46BC-6BDA-433D-AFAD1B71D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BC5C9-9032-A8D5-DCBF-1E26A9344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71180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0AEB-82BB-EF1D-6EC2-54945CBB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CA8EA-46BF-0AAA-9A5C-DF34F704A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13A73A-8D2E-3AED-398A-982080F08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dirty="0"/>
              <a:t>2. A MINH’ALMA, Ó SENHOR, DE VÓS TEM SEDE</a:t>
            </a:r>
          </a:p>
          <a:p>
            <a:pPr algn="l"/>
            <a:r>
              <a:rPr lang="pt-BR" sz="7200" dirty="0"/>
              <a:t>COMO A TERRA SEDENTA E SEM ÁGUA</a:t>
            </a:r>
          </a:p>
          <a:p>
            <a:pPr algn="l"/>
            <a:r>
              <a:rPr lang="pt-BR" sz="7200" dirty="0"/>
              <a:t>DE SER SALVO, ME CONCEDEI A ALEGRIA</a:t>
            </a:r>
          </a:p>
          <a:p>
            <a:pPr algn="l"/>
            <a:r>
              <a:rPr lang="pt-BR" sz="7200" dirty="0"/>
              <a:t>PERDOAI-ME TODA CULPA, TODA MÁGOA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453652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75CD5-D395-7C24-943B-76D6BD49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D452A-E21B-75A7-5B2C-70C050F53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72F0E2-0670-3B37-A016-843265DC4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864461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D9D90-CC06-829C-D6F9-CFD08FB3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0EF12-86BD-5813-FC5C-E7C1F93BE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7505DF-BF38-0A70-5D21-3FC1CC104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0" y="1017320"/>
            <a:ext cx="11563303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3. ESTA TERRA, Ó SENHOR, FAVORECESTES</a:t>
            </a:r>
          </a:p>
          <a:p>
            <a:pPr algn="l"/>
            <a:r>
              <a:rPr lang="pt-BR" sz="6600" dirty="0"/>
              <a:t>PERDOASTES O PECADO AO VOSSO POVO</a:t>
            </a:r>
          </a:p>
          <a:p>
            <a:pPr algn="l"/>
            <a:r>
              <a:rPr lang="pt-BR" sz="6600" dirty="0"/>
              <a:t>VÓS SOIS BOM, SOIS CLEMENTE, SOIS PERDÃO</a:t>
            </a:r>
          </a:p>
          <a:p>
            <a:pPr algn="l"/>
            <a:r>
              <a:rPr lang="pt-BR" sz="6600" dirty="0"/>
              <a:t>VÓS SOIS, SENHOR, O DEUS DE AMOR A QUEM INVOCO</a:t>
            </a:r>
          </a:p>
        </p:txBody>
      </p:sp>
    </p:spTree>
    <p:extLst>
      <p:ext uri="{BB962C8B-B14F-4D97-AF65-F5344CB8AC3E}">
        <p14:creationId xmlns:p14="http://schemas.microsoft.com/office/powerpoint/2010/main" val="3458318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O SENHOR É MINHA LUZ; MINHA LUZ E SALVAÇÃO!</a:t>
            </a:r>
          </a:p>
          <a:p>
            <a:pPr algn="l"/>
            <a:endParaRPr lang="pt-BR" sz="12800" b="1" dirty="0"/>
          </a:p>
          <a:p>
            <a:pPr algn="l"/>
            <a:r>
              <a:rPr lang="pt-BR" sz="20000" dirty="0"/>
              <a:t>1 O SENHOR É MINHA LUZ E SALVAÇÃO; *</a:t>
            </a:r>
          </a:p>
          <a:p>
            <a:pPr algn="l"/>
            <a:r>
              <a:rPr lang="pt-BR" sz="20000" dirty="0"/>
              <a:t>DE QUEM EU TEREI MEDO?</a:t>
            </a:r>
          </a:p>
          <a:p>
            <a:pPr algn="l"/>
            <a:r>
              <a:rPr lang="pt-BR" sz="20000" dirty="0"/>
              <a:t>O SENHOR É A PROTEÇÃO DA MINHA VIDA; </a:t>
            </a:r>
          </a:p>
          <a:p>
            <a:pPr algn="l"/>
            <a:r>
              <a:rPr lang="pt-BR" sz="20000" dirty="0"/>
              <a:t>PERANTE QUEM EU TREMEREI? R.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0FA4-A6D6-DC23-ADA5-D9DFAEA1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C45ED-8FDF-15DA-7EFC-ED8B4089A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7C5FC7-B792-48DE-39CD-F5B1B6FF2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O SENHOR É MINHA LUZ; MINHA LUZ E SALVAÇÃO!</a:t>
            </a:r>
          </a:p>
          <a:p>
            <a:pPr algn="l"/>
            <a:endParaRPr lang="pt-BR" sz="20000" dirty="0"/>
          </a:p>
          <a:p>
            <a:pPr algn="l"/>
            <a:r>
              <a:rPr lang="pt-BR" sz="20000" dirty="0"/>
              <a:t>2 QUANDO AVANÇAM OS MALVADOS CONTRA MIM, *</a:t>
            </a:r>
          </a:p>
          <a:p>
            <a:pPr algn="l"/>
            <a:r>
              <a:rPr lang="pt-BR" sz="20000" dirty="0"/>
              <a:t>QUERENDO DEVORAR-ME,</a:t>
            </a:r>
          </a:p>
          <a:p>
            <a:pPr algn="l"/>
            <a:r>
              <a:rPr lang="pt-BR" sz="20000" dirty="0"/>
              <a:t>SÃO ELES, INIMIGOS E OPRESSORES, *</a:t>
            </a:r>
          </a:p>
          <a:p>
            <a:pPr algn="l"/>
            <a:r>
              <a:rPr lang="pt-BR" sz="20000" dirty="0"/>
              <a:t>QUE TROPEÇAM E SUCUMBEM. R.</a:t>
            </a:r>
          </a:p>
          <a:p>
            <a:pPr algn="l"/>
            <a:endParaRPr lang="pt-BR" sz="20000" dirty="0"/>
          </a:p>
        </p:txBody>
      </p:sp>
    </p:spTree>
    <p:extLst>
      <p:ext uri="{BB962C8B-B14F-4D97-AF65-F5344CB8AC3E}">
        <p14:creationId xmlns:p14="http://schemas.microsoft.com/office/powerpoint/2010/main" val="3646360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2789F-5271-2B93-FB58-F1ECF9C7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5870D-BE02-B9FF-13FC-011651B8A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C961B6-226F-6FE6-DE4A-27E5638D0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O SENHOR É MINHA LUZ; MINHA LUZ E SALVAÇÃO!</a:t>
            </a:r>
          </a:p>
          <a:p>
            <a:pPr algn="l"/>
            <a:endParaRPr lang="pt-BR" sz="12800" b="1" dirty="0"/>
          </a:p>
          <a:p>
            <a:pPr algn="l"/>
            <a:r>
              <a:rPr lang="pt-BR" sz="20000" dirty="0"/>
              <a:t>3 SE OS INIMIGOS SE ACAMPAREM CONTRA MIM, *</a:t>
            </a:r>
          </a:p>
          <a:p>
            <a:pPr algn="l"/>
            <a:r>
              <a:rPr lang="pt-BR" sz="20000" dirty="0"/>
              <a:t>NÃO TEMERÁ MEU CORAÇÃO;</a:t>
            </a:r>
          </a:p>
          <a:p>
            <a:pPr algn="l"/>
            <a:r>
              <a:rPr lang="pt-BR" sz="20000" dirty="0"/>
              <a:t>SE CONTRA MIM UMA BATALHA ESTOURAR, *</a:t>
            </a:r>
          </a:p>
          <a:p>
            <a:pPr algn="l"/>
            <a:r>
              <a:rPr lang="pt-BR" sz="20000" dirty="0"/>
              <a:t>MESMO ASSIM CONFIAREI. R.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07738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5BCA1-57F6-5643-FE79-ACB1B978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94C7F-46B7-7135-578F-FFF46B629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E0266F-6F2E-3175-2402-72B521470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O SENHOR É MINHA LUZ; MINHA LUZ E SALVAÇÃO!</a:t>
            </a:r>
          </a:p>
          <a:p>
            <a:pPr algn="l"/>
            <a:endParaRPr lang="pt-BR" sz="20000" dirty="0"/>
          </a:p>
          <a:p>
            <a:pPr algn="l"/>
            <a:r>
              <a:rPr lang="pt-BR" sz="20000" dirty="0"/>
              <a:t>4 AO SENHOR EU PEÇO APENAS UMA COISA, *</a:t>
            </a:r>
          </a:p>
          <a:p>
            <a:pPr algn="l"/>
            <a:r>
              <a:rPr lang="pt-BR" sz="20000" dirty="0"/>
              <a:t>E É SÓ ISTO QUE EU DESEJO:</a:t>
            </a:r>
          </a:p>
          <a:p>
            <a:pPr algn="l"/>
            <a:r>
              <a:rPr lang="pt-BR" sz="20000" dirty="0"/>
              <a:t>HABITAR NO SANTUÁRIO DO SENHOR *</a:t>
            </a:r>
          </a:p>
          <a:p>
            <a:pPr algn="l"/>
            <a:r>
              <a:rPr lang="pt-BR" sz="20000" dirty="0"/>
              <a:t>POR TODA A MINHA VIDA; R.</a:t>
            </a:r>
          </a:p>
          <a:p>
            <a:pPr algn="l"/>
            <a:endParaRPr lang="pt-BR" sz="200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10416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109C-1518-792B-67AC-967A5F31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5AD5D-9917-0815-6F5D-E0AB3FC5F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E17D1-64D7-6377-5652-AE39AF9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O SENHOR É MINHA LUZ; MINHA LUZ E SALVAÇÃO!</a:t>
            </a:r>
          </a:p>
          <a:p>
            <a:pPr algn="l"/>
            <a:endParaRPr lang="pt-BR" sz="20000" dirty="0"/>
          </a:p>
          <a:p>
            <a:pPr algn="l"/>
            <a:r>
              <a:rPr lang="pt-BR" sz="20000" dirty="0"/>
              <a:t>13 SEI QUE A BONDADE DO SENHOR EU HEI DE VER *</a:t>
            </a:r>
          </a:p>
          <a:p>
            <a:pPr algn="l"/>
            <a:r>
              <a:rPr lang="pt-BR" sz="20000" dirty="0"/>
              <a:t>NA TERRA DOS VIVENTES.</a:t>
            </a:r>
          </a:p>
          <a:p>
            <a:pPr algn="l"/>
            <a:r>
              <a:rPr lang="pt-BR" sz="20000" dirty="0"/>
              <a:t>14 ESPERA NO SENHOR E TEM CORAGEM, ESPERA NO SENHOR! R.</a:t>
            </a:r>
          </a:p>
          <a:p>
            <a:pPr algn="l"/>
            <a:endParaRPr lang="pt-BR" sz="20000" dirty="0"/>
          </a:p>
          <a:p>
            <a:pPr algn="l"/>
            <a:endParaRPr lang="pt-BR" sz="200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37937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HOMENS O DULÇOR.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NA MORTE O DEFENSOR.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 CÉU, FELIZ PENHOR.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SÉCULOS, O SENHOR.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80D1A-F979-32CE-664B-B5B246B4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5B65C-D25B-8552-D058-D26C549E2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CFD4CA-C151-F607-AD46-12E1ECA0A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LEMBRA, SENHOR, O TEU AMOR, FIEL PARA SEMPRE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QUE OS INIMIGOS NÃO TRIUNFEM SOBRE O POVO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DE SUAS ANGÚSTIAS, Ó, SENHOR, LIVRA TUA GENTE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026287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A958-20C9-29E0-49D0-E53167FE9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A27A6-86D6-7209-109F-2B022B468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2F8BE7-598C-EC8A-90C6-4A178927F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SENHOR, MEU DEUS, A TI ELEVO A MINHA ALMA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EM TI CONFIO QUE EU NÃO SEJA ENVERGONHADO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NÃO SE ENVERGONHE QUEM EM TI PÕE SUA ESPERANÇA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MAS SIM QUEM NEGA POR UM NADA SUA FÉ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97952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8439</TotalTime>
  <Words>917</Words>
  <Application>Microsoft Office PowerPoint</Application>
  <PresentationFormat>Widescreen</PresentationFormat>
  <Paragraphs>164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Arial</vt:lpstr>
      <vt:lpstr>Arial</vt:lpstr>
      <vt:lpstr>Calibri</vt:lpstr>
      <vt:lpstr>Calibri Light</vt:lpstr>
      <vt:lpstr>Constantia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KYRIE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62</cp:revision>
  <dcterms:created xsi:type="dcterms:W3CDTF">2023-05-06T17:01:55Z</dcterms:created>
  <dcterms:modified xsi:type="dcterms:W3CDTF">2025-03-22T19:57:54Z</dcterms:modified>
</cp:coreProperties>
</file>