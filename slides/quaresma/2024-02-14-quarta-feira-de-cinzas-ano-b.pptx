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85" r:id="rId4"/>
    <p:sldId id="486" r:id="rId5"/>
    <p:sldId id="258" r:id="rId6"/>
    <p:sldId id="265" r:id="rId7"/>
    <p:sldId id="266" r:id="rId8"/>
    <p:sldId id="267" r:id="rId9"/>
    <p:sldId id="271" r:id="rId10"/>
    <p:sldId id="269" r:id="rId11"/>
    <p:sldId id="496" r:id="rId12"/>
    <p:sldId id="497" r:id="rId13"/>
    <p:sldId id="495" r:id="rId14"/>
    <p:sldId id="494" r:id="rId15"/>
    <p:sldId id="487" r:id="rId16"/>
    <p:sldId id="488" r:id="rId17"/>
    <p:sldId id="489" r:id="rId18"/>
    <p:sldId id="361" r:id="rId19"/>
    <p:sldId id="445" r:id="rId20"/>
    <p:sldId id="481" r:id="rId21"/>
    <p:sldId id="443" r:id="rId22"/>
    <p:sldId id="444" r:id="rId23"/>
    <p:sldId id="439" r:id="rId24"/>
    <p:sldId id="490" r:id="rId25"/>
    <p:sldId id="472" r:id="rId26"/>
    <p:sldId id="491" r:id="rId27"/>
    <p:sldId id="474" r:id="rId28"/>
    <p:sldId id="492" r:id="rId29"/>
    <p:sldId id="493" r:id="rId30"/>
    <p:sldId id="277" r:id="rId31"/>
    <p:sldId id="428" r:id="rId32"/>
    <p:sldId id="429" r:id="rId33"/>
    <p:sldId id="475" r:id="rId34"/>
    <p:sldId id="476" r:id="rId35"/>
    <p:sldId id="498" r:id="rId36"/>
    <p:sldId id="499" r:id="rId37"/>
    <p:sldId id="460" r:id="rId38"/>
    <p:sldId id="337" r:id="rId39"/>
    <p:sldId id="484" r:id="rId40"/>
    <p:sldId id="500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C066F92-4F9D-468B-9A42-4E87A75E4E84}"/>
    <pc:docChg chg="undo custSel addSld delSld modSld sldOrd">
      <pc:chgData name="anaclaracosta116@gmail.com" userId="a793634777582c92" providerId="LiveId" clId="{8C066F92-4F9D-468B-9A42-4E87A75E4E84}" dt="2024-02-14T15:08:26.759" v="2089" actId="27636"/>
      <pc:docMkLst>
        <pc:docMk/>
      </pc:docMkLst>
      <pc:sldChg chg="del">
        <pc:chgData name="anaclaracosta116@gmail.com" userId="a793634777582c92" providerId="LiveId" clId="{8C066F92-4F9D-468B-9A42-4E87A75E4E84}" dt="2024-02-14T14:36:14.260" v="16" actId="2696"/>
        <pc:sldMkLst>
          <pc:docMk/>
          <pc:sldMk cId="2490480151" sldId="259"/>
        </pc:sldMkLst>
      </pc:sldChg>
      <pc:sldChg chg="del">
        <pc:chgData name="anaclaracosta116@gmail.com" userId="a793634777582c92" providerId="LiveId" clId="{8C066F92-4F9D-468B-9A42-4E87A75E4E84}" dt="2024-02-14T14:36:22.435" v="19" actId="2696"/>
        <pc:sldMkLst>
          <pc:docMk/>
          <pc:sldMk cId="3723452890" sldId="260"/>
        </pc:sldMkLst>
      </pc:sldChg>
      <pc:sldChg chg="del">
        <pc:chgData name="anaclaracosta116@gmail.com" userId="a793634777582c92" providerId="LiveId" clId="{8C066F92-4F9D-468B-9A42-4E87A75E4E84}" dt="2024-02-14T14:36:25.580" v="20" actId="2696"/>
        <pc:sldMkLst>
          <pc:docMk/>
          <pc:sldMk cId="337661645" sldId="261"/>
        </pc:sldMkLst>
      </pc:sldChg>
      <pc:sldChg chg="del">
        <pc:chgData name="anaclaracosta116@gmail.com" userId="a793634777582c92" providerId="LiveId" clId="{8C066F92-4F9D-468B-9A42-4E87A75E4E84}" dt="2024-02-14T14:36:43.195" v="26" actId="2696"/>
        <pc:sldMkLst>
          <pc:docMk/>
          <pc:sldMk cId="3222059865" sldId="264"/>
        </pc:sldMkLst>
      </pc:sldChg>
      <pc:sldChg chg="modSp mod">
        <pc:chgData name="anaclaracosta116@gmail.com" userId="a793634777582c92" providerId="LiveId" clId="{8C066F92-4F9D-468B-9A42-4E87A75E4E84}" dt="2024-02-14T14:37:08.071" v="28"/>
        <pc:sldMkLst>
          <pc:docMk/>
          <pc:sldMk cId="3388034860" sldId="265"/>
        </pc:sldMkLst>
        <pc:spChg chg="mod">
          <ac:chgData name="anaclaracosta116@gmail.com" userId="a793634777582c92" providerId="LiveId" clId="{8C066F92-4F9D-468B-9A42-4E87A75E4E84}" dt="2024-02-14T14:37:08.071" v="28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4:38:19.701" v="119"/>
        <pc:sldMkLst>
          <pc:docMk/>
          <pc:sldMk cId="2671817442" sldId="267"/>
        </pc:sldMkLst>
        <pc:spChg chg="mod">
          <ac:chgData name="anaclaracosta116@gmail.com" userId="a793634777582c92" providerId="LiveId" clId="{8C066F92-4F9D-468B-9A42-4E87A75E4E84}" dt="2024-02-14T14:38:19.701" v="119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8C066F92-4F9D-468B-9A42-4E87A75E4E84}" dt="2024-02-14T15:03:46.205" v="2056" actId="404"/>
        <pc:sldMkLst>
          <pc:docMk/>
          <pc:sldMk cId="2786277918" sldId="269"/>
        </pc:sldMkLst>
        <pc:spChg chg="mod">
          <ac:chgData name="anaclaracosta116@gmail.com" userId="a793634777582c92" providerId="LiveId" clId="{8C066F92-4F9D-468B-9A42-4E87A75E4E84}" dt="2024-02-14T14:59:34.839" v="1669" actId="20577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8C066F92-4F9D-468B-9A42-4E87A75E4E84}" dt="2024-02-14T15:03:46.205" v="2056" actId="404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5:07:37.714" v="2084" actId="27636"/>
        <pc:sldMkLst>
          <pc:docMk/>
          <pc:sldMk cId="4141278968" sldId="337"/>
        </pc:sldMkLst>
        <pc:spChg chg="mod">
          <ac:chgData name="anaclaracosta116@gmail.com" userId="a793634777582c92" providerId="LiveId" clId="{8C066F92-4F9D-468B-9A42-4E87A75E4E84}" dt="2024-02-14T15:07:37.714" v="2084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C066F92-4F9D-468B-9A42-4E87A75E4E84}" dt="2024-02-14T14:36:28.410" v="21" actId="2696"/>
        <pc:sldMkLst>
          <pc:docMk/>
          <pc:sldMk cId="1733667129" sldId="338"/>
        </pc:sldMkLst>
      </pc:sldChg>
      <pc:sldChg chg="del">
        <pc:chgData name="anaclaracosta116@gmail.com" userId="a793634777582c92" providerId="LiveId" clId="{8C066F92-4F9D-468B-9A42-4E87A75E4E84}" dt="2024-02-14T14:36:31.151" v="22" actId="2696"/>
        <pc:sldMkLst>
          <pc:docMk/>
          <pc:sldMk cId="2703894855" sldId="339"/>
        </pc:sldMkLst>
      </pc:sldChg>
      <pc:sldChg chg="del">
        <pc:chgData name="anaclaracosta116@gmail.com" userId="a793634777582c92" providerId="LiveId" clId="{8C066F92-4F9D-468B-9A42-4E87A75E4E84}" dt="2024-02-14T14:36:33.909" v="23" actId="2696"/>
        <pc:sldMkLst>
          <pc:docMk/>
          <pc:sldMk cId="641955455" sldId="340"/>
        </pc:sldMkLst>
      </pc:sldChg>
      <pc:sldChg chg="modSp mod">
        <pc:chgData name="anaclaracosta116@gmail.com" userId="a793634777582c92" providerId="LiveId" clId="{8C066F92-4F9D-468B-9A42-4E87A75E4E84}" dt="2024-02-14T14:34:55.665" v="8" actId="27636"/>
        <pc:sldMkLst>
          <pc:docMk/>
          <pc:sldMk cId="880466366" sldId="354"/>
        </pc:sldMkLst>
        <pc:spChg chg="mod">
          <ac:chgData name="anaclaracosta116@gmail.com" userId="a793634777582c92" providerId="LiveId" clId="{8C066F92-4F9D-468B-9A42-4E87A75E4E84}" dt="2024-02-14T14:34:55.665" v="8" actId="27636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C066F92-4F9D-468B-9A42-4E87A75E4E84}" dt="2024-02-14T14:36:36.472" v="24" actId="2696"/>
        <pc:sldMkLst>
          <pc:docMk/>
          <pc:sldMk cId="3733524150" sldId="377"/>
        </pc:sldMkLst>
      </pc:sldChg>
      <pc:sldChg chg="del">
        <pc:chgData name="anaclaracosta116@gmail.com" userId="a793634777582c92" providerId="LiveId" clId="{8C066F92-4F9D-468B-9A42-4E87A75E4E84}" dt="2024-02-14T14:36:16.623" v="17" actId="2696"/>
        <pc:sldMkLst>
          <pc:docMk/>
          <pc:sldMk cId="1193674150" sldId="411"/>
        </pc:sldMkLst>
      </pc:sldChg>
      <pc:sldChg chg="del">
        <pc:chgData name="anaclaracosta116@gmail.com" userId="a793634777582c92" providerId="LiveId" clId="{8C066F92-4F9D-468B-9A42-4E87A75E4E84}" dt="2024-02-14T15:06:42.503" v="2082" actId="2696"/>
        <pc:sldMkLst>
          <pc:docMk/>
          <pc:sldMk cId="790165418" sldId="427"/>
        </pc:sldMkLst>
      </pc:sldChg>
      <pc:sldChg chg="modSp mod">
        <pc:chgData name="anaclaracosta116@gmail.com" userId="a793634777582c92" providerId="LiveId" clId="{8C066F92-4F9D-468B-9A42-4E87A75E4E84}" dt="2024-02-14T15:04:40.916" v="2061" actId="27636"/>
        <pc:sldMkLst>
          <pc:docMk/>
          <pc:sldMk cId="3734991938" sldId="428"/>
        </pc:sldMkLst>
        <pc:spChg chg="mod">
          <ac:chgData name="anaclaracosta116@gmail.com" userId="a793634777582c92" providerId="LiveId" clId="{8C066F92-4F9D-468B-9A42-4E87A75E4E84}" dt="2024-02-14T15:04:40.916" v="2061" actId="27636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5:04:48.561" v="2063" actId="27636"/>
        <pc:sldMkLst>
          <pc:docMk/>
          <pc:sldMk cId="1475441202" sldId="429"/>
        </pc:sldMkLst>
        <pc:spChg chg="mod">
          <ac:chgData name="anaclaracosta116@gmail.com" userId="a793634777582c92" providerId="LiveId" clId="{8C066F92-4F9D-468B-9A42-4E87A75E4E84}" dt="2024-02-14T15:04:48.561" v="2063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4:53:36.864" v="1127" actId="20577"/>
        <pc:sldMkLst>
          <pc:docMk/>
          <pc:sldMk cId="1179819499" sldId="439"/>
        </pc:sldMkLst>
        <pc:spChg chg="mod">
          <ac:chgData name="anaclaracosta116@gmail.com" userId="a793634777582c92" providerId="LiveId" clId="{8C066F92-4F9D-468B-9A42-4E87A75E4E84}" dt="2024-02-14T14:53:36.864" v="1127" actId="20577"/>
          <ac:spMkLst>
            <pc:docMk/>
            <pc:sldMk cId="1179819499" sldId="4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4:51:43.511" v="945" actId="20577"/>
        <pc:sldMkLst>
          <pc:docMk/>
          <pc:sldMk cId="3496163428" sldId="444"/>
        </pc:sldMkLst>
        <pc:spChg chg="mod">
          <ac:chgData name="anaclaracosta116@gmail.com" userId="a793634777582c92" providerId="LiveId" clId="{8C066F92-4F9D-468B-9A42-4E87A75E4E84}" dt="2024-02-14T14:51:43.511" v="945" actId="20577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4:49:03.794" v="657" actId="113"/>
        <pc:sldMkLst>
          <pc:docMk/>
          <pc:sldMk cId="374298811" sldId="445"/>
        </pc:sldMkLst>
        <pc:spChg chg="mod">
          <ac:chgData name="anaclaracosta116@gmail.com" userId="a793634777582c92" providerId="LiveId" clId="{8C066F92-4F9D-468B-9A42-4E87A75E4E84}" dt="2024-02-14T14:47:28.581" v="529" actId="20577"/>
          <ac:spMkLst>
            <pc:docMk/>
            <pc:sldMk cId="374298811" sldId="445"/>
            <ac:spMk id="2" creationId="{F0E406B4-85AC-B67B-F9E2-21AAF8067483}"/>
          </ac:spMkLst>
        </pc:spChg>
        <pc:spChg chg="mod">
          <ac:chgData name="anaclaracosta116@gmail.com" userId="a793634777582c92" providerId="LiveId" clId="{8C066F92-4F9D-468B-9A42-4E87A75E4E84}" dt="2024-02-14T14:49:03.794" v="657" actId="113"/>
          <ac:spMkLst>
            <pc:docMk/>
            <pc:sldMk cId="374298811" sldId="44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C066F92-4F9D-468B-9A42-4E87A75E4E84}" dt="2024-02-14T15:06:34.081" v="2079" actId="2696"/>
        <pc:sldMkLst>
          <pc:docMk/>
          <pc:sldMk cId="2649529568" sldId="459"/>
        </pc:sldMkLst>
      </pc:sldChg>
      <pc:sldChg chg="del">
        <pc:chgData name="anaclaracosta116@gmail.com" userId="a793634777582c92" providerId="LiveId" clId="{8C066F92-4F9D-468B-9A42-4E87A75E4E84}" dt="2024-02-14T14:35:00.782" v="9" actId="2696"/>
        <pc:sldMkLst>
          <pc:docMk/>
          <pc:sldMk cId="1877514772" sldId="467"/>
        </pc:sldMkLst>
      </pc:sldChg>
      <pc:sldChg chg="del">
        <pc:chgData name="anaclaracosta116@gmail.com" userId="a793634777582c92" providerId="LiveId" clId="{8C066F92-4F9D-468B-9A42-4E87A75E4E84}" dt="2024-02-14T14:43:20.361" v="268" actId="2696"/>
        <pc:sldMkLst>
          <pc:docMk/>
          <pc:sldMk cId="2395893813" sldId="469"/>
        </pc:sldMkLst>
      </pc:sldChg>
      <pc:sldChg chg="del">
        <pc:chgData name="anaclaracosta116@gmail.com" userId="a793634777582c92" providerId="LiveId" clId="{8C066F92-4F9D-468B-9A42-4E87A75E4E84}" dt="2024-02-14T14:43:25.367" v="270" actId="2696"/>
        <pc:sldMkLst>
          <pc:docMk/>
          <pc:sldMk cId="3477985838" sldId="470"/>
        </pc:sldMkLst>
      </pc:sldChg>
      <pc:sldChg chg="modSp mod">
        <pc:chgData name="anaclaracosta116@gmail.com" userId="a793634777582c92" providerId="LiveId" clId="{8C066F92-4F9D-468B-9A42-4E87A75E4E84}" dt="2024-02-14T14:55:38.739" v="1308" actId="20577"/>
        <pc:sldMkLst>
          <pc:docMk/>
          <pc:sldMk cId="1525905126" sldId="472"/>
        </pc:sldMkLst>
        <pc:spChg chg="mod">
          <ac:chgData name="anaclaracosta116@gmail.com" userId="a793634777582c92" providerId="LiveId" clId="{8C066F92-4F9D-468B-9A42-4E87A75E4E84}" dt="2024-02-14T14:55:38.739" v="1308" actId="20577"/>
          <ac:spMkLst>
            <pc:docMk/>
            <pc:sldMk cId="1525905126" sldId="4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4:57:34.560" v="1473" actId="27636"/>
        <pc:sldMkLst>
          <pc:docMk/>
          <pc:sldMk cId="1380314716" sldId="474"/>
        </pc:sldMkLst>
        <pc:spChg chg="mod">
          <ac:chgData name="anaclaracosta116@gmail.com" userId="a793634777582c92" providerId="LiveId" clId="{8C066F92-4F9D-468B-9A42-4E87A75E4E84}" dt="2024-02-14T14:57:34.560" v="1473" actId="27636"/>
          <ac:spMkLst>
            <pc:docMk/>
            <pc:sldMk cId="1380314716" sldId="4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5:05:25.702" v="2068" actId="27636"/>
        <pc:sldMkLst>
          <pc:docMk/>
          <pc:sldMk cId="3727300810" sldId="475"/>
        </pc:sldMkLst>
        <pc:spChg chg="mod">
          <ac:chgData name="anaclaracosta116@gmail.com" userId="a793634777582c92" providerId="LiveId" clId="{8C066F92-4F9D-468B-9A42-4E87A75E4E84}" dt="2024-02-14T15:05:25.702" v="2068" actId="27636"/>
          <ac:spMkLst>
            <pc:docMk/>
            <pc:sldMk cId="3727300810" sldId="4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C066F92-4F9D-468B-9A42-4E87A75E4E84}" dt="2024-02-14T15:05:34.429" v="2070" actId="27636"/>
        <pc:sldMkLst>
          <pc:docMk/>
          <pc:sldMk cId="3136888973" sldId="476"/>
        </pc:sldMkLst>
        <pc:spChg chg="mod">
          <ac:chgData name="anaclaracosta116@gmail.com" userId="a793634777582c92" providerId="LiveId" clId="{8C066F92-4F9D-468B-9A42-4E87A75E4E84}" dt="2024-02-14T15:05:34.429" v="2070" actId="27636"/>
          <ac:spMkLst>
            <pc:docMk/>
            <pc:sldMk cId="3136888973" sldId="47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C066F92-4F9D-468B-9A42-4E87A75E4E84}" dt="2024-02-14T14:36:19.684" v="18" actId="2696"/>
        <pc:sldMkLst>
          <pc:docMk/>
          <pc:sldMk cId="2493255585" sldId="478"/>
        </pc:sldMkLst>
      </pc:sldChg>
      <pc:sldChg chg="del">
        <pc:chgData name="anaclaracosta116@gmail.com" userId="a793634777582c92" providerId="LiveId" clId="{8C066F92-4F9D-468B-9A42-4E87A75E4E84}" dt="2024-02-14T14:36:38.673" v="25" actId="2696"/>
        <pc:sldMkLst>
          <pc:docMk/>
          <pc:sldMk cId="1294689904" sldId="479"/>
        </pc:sldMkLst>
      </pc:sldChg>
      <pc:sldChg chg="del">
        <pc:chgData name="anaclaracosta116@gmail.com" userId="a793634777582c92" providerId="LiveId" clId="{8C066F92-4F9D-468B-9A42-4E87A75E4E84}" dt="2024-02-14T14:43:22.866" v="269" actId="2696"/>
        <pc:sldMkLst>
          <pc:docMk/>
          <pc:sldMk cId="4190419614" sldId="480"/>
        </pc:sldMkLst>
      </pc:sldChg>
      <pc:sldChg chg="modSp mod">
        <pc:chgData name="anaclaracosta116@gmail.com" userId="a793634777582c92" providerId="LiveId" clId="{8C066F92-4F9D-468B-9A42-4E87A75E4E84}" dt="2024-02-14T14:50:35.563" v="836" actId="20577"/>
        <pc:sldMkLst>
          <pc:docMk/>
          <pc:sldMk cId="1472066218" sldId="481"/>
        </pc:sldMkLst>
        <pc:spChg chg="mod">
          <ac:chgData name="anaclaracosta116@gmail.com" userId="a793634777582c92" providerId="LiveId" clId="{8C066F92-4F9D-468B-9A42-4E87A75E4E84}" dt="2024-02-14T14:50:35.563" v="836" actId="20577"/>
          <ac:spMkLst>
            <pc:docMk/>
            <pc:sldMk cId="1472066218" sldId="481"/>
            <ac:spMk id="2" creationId="{F0E406B4-85AC-B67B-F9E2-21AAF8067483}"/>
          </ac:spMkLst>
        </pc:spChg>
        <pc:spChg chg="mod">
          <ac:chgData name="anaclaracosta116@gmail.com" userId="a793634777582c92" providerId="LiveId" clId="{8C066F92-4F9D-468B-9A42-4E87A75E4E84}" dt="2024-02-14T14:50:27.833" v="831" actId="404"/>
          <ac:spMkLst>
            <pc:docMk/>
            <pc:sldMk cId="1472066218" sldId="48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C066F92-4F9D-468B-9A42-4E87A75E4E84}" dt="2024-02-14T14:53:49.767" v="1131" actId="2696"/>
        <pc:sldMkLst>
          <pc:docMk/>
          <pc:sldMk cId="4276673297" sldId="482"/>
        </pc:sldMkLst>
      </pc:sldChg>
      <pc:sldChg chg="del">
        <pc:chgData name="anaclaracosta116@gmail.com" userId="a793634777582c92" providerId="LiveId" clId="{8C066F92-4F9D-468B-9A42-4E87A75E4E84}" dt="2024-02-14T14:55:42.447" v="1309" actId="2696"/>
        <pc:sldMkLst>
          <pc:docMk/>
          <pc:sldMk cId="4191238401" sldId="483"/>
        </pc:sldMkLst>
      </pc:sldChg>
      <pc:sldChg chg="modSp mod">
        <pc:chgData name="anaclaracosta116@gmail.com" userId="a793634777582c92" providerId="LiveId" clId="{8C066F92-4F9D-468B-9A42-4E87A75E4E84}" dt="2024-02-14T15:08:01.738" v="2086" actId="27636"/>
        <pc:sldMkLst>
          <pc:docMk/>
          <pc:sldMk cId="1591775804" sldId="484"/>
        </pc:sldMkLst>
        <pc:spChg chg="mod">
          <ac:chgData name="anaclaracosta116@gmail.com" userId="a793634777582c92" providerId="LiveId" clId="{8C066F92-4F9D-468B-9A42-4E87A75E4E84}" dt="2024-02-14T15:08:01.738" v="2086" actId="27636"/>
          <ac:spMkLst>
            <pc:docMk/>
            <pc:sldMk cId="1591775804" sldId="48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C066F92-4F9D-468B-9A42-4E87A75E4E84}" dt="2024-02-14T14:35:59.067" v="14"/>
        <pc:sldMkLst>
          <pc:docMk/>
          <pc:sldMk cId="125663780" sldId="485"/>
        </pc:sldMkLst>
        <pc:spChg chg="mod">
          <ac:chgData name="anaclaracosta116@gmail.com" userId="a793634777582c92" providerId="LiveId" clId="{8C066F92-4F9D-468B-9A42-4E87A75E4E84}" dt="2024-02-14T14:35:59.067" v="14"/>
          <ac:spMkLst>
            <pc:docMk/>
            <pc:sldMk cId="125663780" sldId="485"/>
            <ac:spMk id="3" creationId="{7D15AE20-A773-8632-A095-48E4429E9951}"/>
          </ac:spMkLst>
        </pc:spChg>
      </pc:sldChg>
      <pc:sldChg chg="new del">
        <pc:chgData name="anaclaracosta116@gmail.com" userId="a793634777582c92" providerId="LiveId" clId="{8C066F92-4F9D-468B-9A42-4E87A75E4E84}" dt="2024-02-14T14:35:06.376" v="11" actId="680"/>
        <pc:sldMkLst>
          <pc:docMk/>
          <pc:sldMk cId="811661259" sldId="485"/>
        </pc:sldMkLst>
      </pc:sldChg>
      <pc:sldChg chg="modSp add mod">
        <pc:chgData name="anaclaracosta116@gmail.com" userId="a793634777582c92" providerId="LiveId" clId="{8C066F92-4F9D-468B-9A42-4E87A75E4E84}" dt="2024-02-14T14:36:05.541" v="15"/>
        <pc:sldMkLst>
          <pc:docMk/>
          <pc:sldMk cId="3639131343" sldId="486"/>
        </pc:sldMkLst>
        <pc:spChg chg="mod">
          <ac:chgData name="anaclaracosta116@gmail.com" userId="a793634777582c92" providerId="LiveId" clId="{8C066F92-4F9D-468B-9A42-4E87A75E4E84}" dt="2024-02-14T14:36:05.541" v="15"/>
          <ac:spMkLst>
            <pc:docMk/>
            <pc:sldMk cId="3639131343" sldId="486"/>
            <ac:spMk id="3" creationId="{6AB00B1E-5886-FBF2-83E3-4290B6A0A8DE}"/>
          </ac:spMkLst>
        </pc:spChg>
      </pc:sldChg>
      <pc:sldChg chg="modSp add mod">
        <pc:chgData name="anaclaracosta116@gmail.com" userId="a793634777582c92" providerId="LiveId" clId="{8C066F92-4F9D-468B-9A42-4E87A75E4E84}" dt="2024-02-14T14:44:38.816" v="360" actId="20577"/>
        <pc:sldMkLst>
          <pc:docMk/>
          <pc:sldMk cId="3982868087" sldId="487"/>
        </pc:sldMkLst>
        <pc:spChg chg="mod">
          <ac:chgData name="anaclaracosta116@gmail.com" userId="a793634777582c92" providerId="LiveId" clId="{8C066F92-4F9D-468B-9A42-4E87A75E4E84}" dt="2024-02-14T14:44:38.816" v="360" actId="20577"/>
          <ac:spMkLst>
            <pc:docMk/>
            <pc:sldMk cId="3982868087" sldId="487"/>
            <ac:spMk id="3" creationId="{C883D941-2FCA-E1E9-342F-8A40A1727979}"/>
          </ac:spMkLst>
        </pc:spChg>
      </pc:sldChg>
      <pc:sldChg chg="modSp add mod">
        <pc:chgData name="anaclaracosta116@gmail.com" userId="a793634777582c92" providerId="LiveId" clId="{8C066F92-4F9D-468B-9A42-4E87A75E4E84}" dt="2024-02-14T14:46:07.285" v="437" actId="404"/>
        <pc:sldMkLst>
          <pc:docMk/>
          <pc:sldMk cId="3106213148" sldId="488"/>
        </pc:sldMkLst>
        <pc:spChg chg="mod">
          <ac:chgData name="anaclaracosta116@gmail.com" userId="a793634777582c92" providerId="LiveId" clId="{8C066F92-4F9D-468B-9A42-4E87A75E4E84}" dt="2024-02-14T14:46:07.285" v="437" actId="404"/>
          <ac:spMkLst>
            <pc:docMk/>
            <pc:sldMk cId="3106213148" sldId="488"/>
            <ac:spMk id="3" creationId="{F93E4794-63C0-24B1-14AC-BD581725BE89}"/>
          </ac:spMkLst>
        </pc:spChg>
      </pc:sldChg>
      <pc:sldChg chg="modSp add mod">
        <pc:chgData name="anaclaracosta116@gmail.com" userId="a793634777582c92" providerId="LiveId" clId="{8C066F92-4F9D-468B-9A42-4E87A75E4E84}" dt="2024-02-14T14:47:19.313" v="524" actId="404"/>
        <pc:sldMkLst>
          <pc:docMk/>
          <pc:sldMk cId="3786357157" sldId="489"/>
        </pc:sldMkLst>
        <pc:spChg chg="mod">
          <ac:chgData name="anaclaracosta116@gmail.com" userId="a793634777582c92" providerId="LiveId" clId="{8C066F92-4F9D-468B-9A42-4E87A75E4E84}" dt="2024-02-14T14:47:19.313" v="524" actId="404"/>
          <ac:spMkLst>
            <pc:docMk/>
            <pc:sldMk cId="3786357157" sldId="489"/>
            <ac:spMk id="3" creationId="{09963D6D-1AB4-5771-AA5D-DC26E9B7FBB8}"/>
          </ac:spMkLst>
        </pc:spChg>
      </pc:sldChg>
      <pc:sldChg chg="add ord">
        <pc:chgData name="anaclaracosta116@gmail.com" userId="a793634777582c92" providerId="LiveId" clId="{8C066F92-4F9D-468B-9A42-4E87A75E4E84}" dt="2024-02-14T14:53:46.972" v="1130"/>
        <pc:sldMkLst>
          <pc:docMk/>
          <pc:sldMk cId="4214694212" sldId="490"/>
        </pc:sldMkLst>
      </pc:sldChg>
      <pc:sldChg chg="add ord">
        <pc:chgData name="anaclaracosta116@gmail.com" userId="a793634777582c92" providerId="LiveId" clId="{8C066F92-4F9D-468B-9A42-4E87A75E4E84}" dt="2024-02-14T14:55:48.983" v="1312"/>
        <pc:sldMkLst>
          <pc:docMk/>
          <pc:sldMk cId="246139148" sldId="491"/>
        </pc:sldMkLst>
      </pc:sldChg>
      <pc:sldChg chg="add ord">
        <pc:chgData name="anaclaracosta116@gmail.com" userId="a793634777582c92" providerId="LiveId" clId="{8C066F92-4F9D-468B-9A42-4E87A75E4E84}" dt="2024-02-14T14:57:41.308" v="1476"/>
        <pc:sldMkLst>
          <pc:docMk/>
          <pc:sldMk cId="2740597755" sldId="492"/>
        </pc:sldMkLst>
      </pc:sldChg>
      <pc:sldChg chg="modSp add mod ord">
        <pc:chgData name="anaclaracosta116@gmail.com" userId="a793634777582c92" providerId="LiveId" clId="{8C066F92-4F9D-468B-9A42-4E87A75E4E84}" dt="2024-02-14T14:58:56.306" v="1645" actId="20577"/>
        <pc:sldMkLst>
          <pc:docMk/>
          <pc:sldMk cId="3439557029" sldId="493"/>
        </pc:sldMkLst>
        <pc:spChg chg="mod">
          <ac:chgData name="anaclaracosta116@gmail.com" userId="a793634777582c92" providerId="LiveId" clId="{8C066F92-4F9D-468B-9A42-4E87A75E4E84}" dt="2024-02-14T14:58:56.306" v="1645" actId="20577"/>
          <ac:spMkLst>
            <pc:docMk/>
            <pc:sldMk cId="3439557029" sldId="493"/>
            <ac:spMk id="3" creationId="{86002BBB-23F1-C0E5-210C-F01E538E2FA7}"/>
          </ac:spMkLst>
        </pc:spChg>
      </pc:sldChg>
      <pc:sldChg chg="add">
        <pc:chgData name="anaclaracosta116@gmail.com" userId="a793634777582c92" providerId="LiveId" clId="{8C066F92-4F9D-468B-9A42-4E87A75E4E84}" dt="2024-02-14T14:59:18.889" v="1646" actId="2890"/>
        <pc:sldMkLst>
          <pc:docMk/>
          <pc:sldMk cId="475170615" sldId="494"/>
        </pc:sldMkLst>
      </pc:sldChg>
      <pc:sldChg chg="add">
        <pc:chgData name="anaclaracosta116@gmail.com" userId="a793634777582c92" providerId="LiveId" clId="{8C066F92-4F9D-468B-9A42-4E87A75E4E84}" dt="2024-02-14T14:59:21.456" v="1647" actId="2890"/>
        <pc:sldMkLst>
          <pc:docMk/>
          <pc:sldMk cId="3177417862" sldId="495"/>
        </pc:sldMkLst>
      </pc:sldChg>
      <pc:sldChg chg="modSp add mod">
        <pc:chgData name="anaclaracosta116@gmail.com" userId="a793634777582c92" providerId="LiveId" clId="{8C066F92-4F9D-468B-9A42-4E87A75E4E84}" dt="2024-02-14T15:03:38.465" v="2049" actId="404"/>
        <pc:sldMkLst>
          <pc:docMk/>
          <pc:sldMk cId="3496899454" sldId="496"/>
        </pc:sldMkLst>
        <pc:spChg chg="mod">
          <ac:chgData name="anaclaracosta116@gmail.com" userId="a793634777582c92" providerId="LiveId" clId="{8C066F92-4F9D-468B-9A42-4E87A75E4E84}" dt="2024-02-14T15:03:38.465" v="2049" actId="404"/>
          <ac:spMkLst>
            <pc:docMk/>
            <pc:sldMk cId="3496899454" sldId="496"/>
            <ac:spMk id="3" creationId="{FDDDE103-AE2F-E0F1-76B6-743300ABBB03}"/>
          </ac:spMkLst>
        </pc:spChg>
      </pc:sldChg>
      <pc:sldChg chg="modSp add mod">
        <pc:chgData name="anaclaracosta116@gmail.com" userId="a793634777582c92" providerId="LiveId" clId="{8C066F92-4F9D-468B-9A42-4E87A75E4E84}" dt="2024-02-14T15:03:20.800" v="2042" actId="27636"/>
        <pc:sldMkLst>
          <pc:docMk/>
          <pc:sldMk cId="3450795925" sldId="497"/>
        </pc:sldMkLst>
        <pc:spChg chg="mod">
          <ac:chgData name="anaclaracosta116@gmail.com" userId="a793634777582c92" providerId="LiveId" clId="{8C066F92-4F9D-468B-9A42-4E87A75E4E84}" dt="2024-02-14T15:03:20.800" v="2042" actId="27636"/>
          <ac:spMkLst>
            <pc:docMk/>
            <pc:sldMk cId="3450795925" sldId="497"/>
            <ac:spMk id="3" creationId="{6921AAF4-D2FC-9C11-71AE-A1E3C300EA18}"/>
          </ac:spMkLst>
        </pc:spChg>
      </pc:sldChg>
      <pc:sldChg chg="modSp add mod">
        <pc:chgData name="anaclaracosta116@gmail.com" userId="a793634777582c92" providerId="LiveId" clId="{8C066F92-4F9D-468B-9A42-4E87A75E4E84}" dt="2024-02-14T15:06:21.473" v="2077" actId="27636"/>
        <pc:sldMkLst>
          <pc:docMk/>
          <pc:sldMk cId="407454598" sldId="498"/>
        </pc:sldMkLst>
        <pc:spChg chg="mod">
          <ac:chgData name="anaclaracosta116@gmail.com" userId="a793634777582c92" providerId="LiveId" clId="{8C066F92-4F9D-468B-9A42-4E87A75E4E84}" dt="2024-02-14T15:06:21.473" v="2077" actId="27636"/>
          <ac:spMkLst>
            <pc:docMk/>
            <pc:sldMk cId="407454598" sldId="498"/>
            <ac:spMk id="3" creationId="{F7475A2E-7AEA-9765-6D2D-1B041598083C}"/>
          </ac:spMkLst>
        </pc:spChg>
      </pc:sldChg>
      <pc:sldChg chg="modSp add mod">
        <pc:chgData name="anaclaracosta116@gmail.com" userId="a793634777582c92" providerId="LiveId" clId="{8C066F92-4F9D-468B-9A42-4E87A75E4E84}" dt="2024-02-14T15:06:28.029" v="2078"/>
        <pc:sldMkLst>
          <pc:docMk/>
          <pc:sldMk cId="2211763282" sldId="499"/>
        </pc:sldMkLst>
        <pc:spChg chg="mod">
          <ac:chgData name="anaclaracosta116@gmail.com" userId="a793634777582c92" providerId="LiveId" clId="{8C066F92-4F9D-468B-9A42-4E87A75E4E84}" dt="2024-02-14T15:06:28.029" v="2078"/>
          <ac:spMkLst>
            <pc:docMk/>
            <pc:sldMk cId="2211763282" sldId="499"/>
            <ac:spMk id="3" creationId="{96EE42A3-5A0A-1894-8079-DC5B7A1EA922}"/>
          </ac:spMkLst>
        </pc:spChg>
      </pc:sldChg>
      <pc:sldChg chg="modSp add mod">
        <pc:chgData name="anaclaracosta116@gmail.com" userId="a793634777582c92" providerId="LiveId" clId="{8C066F92-4F9D-468B-9A42-4E87A75E4E84}" dt="2024-02-14T15:08:26.759" v="2089" actId="27636"/>
        <pc:sldMkLst>
          <pc:docMk/>
          <pc:sldMk cId="587377558" sldId="500"/>
        </pc:sldMkLst>
        <pc:spChg chg="mod">
          <ac:chgData name="anaclaracosta116@gmail.com" userId="a793634777582c92" providerId="LiveId" clId="{8C066F92-4F9D-468B-9A42-4E87A75E4E84}" dt="2024-02-14T15:08:26.759" v="2089" actId="27636"/>
          <ac:spMkLst>
            <pc:docMk/>
            <pc:sldMk cId="587377558" sldId="500"/>
            <ac:spMk id="3" creationId="{0912F03B-0C2C-7E0F-4CA3-A2D22951EAB2}"/>
          </ac:spMkLst>
        </pc:spChg>
      </pc:sldChg>
      <pc:sldChg chg="add del">
        <pc:chgData name="anaclaracosta116@gmail.com" userId="a793634777582c92" providerId="LiveId" clId="{8C066F92-4F9D-468B-9A42-4E87A75E4E84}" dt="2024-02-14T15:06:38.959" v="2081" actId="2696"/>
        <pc:sldMkLst>
          <pc:docMk/>
          <pc:sldMk cId="1821694625" sldId="5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14/02/2024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D185FB9-391D-FDA8-DD93-1BA2470F6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18" b="8080"/>
          <a:stretch/>
        </p:blipFill>
        <p:spPr>
          <a:xfrm>
            <a:off x="0" y="-1"/>
            <a:ext cx="12192000" cy="682756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15218"/>
            <a:ext cx="12192000" cy="6858000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711473" y="1330036"/>
            <a:ext cx="10769053" cy="46585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MISSA DE IMPOSIÇÃO DAS CINZAS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1. OS CAMINHOS DO SENHOR</a:t>
            </a:r>
          </a:p>
          <a:p>
            <a:pPr algn="l"/>
            <a:r>
              <a:rPr lang="pt-BR" sz="6000" dirty="0"/>
              <a:t>SÃO VERDADE, SÃO AMOR</a:t>
            </a:r>
          </a:p>
          <a:p>
            <a:pPr algn="l"/>
            <a:r>
              <a:rPr lang="pt-BR" sz="6000" dirty="0"/>
              <a:t>DIRIGI OS PASSOS MEUS</a:t>
            </a:r>
          </a:p>
          <a:p>
            <a:pPr algn="l"/>
            <a:r>
              <a:rPr lang="pt-BR" sz="6000" dirty="0"/>
              <a:t>EM VÓS ESPERO, Ó SENHOR!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1E67-DB2E-B5AC-FB7A-D8E0F204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0811-196B-3F9F-BE91-FB372C36D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15AE20-A773-8632-A095-48E4429E9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1256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DAE50-EFEF-0B71-7CDF-A5C3D60A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5FD9E-2789-9283-23F6-3D4E4B572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B00B1E-5886-FBF2-83E3-4290B6A0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36391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MISERICÓRDIA, Ó SENHOR, POIS PECAMOS.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LOUVOR E GLÓRIA A TI, SENHOR, CRISTO, PALAVRAS DE DEUS, CRSTO PALAVRA DE DEUS</a:t>
            </a:r>
          </a:p>
          <a:p>
            <a:endParaRPr lang="pt-BR" sz="4800" b="1" dirty="0"/>
          </a:p>
          <a:p>
            <a:r>
              <a:rPr lang="pt-BR" sz="4800" dirty="0"/>
              <a:t>OXALÁ OUVÍSSEIS HOJE A SUA VOZ: NÃO FECHEIS OS CORAÇÕES COMO EM MERIBA!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dirty="0"/>
              <a:t>CONVERTER AO EVANGELHO</a:t>
            </a:r>
          </a:p>
          <a:p>
            <a:pPr algn="l"/>
            <a:r>
              <a:rPr lang="pt-BR" sz="7100" dirty="0"/>
              <a:t>NA PALAVRA ACREDITAR</a:t>
            </a:r>
          </a:p>
          <a:p>
            <a:pPr algn="l"/>
            <a:r>
              <a:rPr lang="pt-BR" sz="7100" dirty="0"/>
              <a:t>CARIDADE E PENITÊNCIA</a:t>
            </a:r>
          </a:p>
          <a:p>
            <a:pPr algn="l"/>
            <a:r>
              <a:rPr lang="pt-BR" sz="7100" dirty="0"/>
              <a:t>QUEM AS CINZAS ABRAÇAR</a:t>
            </a:r>
          </a:p>
          <a:p>
            <a:pPr algn="l"/>
            <a:endParaRPr lang="pt-BR" sz="4300" b="1" dirty="0"/>
          </a:p>
          <a:p>
            <a:pPr algn="l"/>
            <a:r>
              <a:rPr lang="pt-BR" sz="7100" b="1" dirty="0"/>
              <a:t>NÃO ESQUEÇAS: SOMOS PÓ</a:t>
            </a:r>
          </a:p>
          <a:p>
            <a:pPr algn="l"/>
            <a:r>
              <a:rPr lang="pt-BR" sz="7100" b="1" dirty="0"/>
              <a:t>E AO PÓS VAMOS VOLTAR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63B78-CC42-1576-408F-E272B08E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36EC4-1CB9-6754-6FB1-93D621851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DDE103-AE2F-E0F1-76B6-743300ABB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dirty="0"/>
              <a:t>NÃO AS VESTES, MAS O PEITO</a:t>
            </a:r>
          </a:p>
          <a:p>
            <a:pPr algn="l"/>
            <a:r>
              <a:rPr lang="pt-BR" sz="7100" dirty="0"/>
              <a:t>O SENHOR MANDA RASGAR</a:t>
            </a:r>
          </a:p>
          <a:p>
            <a:pPr algn="l"/>
            <a:r>
              <a:rPr lang="pt-BR" sz="7100" dirty="0"/>
              <a:t>JEJUAI, MUDAI DE VIDA,</a:t>
            </a:r>
          </a:p>
          <a:p>
            <a:pPr algn="l"/>
            <a:r>
              <a:rPr lang="pt-BR" sz="7100" dirty="0"/>
              <a:t>EM SUA FACE A CHORAR</a:t>
            </a:r>
          </a:p>
          <a:p>
            <a:pPr algn="l"/>
            <a:endParaRPr lang="pt-BR" sz="4300" b="1" dirty="0"/>
          </a:p>
          <a:p>
            <a:pPr algn="l"/>
            <a:r>
              <a:rPr lang="pt-BR" sz="7100" b="1" dirty="0"/>
              <a:t>NÃO ESQUEÇAS: SOMOS PÓ</a:t>
            </a:r>
          </a:p>
          <a:p>
            <a:pPr algn="l"/>
            <a:r>
              <a:rPr lang="pt-BR" sz="7100" b="1" dirty="0"/>
              <a:t>E AO PÓS VAMOS VOLTAR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9689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F5C9A-66C6-86ED-21F7-2C9AEE51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62E7B-D739-E8E9-B78B-1682D2A28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1AAF4-D2FC-9C11-71AE-A1E3C300E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100" dirty="0"/>
              <a:t>QUÃO BONDOSO É NOSSO DEUS</a:t>
            </a:r>
          </a:p>
          <a:p>
            <a:pPr algn="l"/>
            <a:r>
              <a:rPr lang="pt-BR" sz="7100" dirty="0"/>
              <a:t>INCLINADO A PERDOAR.</a:t>
            </a:r>
          </a:p>
          <a:p>
            <a:pPr algn="l"/>
            <a:r>
              <a:rPr lang="pt-BR" sz="7100" dirty="0"/>
              <a:t>QUEM DOS MALES SE ARREPENDE</a:t>
            </a:r>
          </a:p>
          <a:p>
            <a:pPr algn="l"/>
            <a:r>
              <a:rPr lang="pt-BR" sz="7100" dirty="0"/>
              <a:t>COMPAIXÃO VAI ENCONTRAR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b="1" dirty="0"/>
              <a:t>NÃO ESQUEÇAS: SOMOS PÓ</a:t>
            </a:r>
          </a:p>
          <a:p>
            <a:pPr algn="l"/>
            <a:r>
              <a:rPr lang="pt-BR" sz="7100" b="1" dirty="0"/>
              <a:t>E AO PÓS VAMOS VOLTAR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5079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0EC74-BA0F-A8F6-44B9-59DC5193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A02A3B2-7905-A09E-5316-C1CB0C54E5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41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C7B5-872E-08EC-C716-C8E73EEC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C532A-B1C8-B623-F4A9-1C66C9BB0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B8D6C1-BF04-C391-10E2-4F3589DC4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dirty="0"/>
              <a:t>SEDE, SENHOR, O MEU ABRIGO PROTETOR!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dirty="0"/>
              <a:t>EU VOS EXALTO, Ó SENHOR, POIS ME LIVRASTES, E NÃO DEIXASTES RIR DE MIM, MEU INIMIGOS!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7517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B833-33AC-F368-DE22-428F7352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C03DE-B794-AD6C-1795-4F67D8B6B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83D941-2FCA-E1E9-342F-8A40A1727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dirty="0"/>
              <a:t>SEDE, SENHOR, O MEU ABRIGO PROTETOR!</a:t>
            </a:r>
          </a:p>
          <a:p>
            <a:pPr algn="l"/>
            <a:endParaRPr lang="pt-BR" sz="7100" b="1" dirty="0"/>
          </a:p>
          <a:p>
            <a:pPr algn="l"/>
            <a:r>
              <a:rPr lang="pt-BR" sz="7100" dirty="0"/>
              <a:t>SENHOR, CLAMEI POR VÓS PEDINDO AJUDA, E VÓS, MEU DEUS, ME DEVOLVESTES A SAÚDE.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8286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2E00-3975-AB6A-FB72-A94DAFF6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1E88-7D49-3404-3F0B-90730580A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3E4794-63C0-24B1-14AC-BD581725B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/>
          </a:bodyPr>
          <a:lstStyle/>
          <a:p>
            <a:pPr algn="l"/>
            <a:r>
              <a:rPr lang="pt-BR" sz="7100" b="1" dirty="0"/>
              <a:t>SEDE, SENHOR, O MEU ABRIGO PROTETOR!</a:t>
            </a:r>
          </a:p>
          <a:p>
            <a:pPr algn="l"/>
            <a:endParaRPr lang="pt-BR" sz="4800" b="1" dirty="0"/>
          </a:p>
          <a:p>
            <a:pPr algn="l"/>
            <a:r>
              <a:rPr lang="pt-BR" sz="7100" dirty="0"/>
              <a:t>POR ACASO, PODE O PÓ AGRADECER-VOS, E ANUNCIAR VOSSA LEAL FIDELIDADE?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0621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E25F-570D-8F71-A164-81FE0673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3541E-1ED6-640D-C5C1-86FC5FF25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3270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963D6D-1AB4-5771-AA5D-DC26E9B7F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100" b="1" dirty="0"/>
              <a:t>SEDE, SENHOR, O MEU ABRIGO PROTETOR!</a:t>
            </a:r>
          </a:p>
          <a:p>
            <a:pPr algn="l"/>
            <a:endParaRPr lang="pt-BR" sz="3900" b="1" dirty="0"/>
          </a:p>
          <a:p>
            <a:pPr algn="l"/>
            <a:r>
              <a:rPr lang="pt-BR" sz="7100" dirty="0"/>
              <a:t>ESCUTAI-ME, SENHOR DEUS, TENDE PIEDADE! SEDE, SENHOR, O MEU ABRIGO PROTETOR!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86357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i="0" dirty="0">
                <a:effectLst/>
                <a:latin typeface="Open Sans" panose="020B0606030504020204" pitchFamily="34" charset="0"/>
              </a:rPr>
              <a:t>SANTO, SANTO, SANTO.</a:t>
            </a:r>
          </a:p>
          <a:p>
            <a:pPr algn="l"/>
            <a:endParaRPr lang="pt-BR" sz="24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24000" dirty="0">
                <a:latin typeface="Open Sans" panose="020B0606030504020204" pitchFamily="34" charset="0"/>
              </a:rPr>
              <a:t>SENHOR DEUS DO UNIVERSO, O CÉU E A TERRA PROCLAMAM VOSSA GLÓRIA</a:t>
            </a:r>
          </a:p>
          <a:p>
            <a:pPr algn="l"/>
            <a:endParaRPr lang="pt-BR" sz="24000" dirty="0">
              <a:latin typeface="Open Sans" panose="020B0606030504020204" pitchFamily="34" charset="0"/>
            </a:endParaRPr>
          </a:p>
          <a:p>
            <a:pPr algn="l"/>
            <a:r>
              <a:rPr lang="pt-BR" sz="24000" b="1" dirty="0">
                <a:latin typeface="Open Sans" panose="020B0606030504020204" pitchFamily="34" charset="0"/>
              </a:rPr>
              <a:t>HOSANA NAS ALTURAS</a:t>
            </a:r>
            <a:endParaRPr lang="pt-BR" sz="16000" b="1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52178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SANTO, SANTO, SANTO. </a:t>
            </a:r>
          </a:p>
          <a:p>
            <a:pPr algn="l"/>
            <a:endParaRPr lang="pt-BR" sz="72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216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BENDITO O QUE VEM EM NOME DO SENHOR, BENDITO O QUE VEM EM NOME DO SENHOR.</a:t>
            </a:r>
          </a:p>
          <a:p>
            <a:pPr algn="l"/>
            <a:endParaRPr lang="pt-BR" sz="216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128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21600" b="1" i="0" dirty="0">
                <a:effectLst/>
                <a:latin typeface="Open Sans" panose="020B0606030504020204" pitchFamily="34" charset="0"/>
              </a:rPr>
              <a:t>HOSANA, HOSANA NAS ALTURAS</a:t>
            </a:r>
            <a:br>
              <a:rPr lang="pt-BR" sz="7200" b="1" dirty="0"/>
            </a:br>
            <a:endParaRPr lang="pt-BR" sz="17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2066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QUE MEDITA DIA E NOITE NA LEI DO SENHOR, DARÁ SEU FRUTO NO DEVIDO TEMPO, DARÁ SEU FRUTO NO DEVIDO TEMPO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FELIZ É TODO AQUELE QUE NÃO ANDA, 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CONFORME OS CONSELHOS DOS PERVERSOS; 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QUE NÃO ENTRA NO CAMINHO DOS MALVADOS,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NEM JUNTO AOS ZOMBADORES VAI SENTAR-SE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AA29-1128-5684-9F76-1C70BC20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338BD-6098-CD77-0812-6AB6A4B42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1B947C-1940-59EC-A4D4-2B75D80A4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QUE MEDITA DIA E NOITE NA LEI DO SENHOR, DARÁ SEU FRUTO NO DEVIDO TEMPO, DARÁ SEU FRUTO NO DEVIDO TEMPO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14694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MAS ENCONTRA SEU PRAZER NA LEI DE DEUS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E A MEDITA, DIA E NOITE, SEM CESSAR.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EIS QUE ELE É SEMELHANTE A UMA ÁRVORE,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QUE À BEIRA DA TORRENTE ESTÁ PLANTADA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25905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36B6-163B-D918-2BE4-B8F81D27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9F2B2-06E2-5576-52F0-7FF64ED49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9E8502-2B27-8CDF-29C9-15899486D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QUE MEDITA DIA E NOITE NA LEI DO SENHOR, DARÁ SEU FRUTO NO DEVIDO TEMPO, DARÁ SEU FRUTO NO DEVIDO TEMPO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6139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ELA SEMPRE DÁ SEUS FRUTOS A SEU TEMPO, </a:t>
            </a:r>
          </a:p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E JAMAIS AS SUAS FOLHAS VÃO MURCHAR.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MAS BEM OUTRA É A SORTE DOS PERVERSOS.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AO CONTRÁRIO SÃO IGUAIS À PALHA SECA.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80314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0D2A-DF6B-26EB-1502-C228AB6E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7CED-90F3-BA5A-4FC5-7C13FF3D0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710351-3C65-6EC1-E89F-55F710060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b="1" i="0" dirty="0">
                <a:effectLst/>
                <a:latin typeface="Open Sans" panose="020B0606030504020204" pitchFamily="34" charset="0"/>
              </a:rPr>
              <a:t>O QUE MEDITA DIA E NOITE NA LEI DO SENHOR, DARÁ SEU FRUTO NO DEVIDO TEMPO, DARÁ SEU FRUTO NO DEVIDO TEMPO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40597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9291-9633-9CA1-8803-51CB00DB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5BE07-8B1A-3B49-4450-3AF86E80A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002BBB-23F1-C0E5-210C-F01E538E2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effectLst/>
                <a:latin typeface="Open Sans" panose="020B0606030504020204" pitchFamily="34" charset="0"/>
              </a:rPr>
              <a:t>POIS OS ÍMPIOS NÃO RESISTEM AO JUÍZO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NEM OS PERVEROS NA ASSEMBLEIA DOS FIÉIS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POIS DEUS VIGIA O CAMINHOS DOS ELEITOS</a:t>
            </a:r>
          </a:p>
          <a:p>
            <a:pPr algn="l"/>
            <a:r>
              <a:rPr lang="pt-BR" sz="8000" dirty="0">
                <a:latin typeface="Open Sans" panose="020B0606030504020204" pitchFamily="34" charset="0"/>
              </a:rPr>
              <a:t>MAS A ESTRADA DOS MALVADOS LEVA À MORTE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39557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DEUS DE AMOR, NÓS TE ADORAMOS NESTE SACRAMENTO</a:t>
            </a:r>
          </a:p>
          <a:p>
            <a:pPr algn="l"/>
            <a:r>
              <a:rPr lang="pt-BR" sz="8000" dirty="0"/>
              <a:t>CORPO E SANGUE QUE FIZESTE NOSSO ALIMENTO</a:t>
            </a:r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ÉS O DEUS ESCONDIDO, VIVO E VENCEDOR</a:t>
            </a:r>
          </a:p>
          <a:p>
            <a:pPr algn="l"/>
            <a:r>
              <a:rPr lang="pt-BR" sz="7200" dirty="0"/>
              <a:t>A TEUS PÉS DEPOSITAMOS TODO NOSSO AMOR.</a:t>
            </a:r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MEUS PECADOS REDIMISTE SOB A TUA CRUZ</a:t>
            </a:r>
          </a:p>
          <a:p>
            <a:pPr algn="l"/>
            <a:r>
              <a:rPr lang="pt-BR" sz="7200" dirty="0"/>
              <a:t>COM TEU CORPO E COM TEU SANGUE, Ó SENHOR JESUS!</a:t>
            </a:r>
          </a:p>
        </p:txBody>
      </p:sp>
    </p:spTree>
    <p:extLst>
      <p:ext uri="{BB962C8B-B14F-4D97-AF65-F5344CB8AC3E}">
        <p14:creationId xmlns:p14="http://schemas.microsoft.com/office/powerpoint/2010/main" val="372730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SOBRE OS NOSSOS ALTARES, VÍTIMA SEM PAR</a:t>
            </a:r>
          </a:p>
          <a:p>
            <a:pPr algn="l"/>
            <a:r>
              <a:rPr lang="pt-BR" sz="7200" dirty="0"/>
              <a:t>TEU DIVINO SACRIFÍCIO QUERES RENOVAR!</a:t>
            </a:r>
          </a:p>
        </p:txBody>
      </p:sp>
    </p:spTree>
    <p:extLst>
      <p:ext uri="{BB962C8B-B14F-4D97-AF65-F5344CB8AC3E}">
        <p14:creationId xmlns:p14="http://schemas.microsoft.com/office/powerpoint/2010/main" val="3136888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36AF-78B9-9A13-3D03-3BD7EFDD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C23FF-262E-F037-776B-01A0CF550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475A2E-7AEA-9765-6D2D-1B0415980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NO CALVÁRIO SE ESCONDIA TUA DIVINDADE</a:t>
            </a:r>
          </a:p>
          <a:p>
            <a:pPr algn="l"/>
            <a:r>
              <a:rPr lang="pt-BR" sz="7200" dirty="0"/>
              <a:t>MAS AQUI TAMBÉM SE ESCONDE TUA HUMANIDADE</a:t>
            </a:r>
          </a:p>
        </p:txBody>
      </p:sp>
    </p:spTree>
    <p:extLst>
      <p:ext uri="{BB962C8B-B14F-4D97-AF65-F5344CB8AC3E}">
        <p14:creationId xmlns:p14="http://schemas.microsoft.com/office/powerpoint/2010/main" val="407454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CDD1-7513-C82F-A89E-BD58829D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76655-4595-5815-9C6F-28226E43B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EE42A3-5A0A-1894-8079-DC5B7A1EA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CREIO EM AMBAS E PEÇO, COMO O BOM LADRÃO</a:t>
            </a:r>
          </a:p>
          <a:p>
            <a:pPr algn="l"/>
            <a:r>
              <a:rPr lang="pt-BR" sz="7200" dirty="0"/>
              <a:t>NO TEU REINO, ETERNAMENTE, TUA SALVAÇÃO!</a:t>
            </a:r>
          </a:p>
        </p:txBody>
      </p:sp>
    </p:spTree>
    <p:extLst>
      <p:ext uri="{BB962C8B-B14F-4D97-AF65-F5344CB8AC3E}">
        <p14:creationId xmlns:p14="http://schemas.microsoft.com/office/powerpoint/2010/main" val="2211763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25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/>
          </a:bodyPr>
          <a:lstStyle/>
          <a:p>
            <a:pPr algn="l"/>
            <a:r>
              <a:rPr lang="pt-BR" sz="7400" b="1" dirty="0"/>
              <a:t>PECADOR, AGORA É TEMPO DE PESAR E DE TEMOR:</a:t>
            </a:r>
          </a:p>
          <a:p>
            <a:pPr algn="l"/>
            <a:r>
              <a:rPr lang="pt-BR" sz="7400" b="1" dirty="0"/>
              <a:t>SERVE A DEUS DESPREZA O MUNDO, JÁ NÃO SEJAS PECADOR! (BIS)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/>
          </a:bodyPr>
          <a:lstStyle/>
          <a:p>
            <a:pPr algn="l"/>
            <a:r>
              <a:rPr lang="pt-BR" sz="7400" b="1" dirty="0"/>
              <a:t>NESTE TEMPO SACROSSANTO O PECADO FAZ HORROR:</a:t>
            </a:r>
          </a:p>
          <a:p>
            <a:pPr algn="l"/>
            <a:r>
              <a:rPr lang="pt-BR" sz="7400" b="1" dirty="0"/>
              <a:t>CONTEMPLANDO A CRUZ DE CRISTO, JÁ NÃO SEJAS PECADOR! (BIS)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591775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F985-81C9-0B9C-68C4-A2ED9D97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13C53-8861-362B-5A60-ABAFEA20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12F03B-0C2C-7E0F-4CA3-A2D22951E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856720" cy="617121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400" b="1" dirty="0"/>
              <a:t>VAIS PECANDO, VAIS PECANDO, VAIS DE HORROR EM MAIS HORROR:</a:t>
            </a:r>
          </a:p>
          <a:p>
            <a:pPr algn="l"/>
            <a:r>
              <a:rPr lang="pt-BR" sz="7400" b="1" dirty="0"/>
              <a:t>FILHO, ACORDA DESSA MORTE, JÁ NÃO SEJAS PECADOR! </a:t>
            </a:r>
            <a:r>
              <a:rPr lang="pt-BR" sz="7400" b="1"/>
              <a:t>(BIS)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587377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10171</TotalTime>
  <Words>869</Words>
  <Application>Microsoft Office PowerPoint</Application>
  <PresentationFormat>Widescreen</PresentationFormat>
  <Paragraphs>147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IMPOSIÇÃO DAS CINZAS</vt:lpstr>
      <vt:lpstr>IMPOSIÇÃO DAS CINZAS</vt:lpstr>
      <vt:lpstr>IMPOSIÇÃO DAS CINZAS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2024-02-14T15:08:35Z</dcterms:modified>
</cp:coreProperties>
</file>