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394" r:id="rId4"/>
    <p:sldId id="432" r:id="rId5"/>
    <p:sldId id="415" r:id="rId6"/>
    <p:sldId id="258" r:id="rId7"/>
    <p:sldId id="259" r:id="rId8"/>
    <p:sldId id="404" r:id="rId9"/>
    <p:sldId id="264" r:id="rId10"/>
    <p:sldId id="265" r:id="rId11"/>
    <p:sldId id="266" r:id="rId12"/>
    <p:sldId id="267" r:id="rId13"/>
    <p:sldId id="271" r:id="rId14"/>
    <p:sldId id="269" r:id="rId15"/>
    <p:sldId id="433" r:id="rId16"/>
    <p:sldId id="434" r:id="rId17"/>
    <p:sldId id="292" r:id="rId18"/>
    <p:sldId id="275" r:id="rId19"/>
    <p:sldId id="363" r:id="rId20"/>
    <p:sldId id="361" r:id="rId21"/>
    <p:sldId id="362" r:id="rId22"/>
    <p:sldId id="358" r:id="rId23"/>
    <p:sldId id="435" r:id="rId24"/>
    <p:sldId id="418" r:id="rId25"/>
    <p:sldId id="436" r:id="rId26"/>
    <p:sldId id="419" r:id="rId27"/>
    <p:sldId id="277" r:id="rId28"/>
    <p:sldId id="337" r:id="rId29"/>
    <p:sldId id="437" r:id="rId30"/>
    <p:sldId id="428" r:id="rId31"/>
    <p:sldId id="422" r:id="rId32"/>
    <p:sldId id="413" r:id="rId3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809" autoAdjust="0"/>
    <p:restoredTop sz="93969" autoAdjust="0"/>
  </p:normalViewPr>
  <p:slideViewPr>
    <p:cSldViewPr snapToGrid="0">
      <p:cViewPr varScale="1">
        <p:scale>
          <a:sx n="85" d="100"/>
          <a:sy n="85" d="100"/>
        </p:scale>
        <p:origin x="1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02/02/2025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61399DD3-5E71-78F0-E5AE-E9A9096D4C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636" b="37143"/>
          <a:stretch/>
        </p:blipFill>
        <p:spPr>
          <a:xfrm>
            <a:off x="0" y="0"/>
            <a:ext cx="12192000" cy="6837366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20634"/>
            <a:ext cx="12192000" cy="6837366"/>
          </a:xfrm>
          <a:prstGeom prst="rect">
            <a:avLst/>
          </a:prstGeom>
          <a:solidFill>
            <a:schemeClr val="tx1">
              <a:alpha val="59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FBA9B69-DE5F-DD9C-A4FC-482398246A9A}"/>
              </a:ext>
            </a:extLst>
          </p:cNvPr>
          <p:cNvSpPr txBox="1"/>
          <p:nvPr/>
        </p:nvSpPr>
        <p:spPr>
          <a:xfrm>
            <a:off x="259079" y="1613118"/>
            <a:ext cx="11673840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500" b="1" dirty="0">
                <a:solidFill>
                  <a:schemeClr val="bg1"/>
                </a:solidFill>
              </a:rPr>
              <a:t>3º DOMINGO DA QUARESMA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EIS O TEMPO DE CONVERSÃO</a:t>
            </a:r>
          </a:p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EIS O DIA DA SALVAÇÃO</a:t>
            </a:r>
          </a:p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AO PAI VOLTEMOS, JUNTOS ANDEMOS</a:t>
            </a:r>
          </a:p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EIS O TEMPO DE CONVERSÃO!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1. OS CAMINHOS DO SENHOR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SÃO VERDADE, SÃO AMOR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DIRIGI OS PASSOS MEUS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EM VÓS ESPERO, Ó SENHOR!</a:t>
            </a:r>
          </a:p>
          <a:p>
            <a:pPr algn="l"/>
            <a:endParaRPr lang="pt-BR" sz="6000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ELE GUIA AO BOM CAMINHO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QUEM ERROU E QUER VOLTAR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ELE É BOM, FIEL E JUSTO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ELE BUSCA E VEM SALVAR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03931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1F68A-A1ED-DA1B-93F7-0702A9C98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DB2CAC-155F-66B3-8C3B-84580535DE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AAD40DA-9D0E-1B92-9FB0-356D66A3C2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EIS O TEMPO DE CONVERSÃO</a:t>
            </a:r>
          </a:p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EIS O DIA DA SALVAÇÃO</a:t>
            </a:r>
          </a:p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AO PAI VOLTEMOS, JUNTOS ANDEMOS</a:t>
            </a:r>
          </a:p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EIS O TEMPO DE CONVERSÃO!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88178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4800" i="0" dirty="0">
                <a:effectLst/>
                <a:latin typeface="Open Sans" panose="020B0606030504020204" pitchFamily="34" charset="0"/>
              </a:rPr>
              <a:t>2. VIVEREI COM O SENHOR</a:t>
            </a:r>
          </a:p>
          <a:p>
            <a:pPr algn="l"/>
            <a:r>
              <a:rPr lang="pt-BR" sz="4800" i="0" dirty="0">
                <a:effectLst/>
                <a:latin typeface="Open Sans" panose="020B0606030504020204" pitchFamily="34" charset="0"/>
              </a:rPr>
              <a:t>ELE É MEU SUSTENTO</a:t>
            </a:r>
          </a:p>
          <a:p>
            <a:pPr algn="l"/>
            <a:r>
              <a:rPr lang="pt-BR" sz="4800" i="0" dirty="0">
                <a:effectLst/>
                <a:latin typeface="Open Sans" panose="020B0606030504020204" pitchFamily="34" charset="0"/>
              </a:rPr>
              <a:t>EU CONFIO, MESMO QUANDO</a:t>
            </a:r>
          </a:p>
          <a:p>
            <a:pPr algn="l"/>
            <a:r>
              <a:rPr lang="pt-BR" sz="4800" i="0" dirty="0">
                <a:effectLst/>
                <a:latin typeface="Open Sans" panose="020B0606030504020204" pitchFamily="34" charset="0"/>
              </a:rPr>
              <a:t>MINHA DOR NÃO MAIS AGUENTO</a:t>
            </a:r>
          </a:p>
          <a:p>
            <a:pPr algn="l"/>
            <a:endParaRPr lang="pt-BR" sz="4800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pt-BR" sz="4800" i="0" dirty="0">
                <a:effectLst/>
                <a:latin typeface="Open Sans" panose="020B0606030504020204" pitchFamily="34" charset="0"/>
              </a:rPr>
              <a:t>TEM VALOR AOS OLHOS SEUS</a:t>
            </a:r>
          </a:p>
          <a:p>
            <a:pPr algn="l"/>
            <a:r>
              <a:rPr lang="pt-BR" sz="4800" i="0" dirty="0">
                <a:effectLst/>
                <a:latin typeface="Open Sans" panose="020B0606030504020204" pitchFamily="34" charset="0"/>
              </a:rPr>
              <a:t>MEU SOFRER E MEU MORRER</a:t>
            </a:r>
          </a:p>
          <a:p>
            <a:pPr algn="l"/>
            <a:r>
              <a:rPr lang="pt-BR" sz="4800" i="0" dirty="0">
                <a:effectLst/>
                <a:latin typeface="Open Sans" panose="020B0606030504020204" pitchFamily="34" charset="0"/>
              </a:rPr>
              <a:t>LIBERTAI O VOSSO SERVO</a:t>
            </a:r>
          </a:p>
          <a:p>
            <a:pPr algn="l"/>
            <a:r>
              <a:rPr lang="pt-BR" sz="4800" i="0" dirty="0">
                <a:effectLst/>
                <a:latin typeface="Open Sans" panose="020B0606030504020204" pitchFamily="34" charset="0"/>
              </a:rPr>
              <a:t>E FAZEI-O REVIVER!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63923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845127"/>
            <a:ext cx="11002243" cy="6373092"/>
          </a:xfrm>
        </p:spPr>
        <p:txBody>
          <a:bodyPr>
            <a:normAutofit fontScale="92500"/>
          </a:bodyPr>
          <a:lstStyle/>
          <a:p>
            <a:pPr algn="just"/>
            <a:r>
              <a:rPr lang="pt-BR" sz="6000" dirty="0"/>
              <a:t>CONFESSO A DEUS TODO-PODEROSO</a:t>
            </a:r>
          </a:p>
          <a:p>
            <a:pPr algn="just"/>
            <a:r>
              <a:rPr lang="pt-BR" sz="6000" dirty="0"/>
              <a:t>E A VÓS, IRMÃOS E IRMÃS,</a:t>
            </a:r>
          </a:p>
          <a:p>
            <a:pPr algn="just"/>
            <a:r>
              <a:rPr lang="pt-BR" sz="6000" dirty="0"/>
              <a:t>QUE PEQUEI MUITAS VEZES POR PENSAMENTOS,</a:t>
            </a:r>
          </a:p>
          <a:p>
            <a:pPr algn="just"/>
            <a:r>
              <a:rPr lang="pt-BR" sz="6000" dirty="0"/>
              <a:t>PALAVRAS, ATOS E OMISSÕES,</a:t>
            </a:r>
          </a:p>
          <a:p>
            <a:pPr algn="just"/>
            <a:r>
              <a:rPr lang="pt-BR" sz="6000" dirty="0"/>
              <a:t>POR MINHA CULPA, MINHA CULPA, MINHA TÃO GRANDE CULPA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6" y="1011381"/>
            <a:ext cx="10988389" cy="5846619"/>
          </a:xfrm>
        </p:spPr>
        <p:txBody>
          <a:bodyPr>
            <a:normAutofit/>
          </a:bodyPr>
          <a:lstStyle/>
          <a:p>
            <a:pPr algn="just"/>
            <a:r>
              <a:rPr lang="pt-BR" sz="7200" dirty="0"/>
              <a:t>E PEÇO À VIRGEM MARIA,</a:t>
            </a:r>
          </a:p>
          <a:p>
            <a:pPr algn="just"/>
            <a:r>
              <a:rPr lang="pt-BR" sz="7200" dirty="0"/>
              <a:t>AOS ANJOS E SANTOS</a:t>
            </a:r>
          </a:p>
          <a:p>
            <a:pPr algn="just"/>
            <a:r>
              <a:rPr lang="pt-BR" sz="7200" dirty="0"/>
              <a:t>E A VÓS, IRMÃOS E IRMÃS,</a:t>
            </a:r>
          </a:p>
          <a:p>
            <a:pPr algn="just"/>
            <a:r>
              <a:rPr lang="pt-BR" sz="7200" dirty="0"/>
              <a:t>QUE ROGUEIS POR MIM A DEUS, NOSSO SENHOR.</a:t>
            </a:r>
            <a:endParaRPr lang="pt-BR" sz="7200" b="1" dirty="0"/>
          </a:p>
        </p:txBody>
      </p:sp>
    </p:spTree>
    <p:extLst>
      <p:ext uri="{BB962C8B-B14F-4D97-AF65-F5344CB8AC3E}">
        <p14:creationId xmlns:p14="http://schemas.microsoft.com/office/powerpoint/2010/main" val="382056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 lnSpcReduction="10000"/>
          </a:bodyPr>
          <a:lstStyle/>
          <a:p>
            <a:r>
              <a:rPr lang="pt-BR" sz="5400" b="1" dirty="0"/>
              <a:t> </a:t>
            </a:r>
            <a:r>
              <a:rPr lang="pt-BR" sz="6600" b="1" dirty="0"/>
              <a:t>SENHOR, TENS PALAVRAS DE VIDA ETERNA.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 fontScale="92500" lnSpcReduction="20000"/>
          </a:bodyPr>
          <a:lstStyle/>
          <a:p>
            <a:r>
              <a:rPr lang="pt-BR" sz="4800" b="1" dirty="0"/>
              <a:t>LOUVOR E GLÓRIA A TI, SENHOR, CRISTO PALAVRA DE DEUS.</a:t>
            </a:r>
          </a:p>
          <a:p>
            <a:endParaRPr lang="pt-BR" sz="4800" b="1" dirty="0"/>
          </a:p>
          <a:p>
            <a:r>
              <a:rPr lang="pt-BR" sz="4800" dirty="0"/>
              <a:t>TANTO DEUS AMOU O MUNDO, QUE LHE DEU SEU FILHO ÚNICO; TODO AQUELE QUE CRER NELE HÁ DE TER A VIDA ETERNA. </a:t>
            </a:r>
          </a:p>
          <a:p>
            <a:endParaRPr lang="pt-BR" sz="4800" b="1" dirty="0"/>
          </a:p>
          <a:p>
            <a:r>
              <a:rPr lang="pt-BR" sz="4800" b="1" dirty="0"/>
              <a:t>LOUVOR E GLÓRIA A TI, SENHOR, CRISTO PALAVRA DE DEUS.</a:t>
            </a:r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69819"/>
            <a:ext cx="10785764" cy="6262253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pt-BR" sz="8800" b="1" dirty="0"/>
              <a:t>CRIAI EM NÓS UM CORAÇÃO QUE SEJA PURO</a:t>
            </a:r>
          </a:p>
          <a:p>
            <a:pPr algn="l"/>
            <a:r>
              <a:rPr lang="pt-BR" sz="8800" b="1" dirty="0"/>
              <a:t>DAI-NOS, SENHOR, UM CORAÇÃO MAIS CONFIANTE</a:t>
            </a:r>
          </a:p>
          <a:p>
            <a:pPr algn="l"/>
            <a:r>
              <a:rPr lang="pt-BR" sz="8800" b="1" dirty="0"/>
              <a:t>Ó DEUS, LEMBRAI-VOS DO VOSSO AMOR:</a:t>
            </a:r>
          </a:p>
          <a:p>
            <a:pPr algn="l"/>
            <a:r>
              <a:rPr lang="pt-BR" sz="8800" b="1" dirty="0"/>
              <a:t>MISERICÓRDIA!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dirty="0"/>
              <a:t>1. ESCUTAI, Ó SENHOR DEUS, MINHA ORAÇÃO</a:t>
            </a:r>
          </a:p>
          <a:p>
            <a:pPr algn="l"/>
            <a:r>
              <a:rPr lang="pt-BR" sz="8800" dirty="0"/>
              <a:t>ATENDEI A MINHA PRECE, AO MEU CLAMOR</a:t>
            </a:r>
          </a:p>
          <a:p>
            <a:pPr algn="l"/>
            <a:r>
              <a:rPr lang="pt-BR" sz="8800" dirty="0"/>
              <a:t>PORQUE SOIS O MEU ABRIGO E FORTALEZA</a:t>
            </a:r>
          </a:p>
          <a:p>
            <a:pPr algn="l"/>
            <a:r>
              <a:rPr lang="pt-BR" sz="8800" dirty="0"/>
              <a:t>SOIS A VIDA, SOIS AMPARO PROTETOR</a:t>
            </a:r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D0A2E-9660-947E-A8D5-4D656EDA4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1ECB9B-7524-E919-6397-84AC87783E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50E1EEE-A876-FC2D-D9BB-539A0C9172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69819"/>
            <a:ext cx="10785764" cy="6262253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pt-BR" sz="8800" b="1" dirty="0"/>
              <a:t>CRIAI EM NÓS UM CORAÇÃO QUE SEJA PURO</a:t>
            </a:r>
          </a:p>
          <a:p>
            <a:pPr algn="l"/>
            <a:r>
              <a:rPr lang="pt-BR" sz="8800" b="1" dirty="0"/>
              <a:t>DAI-NOS, SENHOR, UM CORAÇÃO MAIS CONFIANTE</a:t>
            </a:r>
          </a:p>
          <a:p>
            <a:pPr algn="l"/>
            <a:r>
              <a:rPr lang="pt-BR" sz="8800" b="1" dirty="0"/>
              <a:t>Ó DEUS, LEMBRAI-VOS DO VOSSO AMOR:</a:t>
            </a:r>
          </a:p>
          <a:p>
            <a:pPr algn="l"/>
            <a:r>
              <a:rPr lang="pt-BR" sz="8800" b="1" dirty="0"/>
              <a:t>MISERICÓRDIA!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dirty="0"/>
              <a:t>2. A MINH’ALMA, Ó SENHOR, DE VÓS TEM SEDE</a:t>
            </a:r>
          </a:p>
          <a:p>
            <a:pPr algn="l"/>
            <a:r>
              <a:rPr lang="pt-BR" sz="8800" dirty="0"/>
              <a:t>COMO A TERRA SEDENTA E SEM ÁGUA</a:t>
            </a:r>
          </a:p>
          <a:p>
            <a:pPr algn="l"/>
            <a:r>
              <a:rPr lang="pt-BR" sz="8800" dirty="0"/>
              <a:t>DE SER SALVO, ME CONCEDEI A ALEGRIA</a:t>
            </a:r>
          </a:p>
          <a:p>
            <a:pPr algn="l"/>
            <a:r>
              <a:rPr lang="pt-BR" sz="8800" dirty="0"/>
              <a:t>PERDOAI-ME TODA CULPA, TODA MÁGOA</a:t>
            </a:r>
          </a:p>
        </p:txBody>
      </p:sp>
    </p:spTree>
    <p:extLst>
      <p:ext uri="{BB962C8B-B14F-4D97-AF65-F5344CB8AC3E}">
        <p14:creationId xmlns:p14="http://schemas.microsoft.com/office/powerpoint/2010/main" val="29267801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2C191-50CA-7119-8E45-66B5B274B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B7E28F-3BAA-5DCB-AAF0-8E932422A0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64D6A6F-2060-FB11-46BA-DC36D9DD2B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69819"/>
            <a:ext cx="10785764" cy="6262253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pt-BR" sz="8800" b="1" dirty="0"/>
              <a:t>CRIAI EM NÓS UM CORAÇÃO QUE SEJA PURO</a:t>
            </a:r>
          </a:p>
          <a:p>
            <a:pPr algn="l"/>
            <a:r>
              <a:rPr lang="pt-BR" sz="8800" b="1" dirty="0"/>
              <a:t>DAI-NOS, SENHOR, UM CORAÇÃO MAIS CONFIANTE</a:t>
            </a:r>
          </a:p>
          <a:p>
            <a:pPr algn="l"/>
            <a:r>
              <a:rPr lang="pt-BR" sz="8800" b="1" dirty="0"/>
              <a:t>Ó DEUS, LEMBRAI-VOS DO VOSSO AMOR:</a:t>
            </a:r>
          </a:p>
          <a:p>
            <a:pPr algn="l"/>
            <a:r>
              <a:rPr lang="pt-BR" sz="8800" b="1" dirty="0"/>
              <a:t>MISERICÓRDIA!</a:t>
            </a:r>
          </a:p>
          <a:p>
            <a:pPr algn="l"/>
            <a:endParaRPr lang="pt-BR" sz="3800" b="1" dirty="0"/>
          </a:p>
          <a:p>
            <a:pPr algn="l"/>
            <a:r>
              <a:rPr lang="pt-BR" sz="8800" dirty="0"/>
              <a:t>3. ESTA TERRA, Ó SENHOR, FAVORECESTES</a:t>
            </a:r>
          </a:p>
          <a:p>
            <a:pPr algn="l"/>
            <a:r>
              <a:rPr lang="pt-BR" sz="8800" dirty="0"/>
              <a:t>PERDOASTES O PECADO AO VOSSO POVO</a:t>
            </a:r>
          </a:p>
          <a:p>
            <a:pPr algn="l"/>
            <a:r>
              <a:rPr lang="pt-BR" sz="8800" dirty="0"/>
              <a:t>VÓS SOIS BOM, SOIS CLEMENTE, SOIS PERDÃO</a:t>
            </a:r>
          </a:p>
          <a:p>
            <a:pPr algn="l"/>
            <a:r>
              <a:rPr lang="pt-BR" sz="8800" dirty="0"/>
              <a:t>VÓS SOIS, SENHOR, O DEUS DE AMOR A QUEM INVOCO</a:t>
            </a:r>
          </a:p>
        </p:txBody>
      </p:sp>
    </p:spTree>
    <p:extLst>
      <p:ext uri="{BB962C8B-B14F-4D97-AF65-F5344CB8AC3E}">
        <p14:creationId xmlns:p14="http://schemas.microsoft.com/office/powerpoint/2010/main" val="17802910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6600" b="1" dirty="0"/>
              <a:t>SANTO, SANTO, SANTO</a:t>
            </a:r>
          </a:p>
          <a:p>
            <a:pPr algn="just"/>
            <a:r>
              <a:rPr lang="pt-BR" sz="6600" dirty="0"/>
              <a:t>SENHOR DEUS DO UNIVERSO</a:t>
            </a:r>
          </a:p>
          <a:p>
            <a:pPr algn="just"/>
            <a:r>
              <a:rPr lang="pt-BR" sz="6600" dirty="0"/>
              <a:t>O CÉU E A TERRA PROCLAMAM</a:t>
            </a:r>
          </a:p>
          <a:p>
            <a:pPr algn="just"/>
            <a:r>
              <a:rPr lang="pt-BR" sz="6600" dirty="0"/>
              <a:t>A VOSSA GLÓRIA</a:t>
            </a:r>
          </a:p>
          <a:p>
            <a:pPr algn="just"/>
            <a:r>
              <a:rPr lang="pt-BR" sz="6600" b="1" dirty="0"/>
              <a:t>HOSANA NAS ALTURAS</a:t>
            </a:r>
            <a:endParaRPr lang="pt-BR" sz="66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50386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8000" b="1" dirty="0"/>
              <a:t>SANTO, SANTO, SANTO</a:t>
            </a:r>
          </a:p>
          <a:p>
            <a:pPr algn="just"/>
            <a:endParaRPr lang="pt-BR" sz="8000" dirty="0"/>
          </a:p>
          <a:p>
            <a:pPr algn="just"/>
            <a:r>
              <a:rPr lang="pt-BR" sz="8000" dirty="0"/>
              <a:t>BENDITO O QUE VEM</a:t>
            </a:r>
          </a:p>
          <a:p>
            <a:pPr algn="just"/>
            <a:r>
              <a:rPr lang="pt-BR" sz="8000" dirty="0"/>
              <a:t>EM NOME DO SENHOR (2X)</a:t>
            </a:r>
          </a:p>
          <a:p>
            <a:pPr algn="just"/>
            <a:endParaRPr lang="pt-BR" sz="8000" dirty="0"/>
          </a:p>
          <a:p>
            <a:pPr algn="l"/>
            <a:r>
              <a:rPr lang="pt-BR" sz="8000" b="1" dirty="0"/>
              <a:t>HOSANA, HOSANA NAS ALTURAS 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967752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10100" b="1" dirty="0"/>
              <a:t>DESTRUÍ ESTE TEMPLO, DISSE CRISTO</a:t>
            </a:r>
          </a:p>
          <a:p>
            <a:pPr algn="l"/>
            <a:r>
              <a:rPr lang="pt-BR" sz="10100" b="1" dirty="0"/>
              <a:t>E EM TRÊS DIAS HAVEREIS DE REERGUÊ-LO.</a:t>
            </a:r>
          </a:p>
          <a:p>
            <a:pPr algn="l"/>
            <a:r>
              <a:rPr lang="pt-BR" sz="10100" b="1" dirty="0"/>
              <a:t>ELE FALAVA DO TEMPLO DO SEU CORPO</a:t>
            </a:r>
          </a:p>
          <a:p>
            <a:pPr algn="l"/>
            <a:r>
              <a:rPr lang="pt-BR" sz="10100" b="1" dirty="0"/>
              <a:t>ELE FALAVA DO TEMPLO DO SEU CORPO.</a:t>
            </a:r>
          </a:p>
          <a:p>
            <a:pPr algn="just"/>
            <a:endParaRPr lang="pt-BR" sz="10100" b="1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000" dirty="0"/>
              <a:t>1. Ó SENHOR, DE CORAÇÃO EU VOS DOU GRAÇAS,</a:t>
            </a:r>
          </a:p>
          <a:p>
            <a:pPr algn="l"/>
            <a:r>
              <a:rPr lang="pt-BR" sz="8000" dirty="0"/>
              <a:t>PORQUE OUVISTES AS PALAVRAS DOS MEUS LÁBIOS!</a:t>
            </a:r>
          </a:p>
          <a:p>
            <a:pPr algn="l"/>
            <a:r>
              <a:rPr lang="pt-BR" sz="8000" dirty="0"/>
              <a:t>PERANTE OS VOSSOS ANJOS VOU CANTAR-VOS</a:t>
            </a:r>
          </a:p>
          <a:p>
            <a:pPr algn="l"/>
            <a:r>
              <a:rPr lang="pt-BR" sz="8000" dirty="0"/>
              <a:t>E ANTE O VOSSO TEMPLO VOU PROSTRAR-ME.</a:t>
            </a:r>
          </a:p>
        </p:txBody>
      </p:sp>
    </p:spTree>
    <p:extLst>
      <p:ext uri="{BB962C8B-B14F-4D97-AF65-F5344CB8AC3E}">
        <p14:creationId xmlns:p14="http://schemas.microsoft.com/office/powerpoint/2010/main" val="33486099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FFE63-11FA-B413-B825-ADF1C9E46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BAA649-A63E-E73A-1045-FD444D10E0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F2F2939-8029-6B38-0749-4F860D9D1E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10100" b="1" dirty="0"/>
              <a:t>DESTRUÍ ESTE TEMPLO, DISSE CRISTO</a:t>
            </a:r>
          </a:p>
          <a:p>
            <a:pPr algn="l"/>
            <a:r>
              <a:rPr lang="pt-BR" sz="10100" b="1" dirty="0"/>
              <a:t>E EM TRÊS DIAS HAVEREIS DE REERGUÊ-LO.</a:t>
            </a:r>
          </a:p>
          <a:p>
            <a:pPr algn="l"/>
            <a:r>
              <a:rPr lang="pt-BR" sz="10100" b="1" dirty="0"/>
              <a:t>ELE FALAVA DO TEMPLO DO SEU CORPO</a:t>
            </a:r>
          </a:p>
          <a:p>
            <a:pPr algn="l"/>
            <a:r>
              <a:rPr lang="pt-BR" sz="10100" b="1" dirty="0"/>
              <a:t>ELE FALAVA DO TEMPLO DO SEU CORPO.</a:t>
            </a:r>
          </a:p>
          <a:p>
            <a:pPr algn="just"/>
            <a:endParaRPr lang="pt-BR" sz="10100" b="1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2677890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pt-BR" sz="10100" dirty="0"/>
              <a:t>2. EU AGRADEÇO VOSSO AMOR, VOSSA VERDADE,</a:t>
            </a:r>
          </a:p>
          <a:p>
            <a:pPr algn="just"/>
            <a:r>
              <a:rPr lang="pt-BR" sz="10100" dirty="0"/>
              <a:t>PORQUE FIZESTES MUITO MAIS QUE PROMETESTES;</a:t>
            </a:r>
          </a:p>
          <a:p>
            <a:pPr algn="just"/>
            <a:r>
              <a:rPr lang="pt-BR" sz="10100" dirty="0"/>
              <a:t>NAQUELE DIA EM QUE GRITEI VÓS ME ESCUTASTES</a:t>
            </a:r>
          </a:p>
          <a:p>
            <a:pPr algn="just"/>
            <a:r>
              <a:rPr lang="pt-BR" sz="10100" dirty="0"/>
              <a:t>E AUMENTASTES O VIGOR DA MINH'ALMA.</a:t>
            </a:r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1896068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543FF-1C1E-4C0F-4ACC-E764E1C30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DA3734-870C-9E6D-4038-9C2843C97B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A7221E-E556-C02A-1548-65FF47349C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10100" b="1" dirty="0"/>
              <a:t>DESTRUÍ ESTE TEMPLO, DISSE CRISTO</a:t>
            </a:r>
          </a:p>
          <a:p>
            <a:pPr algn="l"/>
            <a:r>
              <a:rPr lang="pt-BR" sz="10100" b="1" dirty="0"/>
              <a:t>E EM TRÊS DIAS HAVEREIS DE REERGUÊ-LO.</a:t>
            </a:r>
          </a:p>
          <a:p>
            <a:pPr algn="l"/>
            <a:r>
              <a:rPr lang="pt-BR" sz="10100" b="1" dirty="0"/>
              <a:t>ELE FALAVA DO TEMPLO DO SEU CORPO</a:t>
            </a:r>
          </a:p>
          <a:p>
            <a:pPr algn="l"/>
            <a:r>
              <a:rPr lang="pt-BR" sz="10100" b="1" dirty="0"/>
              <a:t>ELE FALAVA DO TEMPLO DO SEU CORPO.</a:t>
            </a:r>
          </a:p>
          <a:p>
            <a:pPr algn="just"/>
            <a:endParaRPr lang="pt-BR" sz="10100" b="1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9717455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1036878" cy="570157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000" dirty="0"/>
              <a:t>3. OS REIS DE TODA A TERRA HÃO DE LOUVAR-VOS,</a:t>
            </a:r>
          </a:p>
          <a:p>
            <a:pPr algn="l"/>
            <a:r>
              <a:rPr lang="pt-BR" sz="8000" dirty="0"/>
              <a:t>QUANDO OUVIREM, Ó SENHOR, VOSSA PROMESSA.</a:t>
            </a:r>
          </a:p>
          <a:p>
            <a:pPr algn="l"/>
            <a:r>
              <a:rPr lang="pt-BR" sz="8000" dirty="0"/>
              <a:t>HÃO DE CANTAR VOSSOS CAMINHOS E DIRÃO:</a:t>
            </a:r>
          </a:p>
          <a:p>
            <a:pPr algn="l"/>
            <a:r>
              <a:rPr lang="pt-BR" sz="8000" dirty="0"/>
              <a:t>"COMO A GLÓRIA DO SENHOR É GRANDIOSA!"</a:t>
            </a:r>
          </a:p>
        </p:txBody>
      </p:sp>
    </p:spTree>
    <p:extLst>
      <p:ext uri="{BB962C8B-B14F-4D97-AF65-F5344CB8AC3E}">
        <p14:creationId xmlns:p14="http://schemas.microsoft.com/office/powerpoint/2010/main" val="16246423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3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3" y="686788"/>
            <a:ext cx="11194472" cy="6572994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2600" dirty="0"/>
              <a:t>GLÓRIA A JESUS NA HÓSTIA SANTA,</a:t>
            </a:r>
          </a:p>
          <a:p>
            <a:pPr algn="l"/>
            <a:r>
              <a:rPr lang="pt-BR" sz="12600" dirty="0"/>
              <a:t>QUE SE CONSAGRA SOBRE O ALTAR;</a:t>
            </a:r>
          </a:p>
          <a:p>
            <a:pPr algn="l"/>
            <a:r>
              <a:rPr lang="pt-BR" sz="12600" dirty="0"/>
              <a:t>E AOS NOSSOS OLHOS SE LEVANTA</a:t>
            </a:r>
          </a:p>
          <a:p>
            <a:pPr algn="l"/>
            <a:r>
              <a:rPr lang="pt-BR" sz="12600" dirty="0"/>
              <a:t>PARA O BRASIL ABENÇOAR.</a:t>
            </a:r>
          </a:p>
          <a:p>
            <a:pPr algn="l"/>
            <a:endParaRPr lang="pt-BR" sz="12600" b="1" dirty="0"/>
          </a:p>
          <a:p>
            <a:pPr algn="l"/>
            <a:r>
              <a:rPr lang="pt-BR" sz="12600" b="1" dirty="0"/>
              <a:t>QUE O SANTO SACRAMENTO,</a:t>
            </a:r>
          </a:p>
          <a:p>
            <a:pPr algn="l"/>
            <a:r>
              <a:rPr lang="pt-BR" sz="12600" b="1" dirty="0"/>
              <a:t>QUE É O PRÓPRIO CRISTO JESUS,</a:t>
            </a:r>
          </a:p>
          <a:p>
            <a:pPr algn="l"/>
            <a:r>
              <a:rPr lang="pt-BR" sz="12600" b="1" dirty="0"/>
              <a:t>SEJA ADORADO E SEJA AMADO,</a:t>
            </a:r>
          </a:p>
          <a:p>
            <a:pPr algn="l"/>
            <a:r>
              <a:rPr lang="pt-BR" sz="12600" b="1" dirty="0"/>
              <a:t>NESTA TERRA DE SANTA CRUZ. (2x)</a:t>
            </a:r>
          </a:p>
          <a:p>
            <a:pPr algn="l"/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82242-1D3D-14F1-0B48-260113491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970CF9-71BE-F943-6755-18479C23F9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3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26E11F4-7466-1C9C-3614-81E501E07F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3" y="686788"/>
            <a:ext cx="11194472" cy="6572994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2600" dirty="0"/>
              <a:t>GLÓRIA A JESUS, DEUS ESCONDIDO,</a:t>
            </a:r>
          </a:p>
          <a:p>
            <a:pPr algn="l"/>
            <a:r>
              <a:rPr lang="pt-BR" sz="12600" dirty="0"/>
              <a:t>QUE VINDO A NÓS NA COMUNHÃO,</a:t>
            </a:r>
          </a:p>
          <a:p>
            <a:pPr algn="l"/>
            <a:r>
              <a:rPr lang="pt-BR" sz="12600" dirty="0"/>
              <a:t>PURIFICADO, ENRIQUECIDO,</a:t>
            </a:r>
          </a:p>
          <a:p>
            <a:pPr algn="l"/>
            <a:r>
              <a:rPr lang="pt-BR" sz="12600" dirty="0"/>
              <a:t>DEIXA-NOS SEMPRE O CORAÇÃO.</a:t>
            </a:r>
          </a:p>
          <a:p>
            <a:pPr algn="l"/>
            <a:endParaRPr lang="pt-BR" sz="12600" b="1" dirty="0"/>
          </a:p>
          <a:p>
            <a:pPr algn="l"/>
            <a:r>
              <a:rPr lang="pt-BR" sz="12600" b="1" dirty="0"/>
              <a:t>QUE O SANTO SACRAMENTO,</a:t>
            </a:r>
          </a:p>
          <a:p>
            <a:pPr algn="l"/>
            <a:r>
              <a:rPr lang="pt-BR" sz="12600" b="1" dirty="0"/>
              <a:t>QUE É O PRÓPRIO CRISTO JESUS,</a:t>
            </a:r>
          </a:p>
          <a:p>
            <a:pPr algn="l"/>
            <a:r>
              <a:rPr lang="pt-BR" sz="12600" b="1" dirty="0"/>
              <a:t>SEJA ADORADO E SEJA AMADO,</a:t>
            </a:r>
          </a:p>
          <a:p>
            <a:pPr algn="l"/>
            <a:r>
              <a:rPr lang="pt-BR" sz="12600" b="1" dirty="0"/>
              <a:t>NESTA TERRA DE SANTA CRUZ. (2x)</a:t>
            </a:r>
          </a:p>
          <a:p>
            <a:pPr algn="l"/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29377088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21975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1737" y="237505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1737" y="708560"/>
            <a:ext cx="11972144" cy="6778315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7200" dirty="0"/>
              <a:t>1. CONDUZIDOS A ESTE DESERTO</a:t>
            </a:r>
          </a:p>
          <a:p>
            <a:pPr algn="l"/>
            <a:r>
              <a:rPr lang="pt-BR" sz="7200" dirty="0"/>
              <a:t>DEUS NOS CHAMA À LIBERTAÇÃO</a:t>
            </a:r>
          </a:p>
          <a:p>
            <a:pPr algn="l"/>
            <a:r>
              <a:rPr lang="pt-BR" sz="7200" dirty="0"/>
              <a:t>DA INDIFERENÇA E DIVISÃO:</a:t>
            </a:r>
          </a:p>
          <a:p>
            <a:pPr algn="l"/>
            <a:r>
              <a:rPr lang="pt-BR" sz="7200" dirty="0"/>
              <a:t>“ONDE ESTÁ TUA IRMÃ, TEU IRMÃO?”</a:t>
            </a:r>
          </a:p>
          <a:p>
            <a:pPr algn="l"/>
            <a:r>
              <a:rPr lang="pt-BR" sz="7200" dirty="0"/>
              <a:t>“EIS A HORA! O REINO ESTÁ PERTO</a:t>
            </a:r>
          </a:p>
          <a:p>
            <a:pPr algn="l"/>
            <a:r>
              <a:rPr lang="pt-BR" sz="7200" dirty="0"/>
              <a:t>CRÊ NA PALAVRA E NA CONVERSÃO</a:t>
            </a:r>
          </a:p>
        </p:txBody>
      </p:sp>
    </p:spTree>
    <p:extLst>
      <p:ext uri="{BB962C8B-B14F-4D97-AF65-F5344CB8AC3E}">
        <p14:creationId xmlns:p14="http://schemas.microsoft.com/office/powerpoint/2010/main" val="22415759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6739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6739" y="888670"/>
            <a:ext cx="11562413" cy="5476505"/>
          </a:xfrm>
        </p:spPr>
        <p:txBody>
          <a:bodyPr>
            <a:normAutofit fontScale="32500" lnSpcReduction="20000"/>
          </a:bodyPr>
          <a:lstStyle/>
          <a:p>
            <a:pPr algn="l"/>
            <a:r>
              <a:rPr lang="pt-BR" sz="18500" b="1" dirty="0"/>
              <a:t>“VÓS SOIS TODOS IRMÃOS E IRMÃS”</a:t>
            </a:r>
          </a:p>
          <a:p>
            <a:pPr algn="l"/>
            <a:r>
              <a:rPr lang="pt-BR" sz="18500" b="1" dirty="0"/>
              <a:t>É PALAVRA DE CRISTO, O SENHOR</a:t>
            </a:r>
          </a:p>
          <a:p>
            <a:pPr algn="l"/>
            <a:r>
              <a:rPr lang="pt-BR" sz="18500" b="1" dirty="0"/>
              <a:t>POIS A FRATERNIDADE HUMANA</a:t>
            </a:r>
          </a:p>
          <a:p>
            <a:pPr algn="l"/>
            <a:r>
              <a:rPr lang="pt-BR" sz="18500" b="1" dirty="0"/>
              <a:t>DEVE SER CONVERSÃO E VALOR</a:t>
            </a:r>
          </a:p>
          <a:p>
            <a:pPr algn="l"/>
            <a:r>
              <a:rPr lang="pt-BR" sz="18500" b="1" dirty="0"/>
              <a:t>SEJA ESTE UM TEMPO PROPÍCIO</a:t>
            </a:r>
          </a:p>
          <a:p>
            <a:pPr algn="l"/>
            <a:r>
              <a:rPr lang="pt-BR" sz="18500" b="1" dirty="0"/>
              <a:t>PARA ABRI-NOS, ENFIM, AO AMOR!</a:t>
            </a:r>
          </a:p>
        </p:txBody>
      </p:sp>
    </p:spTree>
    <p:extLst>
      <p:ext uri="{BB962C8B-B14F-4D97-AF65-F5344CB8AC3E}">
        <p14:creationId xmlns:p14="http://schemas.microsoft.com/office/powerpoint/2010/main" val="41103453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8362</TotalTime>
  <Words>885</Words>
  <Application>Microsoft Office PowerPoint</Application>
  <PresentationFormat>Widescreen</PresentationFormat>
  <Paragraphs>163</Paragraphs>
  <Slides>32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Calibri Light</vt:lpstr>
      <vt:lpstr>Open Sans</vt:lpstr>
      <vt:lpstr>Tema do Office</vt:lpstr>
      <vt:lpstr>Apresentação do PowerPoint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CANTO DE APRESENTAÇÃO DAS OFERENDAS</vt:lpstr>
      <vt:lpstr>CANTO DE APRESENTAÇÃO DAS OFERENDAS</vt:lpstr>
      <vt:lpstr>CANTO DE APRESENTAÇÃO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 COMUNHÃO</vt:lpstr>
      <vt:lpstr>PÓS COMUNHÃO</vt:lpstr>
      <vt:lpstr>Apresentação do PowerPoint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Oliveira</cp:lastModifiedBy>
  <cp:revision>40</cp:revision>
  <dcterms:created xsi:type="dcterms:W3CDTF">2023-05-06T17:01:55Z</dcterms:created>
  <dcterms:modified xsi:type="dcterms:W3CDTF">2025-02-02T16:32:25Z</dcterms:modified>
</cp:coreProperties>
</file>