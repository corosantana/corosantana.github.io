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85" r:id="rId3"/>
    <p:sldId id="496" r:id="rId4"/>
    <p:sldId id="497" r:id="rId5"/>
    <p:sldId id="264" r:id="rId6"/>
    <p:sldId id="259" r:id="rId7"/>
    <p:sldId id="462" r:id="rId8"/>
    <p:sldId id="461" r:id="rId9"/>
    <p:sldId id="488" r:id="rId10"/>
    <p:sldId id="265" r:id="rId11"/>
    <p:sldId id="266" r:id="rId12"/>
    <p:sldId id="267" r:id="rId13"/>
    <p:sldId id="271" r:id="rId14"/>
    <p:sldId id="438" r:id="rId15"/>
    <p:sldId id="449" r:id="rId16"/>
    <p:sldId id="489" r:id="rId17"/>
    <p:sldId id="450" r:id="rId18"/>
    <p:sldId id="490" r:id="rId19"/>
    <p:sldId id="468" r:id="rId20"/>
    <p:sldId id="292" r:id="rId21"/>
    <p:sldId id="275" r:id="rId22"/>
    <p:sldId id="361" r:id="rId23"/>
    <p:sldId id="362" r:id="rId24"/>
    <p:sldId id="503" r:id="rId25"/>
    <p:sldId id="504" r:id="rId26"/>
    <p:sldId id="491" r:id="rId27"/>
    <p:sldId id="498" r:id="rId28"/>
    <p:sldId id="492" r:id="rId29"/>
    <p:sldId id="499" r:id="rId30"/>
    <p:sldId id="493" r:id="rId31"/>
    <p:sldId id="500" r:id="rId32"/>
    <p:sldId id="494" r:id="rId33"/>
    <p:sldId id="277" r:id="rId34"/>
    <p:sldId id="420" r:id="rId35"/>
    <p:sldId id="437" r:id="rId36"/>
    <p:sldId id="436" r:id="rId37"/>
    <p:sldId id="495" r:id="rId38"/>
    <p:sldId id="428" r:id="rId39"/>
    <p:sldId id="501" r:id="rId40"/>
    <p:sldId id="502" r:id="rId41"/>
    <p:sldId id="480" r:id="rId42"/>
    <p:sldId id="481" r:id="rId43"/>
    <p:sldId id="482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49" autoAdjust="0"/>
    <p:restoredTop sz="93969" autoAdjust="0"/>
  </p:normalViewPr>
  <p:slideViewPr>
    <p:cSldViewPr snapToGrid="0">
      <p:cViewPr varScale="1">
        <p:scale>
          <a:sx n="61" d="100"/>
          <a:sy n="61" d="100"/>
        </p:scale>
        <p:origin x="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434BCAC-B613-F621-41A7-ED0266499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3" y="0"/>
            <a:ext cx="12192002" cy="6857999"/>
          </a:xfrm>
          <a:prstGeom prst="rect">
            <a:avLst/>
          </a:prstGeom>
          <a:solidFill>
            <a:schemeClr val="tx1">
              <a:alpha val="2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6" y="3428999"/>
            <a:ext cx="1167384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4</a:t>
            </a:r>
            <a:r>
              <a:rPr lang="pt-BR" sz="6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º</a:t>
            </a:r>
            <a:r>
              <a:rPr lang="pt-BR" sz="8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DOMINGO DA QUARESMA</a:t>
            </a:r>
          </a:p>
          <a:p>
            <a:pPr algn="ctr"/>
            <a:r>
              <a:rPr lang="pt-BR" sz="4400" b="1" i="1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DOMINGO LAETARE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GLORIFICA O SENHOR, JERUSALÉM;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CELEBRA TEU DEUS, Ó SIÃO! (BIS)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1. GLORIFICA O SENHOR, JERUSALÉM!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Ó SIÃO, CANTA LOUVORES AO TEU DEUS!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POIS REFORÇOU COM SEGURANÇA AS TUAS PORTAS,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OS TEUS FILHOS EM TEU SEIO ABENÇOOU.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0789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865E-2BFB-80C8-2413-65709CBF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B634D-6E5E-E9A9-B6E6-F76543902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494FC8-056B-413D-13EC-6F235FD70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GLORIFICA O SENHOR, JERUSALÉM;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CELEBRA TEU DEUS, Ó SIÃO! (BIS)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2. A PAZ EM TEUS LIMITES GARANTIU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TE DÁ COMO ALIMENTO A FLOR DO TRIGO.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ENVIA SUAS ORDENS PARA A TERRA,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A PALAVRA QUE ELE DIZ CORRE VELOZ.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1419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1DEEA-D6A5-B3AB-D397-EE015011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61F6F-54D8-D3D5-E7ED-1C1C8A16E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2FD3CB-B9A0-253F-2F85-54BE1DA85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GLORIFICA O SENHOR, JERUSALÉM;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CELEBRA TEU DEUS, Ó SIÃO! (BIS)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3. ANUNCIA A JACÓ SUA PALAVRA,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SEUS PRECEITOS SUAS LEIS A ISRAEL.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NENHUM POVO RECEBEU TANTO CARINHO,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 NENHUM OUTRO REVELOU OS SEUS PRECEITOS.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3566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08E1-938A-1A91-DA29-855E99A2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D2D44A-2644-9D90-A60F-62BB8990C5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35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93E5-849B-4235-9E70-3C6D4C27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E146-A727-8AF8-3965-6DA66CF8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DFABD-67D0-97B8-FF6E-D48EFBDC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2090057"/>
            <a:ext cx="11516592" cy="4736276"/>
          </a:xfrm>
        </p:spPr>
        <p:txBody>
          <a:bodyPr>
            <a:normAutofit/>
          </a:bodyPr>
          <a:lstStyle/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KYRIE ELEISON (BIS)</a:t>
            </a:r>
          </a:p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CHRISTE ELEISON (BIS)</a:t>
            </a:r>
          </a:p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KYRIE ELEISON (BIS)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3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989C-E4E5-6386-F66F-836270ED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87A7E72-D560-D9AD-F957-B2264356E0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84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lnSpcReduction="10000"/>
          </a:bodyPr>
          <a:lstStyle/>
          <a:p>
            <a:r>
              <a:rPr lang="pt-BR" sz="6600" b="1" dirty="0"/>
              <a:t>PROVAI E VEDE QUÃO SUAVE É O SENHOR!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6000" b="1" dirty="0"/>
              <a:t> </a:t>
            </a:r>
            <a:r>
              <a:rPr lang="pt-BR" sz="6500" b="1" dirty="0"/>
              <a:t>LOUVOR E HONRA A VÓS, SENHOR JESUS.</a:t>
            </a:r>
          </a:p>
          <a:p>
            <a:endParaRPr lang="pt-BR" sz="6000" b="1" dirty="0"/>
          </a:p>
          <a:p>
            <a:r>
              <a:rPr lang="pt-BR" sz="6000" dirty="0"/>
              <a:t>VOU LEVANTAR-ME E VOU A MEU PAI E LHE DIREI: MEU PAI, EU PEQUEI CONTRA O CÉU E CONTRA TI.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7E78-CA8D-CE77-0C7B-C6EBE68F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49F90-BDFA-4A56-D424-C32445C94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5DA0D2-6371-4E2D-B746-C6C8A073B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1. ESCUTAI, Ó SENHOR DEUS, MINHA ORAÇÃO</a:t>
            </a:r>
          </a:p>
          <a:p>
            <a:pPr algn="l"/>
            <a:r>
              <a:rPr lang="pt-BR" sz="6600" dirty="0"/>
              <a:t>ATENDEI A MINHA PRECE, AO MEU CLAMOR</a:t>
            </a:r>
          </a:p>
          <a:p>
            <a:pPr algn="l"/>
            <a:r>
              <a:rPr lang="pt-BR" sz="6600" dirty="0"/>
              <a:t>PORQUE SOIS O MEU ABRIGO E FORTALEZA</a:t>
            </a:r>
          </a:p>
          <a:p>
            <a:pPr algn="l"/>
            <a:r>
              <a:rPr lang="pt-BR" sz="6600" dirty="0"/>
              <a:t>SOIS A VIDA, SOIS AMPARO PROTETOR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630338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66645-A9ED-EB3B-362C-24C3C2D9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3D9FD-46BC-6BDA-433D-AFAD1B71D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BC5C9-9032-A8D5-DCBF-1E26A9344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71180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0AEB-82BB-EF1D-6EC2-54945CBB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A8EA-46BF-0AAA-9A5C-DF34F704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13A73A-8D2E-3AED-398A-982080F08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dirty="0"/>
              <a:t>2. A MINH’ALMA, Ó SENHOR, DE VÓS TEM SEDE</a:t>
            </a:r>
          </a:p>
          <a:p>
            <a:pPr algn="l"/>
            <a:r>
              <a:rPr lang="pt-BR" sz="7200" dirty="0"/>
              <a:t>COMO A TERRA SEDENTA E SEM ÁGUA</a:t>
            </a:r>
          </a:p>
          <a:p>
            <a:pPr algn="l"/>
            <a:r>
              <a:rPr lang="pt-BR" sz="7200" dirty="0"/>
              <a:t>DE SER SALVO, ME CONCEDEI A ALEGRIA</a:t>
            </a:r>
          </a:p>
          <a:p>
            <a:pPr algn="l"/>
            <a:r>
              <a:rPr lang="pt-BR" sz="7200" dirty="0"/>
              <a:t>PERDOAI-ME TODA CULPA, TODA MÁGOA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53652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5CD5-D395-7C24-943B-76D6BD49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D452A-E21B-75A7-5B2C-70C050F53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72F0E2-0670-3B37-A016-843265DC4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864461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9D90-CC06-829C-D6F9-CFD08FB3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0EF12-86BD-5813-FC5C-E7C1F93BE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7505DF-BF38-0A70-5D21-3FC1CC104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0" y="1017320"/>
            <a:ext cx="11563303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3. ESTA TERRA, Ó SENHOR, FAVORECESTES</a:t>
            </a:r>
          </a:p>
          <a:p>
            <a:pPr algn="l"/>
            <a:r>
              <a:rPr lang="pt-BR" sz="6600" dirty="0"/>
              <a:t>PERDOASTES O PECADO AO VOSSO POVO</a:t>
            </a:r>
          </a:p>
          <a:p>
            <a:pPr algn="l"/>
            <a:r>
              <a:rPr lang="pt-BR" sz="6600" dirty="0"/>
              <a:t>VÓS SOIS BOM, SOIS CLEMENTE, SOIS PERDÃO</a:t>
            </a:r>
          </a:p>
          <a:p>
            <a:pPr algn="l"/>
            <a:r>
              <a:rPr lang="pt-BR" sz="6600" dirty="0"/>
              <a:t>VÓS SOIS, SENHOR, O DEUS DE AMOR A QUEM INVOCO</a:t>
            </a:r>
          </a:p>
        </p:txBody>
      </p:sp>
    </p:spTree>
    <p:extLst>
      <p:ext uri="{BB962C8B-B14F-4D97-AF65-F5344CB8AC3E}">
        <p14:creationId xmlns:p14="http://schemas.microsoft.com/office/powerpoint/2010/main" val="3458318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80086-D03E-2D62-B0D7-0E5E86AF6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9A96D-55E9-361E-3EBE-66BC323F8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F29B38-8753-33B5-F6B7-854552831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1. MEU CORAÇÃO PENETRAS</a:t>
            </a:r>
          </a:p>
          <a:p>
            <a:pPr algn="l"/>
            <a:r>
              <a:rPr lang="pt-BR" sz="24000" dirty="0"/>
              <a:t>E LÊS MEUS PENSAMENTOS;</a:t>
            </a:r>
          </a:p>
          <a:p>
            <a:pPr algn="l"/>
            <a:r>
              <a:rPr lang="pt-BR" sz="24000" dirty="0"/>
              <a:t>SE LUTO OU SE DESCANSO,</a:t>
            </a:r>
          </a:p>
          <a:p>
            <a:pPr algn="l"/>
            <a:r>
              <a:rPr lang="pt-BR" sz="24000" dirty="0"/>
              <a:t>TU VÊS MEUS MOVIMENTOS;</a:t>
            </a:r>
          </a:p>
          <a:p>
            <a:pPr algn="l"/>
            <a:r>
              <a:rPr lang="pt-BR" sz="24000" dirty="0"/>
              <a:t>DE TODAS MINHAS PALAVRAS</a:t>
            </a:r>
          </a:p>
          <a:p>
            <a:pPr algn="l"/>
            <a:r>
              <a:rPr lang="pt-BR" sz="24000" dirty="0"/>
              <a:t>TU TENS CONHECIMENTO.</a:t>
            </a:r>
            <a:endParaRPr lang="pt-BR" sz="20000" dirty="0"/>
          </a:p>
        </p:txBody>
      </p:sp>
    </p:spTree>
    <p:extLst>
      <p:ext uri="{BB962C8B-B14F-4D97-AF65-F5344CB8AC3E}">
        <p14:creationId xmlns:p14="http://schemas.microsoft.com/office/powerpoint/2010/main" val="2309583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356A-8A70-3D8A-31CC-327F1209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D5692-30E2-DE35-994F-771376846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91275A-124C-D07C-AEBE-407775C90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71532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0FA4-A6D6-DC23-ADA5-D9DFAEA1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C45ED-8FDF-15DA-7EFC-ED8B4089A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7C5FC7-B792-48DE-39CD-F5B1B6FF2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2. QUISESSE EU ME ESCONDER</a:t>
            </a:r>
          </a:p>
          <a:p>
            <a:pPr algn="l"/>
            <a:r>
              <a:rPr lang="pt-BR" sz="24000" dirty="0"/>
              <a:t>DO TEU IMENSO OLHAR,</a:t>
            </a:r>
          </a:p>
          <a:p>
            <a:pPr algn="l"/>
            <a:r>
              <a:rPr lang="pt-BR" sz="24000" dirty="0"/>
              <a:t>SUBIR ATÉ O CÉU,</a:t>
            </a:r>
          </a:p>
          <a:p>
            <a:pPr algn="l"/>
            <a:r>
              <a:rPr lang="pt-BR" sz="24000" dirty="0"/>
              <a:t>NA TERRA ME ENTRANHAR,</a:t>
            </a:r>
          </a:p>
          <a:p>
            <a:pPr algn="l"/>
            <a:r>
              <a:rPr lang="pt-BR" sz="24000" dirty="0"/>
              <a:t>ATRÁS DO HORIZONTE</a:t>
            </a:r>
          </a:p>
          <a:p>
            <a:pPr algn="l"/>
            <a:r>
              <a:rPr lang="pt-BR" sz="24000" dirty="0"/>
              <a:t>LÁ IRIA TE ENCONTRAR!</a:t>
            </a:r>
            <a:endParaRPr lang="pt-BR" sz="20000" dirty="0"/>
          </a:p>
        </p:txBody>
      </p:sp>
    </p:spTree>
    <p:extLst>
      <p:ext uri="{BB962C8B-B14F-4D97-AF65-F5344CB8AC3E}">
        <p14:creationId xmlns:p14="http://schemas.microsoft.com/office/powerpoint/2010/main" val="3646360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C099-EA38-FF7B-303F-B0760136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EC3F3-ECAD-1EC0-A6D3-8D958A7A4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F1E3D0-43BD-1640-963A-6AAEC0FE6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87731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789F-5271-2B93-FB58-F1ECF9C7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5870D-BE02-B9FF-13FC-011651B8A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C961B6-226F-6FE6-DE4A-27E5638D0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3. POR TRÁS E PELA FRENTE</a:t>
            </a:r>
          </a:p>
          <a:p>
            <a:pPr algn="l"/>
            <a:r>
              <a:rPr lang="pt-BR" sz="24000" dirty="0"/>
              <a:t>TEU SER ME ENVOLVE E CERCA,</a:t>
            </a:r>
          </a:p>
          <a:p>
            <a:pPr algn="l"/>
            <a:r>
              <a:rPr lang="pt-BR" sz="24000" dirty="0"/>
              <a:t>O TEU SABER ME ENCANTA,</a:t>
            </a:r>
          </a:p>
          <a:p>
            <a:pPr algn="l"/>
            <a:r>
              <a:rPr lang="pt-BR" sz="24000" dirty="0"/>
              <a:t>ME EXCEDE E ME SUPERA,</a:t>
            </a:r>
          </a:p>
          <a:p>
            <a:pPr algn="l"/>
            <a:r>
              <a:rPr lang="pt-BR" sz="24000" dirty="0"/>
              <a:t>TUA MÃO ME ACOMPANHA,</a:t>
            </a:r>
          </a:p>
          <a:p>
            <a:pPr algn="l"/>
            <a:r>
              <a:rPr lang="pt-BR" sz="24000" dirty="0"/>
              <a:t>ME GUIA E ME ACOBERTA!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07738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B828-C600-592A-CBAE-B4BB5B2F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EC5CD-8C27-B603-548C-D1EFE6C1F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842E6E-42E9-8F1B-6263-B32AE5D0B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283217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5BCA1-57F6-5643-FE79-ACB1B978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94C7F-46B7-7135-578F-FFF46B629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E0266F-6F2E-3175-2402-72B521470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3. POR TRÁS E PELA FRENTE</a:t>
            </a:r>
          </a:p>
          <a:p>
            <a:pPr algn="l"/>
            <a:r>
              <a:rPr lang="pt-BR" sz="24000" dirty="0"/>
              <a:t>TEU SER ME ENVOLVE E CERCA,</a:t>
            </a:r>
          </a:p>
          <a:p>
            <a:pPr algn="l"/>
            <a:r>
              <a:rPr lang="pt-BR" sz="24000" dirty="0"/>
              <a:t>O TEU SABER ME ENCANTA,</a:t>
            </a:r>
          </a:p>
          <a:p>
            <a:pPr algn="l"/>
            <a:r>
              <a:rPr lang="pt-BR" sz="24000" dirty="0"/>
              <a:t>ME EXCEDE E ME SUPERA,</a:t>
            </a:r>
          </a:p>
          <a:p>
            <a:pPr algn="l"/>
            <a:r>
              <a:rPr lang="pt-BR" sz="24000" dirty="0"/>
              <a:t>TUA MÃO ME ACOMPANHA,</a:t>
            </a:r>
          </a:p>
          <a:p>
            <a:pPr algn="l"/>
            <a:r>
              <a:rPr lang="pt-BR" sz="24000" dirty="0"/>
              <a:t>ME GUIA E ME ACOBERTA!</a:t>
            </a:r>
            <a:endParaRPr lang="pt-BR" sz="200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10416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BB51-30B8-6ED5-F3D4-53BBDC2C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83623-41D2-87BC-7136-4D3507A08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1BE64D-EF10-CF56-5E74-9E6747564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67838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109C-1518-792B-67AC-967A5F31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5AD5D-9917-0815-6F5D-E0AB3FC5F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E17D1-64D7-6377-5652-AE39AF9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4. SE A LUZ DO SOL SE FOSSE,</a:t>
            </a:r>
          </a:p>
          <a:p>
            <a:pPr algn="l"/>
            <a:r>
              <a:rPr lang="pt-BR" sz="24000" dirty="0"/>
              <a:t>QUE ESCURIDÃO SERIA!…</a:t>
            </a:r>
          </a:p>
          <a:p>
            <a:pPr algn="l"/>
            <a:r>
              <a:rPr lang="pt-BR" sz="24000" dirty="0"/>
              <a:t>SE AS TREVAS ME ENVOLVESSEM,</a:t>
            </a:r>
          </a:p>
          <a:p>
            <a:pPr algn="l"/>
            <a:r>
              <a:rPr lang="pt-BR" sz="24000" dirty="0"/>
              <a:t>O QUE ADIANTARIA?…</a:t>
            </a:r>
          </a:p>
          <a:p>
            <a:pPr algn="l"/>
            <a:r>
              <a:rPr lang="pt-BR" sz="24000" dirty="0"/>
              <a:t>PRA TI, SENHOR, A NOITE</a:t>
            </a:r>
          </a:p>
          <a:p>
            <a:pPr algn="l"/>
            <a:r>
              <a:rPr lang="pt-BR" sz="24000" dirty="0"/>
              <a:t>É CLARA COMO DIA!</a:t>
            </a:r>
            <a:endParaRPr lang="pt-BR" sz="20000" dirty="0"/>
          </a:p>
          <a:p>
            <a:pPr algn="l"/>
            <a:endParaRPr lang="pt-BR" sz="200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37937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66123-8503-ACC4-9310-73F8B2D7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9109DA-C32D-866A-E953-4DB45D3FA1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340FDB6-3293-E9BC-2AAF-178911F5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9"/>
          <a:stretch/>
        </p:blipFill>
        <p:spPr>
          <a:xfrm>
            <a:off x="0" y="0"/>
            <a:ext cx="6596743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F5B9175-C95F-4D15-E893-C55D1CB327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22" r="2712"/>
          <a:stretch/>
        </p:blipFill>
        <p:spPr>
          <a:xfrm>
            <a:off x="6159335" y="0"/>
            <a:ext cx="6032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032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D816-E0D9-957A-1DE0-A8D2B8A9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FC2DAE-3856-76C8-F2D4-6746891E62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999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1CC2-C91B-E809-4D11-E1015072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82D47-82AF-F513-D273-72DAA97C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BD076-5246-853D-9A05-9447069AA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1 - PECADOR, AGORA É TEMPO DE PESAR E DE TEMOR:</a:t>
            </a:r>
          </a:p>
          <a:p>
            <a:pPr algn="l"/>
            <a:r>
              <a:rPr lang="pt-BR" sz="8800" b="1" dirty="0"/>
              <a:t>SERVE A DEUS DESPREZA O MUNDO,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2 - NESTE TEMPO SACROSSANTO O PECADO FAZ HORROR:</a:t>
            </a:r>
          </a:p>
          <a:p>
            <a:pPr algn="l"/>
            <a:r>
              <a:rPr lang="pt-BR" sz="8800" b="1" dirty="0"/>
              <a:t>CONTEMPLANDO A CRUZ DE CRISTO, JÁ NÃO SEJAS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3067254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57F-7185-F6CF-6AB5-9E549F8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41525-8606-2D01-0106-89025A3D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73281-E92A-C138-C98A-1EDC26D8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3 - VAIS PECANDO, VAIS PECANDO, VAIS DE HORROR EM MAIS HORROR:</a:t>
            </a:r>
          </a:p>
          <a:p>
            <a:pPr algn="l"/>
            <a:r>
              <a:rPr lang="pt-BR" sz="8800" b="1" dirty="0"/>
              <a:t>FILHO, ACORDA DESSA MORTE,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4 - PASSAM MESES, PASSAM ANOS, SEM QUE BUSQUES TEU SENHOR:</a:t>
            </a:r>
          </a:p>
          <a:p>
            <a:pPr algn="l"/>
            <a:r>
              <a:rPr lang="pt-BR" sz="8800" b="1" dirty="0"/>
              <a:t>COMO UM DIA PARA O OUTRO, ASSIM MORRE O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18151096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64E8-852E-ED5D-92E5-97648E80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B8C90-74F7-F713-A637-9D2645A7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A1C34-970B-06C7-408B-B5F18017B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5 - PECADOR ARREPENDIDO, POBREZINHO PECADOR,</a:t>
            </a:r>
          </a:p>
          <a:p>
            <a:pPr algn="l"/>
            <a:r>
              <a:rPr lang="pt-BR" sz="8800" b="1" dirty="0"/>
              <a:t>VEM, ABRAÇA-TE CONTRITO COM TEU PAI, TEU CRIADOR!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6 - COMPAIXÃO, MISERICÓRDIA VOS PEDIMOS, REDENTOR:</a:t>
            </a:r>
          </a:p>
          <a:p>
            <a:pPr algn="l"/>
            <a:r>
              <a:rPr lang="pt-BR" sz="8800" b="1" dirty="0"/>
              <a:t>PELA VIRGEM, MÃE DAS DORES, PERDOAI-NOS, DEUS DE AMOR! (BIS)</a:t>
            </a:r>
          </a:p>
        </p:txBody>
      </p:sp>
    </p:spTree>
    <p:extLst>
      <p:ext uri="{BB962C8B-B14F-4D97-AF65-F5344CB8AC3E}">
        <p14:creationId xmlns:p14="http://schemas.microsoft.com/office/powerpoint/2010/main" val="24233283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8650</TotalTime>
  <Words>1156</Words>
  <Application>Microsoft Office PowerPoint</Application>
  <PresentationFormat>Widescreen</PresentationFormat>
  <Paragraphs>203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Arial</vt:lpstr>
      <vt:lpstr>Arial</vt:lpstr>
      <vt:lpstr>Calibri</vt:lpstr>
      <vt:lpstr>Calibri Light</vt:lpstr>
      <vt:lpstr>Constantia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KYRIE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65</cp:revision>
  <dcterms:created xsi:type="dcterms:W3CDTF">2023-05-06T17:01:55Z</dcterms:created>
  <dcterms:modified xsi:type="dcterms:W3CDTF">2025-03-29T22:07:20Z</dcterms:modified>
</cp:coreProperties>
</file>