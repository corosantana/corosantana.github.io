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83" r:id="rId4"/>
    <p:sldId id="484" r:id="rId5"/>
    <p:sldId id="485" r:id="rId6"/>
    <p:sldId id="486" r:id="rId7"/>
    <p:sldId id="487" r:id="rId8"/>
    <p:sldId id="488" r:id="rId9"/>
    <p:sldId id="264" r:id="rId10"/>
    <p:sldId id="430" r:id="rId11"/>
    <p:sldId id="431" r:id="rId12"/>
    <p:sldId id="489" r:id="rId13"/>
    <p:sldId id="461" r:id="rId14"/>
    <p:sldId id="462" r:id="rId15"/>
    <p:sldId id="261" r:id="rId16"/>
    <p:sldId id="338" r:id="rId17"/>
    <p:sldId id="339" r:id="rId18"/>
    <p:sldId id="340" r:id="rId19"/>
    <p:sldId id="377" r:id="rId20"/>
    <p:sldId id="266" r:id="rId21"/>
    <p:sldId id="265" r:id="rId22"/>
    <p:sldId id="490" r:id="rId23"/>
    <p:sldId id="267" r:id="rId24"/>
    <p:sldId id="271" r:id="rId25"/>
    <p:sldId id="491" r:id="rId26"/>
    <p:sldId id="451" r:id="rId27"/>
    <p:sldId id="452" r:id="rId28"/>
    <p:sldId id="453" r:id="rId29"/>
    <p:sldId id="292" r:id="rId30"/>
    <p:sldId id="492" r:id="rId31"/>
    <p:sldId id="275" r:id="rId32"/>
    <p:sldId id="361" r:id="rId33"/>
    <p:sldId id="362" r:id="rId34"/>
    <p:sldId id="493" r:id="rId35"/>
    <p:sldId id="494" r:id="rId36"/>
    <p:sldId id="495" r:id="rId37"/>
    <p:sldId id="496" r:id="rId38"/>
    <p:sldId id="497" r:id="rId39"/>
    <p:sldId id="498" r:id="rId40"/>
    <p:sldId id="499" r:id="rId41"/>
    <p:sldId id="277" r:id="rId42"/>
    <p:sldId id="435" r:id="rId43"/>
    <p:sldId id="500" r:id="rId44"/>
    <p:sldId id="501" r:id="rId45"/>
    <p:sldId id="502" r:id="rId46"/>
    <p:sldId id="503" r:id="rId47"/>
    <p:sldId id="504" r:id="rId48"/>
    <p:sldId id="505" r:id="rId49"/>
    <p:sldId id="428" r:id="rId50"/>
    <p:sldId id="507" r:id="rId51"/>
    <p:sldId id="508" r:id="rId52"/>
    <p:sldId id="509" r:id="rId53"/>
    <p:sldId id="510" r:id="rId54"/>
    <p:sldId id="506" r:id="rId55"/>
    <p:sldId id="480" r:id="rId56"/>
    <p:sldId id="481" r:id="rId57"/>
    <p:sldId id="511" r:id="rId58"/>
    <p:sldId id="482" r:id="rId59"/>
    <p:sldId id="512" r:id="rId60"/>
    <p:sldId id="513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19/03/2025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907D8A8-4880-30C4-382D-48E16A7A7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46839" cy="6857999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8" y="3562731"/>
            <a:ext cx="11673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SOLENIDADE DE</a:t>
            </a:r>
          </a:p>
          <a:p>
            <a:pPr algn="ctr"/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SÃO JOSÉ, ESPOSO DE MARIA</a:t>
            </a:r>
            <a:endParaRPr lang="pt-BR" sz="6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VINDE, ALEGRES CANTEMOS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DEUS DEMOS LOUVOR.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UM PAI EXALTEMOS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SEMPRE COM MAIS FERVOR.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F4E2-1BC5-16D6-382E-14BC5E93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DA180-DE99-1A26-7243-17F27D6E6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CF2514-0FD0-53CD-6589-D3B8903AA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2. SÃO JOSÉ TRIUNFANTE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VAI A GLÓRIA GOZAR.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 PRA SEMPRE REINANTE,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NO SENHOR REPOUSAR.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0390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B8D0-D899-8AE3-2AF2-103EC11CC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4E0FC-F9C2-FE26-5CF0-131668615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BF8F47-A814-54E3-67CF-03FC468DD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3. VÓS, ESPOSO PRECLARO,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AMANTÍSSIMO PAI.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DOS CRISTÃOS FIRME AMPARO,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ESTE CANTO ACEITAI.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0315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85C2-D14F-FEB9-E8A9-5307E54F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9B3D0-B6CF-7733-0877-E6FC1AB9A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B5597B-496B-83B8-B674-D1EBC46F1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4. JOSÉ, POR UM DECRETO,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DE DEUS, O CRIADOR,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DESPOSASTES, DISCRETO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MÃE DO SALVADOR.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027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0C12-5AEB-683A-1ED3-0A0EFA61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901BC-166B-1ECE-6D0A-3B7B22030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DD3C62-5172-E4FC-03F6-7D3F073AF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5. QUIS O VERBO DIVINO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DAR-VOS NOME DE PAI;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UM GLORIOSO DESTINO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PARA NÓS IMPLORAI!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22800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8B92-B6D2-2B87-5131-7134B901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A9753-2168-7E7E-4DD0-8EFF0D3B9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4A1E2F-EADE-853A-649E-2321CF3AC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6. AO SENHOR, JÁ NASCIDO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AMOROSO ABRAÇAIS;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LÁ NO EGITO, FUGIDO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DO PERIGO O SALVAIS.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5649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3E67-90B5-0831-74B7-C6F1FD6C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77164-6F46-1A70-87A2-42EB986D8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49D78D-201D-BBF1-4C45-8336C1321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7. Ó TRINDADE INEFÁVEL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A ORAÇÃO ESCUTAI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DE QUEM NOS AMA, AFÁVEL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DE JOSÉ, NOSSO PAI!</a:t>
            </a:r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SÃO JOSÉ, A VÓS NOSSO AMOR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SEDE O NOSSO BOM PROTETOR.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AUMENTAI O NOSSO FERVOR!</a:t>
            </a:r>
          </a:p>
          <a:p>
            <a:pPr algn="l"/>
            <a:endParaRPr lang="pt-BR" sz="6000" b="1" i="0" dirty="0">
              <a:effectLst/>
              <a:latin typeface="Open Sans" panose="020B0606030504020204" pitchFamily="34" charset="0"/>
            </a:endParaRP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3146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9E78-1DF9-5217-8244-B27A1DDC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6A8717C-EF5A-D80C-1329-7DE104C6D2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2090057"/>
            <a:ext cx="11516592" cy="4736276"/>
          </a:xfrm>
        </p:spPr>
        <p:txBody>
          <a:bodyPr>
            <a:normAutofit/>
          </a:bodyPr>
          <a:lstStyle/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CHRISTE ELEISON (BIS)</a:t>
            </a:r>
          </a:p>
          <a:p>
            <a:r>
              <a:rPr lang="pt-BR" sz="6000" b="1" i="0" dirty="0">
                <a:effectLst/>
                <a:latin typeface="Open Sans" panose="020B0606030504020204" pitchFamily="34" charset="0"/>
              </a:rPr>
              <a:t>KYRIE ELEISON (BIS)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/>
          </a:bodyPr>
          <a:lstStyle/>
          <a:p>
            <a:r>
              <a:rPr lang="pt-BR" sz="6600" b="1" dirty="0"/>
              <a:t>EIS QUE A SUA DESCENDÊNCIA DURARÁ ETERNAMENTE.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F269-F628-C673-9FA3-AE239659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D1018C-0563-05F2-3277-CC1DFEB3C6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31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6000" b="1" dirty="0"/>
              <a:t>LOUVOR E GLÓRIA A TI, SENHOR, CRISTO, PALAVRA DE DEUS!</a:t>
            </a:r>
          </a:p>
          <a:p>
            <a:endParaRPr lang="pt-BR" sz="5400" b="1" dirty="0"/>
          </a:p>
          <a:p>
            <a:r>
              <a:rPr lang="pt-BR" sz="4800" dirty="0"/>
              <a:t>FELIZES OS QUE HABITAM VOSSA CASA, PARA SEMPRE ELES HÃO DE VOS LOUVAR!</a:t>
            </a:r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481651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FELIZ É TODO AQUELE QUE NÃO ANDA </a:t>
            </a:r>
          </a:p>
          <a:p>
            <a:pPr algn="l"/>
            <a:r>
              <a:rPr lang="pt-BR" sz="17600" dirty="0"/>
              <a:t>CONFORME OS CONSELHOS DOS PERVERSOS;</a:t>
            </a:r>
          </a:p>
          <a:p>
            <a:pPr algn="l"/>
            <a:r>
              <a:rPr lang="pt-BR" sz="17600" dirty="0"/>
              <a:t>QUE NÃO ENTRA NO CAMINHO DOS MALVADOS,</a:t>
            </a:r>
          </a:p>
          <a:p>
            <a:pPr algn="l"/>
            <a:r>
              <a:rPr lang="pt-BR" sz="17600" dirty="0"/>
              <a:t>NEM JUNTO AOS ZOMBADORES VAI SENTAR-SE;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33143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D12-36DE-0C6C-AECB-B800191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BFB45-E157-5BB2-AC04-67101BC9A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3D2CD-3066-EC9A-C734-536135F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MAS ENCONTRA SEU PRAZER NA LEI DE DEUS *</a:t>
            </a:r>
          </a:p>
          <a:p>
            <a:pPr algn="l"/>
            <a:r>
              <a:rPr lang="pt-BR" sz="17600" dirty="0"/>
              <a:t>E A MEDITA, DIA E NOITE, SEM CESSAR.</a:t>
            </a:r>
          </a:p>
          <a:p>
            <a:pPr algn="l"/>
            <a:r>
              <a:rPr lang="pt-BR" sz="17600" dirty="0"/>
              <a:t>EIS QUE ELE É SEMELHANTE A UMA ÁRVORE *</a:t>
            </a:r>
          </a:p>
          <a:p>
            <a:pPr algn="l"/>
            <a:r>
              <a:rPr lang="pt-BR" sz="17600" dirty="0"/>
              <a:t>QUE À BEIRA DA TORRENTE ESTÁ PLANTADA;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67612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9926-611D-E40D-5F0B-4B4F0A0D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0B26-1038-06D5-AAC1-4A1652291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2962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D8B9-8CBE-40D7-E5A7-DF0B0B4D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ELA SEMPRE DÁ SEUS FRUTOS A SEU TEMPO, *</a:t>
            </a:r>
          </a:p>
          <a:p>
            <a:pPr algn="l"/>
            <a:r>
              <a:rPr lang="pt-BR" sz="17600" dirty="0"/>
              <a:t>E JAMAIS AS SUAS FOLHAS VÃO MURCHAR. </a:t>
            </a:r>
          </a:p>
          <a:p>
            <a:pPr algn="l"/>
            <a:r>
              <a:rPr lang="pt-BR" sz="17600" dirty="0"/>
              <a:t>MAS BEM OUTRA É A SORTE DOS PERVERSOS. *</a:t>
            </a:r>
          </a:p>
          <a:p>
            <a:pPr algn="l"/>
            <a:r>
              <a:rPr lang="pt-BR" sz="17600" dirty="0"/>
              <a:t>AO CONTRÁRIO, SÃO IGUAIS À PALHA SECA! R.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6871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E87B-99DB-2CF4-8ED0-DFA1DC5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19B18-88FF-E97F-3443-18AFC7E02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538614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578C3-5771-E9A2-F241-66C14AC85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614068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POR ISSO OS ÍMPIOS NÃO RESISTEM NO JUÍZO </a:t>
            </a:r>
          </a:p>
          <a:p>
            <a:pPr algn="l"/>
            <a:r>
              <a:rPr lang="pt-BR" sz="17600" dirty="0"/>
              <a:t>NEM OS PERVERSOS, NA ASSEMBLÉIA DOS FIÉIS.</a:t>
            </a:r>
          </a:p>
          <a:p>
            <a:pPr algn="l"/>
            <a:r>
              <a:rPr lang="pt-BR" sz="17600" dirty="0"/>
              <a:t>POIS DEUS VIGIA O CAMINHO DOS ELEITOS, *</a:t>
            </a:r>
          </a:p>
          <a:p>
            <a:pPr algn="l"/>
            <a:r>
              <a:rPr lang="pt-BR" sz="17600" dirty="0"/>
              <a:t>MAS A ESTRADA DOS MALVADOS LEVA À MORTE.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3260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70FF-1841-3FF0-DE17-F170E5B3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B8AE4-574C-7D5E-4CB4-0FBF2ECF6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948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50561-0645-9615-ABFF-0DA5B998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7652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l"/>
            <a:r>
              <a:rPr lang="pt-BR" sz="6600" b="1" dirty="0"/>
              <a:t>HOSANA, HOSANA NAS ALTURAS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1 FELIZ O HOMEM QUE RESPEITA O SENHOR * </a:t>
            </a:r>
          </a:p>
          <a:p>
            <a:pPr algn="l"/>
            <a:r>
              <a:rPr lang="pt-BR" sz="21600" dirty="0"/>
              <a:t>E QUE AMA COM CARINHO A SUA LEI! 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43A4-654B-871C-2336-72AA36FA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313D6-F05B-ED5E-7C77-4E544C90D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BF0B39-3CF1-9D59-D978-EC022D920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</a:t>
            </a:r>
          </a:p>
          <a:p>
            <a:pPr algn="l"/>
            <a:endParaRPr lang="pt-BR" sz="19200" b="1" dirty="0"/>
          </a:p>
          <a:p>
            <a:pPr algn="l"/>
            <a:r>
              <a:rPr lang="pt-BR" sz="21600" dirty="0"/>
              <a:t>2 SUA DESCENDÊNCIA SERÁ FORTE SOBRE A TERRA, * ABENÇOADA A GERAÇÃO DOS HOMENS RETOS!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3717219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6FBC-D0E6-B4F0-FEDC-3A5401E1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5BF9-848F-4D38-E658-09F53369D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FD954-7B97-9D12-2951-61C784F60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3 HAVERÁ GLÓRIA E RIQUEZA EM SUA CASA, * E PERMANECE PARA SEMPRE O BEM QUE FEZ.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1383884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5B4C-F308-978D-57B2-1E7B93F0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01919-65B9-A4CE-4C86-5266F56C6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50CAB-91F5-9283-7929-6BDDAEE4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4 ELE É CORRETO, GENEROSO E COMPASSIVO, * COMO LUZ BRILHA NAS TREVAS PARA OS JUSTOS.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4182432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4F68-DE65-032E-E679-3D4877E8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6F16C-1861-407C-C86F-D1800A30D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D13FA3-EAF4-3EDC-577B-55994BB3E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5 FELIZ O HOMEM CARIDOSO E PRESTATIVO, * QUE RESOLVE SEUS NEGÓCIOS COM JUSTIÇA.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2603290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B954-26F9-886A-4991-C8FD9CE2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6483B-4D89-B254-5715-EA9322F6A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34AAB1-AD10-DD38-A946-A4AD53AFB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6 PORQUE JAMAIS VACILARÁ O HOMEM RETO, * SUA LEMBRANÇA PERMANECE ETERNAMENTE! </a:t>
            </a:r>
          </a:p>
        </p:txBody>
      </p:sp>
    </p:spTree>
    <p:extLst>
      <p:ext uri="{BB962C8B-B14F-4D97-AF65-F5344CB8AC3E}">
        <p14:creationId xmlns:p14="http://schemas.microsoft.com/office/powerpoint/2010/main" val="2150898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7C02-5ED8-3437-D7DE-091AC071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0CAD-4EF3-29D4-C22A-EBA9F34A4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81ABFA-E53E-586F-F4FE-B1957920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dirty="0"/>
          </a:p>
          <a:p>
            <a:pPr algn="l"/>
            <a:r>
              <a:rPr lang="pt-BR" sz="21600" dirty="0"/>
              <a:t>7 ELE NÃO TEME RECEBER NOTÍCIAS MÁS: * CONFIANDO EM DEUS, SEU CORAÇÃO ESTÁ SEGURO.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988808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B5AB-0F09-9595-320E-3407F7C8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0C109-8E30-5266-8A8B-CE2BC5EDA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112530-4615-5533-36B9-F01558AB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14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JOSÉ, FILHO DE DAVI, NÃO RECEIES </a:t>
            </a:r>
          </a:p>
          <a:p>
            <a:pPr algn="l"/>
            <a:r>
              <a:rPr lang="pt-BR" sz="21600" b="1" dirty="0"/>
              <a:t>RECEBER TUA ESPOSA MARIA, </a:t>
            </a:r>
          </a:p>
          <a:p>
            <a:pPr algn="l"/>
            <a:r>
              <a:rPr lang="pt-BR" sz="21600" b="1" dirty="0"/>
              <a:t>POIS O FILHO QUE ELA GEROU </a:t>
            </a:r>
          </a:p>
          <a:p>
            <a:pPr algn="l"/>
            <a:r>
              <a:rPr lang="pt-BR" sz="21600" b="1" dirty="0"/>
              <a:t>É FRUTO DO ESPÍRITO SANTO.</a:t>
            </a:r>
          </a:p>
          <a:p>
            <a:pPr algn="l"/>
            <a:endParaRPr lang="pt-BR" sz="21600" b="1" dirty="0"/>
          </a:p>
          <a:p>
            <a:pPr algn="l"/>
            <a:r>
              <a:rPr lang="pt-BR" sz="21600" dirty="0"/>
              <a:t>8 SEU CORAÇÃO ESTÁ TRANQUILO E NADA TEME, * E CONFUSOS HÁ DE VER SEUS INIMIGOS. </a:t>
            </a:r>
          </a:p>
          <a:p>
            <a:pPr algn="l"/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2478177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PAI AMOROSO, PROTETOR DO SENHOR,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TEU CORAÇÃO A CARIDADE ESPLENDE.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ÉS MODELO E GUIA DE QUEM CRÊ E AMA,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TESTEMUNHA DE ESPERANÇA.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D9D8-2224-92FE-1565-CAB94D1F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ED5B3-1754-3FBD-0D71-FE8B7110A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0F58B0-FEF6-5372-BD48-650B1F103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SOMBRA DE DEUS PAI E SINAL DE SEU AMOR,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JUSTO JOSÉ, MESTRE DA HUMILDADE.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CANTA TEU SILÊNCIO A PALAVRA VIVA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A NAZARÉ RESSOA.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564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F11-5BF8-271A-00DF-699D9A9E7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88EDD-DCBD-042F-D8B2-E9A1115BC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FDE87E-73E4-E410-1EA8-9DDE4AA8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PATRIARCA SANTO, FIEL E OBEDIENTE,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DÓCIL E PACIENTE AOS ACENOS DO SENHOR.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CONTIGO SE REALIZA A PROMESSA ANTIGA: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“ELE SERÁ O FILHO DE DAVI”.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54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BE62-5774-FA3B-96D1-B405D2AD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C6F4C-36E0-B9AE-1A16-16A453FA2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65BA1C-3600-08CB-BDD3-3F8C8D195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TU QUE ACOLHESTE À VIRGEM MARIA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COMO ESPOSO CASTO E DOCE DEFENSOR,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OLHE ÀS FAMÍLIAS EM SOFRIMENTO: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SOBRE ELAS DESÇA ALEGRIA E PAZ.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886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3158-7766-E9FD-CFCA-EE987166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28FBC-43E5-7B8B-AC9F-14AEA814E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0DB5D2-26A1-7E95-C51F-4230D2F49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DIGNIDADE E AMOR, SILÊNCIO E ORAÇÃO,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SÃO A FORÇA E A LUZ E GUIAM TEUS DIAS.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TUA CASA SANTA MODELO VIVO SEJA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INSPIRA CADA FAMÍLIA.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14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1E45-4674-F7CA-343B-22824583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D8565-9462-0617-D390-B271EE58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3C1CF5-B8FA-C33B-2D74-77CDFBEE8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6. Ó SANTO JOSÉ, PATRONO DA IGREJA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TUA INTERCESSÃO PROTEJA O SEU CAMINHO.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VIGIE E DEFENDA A UNIDADE E A PAZ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CARIDADE DE CRISTO.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69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3821-56EB-2FD6-F551-F4F686CC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CD0CB-8447-2593-7C71-4BEB98ABC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A63DC5-84ED-DD60-072B-6A3CF0F69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7. A TI GLÓRIA E LOUVOR, Ó TRINDADE ETERNA,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EM TEUS SERVOS REVELAS O TEU ROSTO;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 ,ABENÇOADO O HOMEM QUE CONTIGO CAMINHA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 CAMINHOS DA FÉ.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706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A4BC-A164-DF95-9F86-6E8D6658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C5AAC-76AE-1D31-19CF-81F873F9A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DEC9F0-AA39-7E02-A98F-0BAFDDD00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TENDE PIEDADE, Ó MEU DEUS, MISERICÓRDIA!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IMENSIDÃO DE VOSSO AMOR, PURIFICAI-ME!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 TODO INTEIRO DO PECADO,</a:t>
            </a:r>
          </a:p>
          <a:p>
            <a:pPr algn="l"/>
            <a:r>
              <a:rPr lang="pt-BR" sz="67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APAGAI COMPLETAMENTE A MINHA CULPA.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95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4AE1-BAE2-D399-D824-8C1E767F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2C0CD-35A4-6F65-E3E2-2E3C8BE51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C4EEE7-8EE6-5765-5714-4B56BF02D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44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  <a:endParaRPr lang="pt-BR" sz="36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36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EU RECONHEÇO TODA A MINHA INIQUIDADE,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MEU PECADO ESTÁ SEMPRE À MINHA FRENTE.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FOI CONTRA VÓS, SÓ CONTRA VÓS, QUE EU PEQUEI,</a:t>
            </a:r>
          </a:p>
          <a:p>
            <a:pPr algn="l"/>
            <a:r>
              <a:rPr lang="pt-BR" sz="3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PRATIQUEI O QUE É MAU AOS VOSSOS OLHOS.</a:t>
            </a:r>
          </a:p>
        </p:txBody>
      </p:sp>
    </p:spTree>
    <p:extLst>
      <p:ext uri="{BB962C8B-B14F-4D97-AF65-F5344CB8AC3E}">
        <p14:creationId xmlns:p14="http://schemas.microsoft.com/office/powerpoint/2010/main" val="32902042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8ED8-3EB3-83BE-5295-3128E1C2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268C4-7839-11F1-6206-327C66B18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A63468-97D5-7348-893E-75CA24F5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MOSTRAIS ASSIM QUANTO SOIS JUSTO NA SENTENÇA,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QUANTO É RETO O JULGAMENTO QUE FAZEIS.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VEDE, SENHOR, QUE EU NASCI NA INIQUIDADE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PECADOR JÁ MINHA MÃE ME CONCEBEU.</a:t>
            </a:r>
          </a:p>
          <a:p>
            <a:pPr algn="l"/>
            <a:endParaRPr lang="pt-BR" sz="54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86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D3B-9362-5EF2-0336-DE2FC68F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ADA80-229C-FB03-E1D1-FD7ED8ADA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ASPERSÃO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44A35-3CD5-AAD2-FB98-4F6CC81AA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ASPERGI-ME, SENHOR, E SEREI PURIFICADO;</a:t>
            </a:r>
          </a:p>
          <a:p>
            <a:pPr algn="l"/>
            <a:r>
              <a:rPr lang="pt-BR" sz="87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LAVAI-ME, E SEREI MAIS BRANCO DO QUE A NEVE.</a:t>
            </a:r>
          </a:p>
          <a:p>
            <a:pPr algn="l"/>
            <a:endParaRPr lang="pt-BR" sz="67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MAS VÓS AMAIS OS CORAÇÕES QUE SÃO SINCEROS,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INTIMIDADE ME ENSINAIS SABEDORIA.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ASPERGI-ME E SEREI PURO DO PECADO,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MAIS BRANCO DO QUE A NEVE FICAREI</a:t>
            </a:r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10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C64C-A479-3145-3105-C522229B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20824FD-0B70-72DF-E502-BBB3EC0D36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3232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827314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VIVESTE NUM TEMPO EM QUE O TEU PAÍS</a:t>
            </a:r>
          </a:p>
          <a:p>
            <a:pPr algn="l"/>
            <a:r>
              <a:rPr lang="pt-BR" sz="8800" dirty="0"/>
              <a:t>SOFRIA ESMAGADO CANSADO INFELIZ</a:t>
            </a:r>
          </a:p>
          <a:p>
            <a:pPr algn="l"/>
            <a:r>
              <a:rPr lang="pt-BR" sz="8800" dirty="0"/>
              <a:t>DEBAIXO DO IMPÉRIO ROMANO OPRESSOR</a:t>
            </a:r>
          </a:p>
          <a:p>
            <a:pPr algn="l"/>
            <a:r>
              <a:rPr lang="pt-BR" sz="8800" dirty="0"/>
              <a:t>O POVO GEMIA E CLAMAVA DE DOR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97F2-BCDD-D73C-73E6-C3E0B3F5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9C089-2050-99E4-7D38-CB22550EE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73F283-6EA5-ED11-0084-C649156C5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36784936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A HORA BENDITA DA LIBERTAÇÃO,</a:t>
            </a:r>
          </a:p>
          <a:p>
            <a:pPr algn="l"/>
            <a:r>
              <a:rPr lang="pt-BR" sz="8800" dirty="0"/>
              <a:t>SOAVA NA TERRA MINANDO A OPRESSÃO</a:t>
            </a:r>
          </a:p>
          <a:p>
            <a:pPr algn="l"/>
            <a:r>
              <a:rPr lang="pt-BR" sz="8800" dirty="0"/>
              <a:t>MARIA A TUA NOIVA DISPOSTA ACEITOU</a:t>
            </a:r>
          </a:p>
          <a:p>
            <a:pPr algn="l"/>
            <a:r>
              <a:rPr lang="pt-BR" sz="8800" dirty="0"/>
              <a:t>SER MÃE DO MENINO DIVINO SENHOR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4233283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2934-5DB8-9F0B-48CB-0337F41D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17599-B94F-FF4F-7DE5-F889E952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5D0582-AECB-7C97-9DD0-418335EA0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POBRE CARPINTEIRO LÁ DE NAZARÉ</a:t>
            </a:r>
          </a:p>
          <a:p>
            <a:pPr algn="l"/>
            <a:r>
              <a:rPr lang="pt-BR" sz="8800" b="1" dirty="0"/>
              <a:t>MEU BOM JOSÉ, MEU BOM JOSÉ</a:t>
            </a:r>
          </a:p>
          <a:p>
            <a:pPr algn="l"/>
            <a:r>
              <a:rPr lang="pt-BR" sz="8800" b="1" dirty="0"/>
              <a:t>O SANTO DO POVO, MODELO DE FÉ</a:t>
            </a:r>
          </a:p>
        </p:txBody>
      </p:sp>
    </p:spTree>
    <p:extLst>
      <p:ext uri="{BB962C8B-B14F-4D97-AF65-F5344CB8AC3E}">
        <p14:creationId xmlns:p14="http://schemas.microsoft.com/office/powerpoint/2010/main" val="1462511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F222-3425-BDC5-5DCA-4A362DC2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74809-A7E6-3491-6EFA-16F20C629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996E64-B5D0-3967-63F7-CE2A2CEC7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O SONHO TÃO GRANDE DE VER LIBERTADA</a:t>
            </a:r>
          </a:p>
          <a:p>
            <a:pPr algn="l"/>
            <a:r>
              <a:rPr lang="pt-BR" sz="8800" dirty="0"/>
              <a:t>A TERRA QUERIDA POR TI HABITADA</a:t>
            </a:r>
          </a:p>
          <a:p>
            <a:pPr algn="l"/>
            <a:r>
              <a:rPr lang="pt-BR" sz="8800" dirty="0"/>
              <a:t>A GRAÇA DE DEUS E A PAIXÃO PELO NOVO</a:t>
            </a:r>
          </a:p>
          <a:p>
            <a:pPr algn="l"/>
            <a:r>
              <a:rPr lang="pt-BR" sz="8800" dirty="0"/>
              <a:t>TE FAZEM CASAR COM A NOIVA DO POVO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759833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8494</TotalTime>
  <Words>1779</Words>
  <Application>Microsoft Office PowerPoint</Application>
  <PresentationFormat>Widescreen</PresentationFormat>
  <Paragraphs>307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Constantia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ASPERSÃO</vt:lpstr>
      <vt:lpstr>ASPERSÃO</vt:lpstr>
      <vt:lpstr>ASPERSÃO</vt:lpstr>
      <vt:lpstr>ASPERSÃO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61</cp:revision>
  <dcterms:created xsi:type="dcterms:W3CDTF">2023-05-06T17:01:55Z</dcterms:created>
  <dcterms:modified xsi:type="dcterms:W3CDTF">2025-03-19T22:23:23Z</dcterms:modified>
</cp:coreProperties>
</file>