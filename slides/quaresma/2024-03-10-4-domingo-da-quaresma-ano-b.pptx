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21" r:id="rId4"/>
    <p:sldId id="522" r:id="rId5"/>
    <p:sldId id="523" r:id="rId6"/>
    <p:sldId id="258" r:id="rId7"/>
    <p:sldId id="259" r:id="rId8"/>
    <p:sldId id="264" r:id="rId9"/>
    <p:sldId id="265" r:id="rId10"/>
    <p:sldId id="266" r:id="rId11"/>
    <p:sldId id="267" r:id="rId12"/>
    <p:sldId id="271" r:id="rId13"/>
    <p:sldId id="517" r:id="rId14"/>
    <p:sldId id="518" r:id="rId15"/>
    <p:sldId id="519" r:id="rId16"/>
    <p:sldId id="520" r:id="rId17"/>
    <p:sldId id="438" r:id="rId18"/>
    <p:sldId id="269" r:id="rId19"/>
    <p:sldId id="524" r:id="rId20"/>
    <p:sldId id="525" r:id="rId21"/>
    <p:sldId id="292" r:id="rId22"/>
    <p:sldId id="275" r:id="rId23"/>
    <p:sldId id="363" r:id="rId24"/>
    <p:sldId id="361" r:id="rId25"/>
    <p:sldId id="362" r:id="rId26"/>
    <p:sldId id="358" r:id="rId27"/>
    <p:sldId id="435" r:id="rId28"/>
    <p:sldId id="418" r:id="rId29"/>
    <p:sldId id="436" r:id="rId30"/>
    <p:sldId id="419" r:id="rId31"/>
    <p:sldId id="277" r:id="rId32"/>
    <p:sldId id="337" r:id="rId33"/>
    <p:sldId id="437" r:id="rId34"/>
    <p:sldId id="428" r:id="rId35"/>
    <p:sldId id="422" r:id="rId36"/>
    <p:sldId id="413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3969" autoAdjust="0"/>
  </p:normalViewPr>
  <p:slideViewPr>
    <p:cSldViewPr snapToGrid="0">
      <p:cViewPr varScale="1">
        <p:scale>
          <a:sx n="63" d="100"/>
          <a:sy n="63" d="100"/>
        </p:scale>
        <p:origin x="1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975BE2D-8335-4D31-0B6B-AA801125B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33"/>
            <a:ext cx="12190706" cy="681673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20634"/>
            <a:ext cx="12192000" cy="6816732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8433" y="1113759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>
                <a:solidFill>
                  <a:schemeClr val="bg1"/>
                </a:solidFill>
              </a:rPr>
              <a:t>4º DOMINGO DA QUARESMA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715B6E-016F-D3B5-B1DE-11DC2FF3920A}"/>
              </a:ext>
            </a:extLst>
          </p:cNvPr>
          <p:cNvSpPr/>
          <p:nvPr/>
        </p:nvSpPr>
        <p:spPr>
          <a:xfrm>
            <a:off x="3223647" y="4881966"/>
            <a:ext cx="5734373" cy="956681"/>
          </a:xfrm>
          <a:prstGeom prst="rect">
            <a:avLst/>
          </a:prstGeom>
          <a:solidFill>
            <a:srgbClr val="FA60B1"/>
          </a:solidFill>
          <a:ln>
            <a:solidFill>
              <a:srgbClr val="FA6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7F5F13-A8DB-E3F2-9341-D9E9A0771049}"/>
              </a:ext>
            </a:extLst>
          </p:cNvPr>
          <p:cNvSpPr txBox="1"/>
          <p:nvPr/>
        </p:nvSpPr>
        <p:spPr>
          <a:xfrm>
            <a:off x="258433" y="4974800"/>
            <a:ext cx="11673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</a:rPr>
              <a:t>DOMINGO LAETARE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EU CLAMEI PELO SENHOR NA MINHA ANGÚSTIA, E O SENHOR ME ATENDEU E LIBERTOU!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DAI GRAÇAS AO SENHOR, PORQUE ELE É BOM!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'ETERNA É A SUA MISERICÓRDIA!'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A7C3-85CF-011E-5403-C32E7FA3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3E88D-3160-EAC8-A531-B9B3D060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65864D-9237-6DD8-DA75-212B488E3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EU CLAMEI PELO SENHOR NA MINHA ANGÚSTIA, E O SENHOR ME ATENDEU E LIBERTOU!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OS QUE TEMEM O SENHOR AGORA O DIGAM: 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'ETERNA É A SUA MISERICÓRDIA!' R.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16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4D22-2BD2-EB95-3BDC-F931B331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9F4EB-8713-5A39-475B-0B4B6A482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635ABC-65B5-C9EA-377E-E8B1A93FB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EU CLAMEI PELO SENHOR NA MINHA ANGÚSTIA, E O SENHOR ME ATENDEU E LIBERTOU!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O SENHOR ESTÁ COMIGO, É O MEU AUXÍLIO, HEI DE VER MEUS INIMIGOS HUMILHADOS.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6051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A8B0-D3D2-64E6-C466-9019DB34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700CF-07BE-BCAB-CA79-985A94ACE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D4418E-0912-0409-1503-70E3049C2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EU CLAMEI PELO SENHOR NA MINHA ANGÚSTIA, E O SENHOR ME ATENDEU E LIBERTOU!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'É MELHOR BUSCAR REFÚGIO NO SENHOR, DO QUE PÔR NO SER HUMANO A ESPERANÇA;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7665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TENDE COMPAIXÃO DE NÓS, SENHOR</a:t>
            </a:r>
          </a:p>
          <a:p>
            <a:pPr algn="just"/>
            <a:r>
              <a:rPr lang="pt-BR" sz="6000" b="1" dirty="0"/>
              <a:t>PORQUE SOMOS PECADORES</a:t>
            </a:r>
          </a:p>
          <a:p>
            <a:pPr algn="just"/>
            <a:r>
              <a:rPr lang="pt-BR" sz="6000" dirty="0"/>
              <a:t>MANIFESTAI, SENHOR, A VOSSA MISERICÓRDIA</a:t>
            </a:r>
          </a:p>
          <a:p>
            <a:pPr algn="just"/>
            <a:r>
              <a:rPr lang="pt-BR" sz="6000" b="1" dirty="0"/>
              <a:t>E DAI-NOS A VOSSA SALVAÇÃO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25200" cy="2652280"/>
          </a:xfrm>
        </p:spPr>
        <p:txBody>
          <a:bodyPr>
            <a:normAutofit fontScale="85000" lnSpcReduction="10000"/>
          </a:bodyPr>
          <a:lstStyle/>
          <a:p>
            <a:r>
              <a:rPr lang="pt-BR" sz="5400" b="1" dirty="0"/>
              <a:t> </a:t>
            </a:r>
            <a:r>
              <a:rPr lang="pt-BR" sz="6600" b="1" dirty="0"/>
              <a:t>QUE SE PRENDA A MINHA LÍNGUA AO CÉU DA BOCA, SE DE TI, JERUSALÉM, EU ME ESQUECER!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LOUVOR E HONRA A VÓS, SENHOR JESUS</a:t>
            </a:r>
          </a:p>
          <a:p>
            <a:endParaRPr lang="pt-BR" sz="4800" b="1" dirty="0"/>
          </a:p>
          <a:p>
            <a:r>
              <a:rPr lang="pt-BR" sz="4800" dirty="0"/>
              <a:t>TANTO DEUS AMOU O MUNDO, QUE LHE DEU SEU FILHO ÚNICO; TODO AQUELE QUE CRER NELE HÁ DE TER A VIDA ETERNA. </a:t>
            </a:r>
          </a:p>
          <a:p>
            <a:endParaRPr lang="pt-BR" sz="4800" b="1" dirty="0"/>
          </a:p>
          <a:p>
            <a:r>
              <a:rPr lang="pt-BR" sz="4800" b="1" dirty="0"/>
              <a:t>LOUVOR E HONRA A VÓS, SENHOR JESUS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30C-596E-4EB6-EFBB-BFB198F9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D1AD-9774-3083-5914-9E0CE04F9C8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72CC8-14C2-23FD-93B9-C84A659D7F36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EUS PAI, VÓS CRIASTES TODOS OS SERES HUMANOS COM A MESMA DIGNIDADE.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VÓS OS RESGATASTES PELA VIDA, MORTE E RESSURREIÇÃO DO VOSSO FILHO, JESUS </a:t>
            </a: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RISTO,</a:t>
            </a:r>
            <a:b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t-BR" sz="5400" b="0" i="0" dirty="0">
                <a:solidFill>
                  <a:schemeClr val="bg2">
                    <a:lumMod val="1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OS TORNASTES FILHOS E FILHAS SANTIFICADOS NO ESPÍRITO.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167197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9281-D5F0-61FE-5268-101F1447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A0B52-9B3B-8A1F-633C-E0B7D86F6DA7}"/>
              </a:ext>
            </a:extLst>
          </p:cNvPr>
          <p:cNvSpPr txBox="1">
            <a:spLocks/>
          </p:cNvSpPr>
          <p:nvPr/>
        </p:nvSpPr>
        <p:spPr>
          <a:xfrm>
            <a:off x="430530" y="0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78C07-30F9-6793-B795-76972BA89FB6}"/>
              </a:ext>
            </a:extLst>
          </p:cNvPr>
          <p:cNvSpPr txBox="1">
            <a:spLocks/>
          </p:cNvSpPr>
          <p:nvPr/>
        </p:nvSpPr>
        <p:spPr>
          <a:xfrm>
            <a:off x="430530" y="398943"/>
            <a:ext cx="11330940" cy="700664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AJUDAI-NOS, NESTA QUARESMA,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COMPREENDER O VALOR DA AMIZADE SOCIAL E A VIVER A BELEZA DA FRATERNIDADE HUMANA ABERTA A TODOS,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ALÉM DOS NOSSOS GOSTOS, AFETOS E PREFERÊNCIAS,</a:t>
            </a:r>
          </a:p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 CAMINHO DE VERDADEIRA PENITÊNCIA E CONVERSÃO.</a:t>
            </a:r>
          </a:p>
        </p:txBody>
      </p:sp>
    </p:spTree>
    <p:extLst>
      <p:ext uri="{BB962C8B-B14F-4D97-AF65-F5344CB8AC3E}">
        <p14:creationId xmlns:p14="http://schemas.microsoft.com/office/powerpoint/2010/main" val="551363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8C2-25E9-1BF8-5E5F-C1B1D3A1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53B1-6ABE-8AC0-B299-F45C29F314F6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FF277C-72F0-8159-DCC8-903C828E044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INSPIRAI-NOS UM RENOVADO COMPROMISSO BATISMAL COM A CONSTRUÇÃO DE UM MUNDO NOVO, DE DIÁLOGO, JUSTIÇA, IGUALDADE E PAZ, CONFORME A BOA-NOVA DO EVANGELHO.</a:t>
            </a:r>
          </a:p>
        </p:txBody>
      </p:sp>
    </p:spTree>
    <p:extLst>
      <p:ext uri="{BB962C8B-B14F-4D97-AF65-F5344CB8AC3E}">
        <p14:creationId xmlns:p14="http://schemas.microsoft.com/office/powerpoint/2010/main" val="3802134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9492-2AF6-A04C-397D-150795A9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E1DCE-4360-892B-072F-8F3C8038D13D}"/>
              </a:ext>
            </a:extLst>
          </p:cNvPr>
          <p:cNvSpPr txBox="1">
            <a:spLocks/>
          </p:cNvSpPr>
          <p:nvPr/>
        </p:nvSpPr>
        <p:spPr>
          <a:xfrm>
            <a:off x="445044" y="275772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1EB96-79E0-D7B3-7360-9249756D6A9C}"/>
              </a:ext>
            </a:extLst>
          </p:cNvPr>
          <p:cNvSpPr txBox="1">
            <a:spLocks/>
          </p:cNvSpPr>
          <p:nvPr/>
        </p:nvSpPr>
        <p:spPr>
          <a:xfrm>
            <a:off x="430530" y="689229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5400" dirty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ENSINAI-NOS A CONSTRUIR UMA SOCIEDADE SOLIDÁRIA, SEM EXCLUSÃO, INDIFERENÇA, VIOLÊNCIA E GUERRAS. E QUE MARIA, VOSSA SERVA E NOSSA MÃE, EDUQUE-NOS PARA FAZERMOS VOSSA SANTA VONTADE. AMÉM!</a:t>
            </a:r>
          </a:p>
        </p:txBody>
      </p:sp>
    </p:spTree>
    <p:extLst>
      <p:ext uri="{BB962C8B-B14F-4D97-AF65-F5344CB8AC3E}">
        <p14:creationId xmlns:p14="http://schemas.microsoft.com/office/powerpoint/2010/main" val="778293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 PARA SEMPRE</a:t>
            </a:r>
          </a:p>
          <a:p>
            <a:pPr algn="l"/>
            <a:r>
              <a:rPr lang="pt-BR" sz="8800" dirty="0"/>
              <a:t>PELOS FRUTOS DAS NOSSAS JORNADAS!</a:t>
            </a:r>
          </a:p>
          <a:p>
            <a:pPr algn="l"/>
            <a:r>
              <a:rPr lang="pt-BR" sz="8800" dirty="0"/>
              <a:t>REPARTIDOS NA MESA DO REINO,</a:t>
            </a:r>
          </a:p>
          <a:p>
            <a:pPr algn="l"/>
            <a:r>
              <a:rPr lang="pt-BR" sz="8800" dirty="0"/>
              <a:t>ANUNCIAM A PAZ ALMEJADA!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VIDA,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MESA,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 PARA SEMPRE</a:t>
            </a:r>
          </a:p>
          <a:p>
            <a:pPr algn="l"/>
            <a:r>
              <a:rPr lang="pt-BR" sz="8800" dirty="0"/>
              <a:t>PELOS MARES, OS RIOS E AS FONTES!</a:t>
            </a:r>
          </a:p>
          <a:p>
            <a:pPr algn="l"/>
            <a:r>
              <a:rPr lang="pt-BR" sz="8800" dirty="0"/>
              <a:t>NOS RECORDAM A TUA JUSTIÇA,</a:t>
            </a:r>
          </a:p>
          <a:p>
            <a:pPr algn="l"/>
            <a:r>
              <a:rPr lang="pt-BR" sz="8800" dirty="0"/>
              <a:t>QUE NOS LEVAM A UM NOVO HORIZONTE!</a:t>
            </a:r>
          </a:p>
          <a:p>
            <a:pPr algn="l"/>
            <a:endParaRPr lang="pt-BR" sz="2500" b="1" dirty="0"/>
          </a:p>
          <a:p>
            <a:pPr algn="l"/>
            <a:r>
              <a:rPr lang="pt-BR" sz="8800" b="1" dirty="0"/>
              <a:t>SENHOR DA VIDA,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MESA,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268825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7433-9DB4-2811-6E54-CED948B5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4CE9-0498-8ECA-7724-C1A3D5976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A5D66-F48F-C7D2-CDC8-D6F313A8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 PARA SEMPRE</a:t>
            </a:r>
          </a:p>
          <a:p>
            <a:pPr algn="l"/>
            <a:r>
              <a:rPr lang="pt-BR" sz="8800" dirty="0"/>
              <a:t>PELAS BÊNÇÃOS QUAL CHUVA TORRENTE!</a:t>
            </a:r>
          </a:p>
          <a:p>
            <a:pPr algn="l"/>
            <a:r>
              <a:rPr lang="pt-BR" sz="8800" dirty="0"/>
              <a:t>TU FECUNDAS O CHÃO DESTA VIDA</a:t>
            </a:r>
          </a:p>
          <a:p>
            <a:pPr algn="l"/>
            <a:r>
              <a:rPr lang="pt-BR" sz="8800" dirty="0"/>
              <a:t>QUE ABRIGA UMA NOVA SEMENTE!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VIDA,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MESA,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531200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PROCLAMAM A VOSSA GLÓRIA</a:t>
            </a:r>
          </a:p>
          <a:p>
            <a:pPr algn="just"/>
            <a:r>
              <a:rPr lang="pt-BR" sz="6600" b="1" dirty="0"/>
              <a:t>HOSANA, HOSANA, HOSANA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 (2X)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HOSANA, HOSANA, HOSANA </a:t>
            </a:r>
          </a:p>
          <a:p>
            <a:pPr algn="l"/>
            <a:r>
              <a:rPr lang="pt-BR" sz="8000" b="1" dirty="0"/>
              <a:t>HOSANA NAS ALTURAS 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1. Ó SENHOR, DE CORAÇÃO EU VOS DOU GRAÇAS,</a:t>
            </a:r>
          </a:p>
          <a:p>
            <a:pPr algn="l"/>
            <a:r>
              <a:rPr lang="pt-BR" sz="8000" dirty="0"/>
              <a:t>PORQUE OUVISTES AS PALAVRAS DOS MEUS LÁBIOS!</a:t>
            </a:r>
          </a:p>
          <a:p>
            <a:pPr algn="l"/>
            <a:r>
              <a:rPr lang="pt-BR" sz="8000" dirty="0"/>
              <a:t>PERANTE OS VOSSOS ANJOS VOU CANTAR-VOS</a:t>
            </a:r>
          </a:p>
          <a:p>
            <a:pPr algn="l"/>
            <a:r>
              <a:rPr lang="pt-BR" sz="8000" dirty="0"/>
              <a:t>E ANTE O VOSSO TEMPLO VOU PROSTRAR-ME.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FE63-11FA-B413-B825-ADF1C9E4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AA649-A63E-E73A-1045-FD444D10E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F2939-8029-6B38-0749-4F860D9D1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267789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100" dirty="0"/>
              <a:t>2. EU AGRADEÇO VOSSO AMOR, VOSSA VERDADE,</a:t>
            </a:r>
          </a:p>
          <a:p>
            <a:pPr algn="just"/>
            <a:r>
              <a:rPr lang="pt-BR" sz="10100" dirty="0"/>
              <a:t>PORQUE FIZESTES MUITO MAIS QUE PROMETESTES;</a:t>
            </a:r>
          </a:p>
          <a:p>
            <a:pPr algn="just"/>
            <a:r>
              <a:rPr lang="pt-BR" sz="10100" dirty="0"/>
              <a:t>NAQUELE DIA EM QUE GRITEI VÓS ME ESCUTASTES</a:t>
            </a:r>
          </a:p>
          <a:p>
            <a:pPr algn="just"/>
            <a:r>
              <a:rPr lang="pt-BR" sz="10100" dirty="0"/>
              <a:t>E AUMENTASTES O VIGOR DA MINH'ALMA.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89606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43FF-1C1E-4C0F-4ACC-E764E1C3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A3734-870C-9E6D-4038-9C2843C97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A7221E-E556-C02A-1548-65FF4734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100" b="1" dirty="0"/>
              <a:t>DESTRUÍ ESTE TEMPLO, DISSE CRISTO</a:t>
            </a:r>
          </a:p>
          <a:p>
            <a:pPr algn="l"/>
            <a:r>
              <a:rPr lang="pt-BR" sz="10100" b="1" dirty="0"/>
              <a:t>E EM TRÊS DIAS HAVEREIS DE REERGUÊ-LO.</a:t>
            </a:r>
          </a:p>
          <a:p>
            <a:pPr algn="l"/>
            <a:r>
              <a:rPr lang="pt-BR" sz="10100" b="1" dirty="0"/>
              <a:t>ELE FALAVA DO TEMPLO DO SEU CORPO</a:t>
            </a:r>
          </a:p>
          <a:p>
            <a:pPr algn="l"/>
            <a:r>
              <a:rPr lang="pt-BR" sz="10100" b="1" dirty="0"/>
              <a:t>ELE FALAVA DO TEMPLO DO SEU CORPO.</a:t>
            </a:r>
          </a:p>
          <a:p>
            <a:pPr algn="just"/>
            <a:endParaRPr lang="pt-BR" sz="101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71745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3. OS REIS DE TODA A TERRA HÃO DE LOUVAR-VOS,</a:t>
            </a:r>
          </a:p>
          <a:p>
            <a:pPr algn="l"/>
            <a:r>
              <a:rPr lang="pt-BR" sz="8000" dirty="0"/>
              <a:t>QUANDO OUVIREM, Ó SENHOR, VOSSA PROMESSA.</a:t>
            </a:r>
          </a:p>
          <a:p>
            <a:pPr algn="l"/>
            <a:r>
              <a:rPr lang="pt-BR" sz="8000" dirty="0"/>
              <a:t>HÃO DE CANTAR VOSSOS CAMINHOS E DIRÃO:</a:t>
            </a:r>
          </a:p>
          <a:p>
            <a:pPr algn="l"/>
            <a:r>
              <a:rPr lang="pt-BR" sz="8000" dirty="0"/>
              <a:t>"COMO A GLÓRIA DO SENHOR É GRANDIOSA!"</a:t>
            </a:r>
          </a:p>
        </p:txBody>
      </p:sp>
    </p:spTree>
    <p:extLst>
      <p:ext uri="{BB962C8B-B14F-4D97-AF65-F5344CB8AC3E}">
        <p14:creationId xmlns:p14="http://schemas.microsoft.com/office/powerpoint/2010/main" val="1624642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 NA HÓSTIA SANTA,</a:t>
            </a:r>
          </a:p>
          <a:p>
            <a:pPr algn="l"/>
            <a:r>
              <a:rPr lang="pt-BR" sz="12600" dirty="0"/>
              <a:t>QUE SE CONSAGRA SOBRE O ALTAR;</a:t>
            </a:r>
          </a:p>
          <a:p>
            <a:pPr algn="l"/>
            <a:r>
              <a:rPr lang="pt-BR" sz="12600" dirty="0"/>
              <a:t>E AOS NOSSOS OLHOS SE LEVANTA</a:t>
            </a:r>
          </a:p>
          <a:p>
            <a:pPr algn="l"/>
            <a:r>
              <a:rPr lang="pt-BR" sz="12600" dirty="0"/>
              <a:t>PARA O BRASIL ABENÇOAR.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242-1D3D-14F1-0B48-26011349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0CF9-71BE-F943-6755-18479C23F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6E11F4-7466-1C9C-3614-81E501E0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GLÓRIA A JESUS, DEUS ESCONDIDO,</a:t>
            </a:r>
          </a:p>
          <a:p>
            <a:pPr algn="l"/>
            <a:r>
              <a:rPr lang="pt-BR" sz="12600" dirty="0"/>
              <a:t>QUE VINDO A NÓS NA COMUNHÃO,</a:t>
            </a:r>
          </a:p>
          <a:p>
            <a:pPr algn="l"/>
            <a:r>
              <a:rPr lang="pt-BR" sz="12600" dirty="0"/>
              <a:t>PURIFICADO, ENRIQUECIDO,</a:t>
            </a:r>
          </a:p>
          <a:p>
            <a:pPr algn="l"/>
            <a:r>
              <a:rPr lang="pt-BR" sz="12600" dirty="0"/>
              <a:t>DEIXA-NOS SEMPRE O CORAÇÃO.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QUE O SANTO SACRAMENTO,</a:t>
            </a:r>
          </a:p>
          <a:p>
            <a:pPr algn="l"/>
            <a:r>
              <a:rPr lang="pt-BR" sz="12600" b="1" dirty="0"/>
              <a:t>QUE É O PRÓPRIO CRISTO JESUS,</a:t>
            </a:r>
          </a:p>
          <a:p>
            <a:pPr algn="l"/>
            <a:r>
              <a:rPr lang="pt-BR" sz="12600" b="1" dirty="0"/>
              <a:t>SEJA ADORADO E SEJA AMADO,</a:t>
            </a:r>
          </a:p>
          <a:p>
            <a:pPr algn="l"/>
            <a:r>
              <a:rPr lang="pt-BR" sz="12600" b="1" dirty="0"/>
              <a:t>NESTA TERRA DE SANTA CRUZ. (2x)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937708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708560"/>
            <a:ext cx="11972144" cy="677831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1. CONDUZIDOS A ESTE DESERTO</a:t>
            </a:r>
          </a:p>
          <a:p>
            <a:pPr algn="l"/>
            <a:r>
              <a:rPr lang="pt-BR" sz="7200" dirty="0"/>
              <a:t>DEUS NOS CHAMA À LIBERTAÇÃO</a:t>
            </a:r>
          </a:p>
          <a:p>
            <a:pPr algn="l"/>
            <a:r>
              <a:rPr lang="pt-BR" sz="7200" dirty="0"/>
              <a:t>DA INDIFERENÇA E DIVISÃO:</a:t>
            </a:r>
          </a:p>
          <a:p>
            <a:pPr algn="l"/>
            <a:r>
              <a:rPr lang="pt-BR" sz="7200" dirty="0"/>
              <a:t>“ONDE ESTÁ TUA IRMÃ, TEU IRMÃO?”</a:t>
            </a:r>
          </a:p>
          <a:p>
            <a:pPr algn="l"/>
            <a:r>
              <a:rPr lang="pt-BR" sz="7200" dirty="0"/>
              <a:t>“EIS A HORA! O REINO ESTÁ PERTO</a:t>
            </a:r>
          </a:p>
          <a:p>
            <a:pPr algn="l"/>
            <a:r>
              <a:rPr lang="pt-BR" sz="7200" dirty="0"/>
              <a:t>CRÊ NA PALAVRA E NA CONVERSÃO</a:t>
            </a:r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b="1" dirty="0"/>
              <a:t>“VÓS SOIS TODOS IRMÃOS E IRMÃS”</a:t>
            </a:r>
          </a:p>
          <a:p>
            <a:pPr algn="l"/>
            <a:r>
              <a:rPr lang="pt-BR" sz="18500" b="1" dirty="0"/>
              <a:t>É PALAVRA DE CRISTO, O SENHOR</a:t>
            </a:r>
          </a:p>
          <a:p>
            <a:pPr algn="l"/>
            <a:r>
              <a:rPr lang="pt-BR" sz="18500" b="1" dirty="0"/>
              <a:t>POIS A FRATERNIDADE HUMANA</a:t>
            </a:r>
          </a:p>
          <a:p>
            <a:pPr algn="l"/>
            <a:r>
              <a:rPr lang="pt-BR" sz="18500" b="1" dirty="0"/>
              <a:t>DEVE SER CONVERSÃO E VALOR</a:t>
            </a:r>
          </a:p>
          <a:p>
            <a:pPr algn="l"/>
            <a:r>
              <a:rPr lang="pt-BR" sz="18500" b="1" dirty="0"/>
              <a:t>SEJA ESTE UM TEMPO PROPÍCIO</a:t>
            </a:r>
          </a:p>
          <a:p>
            <a:pPr algn="l"/>
            <a:r>
              <a:rPr lang="pt-BR" sz="18500" b="1" dirty="0"/>
              <a:t>PARA ABRI-NOS, ENFIM, AO AMOR!</a:t>
            </a:r>
          </a:p>
        </p:txBody>
      </p:sp>
    </p:spTree>
    <p:extLst>
      <p:ext uri="{BB962C8B-B14F-4D97-AF65-F5344CB8AC3E}">
        <p14:creationId xmlns:p14="http://schemas.microsoft.com/office/powerpoint/2010/main" val="4110345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18426</TotalTime>
  <Words>988</Words>
  <Application>Microsoft Office PowerPoint</Application>
  <PresentationFormat>Widescreen</PresentationFormat>
  <Paragraphs>157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41</cp:revision>
  <dcterms:created xsi:type="dcterms:W3CDTF">2023-05-06T17:01:55Z</dcterms:created>
  <dcterms:modified xsi:type="dcterms:W3CDTF">2024-03-09T19:39:51Z</dcterms:modified>
</cp:coreProperties>
</file>