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30" r:id="rId4"/>
    <p:sldId id="258" r:id="rId5"/>
    <p:sldId id="540" r:id="rId6"/>
    <p:sldId id="264" r:id="rId7"/>
    <p:sldId id="265" r:id="rId8"/>
    <p:sldId id="266" r:id="rId9"/>
    <p:sldId id="267" r:id="rId10"/>
    <p:sldId id="271" r:id="rId11"/>
    <p:sldId id="557" r:id="rId12"/>
    <p:sldId id="269" r:id="rId13"/>
    <p:sldId id="558" r:id="rId14"/>
    <p:sldId id="559" r:id="rId15"/>
    <p:sldId id="555" r:id="rId16"/>
    <p:sldId id="55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292" r:id="rId26"/>
    <p:sldId id="275" r:id="rId27"/>
    <p:sldId id="363" r:id="rId28"/>
    <p:sldId id="361" r:id="rId29"/>
    <p:sldId id="362" r:id="rId30"/>
    <p:sldId id="358" r:id="rId31"/>
    <p:sldId id="541" r:id="rId32"/>
    <p:sldId id="537" r:id="rId33"/>
    <p:sldId id="542" r:id="rId34"/>
    <p:sldId id="539" r:id="rId35"/>
    <p:sldId id="544" r:id="rId36"/>
    <p:sldId id="543" r:id="rId37"/>
    <p:sldId id="545" r:id="rId38"/>
    <p:sldId id="277" r:id="rId39"/>
    <p:sldId id="477" r:id="rId40"/>
    <p:sldId id="428" r:id="rId41"/>
    <p:sldId id="422" r:id="rId42"/>
    <p:sldId id="413" r:id="rId43"/>
    <p:sldId id="546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15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56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E0E1FC0-AC0A-15CA-18C4-741D1BFDB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30"/>
            <a:ext cx="12192000" cy="681673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37366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80" y="1613115"/>
            <a:ext cx="116738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>
                <a:solidFill>
                  <a:schemeClr val="bg1"/>
                </a:solidFill>
              </a:rPr>
              <a:t>3º DOMINGO DA QUARESMA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VOLTA, MEU POVO, AO TEU SENHOR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 EXULTARÁ TEU CORAÇÃO.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ELE SERÁ TEU CONDUTOR,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TUA ESPERANÇA DE SALVAÇÃO!: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SE CONFESSAS TEU PECADO,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É JUSTO E COMPASSIVO.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CANTARÁS PURIFICADO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OS LOUVORES DO DEUS VIVO.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VOLTA, MEU POVO, AO TEU SENHOR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 EXULTARÁ TEU CORAÇÃO.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ELE SERÁ TEU CONDUTOR,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TUA ESPERANÇA DE SALVAÇÃO!: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NOSSAS VIDAS TÃO DISPERSAS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NOSSO DEUS AS JUNTARÁ!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SEREMOS NOVO POVO,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NOS RENOVARÁ!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059440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866206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184547"/>
            <a:ext cx="10462426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HOJE NÃO FECHEIS O VOSSO CORAÇÃO, MAS OUVI A VOZ DO SENHOR.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4271742"/>
          </a:xfrm>
        </p:spPr>
        <p:txBody>
          <a:bodyPr>
            <a:normAutofit/>
          </a:bodyPr>
          <a:lstStyle/>
          <a:p>
            <a:r>
              <a:rPr lang="pt-BR" sz="4800" b="1" dirty="0"/>
              <a:t>GLÓRIA E LOUVOR A VÓS, Ó CRISTO!</a:t>
            </a:r>
          </a:p>
          <a:p>
            <a:endParaRPr lang="pt-BR" sz="4800" b="1" dirty="0"/>
          </a:p>
          <a:p>
            <a:r>
              <a:rPr lang="pt-BR" sz="4800" dirty="0"/>
              <a:t>NA VERDADE, SOIS, SENHOR, O SALVADOR DO MUNDO. SENHOR, DAI-ME ÁGUA VIVA A FIM DE EU NÃO TER SEDE!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BDDC8-AAC6-E135-AA76-13ECF7D5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34ECC-0F75-DAD1-8BB0-3313CD5AC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DA CAMPANHA DA FRATERNIDADE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8D9219-E9E7-DD37-EB42-5E6205ADE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DEUS, NOSSO PAI, EM JESUS, VOSSO FILHO, VIESTES MORAR ENTRE NÓS E NOS ENSINASTES O VALOR DA DIGNIDADE HUMANA.</a:t>
            </a:r>
          </a:p>
        </p:txBody>
      </p:sp>
    </p:spTree>
    <p:extLst>
      <p:ext uri="{BB962C8B-B14F-4D97-AF65-F5344CB8AC3E}">
        <p14:creationId xmlns:p14="http://schemas.microsoft.com/office/powerpoint/2010/main" val="122408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DA CAMPANHA DA FRATERNIDADE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800" b="1" dirty="0"/>
              <a:t>NÓS VOS AGRADECEMOS POR TODAS AS PESSOAS E GRUPOS QUE, SOB O IMPULSO DO ESPÍRITO SANTO, SE EMPENHAM EM PROL DA MORADIA DIGNA PARA TODOS.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CA83-4C86-F3BD-BF02-FB641FA41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627F4-A075-7CB9-17DA-E761B0B01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DA CAMPANHA DA FRATERNIDADE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86FC35-0367-CBFB-55F1-E3446B374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800" b="1" dirty="0"/>
              <a:t>NÓS VOS SUPLICAMOS: DAI-NOS A GRAÇA DA CONVERSÃO, PARA AJUDARMOS A CONSTRUIR UMA SOCIEDADE MAIS JUSTA E FRATERNA, </a:t>
            </a:r>
          </a:p>
        </p:txBody>
      </p:sp>
    </p:spTree>
    <p:extLst>
      <p:ext uri="{BB962C8B-B14F-4D97-AF65-F5344CB8AC3E}">
        <p14:creationId xmlns:p14="http://schemas.microsoft.com/office/powerpoint/2010/main" val="3625529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76D8-2474-F640-094D-22181236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A76EF-B3A5-4089-C974-0BC7505CD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DA CAMPANHA DA FRATERNIDADE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74CE5-34FC-4B38-65E5-1A9F19A11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COM TERRA, TETO E TRABALHO PARA TODAS AS PESSOAS, A FIM DE, UM DIA, HABITARMOS, CONVOSCO, A CASA DO CÉU. AMÉM.</a:t>
            </a:r>
          </a:p>
        </p:txBody>
      </p:sp>
    </p:spTree>
    <p:extLst>
      <p:ext uri="{BB962C8B-B14F-4D97-AF65-F5344CB8AC3E}">
        <p14:creationId xmlns:p14="http://schemas.microsoft.com/office/powerpoint/2010/main" val="1116080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B4E1A-60D4-206A-B89A-A80668FE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A57C96-7B8F-1086-FF29-83AE20AF7C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772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0137-C50B-637A-C209-CFBB0932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42350-D69E-D836-94AD-0FB86AF5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8D00C9-2B32-B463-EB1E-10FE53DD3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b="1" dirty="0"/>
              <a:t>O VOSSO CORAÇÃO DE PEDRA</a:t>
            </a:r>
          </a:p>
          <a:p>
            <a:pPr algn="l"/>
            <a:r>
              <a:rPr lang="pt-BR" sz="8800" b="1" dirty="0"/>
              <a:t>SE CONVERTERÁ EM NOVO,</a:t>
            </a:r>
          </a:p>
          <a:p>
            <a:pPr algn="l"/>
            <a:r>
              <a:rPr lang="pt-BR" sz="8800" b="1" dirty="0"/>
              <a:t>EM NOVO CORAÇÃO.</a:t>
            </a:r>
          </a:p>
        </p:txBody>
      </p:sp>
    </p:spTree>
    <p:extLst>
      <p:ext uri="{BB962C8B-B14F-4D97-AF65-F5344CB8AC3E}">
        <p14:creationId xmlns:p14="http://schemas.microsoft.com/office/powerpoint/2010/main" val="3952473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DB6F-C472-4A7B-9750-2F30584E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FDADA-F277-75F7-A331-A37774156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73C4FB-6FF4-8FC4-B901-CCFF52CA1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dirty="0"/>
              <a:t>TIRAREI DE VOSSO PEITO</a:t>
            </a:r>
          </a:p>
          <a:p>
            <a:pPr algn="l"/>
            <a:r>
              <a:rPr lang="pt-BR" sz="8800" dirty="0"/>
              <a:t>VOSSO CORAÇÃO DE PEDRA,</a:t>
            </a:r>
          </a:p>
          <a:p>
            <a:pPr algn="l"/>
            <a:r>
              <a:rPr lang="pt-BR" sz="8800" dirty="0"/>
              <a:t>NO LUGAR COLOCAREI</a:t>
            </a:r>
          </a:p>
          <a:p>
            <a:pPr algn="l"/>
            <a:r>
              <a:rPr lang="pt-BR" sz="8800" dirty="0"/>
              <a:t>NOVO CORAÇÃO DE CARNE.</a:t>
            </a:r>
          </a:p>
        </p:txBody>
      </p:sp>
    </p:spTree>
    <p:extLst>
      <p:ext uri="{BB962C8B-B14F-4D97-AF65-F5344CB8AC3E}">
        <p14:creationId xmlns:p14="http://schemas.microsoft.com/office/powerpoint/2010/main" val="1580885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BB568-788F-A53B-F4AC-2DC80D74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A64D3-7EEA-22A4-D80D-07536F878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A2F542-838E-4567-EF29-2FAB52EBC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b="1" dirty="0"/>
              <a:t>O VOSSO CORAÇÃO DE PEDRA</a:t>
            </a:r>
          </a:p>
          <a:p>
            <a:pPr algn="l"/>
            <a:r>
              <a:rPr lang="pt-BR" sz="8800" b="1" dirty="0"/>
              <a:t>SE CONVERTERÁ EM NOVO,</a:t>
            </a:r>
          </a:p>
          <a:p>
            <a:pPr algn="l"/>
            <a:r>
              <a:rPr lang="pt-BR" sz="8800" b="1" dirty="0"/>
              <a:t>EM NOVO CORAÇÃO.</a:t>
            </a:r>
          </a:p>
        </p:txBody>
      </p:sp>
    </p:spTree>
    <p:extLst>
      <p:ext uri="{BB962C8B-B14F-4D97-AF65-F5344CB8AC3E}">
        <p14:creationId xmlns:p14="http://schemas.microsoft.com/office/powerpoint/2010/main" val="598248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E39E-6D75-DEDC-9E49-0EA57CAC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CAC8E-0D18-D70B-B3EC-955135A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9140B8-580D-A9B3-5627-C1ACE343A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555567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dirty="0"/>
              <a:t>DENTRO EM VÓS EU PLANTAREI,</a:t>
            </a:r>
          </a:p>
          <a:p>
            <a:pPr algn="l"/>
            <a:r>
              <a:rPr lang="pt-BR" sz="8800" dirty="0"/>
              <a:t>PLANTAREI O MEU ESPÍRITO:</a:t>
            </a:r>
          </a:p>
          <a:p>
            <a:pPr algn="l"/>
            <a:r>
              <a:rPr lang="pt-BR" sz="8800" dirty="0"/>
              <a:t>AMAREIS OS MEUS PRECEITOS,</a:t>
            </a:r>
          </a:p>
          <a:p>
            <a:pPr algn="l"/>
            <a:r>
              <a:rPr lang="pt-BR" sz="8800" dirty="0"/>
              <a:t>SEGUIREIS O MEU AMOR.</a:t>
            </a:r>
          </a:p>
        </p:txBody>
      </p:sp>
    </p:spTree>
    <p:extLst>
      <p:ext uri="{BB962C8B-B14F-4D97-AF65-F5344CB8AC3E}">
        <p14:creationId xmlns:p14="http://schemas.microsoft.com/office/powerpoint/2010/main" val="3302262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17A7-D565-2B40-E17D-E6A62FEC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4F867-D340-B818-5623-27E3737F6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A626A8-7C7E-7A13-F14F-152B582F6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b="1" dirty="0"/>
              <a:t>O VOSSO CORAÇÃO DE PEDRA</a:t>
            </a:r>
          </a:p>
          <a:p>
            <a:pPr algn="l"/>
            <a:r>
              <a:rPr lang="pt-BR" sz="8800" b="1" dirty="0"/>
              <a:t>SE CONVERTERÁ EM NOVO,</a:t>
            </a:r>
          </a:p>
          <a:p>
            <a:pPr algn="l"/>
            <a:r>
              <a:rPr lang="pt-BR" sz="8800" b="1" dirty="0"/>
              <a:t>EM NOVO CORAÇÃO.</a:t>
            </a:r>
          </a:p>
        </p:txBody>
      </p:sp>
    </p:spTree>
    <p:extLst>
      <p:ext uri="{BB962C8B-B14F-4D97-AF65-F5344CB8AC3E}">
        <p14:creationId xmlns:p14="http://schemas.microsoft.com/office/powerpoint/2010/main" val="2513959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2204-A210-98EA-B0D4-98A7395D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52FFC-9CFF-B7EF-8FAF-842893685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8BB3B3-F953-F370-1A60-289EA6C08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555567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dirty="0"/>
              <a:t>DENTRE TODAS AS NAÇÕES,</a:t>
            </a:r>
          </a:p>
          <a:p>
            <a:pPr algn="l"/>
            <a:r>
              <a:rPr lang="pt-BR" sz="8800" dirty="0"/>
              <a:t>COM AMOR VOS TIRAREI,</a:t>
            </a:r>
          </a:p>
          <a:p>
            <a:pPr algn="l"/>
            <a:r>
              <a:rPr lang="pt-BR" sz="8800" dirty="0"/>
              <a:t>QUAL PASTOR VOS GUIAREI,</a:t>
            </a:r>
          </a:p>
          <a:p>
            <a:pPr algn="l"/>
            <a:r>
              <a:rPr lang="pt-BR" sz="8800" dirty="0"/>
              <a:t>PARA A TERRA, A VOSSA PÁTRIA.</a:t>
            </a:r>
          </a:p>
        </p:txBody>
      </p:sp>
    </p:spTree>
    <p:extLst>
      <p:ext uri="{BB962C8B-B14F-4D97-AF65-F5344CB8AC3E}">
        <p14:creationId xmlns:p14="http://schemas.microsoft.com/office/powerpoint/2010/main" val="1373937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A6C5-BB3B-EC0C-E987-7D45711B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BEE1B-764D-E272-4DD2-AC561E3AA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C6F4B1-70D2-2434-C04C-47E119DFC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b="1" dirty="0"/>
              <a:t>O VOSSO CORAÇÃO DE PEDRA</a:t>
            </a:r>
          </a:p>
          <a:p>
            <a:pPr algn="l"/>
            <a:r>
              <a:rPr lang="pt-BR" sz="8800" b="1" dirty="0"/>
              <a:t>SE CONVERTERÁ EM NOVO,</a:t>
            </a:r>
          </a:p>
          <a:p>
            <a:pPr algn="l"/>
            <a:r>
              <a:rPr lang="pt-BR" sz="8800" b="1" dirty="0"/>
              <a:t>EM NOVO CORAÇÃO.</a:t>
            </a:r>
          </a:p>
        </p:txBody>
      </p:sp>
    </p:spTree>
    <p:extLst>
      <p:ext uri="{BB962C8B-B14F-4D97-AF65-F5344CB8AC3E}">
        <p14:creationId xmlns:p14="http://schemas.microsoft.com/office/powerpoint/2010/main" val="2912805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8556-44EB-837F-137A-EEA1A696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C89A0-4A90-6074-27C6-F89111483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0DFBBF-F1ED-DFAE-9211-748B7D382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555567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800" dirty="0"/>
              <a:t>ESTA TERRA HABITAREIS:</a:t>
            </a:r>
          </a:p>
          <a:p>
            <a:pPr algn="l"/>
            <a:r>
              <a:rPr lang="pt-BR" sz="8800" dirty="0"/>
              <a:t>FOI PRESENTE A VOSSOS PAIS</a:t>
            </a:r>
          </a:p>
          <a:p>
            <a:pPr algn="l"/>
            <a:r>
              <a:rPr lang="pt-BR" sz="8800" dirty="0"/>
              <a:t>E SEREIS SEMPRE O MEU POVO,</a:t>
            </a:r>
          </a:p>
          <a:p>
            <a:pPr algn="l"/>
            <a:r>
              <a:rPr lang="pt-BR" sz="8800" dirty="0"/>
              <a:t>EU SEREI O VOSSO DEUS.</a:t>
            </a:r>
          </a:p>
        </p:txBody>
      </p:sp>
    </p:spTree>
    <p:extLst>
      <p:ext uri="{BB962C8B-B14F-4D97-AF65-F5344CB8AC3E}">
        <p14:creationId xmlns:p14="http://schemas.microsoft.com/office/powerpoint/2010/main" val="1294886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9B62C-BA52-34A8-314F-EAC124B3D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EC467-A9BF-C468-B679-2A3ED5712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08537B-7B1F-22BE-DBC1-6B31D0B79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800" b="1" dirty="0"/>
              <a:t>O VOSSO CORAÇÃO DE PEDRA</a:t>
            </a:r>
          </a:p>
          <a:p>
            <a:pPr algn="l"/>
            <a:r>
              <a:rPr lang="pt-BR" sz="8800" b="1" dirty="0"/>
              <a:t>SE CONVERTERÁ EM NOVO,</a:t>
            </a:r>
          </a:p>
          <a:p>
            <a:pPr algn="l"/>
            <a:r>
              <a:rPr lang="pt-BR" sz="8800" b="1" dirty="0"/>
              <a:t>EM NOVO CORAÇÃO.</a:t>
            </a:r>
          </a:p>
        </p:txBody>
      </p:sp>
    </p:spTree>
    <p:extLst>
      <p:ext uri="{BB962C8B-B14F-4D97-AF65-F5344CB8AC3E}">
        <p14:creationId xmlns:p14="http://schemas.microsoft.com/office/powerpoint/2010/main" val="1627648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l"/>
            <a:r>
              <a:rPr lang="pt-BR" sz="80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0100" b="1" dirty="0"/>
              <a:t>O SENHOR É MINHA LUZ, MINHA LUZ E SALVAÇÃO!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77665AD-37EA-D215-DD7B-E4EA8E2DF4EE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O SENHOR É MINHA LUZ E SALVAÇÃO;</a:t>
            </a:r>
          </a:p>
          <a:p>
            <a:pPr algn="l"/>
            <a:r>
              <a:rPr lang="pt-BR" sz="8000" dirty="0"/>
              <a:t>DE QUEM EU TEREI MEDO?</a:t>
            </a:r>
          </a:p>
          <a:p>
            <a:pPr algn="l"/>
            <a:r>
              <a:rPr lang="pt-BR" sz="8000" dirty="0"/>
              <a:t>O SENHOR É A PROTEÇÃO DA MINHA VIDA;</a:t>
            </a:r>
          </a:p>
          <a:p>
            <a:pPr algn="l"/>
            <a:r>
              <a:rPr lang="pt-BR" sz="8000" dirty="0"/>
              <a:t>PERANTE QUEM EU TREMEREI?</a:t>
            </a:r>
          </a:p>
          <a:p>
            <a:pPr algn="l"/>
            <a:endParaRPr lang="pt-BR" sz="80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FED4A2E-F31A-9229-2933-97C63647A225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03EF-EC32-895D-1C55-9C4B18E3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8A5D4-227C-6241-8911-9A053A2C3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F7CDC8-076C-12A3-F56E-4543214F6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0100" b="1" dirty="0"/>
              <a:t>O SENHOR É MINHA LUZ, MINHA LUZ E SALVAÇÃO!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0CAF8A2-C3F4-CD13-FF18-CAAB890F23DD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975618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QUANDO AVANÇAR OS MALVADOS CONTRA MIM</a:t>
            </a:r>
          </a:p>
          <a:p>
            <a:pPr algn="l"/>
            <a:r>
              <a:rPr lang="pt-BR" sz="8000" dirty="0"/>
              <a:t>QUERENDO DEVORAR-ME</a:t>
            </a:r>
          </a:p>
          <a:p>
            <a:pPr algn="l"/>
            <a:r>
              <a:rPr lang="pt-BR" sz="8000" dirty="0"/>
              <a:t>SÃO ELES, INIMIGOS E OPRESSORES</a:t>
            </a:r>
          </a:p>
          <a:p>
            <a:pPr algn="l"/>
            <a:r>
              <a:rPr lang="pt-BR" sz="8000" dirty="0"/>
              <a:t>QUE TROPEÇAM E SUCUMBEM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653CA417-C91E-7814-2261-508A23DE529D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062906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0AC6-780B-C67C-9B3A-8311AA46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81E19-2CBC-A3EA-60D5-7C87424AD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85252E-D1B5-1E50-F813-D33F0C76F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0100" b="1" dirty="0"/>
              <a:t>O SENHOR É MINHA LUZ, MINHA LUZ E SALVAÇÃO!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14091EA-2F31-3D5C-A2DD-9CC50BFE7485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02713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100" dirty="0"/>
              <a:t>SE OS INIMIGOS SE ACAMPAREM CONTRA MIM</a:t>
            </a:r>
          </a:p>
          <a:p>
            <a:pPr algn="l"/>
            <a:r>
              <a:rPr lang="pt-BR" sz="10100" dirty="0"/>
              <a:t>NÃO TEMERÁ MEU CORAÇÃO</a:t>
            </a:r>
          </a:p>
          <a:p>
            <a:pPr algn="l"/>
            <a:r>
              <a:rPr lang="pt-BR" sz="10100" dirty="0"/>
              <a:t>SE CONTRA MIM UMA BATALHA ESTOURAR</a:t>
            </a:r>
          </a:p>
          <a:p>
            <a:pPr algn="l"/>
            <a:r>
              <a:rPr lang="pt-BR" sz="10100" dirty="0"/>
              <a:t>MESMO ASSIM CONFIAREI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DA69509-29B2-5502-AC1F-5C3E2B1B020F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359826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81DD7-3A02-C926-9523-53214B8F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EA40E-D449-2406-0581-74D905568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2E65AB-5F7C-3439-E03A-C813D5A2B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0100" b="1" dirty="0"/>
              <a:t>O SENHOR É MINHA LUZ, MINHA LUZ E SALVAÇÃO!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F8BC144A-F681-B577-3953-C0999233862B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025300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6895-6CDE-C62A-46CB-551B361F8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E3BD0-3B89-0F24-A6C3-F29E1646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EE7967-3955-5D51-6D27-75170DCE2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100" dirty="0"/>
              <a:t>AO SENHOR EU PEÇO APENAS UMA COISA</a:t>
            </a:r>
          </a:p>
          <a:p>
            <a:pPr algn="l"/>
            <a:r>
              <a:rPr lang="pt-BR" sz="10100" dirty="0"/>
              <a:t>E É SÓ ISTO QUE EU DESEJO:</a:t>
            </a:r>
          </a:p>
          <a:p>
            <a:pPr algn="l"/>
            <a:r>
              <a:rPr lang="pt-BR" sz="10100" dirty="0"/>
              <a:t>HABITAR NO SANTUÁRIO DO SENHOR</a:t>
            </a:r>
          </a:p>
          <a:p>
            <a:pPr algn="l"/>
            <a:r>
              <a:rPr lang="pt-BR" sz="10100" dirty="0"/>
              <a:t>POR TODA A MINHA VIDA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D86D914-18F4-7123-53B5-0355EDD86AE5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101069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39C0-1011-27D8-2334-36CA6FB7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5C51E-19F3-3D88-9EAF-7C370C6B1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FF922F-FA8B-A73C-68A2-0FC2058CE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10100" b="1" dirty="0"/>
              <a:t>O SENHOR É MINHA LUZ, MINHA LUZ E SALVAÇÃO!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629EEFAA-3EE8-656B-CE68-F0CB8C56D36A}"/>
              </a:ext>
            </a:extLst>
          </p:cNvPr>
          <p:cNvSpPr txBox="1">
            <a:spLocks/>
          </p:cNvSpPr>
          <p:nvPr/>
        </p:nvSpPr>
        <p:spPr>
          <a:xfrm>
            <a:off x="9831704" y="512617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Salmo 26(27)</a:t>
            </a:r>
            <a:endParaRPr lang="pt-BR" sz="19200" b="1" dirty="0"/>
          </a:p>
          <a:p>
            <a:pPr algn="just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669645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5526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b="1" dirty="0"/>
              <a:t>QUERO BENDIZER-VOS TODOS OS DIAS DA MINHA VIDA, PORQUE SOIS BOM SENHOR, PORQUE SOIS BOM SENHOR PARA AQUELES QUEM EM VÓS ESPERAM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708560"/>
            <a:ext cx="11972144" cy="6778315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PECADOR, AGORA É TEMPO</a:t>
            </a:r>
          </a:p>
          <a:p>
            <a:pPr algn="l"/>
            <a:r>
              <a:rPr lang="pt-BR" sz="7200" dirty="0"/>
              <a:t>DE PESAR E DE TEMOR</a:t>
            </a:r>
          </a:p>
          <a:p>
            <a:pPr algn="l"/>
            <a:r>
              <a:rPr lang="pt-BR" sz="7200" dirty="0"/>
              <a:t>SERVE A DEUS, DESPREZA O MUNDO</a:t>
            </a:r>
          </a:p>
          <a:p>
            <a:pPr algn="l"/>
            <a:r>
              <a:rPr lang="pt-BR" sz="7200" dirty="0"/>
              <a:t>JÁ NÃO SEJAS PECADOR! (2X)</a:t>
            </a:r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8500" b="1" dirty="0"/>
              <a:t>NESTE TEMPO SACROSSANTO</a:t>
            </a:r>
          </a:p>
          <a:p>
            <a:pPr algn="l"/>
            <a:r>
              <a:rPr lang="pt-BR" sz="18500" b="1" dirty="0"/>
              <a:t>O PECADO FAZ HORROR</a:t>
            </a:r>
          </a:p>
          <a:p>
            <a:pPr algn="l"/>
            <a:r>
              <a:rPr lang="pt-BR" sz="18500" b="1" dirty="0"/>
              <a:t>CONTEMPLANDO A CRUZ DE CRISTO</a:t>
            </a:r>
          </a:p>
          <a:p>
            <a:pPr algn="l"/>
            <a:r>
              <a:rPr lang="pt-BR" sz="18500" b="1" dirty="0"/>
              <a:t>JÁ NÃO SEJAS PECADOR!</a:t>
            </a:r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9AE6-7D0C-9B0A-A1C7-2A637369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FD96E-BB8F-5890-1AF7-1E5A91879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0CD6F8-B1ED-3816-2564-00FF50B6B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8500" b="1" dirty="0"/>
              <a:t>PECADOR ARREPENDIDO, POBREZINHO PECADOR,</a:t>
            </a:r>
          </a:p>
          <a:p>
            <a:pPr algn="l"/>
            <a:r>
              <a:rPr lang="pt-BR" sz="18500" b="1" dirty="0"/>
              <a:t>VEM, ABRAÇA-TE CONTRITO COM TEU PAI, TEU CRIADOR! (BIS)</a:t>
            </a:r>
          </a:p>
        </p:txBody>
      </p:sp>
    </p:spTree>
    <p:extLst>
      <p:ext uri="{BB962C8B-B14F-4D97-AF65-F5344CB8AC3E}">
        <p14:creationId xmlns:p14="http://schemas.microsoft.com/office/powerpoint/2010/main" val="29581974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18666</TotalTime>
  <Words>805</Words>
  <Application>Microsoft Office PowerPoint</Application>
  <PresentationFormat>Widescreen</PresentationFormat>
  <Paragraphs>148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9" baseType="lpstr">
      <vt:lpstr>Arial</vt:lpstr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ORAÇÃO DA CAMPANHA DA FRATERNIDADE 2026</vt:lpstr>
      <vt:lpstr>ORAÇÃO DA CAMPANHA DA FRATERNIDADE 2026</vt:lpstr>
      <vt:lpstr>ORAÇÃO DA CAMPANHA DA FRATERNIDADE 2026</vt:lpstr>
      <vt:lpstr>ORAÇÃO DA CAMPANHA DA FRATERNIDADE 2026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53</cp:revision>
  <dcterms:created xsi:type="dcterms:W3CDTF">2023-05-06T17:01:55Z</dcterms:created>
  <dcterms:modified xsi:type="dcterms:W3CDTF">2026-03-08T20:25:26Z</dcterms:modified>
</cp:coreProperties>
</file>