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30" r:id="rId4"/>
    <p:sldId id="531" r:id="rId5"/>
    <p:sldId id="258" r:id="rId6"/>
    <p:sldId id="532" r:id="rId7"/>
    <p:sldId id="404" r:id="rId8"/>
    <p:sldId id="264" r:id="rId9"/>
    <p:sldId id="265" r:id="rId10"/>
    <p:sldId id="266" r:id="rId11"/>
    <p:sldId id="267" r:id="rId12"/>
    <p:sldId id="271" r:id="rId13"/>
    <p:sldId id="269" r:id="rId14"/>
    <p:sldId id="533" r:id="rId15"/>
    <p:sldId id="534" r:id="rId16"/>
    <p:sldId id="535" r:id="rId17"/>
    <p:sldId id="536" r:id="rId18"/>
    <p:sldId id="292" r:id="rId19"/>
    <p:sldId id="275" r:id="rId20"/>
    <p:sldId id="363" r:id="rId21"/>
    <p:sldId id="361" r:id="rId22"/>
    <p:sldId id="362" r:id="rId23"/>
    <p:sldId id="537" r:id="rId24"/>
    <p:sldId id="538" r:id="rId25"/>
    <p:sldId id="539" r:id="rId26"/>
    <p:sldId id="540" r:id="rId27"/>
    <p:sldId id="277" r:id="rId28"/>
    <p:sldId id="544" r:id="rId29"/>
    <p:sldId id="424" r:id="rId30"/>
    <p:sldId id="498" r:id="rId31"/>
    <p:sldId id="427" r:id="rId32"/>
    <p:sldId id="428" r:id="rId33"/>
    <p:sldId id="543" r:id="rId34"/>
    <p:sldId id="473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09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7D35966F-8F38-47B4-921E-677BB2F31188}"/>
    <pc:docChg chg="custSel addSld delSld modSld sldOrd">
      <pc:chgData name="anaclaracosta116@gmail.com" userId="a793634777582c92" providerId="LiveId" clId="{7D35966F-8F38-47B4-921E-677BB2F31188}" dt="2024-03-09T19:47:03.248" v="47" actId="27636"/>
      <pc:docMkLst>
        <pc:docMk/>
      </pc:docMkLst>
      <pc:sldChg chg="modSp mod">
        <pc:chgData name="anaclaracosta116@gmail.com" userId="a793634777582c92" providerId="LiveId" clId="{7D35966F-8F38-47B4-921E-677BB2F31188}" dt="2024-03-09T19:44:41.993" v="33" actId="27636"/>
        <pc:sldMkLst>
          <pc:docMk/>
          <pc:sldMk cId="4141278968" sldId="337"/>
        </pc:sldMkLst>
        <pc:spChg chg="mod">
          <ac:chgData name="anaclaracosta116@gmail.com" userId="a793634777582c92" providerId="LiveId" clId="{7D35966F-8F38-47B4-921E-677BB2F31188}" dt="2024-03-09T19:44:41.993" v="33" actId="27636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35966F-8F38-47B4-921E-677BB2F31188}" dt="2024-03-09T19:41:47.670" v="10" actId="404"/>
        <pc:sldMkLst>
          <pc:docMk/>
          <pc:sldMk cId="3348609962" sldId="358"/>
        </pc:sldMkLst>
        <pc:spChg chg="mod">
          <ac:chgData name="anaclaracosta116@gmail.com" userId="a793634777582c92" providerId="LiveId" clId="{7D35966F-8F38-47B4-921E-677BB2F31188}" dt="2024-03-09T19:41:47.670" v="10" actId="404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35966F-8F38-47B4-921E-677BB2F31188}" dt="2024-03-09T19:41:22.139" v="1" actId="27636"/>
        <pc:sldMkLst>
          <pc:docMk/>
          <pc:sldMk cId="2304799739" sldId="362"/>
        </pc:sldMkLst>
        <pc:spChg chg="mod">
          <ac:chgData name="anaclaracosta116@gmail.com" userId="a793634777582c92" providerId="LiveId" clId="{7D35966F-8F38-47B4-921E-677BB2F31188}" dt="2024-03-09T19:41:22.139" v="1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35966F-8F38-47B4-921E-677BB2F31188}" dt="2024-03-09T19:42:35.757" v="21" actId="403"/>
        <pc:sldMkLst>
          <pc:docMk/>
          <pc:sldMk cId="2189606800" sldId="418"/>
        </pc:sldMkLst>
        <pc:spChg chg="mod">
          <ac:chgData name="anaclaracosta116@gmail.com" userId="a793634777582c92" providerId="LiveId" clId="{7D35966F-8F38-47B4-921E-677BB2F31188}" dt="2024-03-09T19:42:35.757" v="21" actId="403"/>
          <ac:spMkLst>
            <pc:docMk/>
            <pc:sldMk cId="2189606800" sldId="41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D35966F-8F38-47B4-921E-677BB2F31188}" dt="2024-03-09T19:43:20.058" v="29" actId="27636"/>
        <pc:sldMkLst>
          <pc:docMk/>
          <pc:sldMk cId="1624642347" sldId="419"/>
        </pc:sldMkLst>
        <pc:spChg chg="mod">
          <ac:chgData name="anaclaracosta116@gmail.com" userId="a793634777582c92" providerId="LiveId" clId="{7D35966F-8F38-47B4-921E-677BB2F31188}" dt="2024-03-09T19:43:20.058" v="29" actId="27636"/>
          <ac:spMkLst>
            <pc:docMk/>
            <pc:sldMk cId="1624642347" sldId="41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7D35966F-8F38-47B4-921E-677BB2F31188}" dt="2024-03-09T19:42:00.773" v="14" actId="2696"/>
        <pc:sldMkLst>
          <pc:docMk/>
          <pc:sldMk cId="2267789072" sldId="435"/>
        </pc:sldMkLst>
      </pc:sldChg>
      <pc:sldChg chg="del">
        <pc:chgData name="anaclaracosta116@gmail.com" userId="a793634777582c92" providerId="LiveId" clId="{7D35966F-8F38-47B4-921E-677BB2F31188}" dt="2024-03-09T19:42:42.224" v="22" actId="2696"/>
        <pc:sldMkLst>
          <pc:docMk/>
          <pc:sldMk cId="3971745524" sldId="436"/>
        </pc:sldMkLst>
      </pc:sldChg>
      <pc:sldChg chg="modSp mod">
        <pc:chgData name="anaclaracosta116@gmail.com" userId="a793634777582c92" providerId="LiveId" clId="{7D35966F-8F38-47B4-921E-677BB2F31188}" dt="2024-03-09T19:46:19.441" v="42" actId="1076"/>
        <pc:sldMkLst>
          <pc:docMk/>
          <pc:sldMk cId="2937708858" sldId="437"/>
        </pc:sldMkLst>
        <pc:spChg chg="mod">
          <ac:chgData name="anaclaracosta116@gmail.com" userId="a793634777582c92" providerId="LiveId" clId="{7D35966F-8F38-47B4-921E-677BB2F31188}" dt="2024-03-09T19:46:19.441" v="42" actId="1076"/>
          <ac:spMkLst>
            <pc:docMk/>
            <pc:sldMk cId="2937708858" sldId="437"/>
            <ac:spMk id="3" creationId="{226E11F4-7466-1C9C-3614-81E501E07F1D}"/>
          </ac:spMkLst>
        </pc:spChg>
      </pc:sldChg>
      <pc:sldChg chg="add ord">
        <pc:chgData name="anaclaracosta116@gmail.com" userId="a793634777582c92" providerId="LiveId" clId="{7D35966F-8F38-47B4-921E-677BB2F31188}" dt="2024-03-09T19:41:58.530" v="13"/>
        <pc:sldMkLst>
          <pc:docMk/>
          <pc:sldMk cId="1479006761" sldId="526"/>
        </pc:sldMkLst>
      </pc:sldChg>
      <pc:sldChg chg="add ord">
        <pc:chgData name="anaclaracosta116@gmail.com" userId="a793634777582c92" providerId="LiveId" clId="{7D35966F-8F38-47B4-921E-677BB2F31188}" dt="2024-03-09T19:42:47.126" v="25"/>
        <pc:sldMkLst>
          <pc:docMk/>
          <pc:sldMk cId="797698935" sldId="527"/>
        </pc:sldMkLst>
      </pc:sldChg>
      <pc:sldChg chg="modSp add mod">
        <pc:chgData name="anaclaracosta116@gmail.com" userId="a793634777582c92" providerId="LiveId" clId="{7D35966F-8F38-47B4-921E-677BB2F31188}" dt="2024-03-09T19:46:29.104" v="43" actId="1076"/>
        <pc:sldMkLst>
          <pc:docMk/>
          <pc:sldMk cId="449585997" sldId="528"/>
        </pc:sldMkLst>
        <pc:spChg chg="mod">
          <ac:chgData name="anaclaracosta116@gmail.com" userId="a793634777582c92" providerId="LiveId" clId="{7D35966F-8F38-47B4-921E-677BB2F31188}" dt="2024-03-09T19:46:29.104" v="43" actId="1076"/>
          <ac:spMkLst>
            <pc:docMk/>
            <pc:sldMk cId="449585997" sldId="528"/>
            <ac:spMk id="3" creationId="{BDE2175F-13A6-6462-608C-43A303A0051E}"/>
          </ac:spMkLst>
        </pc:spChg>
      </pc:sldChg>
      <pc:sldChg chg="modSp add mod">
        <pc:chgData name="anaclaracosta116@gmail.com" userId="a793634777582c92" providerId="LiveId" clId="{7D35966F-8F38-47B4-921E-677BB2F31188}" dt="2024-03-09T19:47:03.248" v="47" actId="27636"/>
        <pc:sldMkLst>
          <pc:docMk/>
          <pc:sldMk cId="3783594902" sldId="529"/>
        </pc:sldMkLst>
        <pc:spChg chg="mod">
          <ac:chgData name="anaclaracosta116@gmail.com" userId="a793634777582c92" providerId="LiveId" clId="{7D35966F-8F38-47B4-921E-677BB2F31188}" dt="2024-03-09T19:47:03.248" v="47" actId="27636"/>
          <ac:spMkLst>
            <pc:docMk/>
            <pc:sldMk cId="3783594902" sldId="529"/>
            <ac:spMk id="3" creationId="{A43ED62C-1A69-C9E4-1024-7391DD1B170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5EC6496-0EFD-26EF-70AD-9CAD0093A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5167" y="0"/>
            <a:ext cx="12192000" cy="6816732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8433" y="1113759"/>
            <a:ext cx="116738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>
                <a:solidFill>
                  <a:schemeClr val="bg1"/>
                </a:solidFill>
              </a:rPr>
              <a:t>4º DOMINGO DA QUARESMA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9715B6E-016F-D3B5-B1DE-11DC2FF3920A}"/>
              </a:ext>
            </a:extLst>
          </p:cNvPr>
          <p:cNvSpPr/>
          <p:nvPr/>
        </p:nvSpPr>
        <p:spPr>
          <a:xfrm>
            <a:off x="3223647" y="4881966"/>
            <a:ext cx="5734373" cy="956681"/>
          </a:xfrm>
          <a:prstGeom prst="rect">
            <a:avLst/>
          </a:prstGeom>
          <a:solidFill>
            <a:srgbClr val="FA60B1"/>
          </a:solidFill>
          <a:ln>
            <a:solidFill>
              <a:srgbClr val="FA6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7F5F13-A8DB-E3F2-9341-D9E9A0771049}"/>
              </a:ext>
            </a:extLst>
          </p:cNvPr>
          <p:cNvSpPr txBox="1"/>
          <p:nvPr/>
        </p:nvSpPr>
        <p:spPr>
          <a:xfrm>
            <a:off x="258433" y="4974800"/>
            <a:ext cx="11673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</a:rPr>
              <a:t>DOMINGO LAETARE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GLORIFICA O SENHOR, JERUSALÉM;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CELEBRA TEU DEUS, Ó SIÃO! (BIS)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1. GLORIFICA O SENHOR, JERUSALÉM!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Ó SIÃO, CANTA LOUVORES AO TEU DEUS!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POIS REFORÇOU COM SEGURANÇA AS TUAS PORTAS,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 OS TEUS FILHOS EM TEU SEIO ABENÇOOU.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28861-F585-1D54-DC12-F5224D4C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70899-4EC3-3535-401D-C65531065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13446E-7F3D-A661-65D7-F3D5A99AC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GLORIFICA O SENHOR, JERUSALÉM;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CELEBRA TEU DEUS, Ó SIÃO! (BIS)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2. A PAZ EM TEUS LIMITES GARANTIU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 TE DÁ COMO ALIMENTO A FLOR DO TRIGO.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ENVIA SUAS ORDENS PARA A TERRA,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 A PALAVRA QUE ELE DIZ CORRE VELOZ.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904904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BC7CA-AFBF-4412-5432-93033306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45790-C88B-1F0A-3B32-536EF9881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1C1D15-2C73-19AF-9974-80DFB6FF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GLORIFICA O SENHOR, JERUSALÉM;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CELEBRA TEU DEUS, Ó SIÃO! (BIS)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3. ANUNCIA A JACÓ SUA PALAVRA,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SEUS PRECEITOS SUAS LEIS A ISRAEL.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NENHUM POVO RECEBEU TANTO CARINHO,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A NENHUM OUTRO REVELOU OS SEUS PRECEITOS.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23568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584133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CONFESSO A DEUS TODO-PODEROSO E A VÓS, IRMÃOS E IRMÃS, QUE PEQUEI MUITAS VEZES POR PENSAMENTOS E PALAVRAS, ATOS E OMISSÕES, POR MINHA CULPA, MINHA CULPA, MINHA TÃO GRANDE CULPA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700694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649747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A VIRGEM MARIA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</a:t>
            </a:r>
          </a:p>
          <a:p>
            <a:pPr algn="just"/>
            <a:r>
              <a:rPr lang="pt-BR" sz="7200" dirty="0"/>
              <a:t>QUE ROGUEIS POR MIM 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425200" cy="2652280"/>
          </a:xfrm>
        </p:spPr>
        <p:txBody>
          <a:bodyPr>
            <a:normAutofit/>
          </a:bodyPr>
          <a:lstStyle/>
          <a:p>
            <a:r>
              <a:rPr lang="pt-BR" sz="5400" b="1" dirty="0"/>
              <a:t>O SENHOR É O PASTOR QUE ME CONDUZ; NÃO ME FALTA COISA ALGUMA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LOUVOR E HONRA A VÓS, SENHOR JESUS</a:t>
            </a:r>
          </a:p>
          <a:p>
            <a:endParaRPr lang="pt-BR" sz="4800" b="1" dirty="0"/>
          </a:p>
          <a:p>
            <a:r>
              <a:rPr lang="pt-BR" sz="4800" dirty="0"/>
              <a:t>POIS EU SOU A LUZ DO MUNDO, QUEM NOS DIZ É O SENHOR; E VAI TER A LUZ DA VIDA QUEM SE FAZ MEU SEGUIDOR!</a:t>
            </a:r>
          </a:p>
          <a:p>
            <a:endParaRPr lang="pt-BR" sz="4800" b="1" dirty="0"/>
          </a:p>
          <a:p>
            <a:r>
              <a:rPr lang="pt-BR" sz="4800" b="1" dirty="0"/>
              <a:t>LOUVOR E HONRA A VÓS, SENHOR JESUS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1270672" cy="6262253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1. A ABSTINÊNCIA QUARESMAL</a:t>
            </a:r>
          </a:p>
          <a:p>
            <a:pPr algn="l"/>
            <a:r>
              <a:rPr lang="pt-BR" sz="6000" dirty="0"/>
              <a:t>VÓS CONSAGRASTES, Ó JESUS;</a:t>
            </a:r>
          </a:p>
          <a:p>
            <a:pPr algn="l"/>
            <a:r>
              <a:rPr lang="pt-BR" sz="6000" dirty="0"/>
              <a:t>PELO JEJUM E PELA PRECE,</a:t>
            </a:r>
          </a:p>
          <a:p>
            <a:pPr algn="l"/>
            <a:r>
              <a:rPr lang="pt-BR" sz="6000" dirty="0"/>
              <a:t>NOS CONDUZIS DA TREVA À LUZ.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F805-3638-5772-887F-83B587D7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DFDC9-855C-C420-98E4-4DE3BB98D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E04C4E-C961-C523-ADBE-D6F12BFE7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1270672" cy="6262253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2. FICAI PRESENTE AGORA À IGREJA,</a:t>
            </a:r>
          </a:p>
          <a:p>
            <a:pPr algn="l"/>
            <a:r>
              <a:rPr lang="pt-BR" sz="6000" dirty="0"/>
              <a:t>FICAI PRESENTE À PENITÊNCIA,</a:t>
            </a:r>
          </a:p>
          <a:p>
            <a:pPr algn="l"/>
            <a:r>
              <a:rPr lang="pt-BR" sz="6000" dirty="0"/>
              <a:t>PELA QUAL NÓS VOS SUPLICAMOS</a:t>
            </a:r>
          </a:p>
          <a:p>
            <a:pPr algn="l"/>
            <a:r>
              <a:rPr lang="pt-BR" sz="6000" dirty="0"/>
              <a:t>PARA OS PECADOS INDULGÊNCIA.</a:t>
            </a:r>
          </a:p>
        </p:txBody>
      </p:sp>
    </p:spTree>
    <p:extLst>
      <p:ext uri="{BB962C8B-B14F-4D97-AF65-F5344CB8AC3E}">
        <p14:creationId xmlns:p14="http://schemas.microsoft.com/office/powerpoint/2010/main" val="2590289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112C-6846-0C02-758D-FCB2D6CDE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31C22-CC2F-DC8F-B11F-E16468D7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ACC794-6112-F05A-D98D-3AB4B0666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1270672" cy="6262253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3. POR VOSSA GRAÇA, PERDOAI</a:t>
            </a:r>
          </a:p>
          <a:p>
            <a:pPr algn="l"/>
            <a:r>
              <a:rPr lang="pt-BR" sz="6000" dirty="0"/>
              <a:t>AS NOSSAS CULPAS DO PASSADO;</a:t>
            </a:r>
          </a:p>
          <a:p>
            <a:pPr algn="l"/>
            <a:r>
              <a:rPr lang="pt-BR" sz="6000" dirty="0"/>
              <a:t>CONTRA AS FUTURAS, PROTEGEI-NOS,</a:t>
            </a:r>
          </a:p>
          <a:p>
            <a:pPr algn="l"/>
            <a:r>
              <a:rPr lang="pt-BR" sz="6000" dirty="0"/>
              <a:t>MANSO JESUS, PASTOR AMADO.</a:t>
            </a:r>
          </a:p>
        </p:txBody>
      </p:sp>
    </p:spTree>
    <p:extLst>
      <p:ext uri="{BB962C8B-B14F-4D97-AF65-F5344CB8AC3E}">
        <p14:creationId xmlns:p14="http://schemas.microsoft.com/office/powerpoint/2010/main" val="2325574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16AAB-CF70-A75B-B1B6-297F8A1B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E1916-78C3-6A38-7502-D342B5707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3F65F5-09C8-B213-774B-A90B36A92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1270672" cy="6262253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4. PARA QUE NÓS, PURIFICADOS</a:t>
            </a:r>
          </a:p>
          <a:p>
            <a:pPr algn="l"/>
            <a:r>
              <a:rPr lang="pt-BR" sz="6000" dirty="0"/>
              <a:t>POR ESSES RITOS ANUAIS,</a:t>
            </a:r>
          </a:p>
          <a:p>
            <a:pPr algn="l"/>
            <a:r>
              <a:rPr lang="pt-BR" sz="6000" dirty="0"/>
              <a:t>NOS PREPAREMOS, REVERENTES,</a:t>
            </a:r>
          </a:p>
          <a:p>
            <a:pPr algn="l"/>
            <a:r>
              <a:rPr lang="pt-BR" sz="6000" dirty="0"/>
              <a:t>PARA GOZAR OS DONS PASCAIS.</a:t>
            </a:r>
          </a:p>
        </p:txBody>
      </p:sp>
    </p:spTree>
    <p:extLst>
      <p:ext uri="{BB962C8B-B14F-4D97-AF65-F5344CB8AC3E}">
        <p14:creationId xmlns:p14="http://schemas.microsoft.com/office/powerpoint/2010/main" val="1792643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95C8-C998-8F27-D563-FC364ED2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A2126-B45C-23BA-DB71-F50BE78B1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830120-BD4E-D199-144D-855A647F6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1270672" cy="6262253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5. TODO O UNIVERSO VOS ADORE,</a:t>
            </a:r>
          </a:p>
          <a:p>
            <a:pPr algn="l"/>
            <a:r>
              <a:rPr lang="pt-BR" sz="6000" dirty="0"/>
              <a:t>TRINDADE SANTA, SUMO BEM.</a:t>
            </a:r>
          </a:p>
          <a:p>
            <a:pPr algn="l"/>
            <a:r>
              <a:rPr lang="pt-BR" sz="6000" dirty="0"/>
              <a:t>NOVOS, POR GRAÇA, VOS CANTEMOS</a:t>
            </a:r>
          </a:p>
          <a:p>
            <a:pPr algn="l"/>
            <a:r>
              <a:rPr lang="pt-BR" sz="6000" dirty="0"/>
              <a:t>UM CANTO NOVO E BELO. AMÉM.</a:t>
            </a:r>
          </a:p>
        </p:txBody>
      </p:sp>
    </p:spTree>
    <p:extLst>
      <p:ext uri="{BB962C8B-B14F-4D97-AF65-F5344CB8AC3E}">
        <p14:creationId xmlns:p14="http://schemas.microsoft.com/office/powerpoint/2010/main" val="1483628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PROCLAMAM 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 </a:t>
            </a:r>
          </a:p>
          <a:p>
            <a:pPr algn="l"/>
            <a:r>
              <a:rPr lang="pt-BR" sz="8000" b="1" dirty="0"/>
              <a:t>HOSANA NAS ALTURAS 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dirty="0"/>
              <a:t>1. O SENHOR É MINHA LUZ E SALVAÇÃO      </a:t>
            </a:r>
          </a:p>
          <a:p>
            <a:pPr algn="l"/>
            <a:r>
              <a:rPr lang="pt-BR" sz="17600" dirty="0"/>
              <a:t>DE QUEM POIS EU TEREI MEDO?</a:t>
            </a:r>
          </a:p>
          <a:p>
            <a:pPr algn="l"/>
            <a:r>
              <a:rPr lang="pt-BR" sz="17600" dirty="0"/>
              <a:t>O SENHOR É A PROTEÇÃO DA MINHA VIDA; </a:t>
            </a:r>
          </a:p>
          <a:p>
            <a:pPr algn="l"/>
            <a:r>
              <a:rPr lang="pt-BR" sz="17600" dirty="0"/>
              <a:t>PERANTE QUEM EU TEMEREI?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b="1" dirty="0"/>
              <a:t>O SENHOR JESUS UNGIU OS MEUS OLHOS.</a:t>
            </a:r>
          </a:p>
          <a:p>
            <a:pPr algn="l"/>
            <a:r>
              <a:rPr lang="pt-BR" sz="17600" b="1" dirty="0"/>
              <a:t>FUI, LAVEI-ME, AGORA POSSO VER.</a:t>
            </a:r>
            <a:endParaRPr lang="pt-BR" sz="35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E6BF4-C023-FC48-77BF-3328421CE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75BDC-1043-FBDB-0319-D8AAB41E6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2A2E57-5E49-E38D-F64A-B48DFA6A2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dirty="0"/>
              <a:t>AO SENHOR EU PEÇO APENAS UMA COISA,       </a:t>
            </a:r>
          </a:p>
          <a:p>
            <a:pPr algn="l"/>
            <a:r>
              <a:rPr lang="pt-BR" sz="17600" dirty="0"/>
              <a:t>E É SÓ ISTO QUE EU DESEJO         </a:t>
            </a:r>
          </a:p>
          <a:p>
            <a:pPr algn="l"/>
            <a:r>
              <a:rPr lang="pt-BR" sz="17600" dirty="0"/>
              <a:t>HABITAR NO SANTUÁRIO DO SENHOR </a:t>
            </a:r>
          </a:p>
          <a:p>
            <a:pPr algn="l"/>
            <a:r>
              <a:rPr lang="pt-BR" sz="17600" dirty="0"/>
              <a:t>POR TODA A MINHA VIDA;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b="1" dirty="0"/>
              <a:t>O SENHOR JESUS UNGIU OS MEUS OLHOS.</a:t>
            </a:r>
          </a:p>
          <a:p>
            <a:pPr algn="l"/>
            <a:r>
              <a:rPr lang="pt-BR" sz="17600" b="1" dirty="0"/>
              <a:t>FUI, LAVEI-ME, AGORA POSSO VER.</a:t>
            </a:r>
            <a:endParaRPr lang="pt-BR" sz="35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87964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3267-4859-4A47-7F31-94611619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7F9E4-F154-A4CE-9D85-240FCAAE9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95B8F2-5B6D-674E-F4ED-017478222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dirty="0"/>
              <a:t>UM ABRIGO ME DARÁ SOB O SEU TETO        </a:t>
            </a:r>
          </a:p>
          <a:p>
            <a:pPr algn="l"/>
            <a:r>
              <a:rPr lang="pt-BR" sz="17600" dirty="0"/>
              <a:t>NOS DIAS DA DESGRAÇA ME ABRIGA</a:t>
            </a:r>
          </a:p>
          <a:p>
            <a:pPr algn="l"/>
            <a:r>
              <a:rPr lang="pt-BR" sz="17600" dirty="0"/>
              <a:t>NO INTERIOR DE SUA TENDA HÁ DE ESCONDER-ME </a:t>
            </a:r>
          </a:p>
          <a:p>
            <a:pPr algn="l"/>
            <a:r>
              <a:rPr lang="pt-BR" sz="17600" dirty="0"/>
              <a:t>E PROTEGER-ME SOBRE A ROCHA;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b="1" dirty="0"/>
              <a:t>O SENHOR JESUS UNGIU OS MEUS OLHOS.</a:t>
            </a:r>
          </a:p>
          <a:p>
            <a:pPr algn="l"/>
            <a:r>
              <a:rPr lang="pt-BR" sz="17600" b="1" dirty="0"/>
              <a:t>FUI, LAVEI-ME, AGORA POSSO VER.</a:t>
            </a:r>
            <a:endParaRPr lang="pt-BR" sz="35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124684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0AA05-8EE0-D716-0B75-CDD45FC11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82971-C826-CC5F-5512-EA31DF705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BD09CC-DE20-29D1-EDF3-D768E22B1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dirty="0"/>
              <a:t>OFERTAREI UM SACRIFÍCIO DE ALEGRIA      </a:t>
            </a:r>
          </a:p>
          <a:p>
            <a:pPr algn="l"/>
            <a:r>
              <a:rPr lang="pt-BR" sz="17600" dirty="0"/>
              <a:t>NO TEMPLO DO SENHOR ME ALEGRAREI</a:t>
            </a:r>
          </a:p>
          <a:p>
            <a:pPr algn="l"/>
            <a:r>
              <a:rPr lang="pt-BR" sz="17600" dirty="0"/>
              <a:t>CANTAREI SALMOS AO SENHOR AO SOM DA HARPA, </a:t>
            </a:r>
          </a:p>
          <a:p>
            <a:pPr algn="l"/>
            <a:r>
              <a:rPr lang="pt-BR" sz="17600" dirty="0"/>
              <a:t>HINOS DE LOUVOR ENTOAREI.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b="1" dirty="0"/>
              <a:t>O SENHOR JESUS UNGIU OS MEUS OLHOS.</a:t>
            </a:r>
          </a:p>
          <a:p>
            <a:pPr algn="l"/>
            <a:r>
              <a:rPr lang="pt-BR" sz="17600" b="1" dirty="0"/>
              <a:t>FUI, LAVEI-ME, AGORA POSSO VER.</a:t>
            </a:r>
            <a:endParaRPr lang="pt-BR" sz="35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64318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025CD-AF77-E7C5-9D52-AE3596D0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D183E-E57B-F24E-7957-E845513D1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704DE1-3AFD-D7CD-93FA-9ED830CBE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dirty="0"/>
              <a:t>NÃO AFASTEIS EM VOSSA IRA O VOSSO SERVO,         </a:t>
            </a:r>
          </a:p>
          <a:p>
            <a:pPr algn="l"/>
            <a:r>
              <a:rPr lang="pt-BR" sz="17600" dirty="0"/>
              <a:t>SOIS VÓS O MEU AUXÍLIO!</a:t>
            </a:r>
          </a:p>
          <a:p>
            <a:pPr algn="l"/>
            <a:r>
              <a:rPr lang="pt-BR" sz="17600" dirty="0"/>
              <a:t>NÃO ME ESQUEÇAIS NEM ME DEIXEIS ABANDONADO, </a:t>
            </a:r>
          </a:p>
          <a:p>
            <a:pPr algn="l"/>
            <a:r>
              <a:rPr lang="pt-BR" sz="17600" dirty="0"/>
              <a:t>Ó MEU DEUS E SALVADOR!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b="1" dirty="0"/>
              <a:t>O SENHOR JESUS UNGIU OS MEUS OLHOS.</a:t>
            </a:r>
          </a:p>
          <a:p>
            <a:pPr algn="l"/>
            <a:r>
              <a:rPr lang="pt-BR" sz="17600" b="1" dirty="0"/>
              <a:t>FUI, LAVEI-ME, AGORA POSSO VER.</a:t>
            </a:r>
            <a:endParaRPr lang="pt-BR" sz="35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50697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ALMA DE CRISTO, SANTIFICAI-ME</a:t>
            </a:r>
          </a:p>
          <a:p>
            <a:pPr algn="l"/>
            <a:r>
              <a:rPr lang="pt-BR" sz="12600" b="1" dirty="0"/>
              <a:t>CORPO DE CRISTO, SALVAI-ME</a:t>
            </a:r>
          </a:p>
          <a:p>
            <a:pPr algn="l"/>
            <a:r>
              <a:rPr lang="pt-BR" sz="12600" b="1" dirty="0"/>
              <a:t>SANGUE DE CRISTO, INEBRIAI-ME</a:t>
            </a:r>
          </a:p>
          <a:p>
            <a:pPr algn="l"/>
            <a:r>
              <a:rPr lang="pt-BR" sz="12600" b="1" dirty="0"/>
              <a:t>ÁGUA DO LADO DE CRISTO, LAVAI-ME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634639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944380"/>
            <a:ext cx="11194472" cy="56978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PAIXÃO DE CRISTO, CONFORTAI-ME</a:t>
            </a:r>
          </a:p>
          <a:p>
            <a:pPr algn="l"/>
            <a:r>
              <a:rPr lang="pt-BR" sz="8800" b="1" dirty="0"/>
              <a:t>Ó BOM JESUS, OUVI-ME</a:t>
            </a:r>
          </a:p>
          <a:p>
            <a:pPr algn="l"/>
            <a:r>
              <a:rPr lang="pt-BR" sz="8800" b="1" dirty="0"/>
              <a:t>DENTRO DE VOSSAS CHAGAS, ESCONDEI-ME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33146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NÃO PERMITAIS QUE EU ME SEPARE DE VÓS</a:t>
            </a:r>
          </a:p>
          <a:p>
            <a:pPr algn="l"/>
            <a:r>
              <a:rPr lang="pt-BR" sz="12600" b="1" dirty="0"/>
              <a:t>DO ESPÍRITO MALIGNO DEFENDEI-ME</a:t>
            </a:r>
          </a:p>
          <a:p>
            <a:pPr algn="l"/>
            <a:r>
              <a:rPr lang="pt-BR" sz="12600" b="1" dirty="0"/>
              <a:t>NA HORA DA MORTE</a:t>
            </a:r>
          </a:p>
          <a:p>
            <a:pPr algn="l"/>
            <a:r>
              <a:rPr lang="pt-BR" sz="12600" b="1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64228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E MANDAI-ME IR PARA VÓS</a:t>
            </a:r>
          </a:p>
          <a:p>
            <a:pPr algn="l"/>
            <a:r>
              <a:rPr lang="pt-BR" sz="12600" b="1" dirty="0"/>
              <a:t>PARA QUE COM VOSSOS SANTOS VOS LOUVE</a:t>
            </a:r>
          </a:p>
          <a:p>
            <a:pPr algn="l"/>
            <a:r>
              <a:rPr lang="pt-BR" sz="12600" b="1" dirty="0"/>
              <a:t>POR TODOS OS SÉCULOS DOS SÉCULOS, AMÉM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818667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AVE, RAINHA DO CÉU</a:t>
            </a:r>
          </a:p>
          <a:p>
            <a:pPr algn="l"/>
            <a:r>
              <a:rPr lang="pt-BR" sz="6000" dirty="0"/>
              <a:t>AVE, DOS ANJOS, SENHORA</a:t>
            </a:r>
          </a:p>
          <a:p>
            <a:pPr algn="l"/>
            <a:r>
              <a:rPr lang="pt-BR" sz="6000" dirty="0"/>
              <a:t>AVE, RAIZ, AVE, PORTA</a:t>
            </a:r>
          </a:p>
          <a:p>
            <a:pPr algn="l"/>
            <a:r>
              <a:rPr lang="pt-BR" sz="6000" dirty="0"/>
              <a:t>DA LUZ DO MUNDO, ÉS AURORA</a:t>
            </a:r>
          </a:p>
          <a:p>
            <a:pPr algn="l"/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EXULTA, Ó VIRGEM TÃO BELA</a:t>
            </a:r>
          </a:p>
          <a:p>
            <a:pPr algn="l"/>
            <a:r>
              <a:rPr lang="pt-BR" sz="4800" b="1" dirty="0"/>
              <a:t>AS OUTRAS SEGUEM-TE APÓS</a:t>
            </a:r>
          </a:p>
          <a:p>
            <a:pPr algn="l"/>
            <a:r>
              <a:rPr lang="pt-BR" sz="4800" b="1" dirty="0"/>
              <a:t>NÓS TE SAUDAMOS: ADEUS</a:t>
            </a:r>
          </a:p>
          <a:p>
            <a:pPr algn="l"/>
            <a:r>
              <a:rPr lang="pt-BR" sz="4800" b="1" dirty="0"/>
              <a:t>E PEDE A CRISTO POR NÓS</a:t>
            </a:r>
          </a:p>
          <a:p>
            <a:pPr algn="l"/>
            <a:endParaRPr lang="pt-BR" sz="4800" b="1" dirty="0"/>
          </a:p>
          <a:p>
            <a:pPr algn="l"/>
            <a:r>
              <a:rPr lang="pt-BR" sz="4800" b="1" dirty="0"/>
              <a:t>VIRGEM MÃE, Ó MARIA</a:t>
            </a:r>
          </a:p>
        </p:txBody>
      </p:sp>
    </p:spTree>
    <p:extLst>
      <p:ext uri="{BB962C8B-B14F-4D97-AF65-F5344CB8AC3E}">
        <p14:creationId xmlns:p14="http://schemas.microsoft.com/office/powerpoint/2010/main" val="28237468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18601</TotalTime>
  <Words>824</Words>
  <Application>Microsoft Office PowerPoint</Application>
  <PresentationFormat>Widescreen</PresentationFormat>
  <Paragraphs>149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52</cp:revision>
  <dcterms:created xsi:type="dcterms:W3CDTF">2023-05-06T17:01:55Z</dcterms:created>
  <dcterms:modified xsi:type="dcterms:W3CDTF">2026-03-14T21:31:34Z</dcterms:modified>
</cp:coreProperties>
</file>