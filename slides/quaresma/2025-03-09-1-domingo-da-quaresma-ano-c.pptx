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32" r:id="rId5"/>
    <p:sldId id="415" r:id="rId6"/>
    <p:sldId id="264" r:id="rId7"/>
    <p:sldId id="259" r:id="rId8"/>
    <p:sldId id="404" r:id="rId9"/>
    <p:sldId id="463" r:id="rId10"/>
    <p:sldId id="462" r:id="rId11"/>
    <p:sldId id="461" r:id="rId12"/>
    <p:sldId id="265" r:id="rId13"/>
    <p:sldId id="266" r:id="rId14"/>
    <p:sldId id="267" r:id="rId15"/>
    <p:sldId id="271" r:id="rId16"/>
    <p:sldId id="438" r:id="rId17"/>
    <p:sldId id="449" r:id="rId18"/>
    <p:sldId id="450" r:id="rId19"/>
    <p:sldId id="292" r:id="rId20"/>
    <p:sldId id="275" r:id="rId21"/>
    <p:sldId id="361" r:id="rId22"/>
    <p:sldId id="362" r:id="rId23"/>
    <p:sldId id="458" r:id="rId24"/>
    <p:sldId id="459" r:id="rId25"/>
    <p:sldId id="277" r:id="rId26"/>
    <p:sldId id="435" r:id="rId27"/>
    <p:sldId id="421" r:id="rId28"/>
    <p:sldId id="454" r:id="rId29"/>
    <p:sldId id="423" r:id="rId30"/>
    <p:sldId id="428" r:id="rId31"/>
    <p:sldId id="455" r:id="rId32"/>
    <p:sldId id="456" r:id="rId33"/>
    <p:sldId id="457" r:id="rId34"/>
    <p:sldId id="460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6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10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2EAA635-C82B-8F78-BB73-9E3769B11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45154" y="1"/>
            <a:ext cx="12101685" cy="6857999"/>
          </a:xfrm>
          <a:prstGeom prst="rect">
            <a:avLst/>
          </a:prstGeom>
          <a:solidFill>
            <a:schemeClr val="tx1">
              <a:alpha val="2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669609"/>
            <a:ext cx="1167384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1</a:t>
            </a:r>
            <a:r>
              <a:rPr lang="pt-BR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1. OS CAMINHOS DO SENHOR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SÃO VERDADE, SÃO AMOR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DIRIGI OS PASSOS MEUS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EM VÓS ESPERO, Ó SENHOR!</a:t>
            </a:r>
          </a:p>
          <a:p>
            <a:pPr algn="l"/>
            <a:endParaRPr lang="pt-BR" sz="60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GUIA AO BOM CAMINHO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QUEM ERROU E QUER VOLTAR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É BOM, FIEL E JUSTO</a:t>
            </a:r>
          </a:p>
          <a:p>
            <a:pPr algn="l"/>
            <a:r>
              <a:rPr lang="pt-BR" sz="6000" i="0" dirty="0">
                <a:effectLst/>
                <a:latin typeface="Open Sans" panose="020B0606030504020204" pitchFamily="34" charset="0"/>
              </a:rPr>
              <a:t>ELE BUSCA E VEM SALVAR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1F68A-A1ED-DA1B-93F7-0702A9C9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B2CAC-155F-66B3-8C3B-84580535D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AD40DA-9D0E-1B92-9FB0-356D66A3C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DIA DA SALVAÇÃO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AO PAI VOLTEMOS, JUNTOS ANDEMOS</a:t>
            </a:r>
          </a:p>
          <a:p>
            <a:pPr algn="l"/>
            <a:r>
              <a:rPr lang="pt-BR" sz="6000" b="1" i="0" dirty="0">
                <a:effectLst/>
                <a:latin typeface="Open Sans" panose="020B0606030504020204" pitchFamily="34" charset="0"/>
              </a:rPr>
              <a:t>EIS O TEMPO DE CONVERSÃO!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817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2. VIVEREI COM O SENHOR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ELE É MEU SUSTENTO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EU CONFIO, MESMO QUANDO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MINHA DOR NÃO MAIS AGUENTO</a:t>
            </a:r>
          </a:p>
          <a:p>
            <a:pPr algn="l"/>
            <a:endParaRPr lang="pt-BR" sz="48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TEM VALOR AOS OLHOS SEUS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MEU SOFRER E MEU MORRER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LIBERTAI O VOSSO SERVO</a:t>
            </a:r>
          </a:p>
          <a:p>
            <a:pPr algn="l"/>
            <a:r>
              <a:rPr lang="pt-BR" sz="4800" i="0" dirty="0">
                <a:effectLst/>
                <a:latin typeface="Open Sans" panose="020B0606030504020204" pitchFamily="34" charset="0"/>
              </a:rPr>
              <a:t>E FAZEI-O REVIVER!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392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E20F-DD48-FD2D-01D7-A1693F2F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6EBFFC-274F-7276-A5DE-2E102A9B7B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756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869C-DF25-F3E3-B0BB-94D18F51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197CE-A37B-02F0-611B-E427099DF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KYRIE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8E472A-D44B-C427-D7E6-04710EDD3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862" y="1011381"/>
            <a:ext cx="11782269" cy="5846619"/>
          </a:xfrm>
        </p:spPr>
        <p:txBody>
          <a:bodyPr>
            <a:normAutofit/>
          </a:bodyPr>
          <a:lstStyle/>
          <a:p>
            <a:r>
              <a:rPr lang="pt-BR" sz="6000" dirty="0"/>
              <a:t>SENHOR, TENDE PIEDADE DE NÓS! (2X)</a:t>
            </a:r>
          </a:p>
          <a:p>
            <a:r>
              <a:rPr lang="pt-BR" sz="6000" dirty="0"/>
              <a:t>CRISTO, TENDE PIEDADE DE NÓS! (2X)</a:t>
            </a:r>
          </a:p>
          <a:p>
            <a:r>
              <a:rPr lang="pt-BR" sz="6000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156836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3D380-7718-FCED-9B92-3F93C594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F164A7D-C9C2-5DAF-4BAC-3C61BEC587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38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85000" lnSpcReduction="10000"/>
          </a:bodyPr>
          <a:lstStyle/>
          <a:p>
            <a:r>
              <a:rPr lang="pt-BR" sz="6600" b="1" dirty="0"/>
              <a:t>EM MINHAS DORES, Ó SENHOR, PERMANECEI JUNTO DE MIM!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 </a:t>
            </a:r>
            <a:r>
              <a:rPr lang="pt-BR" sz="5400" b="1" dirty="0"/>
              <a:t> LOUVOR E GLÓRIA A TI, SENHOR, CRISTO, PALAVRA DE DEUS.</a:t>
            </a:r>
          </a:p>
          <a:p>
            <a:endParaRPr lang="pt-BR" sz="5400" b="1" dirty="0"/>
          </a:p>
          <a:p>
            <a:r>
              <a:rPr lang="pt-BR" sz="5400" dirty="0"/>
              <a:t>O HOMEM NÃO VIVE SOMENTE DE PÃO, MAS DE TODA PALAVRA DA BOCA DE DEUS.</a:t>
            </a:r>
            <a:endParaRPr lang="pt-BR" sz="1200" dirty="0"/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PELOS FRUTOS DAS NOSSAS JORNADAS!</a:t>
            </a:r>
          </a:p>
          <a:p>
            <a:pPr algn="l"/>
            <a:r>
              <a:rPr lang="pt-BR" sz="8800" dirty="0"/>
              <a:t>REPARTIDOS NA MESA DO REINO</a:t>
            </a:r>
          </a:p>
          <a:p>
            <a:pPr algn="l"/>
            <a:r>
              <a:rPr lang="pt-BR" sz="8800" dirty="0"/>
              <a:t>ANUNCIAM A PAZ ALMEJADA!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E78-CA8D-CE77-0C7B-C6EBE68FF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49F90-BDFA-4A56-D424-C32445C94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DA0D2-6371-4E2D-B746-C6C8A073B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PELOS MARES, OS RIOS E AS FONTES!</a:t>
            </a:r>
          </a:p>
          <a:p>
            <a:pPr algn="l"/>
            <a:r>
              <a:rPr lang="pt-BR" sz="8800" dirty="0"/>
              <a:t>NOS RECORDAM A TUA JUSTIÇA</a:t>
            </a:r>
          </a:p>
          <a:p>
            <a:pPr algn="l"/>
            <a:r>
              <a:rPr lang="pt-BR" sz="8800" dirty="0"/>
              <a:t>QUE NOS LEVA A UM NOVO HORIZONTE!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63033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0AEB-82BB-EF1D-6EC2-54945CBB6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A8EA-46BF-0AAA-9A5C-DF34F704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13A73A-8D2E-3AED-398A-982080F08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SÊ BENDITO, SENHOR, PARA SEMPRE</a:t>
            </a:r>
          </a:p>
          <a:p>
            <a:pPr algn="l"/>
            <a:r>
              <a:rPr lang="pt-BR" sz="8800" dirty="0"/>
              <a:t>PELAS BÊNÇÃOS QUAL CHUVA TORRENTE!</a:t>
            </a:r>
          </a:p>
          <a:p>
            <a:pPr algn="l"/>
            <a:r>
              <a:rPr lang="pt-BR" sz="8800" dirty="0"/>
              <a:t>TU FECUNDAS O CHÃO DESTA VIDA</a:t>
            </a:r>
          </a:p>
          <a:p>
            <a:pPr algn="l"/>
            <a:r>
              <a:rPr lang="pt-BR" sz="8800" dirty="0"/>
              <a:t>QUE ABRIGA UMA NOVA SEMENTE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SENHOR DA VIDA</a:t>
            </a:r>
          </a:p>
          <a:p>
            <a:pPr algn="l"/>
            <a:r>
              <a:rPr lang="pt-BR" sz="8800" b="1" dirty="0"/>
              <a:t>TU ÉS A NOSSA SALVAÇÃO!</a:t>
            </a:r>
          </a:p>
          <a:p>
            <a:pPr algn="l"/>
            <a:r>
              <a:rPr lang="pt-BR" sz="8800" b="1" dirty="0"/>
              <a:t>AO PREPARARMOS A TUA MESA</a:t>
            </a:r>
          </a:p>
          <a:p>
            <a:pPr algn="l"/>
            <a:r>
              <a:rPr lang="pt-BR" sz="8800" b="1" dirty="0"/>
              <a:t>EM TI BUSCAMOS RESSURREIÇÃO!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53652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NEM SÓ DE PÃO A GENTE VIVE, SOMENTE DE COMER, MAS DAS PALAVRAS TODAS QUE SAEM DA BOCA DE DEUS. </a:t>
            </a:r>
          </a:p>
          <a:p>
            <a:pPr algn="l"/>
            <a:r>
              <a:rPr lang="pt-BR" sz="19200" dirty="0"/>
              <a:t>1. QUEM HABITA AO ABRIGO DO ALTÍSSIMO E VIVE À SOMBRA DO SENHOR ONIPOTENTE, DIZ AO SENHOR: "SOIS MEU REFÚGIO E PROTEÇÃO, SOIS O MEU DEUS, NO QUAL CONFIO INTEIRAMENTE". 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03F9-4181-C94C-AF4B-C9028F10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C6E73-5E30-427E-7DC7-3F86D42C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296393-A7B1-28AF-E171-B4CDD369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NEM SÓ DE PÃO A GENTE VIVE, SOMENTE DE COMER, MAS DAS PALAVRAS TODAS QUE SAEM DA BOCA DE DEUS. </a:t>
            </a:r>
          </a:p>
          <a:p>
            <a:pPr algn="l"/>
            <a:r>
              <a:rPr lang="pt-BR" sz="19200" dirty="0"/>
              <a:t>2. DO CAÇADOR E DO SEU LAÇO ELE TE LIVRA. ELE TE SALVA DA PALAVRA QUE DESTRÓI. COM SUAS ASAS HAVERÁ DE PROTEGER-TE, COM SEU ESCUDO E SUAS ARMAS, DEFENDER-TE. </a:t>
            </a:r>
          </a:p>
        </p:txBody>
      </p:sp>
    </p:spTree>
    <p:extLst>
      <p:ext uri="{BB962C8B-B14F-4D97-AF65-F5344CB8AC3E}">
        <p14:creationId xmlns:p14="http://schemas.microsoft.com/office/powerpoint/2010/main" val="3150931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31D9-A334-E69F-158C-4267E3DC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8C108-C1AF-B9F1-DB46-483C30A15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9354AB-5D5D-A393-719B-8CE9A1A67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NEM SÓ DE PÃO A GENTE VIVE, SOMENTE DE COMER, MAS DAS PALAVRAS TODAS QUE SAEM DA BOCA DE DEUS.</a:t>
            </a:r>
          </a:p>
          <a:p>
            <a:pPr algn="l"/>
            <a:r>
              <a:rPr lang="pt-BR" sz="12800" b="1" dirty="0"/>
              <a:t> </a:t>
            </a:r>
          </a:p>
          <a:p>
            <a:pPr algn="l"/>
            <a:r>
              <a:rPr lang="pt-BR" sz="19200" dirty="0"/>
              <a:t>3. NÃO TEMERÁS TERROR ALGUM DURANTE A NOITE, NEM A FLECHA DISPARADA EM PLENO DIA; NEM A PESTE QUE CAMINHA PELO ESCURO NEM A DESGRAÇA QUE DEVASTA AO MEIO DIA.</a:t>
            </a:r>
          </a:p>
        </p:txBody>
      </p:sp>
    </p:spTree>
    <p:extLst>
      <p:ext uri="{BB962C8B-B14F-4D97-AF65-F5344CB8AC3E}">
        <p14:creationId xmlns:p14="http://schemas.microsoft.com/office/powerpoint/2010/main" val="2193440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8D08-951A-1FAF-47FD-6BCC87152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FA9E-6733-25A6-D9E2-5952F8891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192DA-1C38-A4D7-6869-B3F55290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503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1CC2-C91B-E809-4D11-E10150721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82D47-82AF-F513-D273-72DAA97C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4BD076-5246-853D-9A05-9447069AA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O CRISTO-DEUS SE FEZ HUMANO NESTA TERRA</a:t>
            </a:r>
          </a:p>
          <a:p>
            <a:pPr algn="l"/>
            <a:r>
              <a:rPr lang="pt-BR" sz="8800" dirty="0"/>
              <a:t>E ÀS CRIATURAS DEU VALOR E ATENÇÃO</a:t>
            </a:r>
          </a:p>
          <a:p>
            <a:pPr algn="l"/>
            <a:r>
              <a:rPr lang="pt-BR" sz="8800" dirty="0"/>
              <a:t>A VIDA PLENA, QUE NO MUNDO JÁ SE ESPERA</a:t>
            </a:r>
          </a:p>
          <a:p>
            <a:pPr algn="l"/>
            <a:r>
              <a:rPr lang="pt-BR" sz="8800" dirty="0"/>
              <a:t>GANHA SENTIDO COM A NOSSA REDENÇÃO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980114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57F-7185-F6CF-6AB5-9E549F84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41525-8606-2D01-0106-89025A3DD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73281-E92A-C138-C98A-1EDC26D8E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AO ENTREGAR O PARAÍSO AO SER HUMANO</a:t>
            </a:r>
          </a:p>
          <a:p>
            <a:pPr algn="l"/>
            <a:r>
              <a:rPr lang="pt-BR" sz="8800" b="1" dirty="0"/>
              <a:t>DEUS CONTEMPLOU SUA BELEZA E SEUS DONS</a:t>
            </a:r>
          </a:p>
          <a:p>
            <a:pPr algn="l"/>
            <a:r>
              <a:rPr lang="pt-BR" sz="8800" b="1" dirty="0"/>
              <a:t>LOUVADO SEJA NOSSO PAI, O CRIADOR</a:t>
            </a:r>
          </a:p>
          <a:p>
            <a:pPr algn="l"/>
            <a:r>
              <a:rPr lang="pt-BR" sz="8800" b="1" dirty="0"/>
              <a:t>"DEUS VIU QUE TUDO, TUDO ERA MUITO BOM!"</a:t>
            </a:r>
          </a:p>
        </p:txBody>
      </p:sp>
    </p:spTree>
    <p:extLst>
      <p:ext uri="{BB962C8B-B14F-4D97-AF65-F5344CB8AC3E}">
        <p14:creationId xmlns:p14="http://schemas.microsoft.com/office/powerpoint/2010/main" val="526718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64E8-852E-ED5D-92E5-97648E80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B8C90-74F7-F713-A637-9D2645A7F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7A1C34-970B-06C7-408B-B5F18017B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dirty="0"/>
              <a:t>NO UNIVERSO TUDO ESTÁ INTERLIGADO</a:t>
            </a:r>
          </a:p>
          <a:p>
            <a:pPr algn="l"/>
            <a:r>
              <a:rPr lang="pt-BR" sz="8800" dirty="0"/>
              <a:t>NELE VIVEMOS E, COM TODOS, "SOMOS UM"</a:t>
            </a:r>
          </a:p>
          <a:p>
            <a:pPr algn="l"/>
            <a:r>
              <a:rPr lang="pt-BR" sz="8800" dirty="0"/>
              <a:t>NESTA QUARESMA, À CONVERSÃO, SOMOS CHAMADOS</a:t>
            </a:r>
          </a:p>
          <a:p>
            <a:pPr algn="l"/>
            <a:r>
              <a:rPr lang="pt-BR" sz="8800" dirty="0"/>
              <a:t>CUIDEMOS TODOS DESTA CASA, QUE É COMUM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32006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28BB3-63C4-2294-B7C6-BDEAE105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40D19-3C10-5ED8-A073-C2E58D669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356259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5A9522-2555-4983-620B-2B2AFA274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922318"/>
            <a:ext cx="11580915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AO ENTREGAR O PARAÍSO AO SER HUMANO</a:t>
            </a:r>
          </a:p>
          <a:p>
            <a:pPr algn="l"/>
            <a:r>
              <a:rPr lang="pt-BR" sz="8800" b="1" dirty="0"/>
              <a:t>DEUS CONTEMPLOU SUA BELEZA E SEUS DONS</a:t>
            </a:r>
          </a:p>
          <a:p>
            <a:pPr algn="l"/>
            <a:r>
              <a:rPr lang="pt-BR" sz="8800" b="1" dirty="0"/>
              <a:t>LOUVADO SEJA NOSSO PAI, O CRIADOR</a:t>
            </a:r>
          </a:p>
          <a:p>
            <a:pPr algn="l"/>
            <a:r>
              <a:rPr lang="pt-BR" sz="8800" b="1" dirty="0"/>
              <a:t>"DEUS VIU QUE TUDO, TUDO ERA MUITO BOM!"</a:t>
            </a:r>
          </a:p>
        </p:txBody>
      </p:sp>
    </p:spTree>
    <p:extLst>
      <p:ext uri="{BB962C8B-B14F-4D97-AF65-F5344CB8AC3E}">
        <p14:creationId xmlns:p14="http://schemas.microsoft.com/office/powerpoint/2010/main" val="18923354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8525</TotalTime>
  <Words>844</Words>
  <Application>Microsoft Office PowerPoint</Application>
  <PresentationFormat>Widescreen</PresentationFormat>
  <Paragraphs>137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Constantia</vt:lpstr>
      <vt:lpstr>Open Sans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KYRIE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50</cp:revision>
  <dcterms:created xsi:type="dcterms:W3CDTF">2023-05-06T17:01:55Z</dcterms:created>
  <dcterms:modified xsi:type="dcterms:W3CDTF">2025-03-08T21:45:56Z</dcterms:modified>
</cp:coreProperties>
</file>