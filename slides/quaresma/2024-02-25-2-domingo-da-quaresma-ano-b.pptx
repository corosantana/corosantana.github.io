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09" r:id="rId4"/>
    <p:sldId id="538" r:id="rId5"/>
    <p:sldId id="539" r:id="rId6"/>
    <p:sldId id="540" r:id="rId7"/>
    <p:sldId id="541" r:id="rId8"/>
    <p:sldId id="542" r:id="rId9"/>
    <p:sldId id="258" r:id="rId10"/>
    <p:sldId id="259" r:id="rId11"/>
    <p:sldId id="512" r:id="rId12"/>
    <p:sldId id="478" r:id="rId13"/>
    <p:sldId id="260" r:id="rId14"/>
    <p:sldId id="265" r:id="rId15"/>
    <p:sldId id="266" r:id="rId16"/>
    <p:sldId id="267" r:id="rId17"/>
    <p:sldId id="271" r:id="rId18"/>
    <p:sldId id="517" r:id="rId19"/>
    <p:sldId id="518" r:id="rId20"/>
    <p:sldId id="519" r:id="rId21"/>
    <p:sldId id="520" r:id="rId22"/>
    <p:sldId id="514" r:id="rId23"/>
    <p:sldId id="269" r:id="rId24"/>
    <p:sldId id="521" r:id="rId25"/>
    <p:sldId id="522" r:id="rId26"/>
    <p:sldId id="523" r:id="rId27"/>
    <p:sldId id="361" r:id="rId28"/>
    <p:sldId id="445" r:id="rId29"/>
    <p:sldId id="524" r:id="rId30"/>
    <p:sldId id="443" r:id="rId31"/>
    <p:sldId id="439" r:id="rId32"/>
    <p:sldId id="472" r:id="rId33"/>
    <p:sldId id="543" r:id="rId34"/>
    <p:sldId id="544" r:id="rId35"/>
    <p:sldId id="545" r:id="rId36"/>
    <p:sldId id="546" r:id="rId37"/>
    <p:sldId id="547" r:id="rId38"/>
    <p:sldId id="548" r:id="rId39"/>
    <p:sldId id="549" r:id="rId40"/>
    <p:sldId id="550" r:id="rId41"/>
    <p:sldId id="551" r:id="rId42"/>
    <p:sldId id="427" r:id="rId43"/>
    <p:sldId id="553" r:id="rId44"/>
    <p:sldId id="554" r:id="rId45"/>
    <p:sldId id="555" r:id="rId46"/>
    <p:sldId id="556" r:id="rId47"/>
    <p:sldId id="552" r:id="rId48"/>
    <p:sldId id="501" r:id="rId49"/>
    <p:sldId id="557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60"/>
  </p:normalViewPr>
  <p:slideViewPr>
    <p:cSldViewPr snapToGrid="0">
      <p:cViewPr>
        <p:scale>
          <a:sx n="66" d="100"/>
          <a:sy n="66" d="100"/>
        </p:scale>
        <p:origin x="1512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ENERÁVEL ORDEM TERCEIRA DO CARMO DE SERGIPE: 6 de agosto: Transfiguração  do Senhor">
            <a:extLst>
              <a:ext uri="{FF2B5EF4-FFF2-40B4-BE49-F238E27FC236}">
                <a16:creationId xmlns:a16="http://schemas.microsoft.com/office/drawing/2014/main" id="{CB659E8C-250F-8E20-7AED-058C8E774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1º Domingo da Quaresma - Ano B - Músicas para Missa">
            <a:extLst>
              <a:ext uri="{FF2B5EF4-FFF2-40B4-BE49-F238E27FC236}">
                <a16:creationId xmlns:a16="http://schemas.microsoft.com/office/drawing/2014/main" id="{EBD2C82A-B678-9243-65A3-829100F1B7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" y="-1"/>
            <a:ext cx="12191999" cy="6858001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8" y="2514600"/>
            <a:ext cx="11183044" cy="21336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DOMINGO DA</a:t>
            </a:r>
          </a:p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QUARESMA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DIA DA SALVAÇÃO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AO PAI VOLTEMOS, JUNTOS ANDEMOS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CONVERSÃO!</a:t>
            </a:r>
            <a:endParaRPr lang="pt-BR" sz="6600" b="1" dirty="0">
              <a:solidFill>
                <a:srgbClr val="1313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7A9D-8ECF-132D-E09B-3B15B61B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7F6CC-B378-77C6-ED56-EA5678013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1CBCB2-0BB8-9324-89AC-DA14BACBB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42109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OS CAMINHOS DO SENHOR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SÃO VERDADE, SÃO AMOR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DIRIGI OS PASSOS MEUS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EM VÓS ESPERO, OH SENHOR!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92675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C3BE-5153-FF23-F6E0-49D8B9A2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CFD5A-7268-A7E7-C89E-75D4FAF25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11E392-7EC3-D1C0-28B0-650B836CB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DIA DA SALVAÇÃO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AO PAI VOLTEMOS, JUNTOS ANDEMOS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CONVERSÃO!</a:t>
            </a:r>
            <a:endParaRPr lang="pt-BR" sz="6600" b="1" dirty="0">
              <a:solidFill>
                <a:srgbClr val="1313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77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CB71-450A-A8E8-0168-EF245529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45645-54BE-DF22-0A67-7CB3F6C0C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36AF1B-7E4C-1212-EC85-14BC01172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42109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ELE GUIA AO BOM CAMINHO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QUEM ERROU E QUER VOLTAR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ELE É BOM, FIEL E JUSTO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ELE BUSCA E VEM SALVAR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78992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36BB-5604-6BC4-70C5-A545D29D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69B54-1AE5-6510-4B7A-343C95383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E470FC-5F6B-9BE7-6358-CB480D980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DIA DA SALVAÇÃO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AO PAI VOLTEMOS, JUNTOS ANDEMOS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CONVERSÃO!</a:t>
            </a:r>
            <a:endParaRPr lang="pt-BR" sz="6600" b="1" dirty="0">
              <a:solidFill>
                <a:srgbClr val="1313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8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21DC-63B9-980D-DDC7-85C87BF3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94EF1-795D-C4B7-2CBF-2BD5ACA6D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B08F6B-2C67-386C-AECC-3AEEB01C1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42109"/>
            <a:ext cx="11225647" cy="5624945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VIVEREI COM O SENHOR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ELE É O MEU SUSTENTO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EU CONFIO, MESMO QUANDO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MINHA DOR NÃO MAIS AGUENTO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28722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7B0A-DE6C-CA90-A6B1-7696AF7E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41CA7-896C-F4DC-476C-DC7602EE0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BC67B4-DC33-FBBF-8D0A-0F09F1474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DIA DA SALVAÇÃO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AO PAI VOLTEMOS, JUNTOS ANDEMOS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EIS O TEMPO DE CONVERSÃO!</a:t>
            </a:r>
            <a:endParaRPr lang="pt-BR" sz="6600" b="1" dirty="0">
              <a:solidFill>
                <a:srgbClr val="1313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2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0976265" cy="5846619"/>
          </a:xfrm>
        </p:spPr>
        <p:txBody>
          <a:bodyPr>
            <a:normAutofit/>
          </a:bodyPr>
          <a:lstStyle/>
          <a:p>
            <a:pPr algn="l"/>
            <a:r>
              <a:rPr lang="pt-BR" sz="4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CONFESSO A DEUS TODO-PODEROSO E A VÓS, IRMÃOS E IRMÃS, QUE PEQUEI MUITAS VEZES POR PENSAMENTOS, PALAVRAS, ATOS E OMISSÕES, POR MINHA CULPA, MINHA CULPA, MINHA TÃO GRANDE CULPA. E PEÇO À VIRGEM MARIA, AOS ANJOS E SANTOS E A VÓS, IRMÃOS E IRMÃS, QUE ROGUEIS POR MIM A DEUS, NOSSO SENHOR.</a:t>
            </a:r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6B78-9582-E498-91DD-FDDBBAC9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926090-E0EA-9985-EF2F-F3FB555E7B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2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23B349DD-CBB8-0DC6-A095-3CF1B2C9F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87335"/>
            <a:ext cx="10976265" cy="569157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600" b="1" dirty="0">
                <a:solidFill>
                  <a:srgbClr val="131313"/>
                </a:solidFill>
                <a:latin typeface="Roboto" panose="02000000000000000000" pitchFamily="2" charset="0"/>
              </a:rPr>
              <a:t>SENHOR, TENDE PIEDADE DE NÓS (2x)</a:t>
            </a:r>
          </a:p>
          <a:p>
            <a:pPr algn="l"/>
            <a:endParaRPr lang="pt-BR" sz="5600" b="1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5600" b="1" dirty="0">
                <a:solidFill>
                  <a:srgbClr val="131313"/>
                </a:solidFill>
                <a:latin typeface="Roboto" panose="02000000000000000000" pitchFamily="2" charset="0"/>
              </a:rPr>
              <a:t>CRISTO, TENDE PIEDADE DE NÓS (2x)</a:t>
            </a:r>
          </a:p>
          <a:p>
            <a:pPr algn="l"/>
            <a:endParaRPr lang="pt-BR" sz="5600" b="1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5600" b="1" dirty="0">
                <a:solidFill>
                  <a:srgbClr val="131313"/>
                </a:solidFill>
                <a:latin typeface="Roboto" panose="02000000000000000000" pitchFamily="2" charset="0"/>
              </a:rPr>
              <a:t>SENHOR, TENDE PIEDADE DE NÓS (2x)</a:t>
            </a:r>
          </a:p>
          <a:p>
            <a:pPr algn="l"/>
            <a:endParaRPr lang="pt-BR" sz="5400" b="1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br>
              <a:rPr lang="pt-BR" sz="4400" dirty="0"/>
            </a:br>
            <a:endParaRPr lang="pt-BR" sz="5400" b="1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600" b="1" dirty="0"/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542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1766909"/>
          </a:xfrm>
        </p:spPr>
        <p:txBody>
          <a:bodyPr>
            <a:normAutofit/>
          </a:bodyPr>
          <a:lstStyle/>
          <a:p>
            <a:r>
              <a:rPr lang="pt-BR" sz="5400" b="1" dirty="0"/>
              <a:t>ANDAREI NA PRESENÇA DE DEUS,</a:t>
            </a:r>
          </a:p>
          <a:p>
            <a:r>
              <a:rPr lang="pt-BR" sz="5400" b="1" dirty="0"/>
              <a:t>JUNTO A ELE NA TERRA DOS VIVOS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530" y="874617"/>
            <a:ext cx="11330940" cy="53700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800" b="1" dirty="0"/>
              <a:t>LOUVOR A VÓS, Ó CRISTO, REI DA ETERNA GLÓRIA!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NUMA NUVEM RESPLENDENTE FEZ-SE OUVIR A VOZ DO PAI: EIS MEU FILHO MUITO AMADO, ESCUTAI-O, TODOS VÓS.</a:t>
            </a:r>
          </a:p>
          <a:p>
            <a:pPr algn="l"/>
            <a:endParaRPr lang="pt-BR" sz="4800" b="1" dirty="0"/>
          </a:p>
          <a:p>
            <a:pPr algn="l"/>
            <a:r>
              <a:rPr lang="pt-BR" sz="4800" b="1" dirty="0"/>
              <a:t>LOUVOR A VÓS, Ó CRISTO, REI DA ETERNA GLÓRIA!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30C-596E-4EB6-EFBB-BFB198F9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D1AD-9774-3083-5914-9E0CE04F9C8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72CC8-14C2-23FD-93B9-C84A659D7F36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EUS PAI, VÓS CRIASTES TODOS OS SERES HUMANOS COM A MESMA DIGNIDADE.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VÓS OS RESGATASTES PELA VIDA, MORTE E RESSURREIÇÃO DO VOSSO FILHO, JESUS </a:t>
            </a: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RISTO,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OS TORNASTES FILHOS E FILHAS SANTIFICADOS NO ESPÍRITO.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16719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9281-D5F0-61FE-5268-101F1447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0B52-9B3B-8A1F-633C-E0B7D86F6DA7}"/>
              </a:ext>
            </a:extLst>
          </p:cNvPr>
          <p:cNvSpPr txBox="1">
            <a:spLocks/>
          </p:cNvSpPr>
          <p:nvPr/>
        </p:nvSpPr>
        <p:spPr>
          <a:xfrm>
            <a:off x="430530" y="0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78C07-30F9-6793-B795-76972BA89FB6}"/>
              </a:ext>
            </a:extLst>
          </p:cNvPr>
          <p:cNvSpPr txBox="1">
            <a:spLocks/>
          </p:cNvSpPr>
          <p:nvPr/>
        </p:nvSpPr>
        <p:spPr>
          <a:xfrm>
            <a:off x="430530" y="398943"/>
            <a:ext cx="11330940" cy="70066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AJUDAI-NOS, NESTA QUARESMA,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COMPREENDER O VALOR DA AMIZADE SOCIAL E A VIVER A BELEZA DA FRATERNIDADE HUMANA ABERTA A TODOS,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ALÉM DOS NOSSOS GOSTOS, AFETOS E PREFERÊNCIAS,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 CAMINHO DE VERDADEIRA PENITÊNCIA E CONVERSÃO.</a:t>
            </a:r>
          </a:p>
        </p:txBody>
      </p:sp>
    </p:spTree>
    <p:extLst>
      <p:ext uri="{BB962C8B-B14F-4D97-AF65-F5344CB8AC3E}">
        <p14:creationId xmlns:p14="http://schemas.microsoft.com/office/powerpoint/2010/main" val="551363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8C2-25E9-1BF8-5E5F-C1B1D3A1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53B1-6ABE-8AC0-B299-F45C29F314F6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FF277C-72F0-8159-DCC8-903C828E044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INSPIRAI-NOS UM RENOVADO COMPROMISSO BATISMAL COM A CONSTRUÇÃO DE UM MUNDO NOVO, DE DIÁLOGO, JUSTIÇA, IGUALDADE E PAZ, CONFORME A BOA-NOVA DO EVANGELHO.</a:t>
            </a:r>
          </a:p>
        </p:txBody>
      </p:sp>
    </p:spTree>
    <p:extLst>
      <p:ext uri="{BB962C8B-B14F-4D97-AF65-F5344CB8AC3E}">
        <p14:creationId xmlns:p14="http://schemas.microsoft.com/office/powerpoint/2010/main" val="3802134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9492-2AF6-A04C-397D-150795A9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E1DCE-4360-892B-072F-8F3C8038D13D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1EB96-79E0-D7B3-7360-9249756D6A9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ENSINAI-NOS A CONSTRUIR UMA SOCIEDADE SOLIDÁRIA, SEM EXCLUSÃO, INDIFERENÇA, VIOLÊNCIA E GUERRAS. E QUE MARIA, VOSSA SERVA E NOSSA MÃE, EDUQUE-NOS PARA FAZERMOS VOSSA SANTA VONTADE. AMÉM!</a:t>
            </a:r>
          </a:p>
        </p:txBody>
      </p:sp>
    </p:spTree>
    <p:extLst>
      <p:ext uri="{BB962C8B-B14F-4D97-AF65-F5344CB8AC3E}">
        <p14:creationId xmlns:p14="http://schemas.microsoft.com/office/powerpoint/2010/main" val="778293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92D7-7EBD-933E-F08F-7222AC404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ECE1153-31F7-CE99-9C3D-82D0924639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814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44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544" y="1121559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5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SÊ BENDITO, SENHOR, PARA SEMPRE PELOS FRUTOS DAS NOSSAS JORNADAS! REPARTIDOS NA MESA DO REINO ANUNCIAM A PAZ ALMEJADA!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7FB67-9E65-48EE-006A-8C395F7A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0C862-DB68-492A-DA5C-34F7C8D5A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44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9AAA78-CD81-AB43-32E9-ED6216BAA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172" y="1121559"/>
            <a:ext cx="11243656" cy="5935286"/>
          </a:xfrm>
        </p:spPr>
        <p:txBody>
          <a:bodyPr>
            <a:normAutofit/>
          </a:bodyPr>
          <a:lstStyle/>
          <a:p>
            <a:pPr algn="l"/>
            <a:endParaRPr lang="pt-BR" sz="5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DA VIDA TU ÉS A NOSSA SALVAÇÃO! 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AO PREPARARMOS A TUA MESA 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TI BUSCAMOS RESSURREIÇÃO!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0354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7505-DBA5-D687-566D-80EC2A15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D1CD8-4534-C241-422C-C8BC832FA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44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14C922-7F17-0AEA-7250-836B0874C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544" y="1121559"/>
            <a:ext cx="10904912" cy="5935286"/>
          </a:xfrm>
        </p:spPr>
        <p:txBody>
          <a:bodyPr>
            <a:normAutofit/>
          </a:bodyPr>
          <a:lstStyle/>
          <a:p>
            <a:pPr algn="l"/>
            <a:endParaRPr lang="pt-BR" sz="5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SÊ BENDITO, SENHOR, PARA SEMPRE PELOS MARES, OS RIOS E AS FONTES! NOS RECORDAM A TUA JUSTIÇA QUE NOS LEVA A UM NOVO HORIZONTE!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905545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C27F-54EF-C176-1244-64A222E9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C9613-6617-DC47-16AC-6AD57200F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44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C5844C-A001-ED69-C56D-8FC68C48D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172" y="1121559"/>
            <a:ext cx="11243656" cy="5935286"/>
          </a:xfrm>
        </p:spPr>
        <p:txBody>
          <a:bodyPr>
            <a:normAutofit/>
          </a:bodyPr>
          <a:lstStyle/>
          <a:p>
            <a:pPr algn="l"/>
            <a:endParaRPr lang="pt-BR" sz="5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DA VIDA TU ÉS A NOSSA SALVAÇÃO! 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AO PREPARARMOS A TUA MESA 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TI BUSCAMOS RESSURREIÇÃO!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013922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SANTO, SANTO, SANTO,</a:t>
            </a: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SENHOR, DEUS DO UNIVERSO,</a:t>
            </a: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O CÉU E A TERRA PROCLAMAM</a:t>
            </a:r>
            <a:r>
              <a:rPr lang="pt-BR" sz="21600" dirty="0">
                <a:latin typeface="Open Sans" panose="020B0606030504020204" pitchFamily="34" charset="0"/>
              </a:rPr>
              <a:t> </a:t>
            </a:r>
            <a:r>
              <a:rPr lang="pt-BR" sz="21600" i="0" dirty="0">
                <a:effectLst/>
                <a:latin typeface="Open Sans" panose="020B0606030504020204" pitchFamily="34" charset="0"/>
              </a:rPr>
              <a:t>A VOSSA GLÓRIA.</a:t>
            </a:r>
          </a:p>
          <a:p>
            <a:pPr algn="l"/>
            <a:endParaRPr lang="pt-BR" sz="216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HOSANA NAS ALTURAS, HOSANA! (2X)</a:t>
            </a:r>
          </a:p>
          <a:p>
            <a:pPr algn="l"/>
            <a:endParaRPr lang="pt-BR" sz="19200" i="0" dirty="0">
              <a:effectLst/>
              <a:latin typeface="Open Sans" panose="020B0606030504020204" pitchFamily="34" charset="0"/>
            </a:endParaRP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C362-C5B6-CBFE-B5F1-AE294A61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4F7F8-5559-4244-FFC9-DB0FF5E7E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78D999-46C5-8CEB-8DC0-A1C5C2908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EM NOME DO SENHOR.</a:t>
            </a: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EM NOME DO SENHOR.</a:t>
            </a:r>
          </a:p>
          <a:p>
            <a:pPr algn="l"/>
            <a:endParaRPr lang="pt-BR" sz="216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HOSANA NAS ALTURAS, HOSANA! (2X)</a:t>
            </a:r>
          </a:p>
          <a:p>
            <a:pPr algn="l"/>
            <a:endParaRPr lang="pt-BR" sz="19200" i="0" dirty="0">
              <a:effectLst/>
              <a:latin typeface="Open Sans" panose="020B0606030504020204" pitchFamily="34" charset="0"/>
            </a:endParaRP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43898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629950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748145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0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</a:rPr>
              <a:t>TRANSBORDA UM POEMA DO MEU CORAÇÃO; † VOU CANTAR-VOS, Ó REI, ESTA MINHA CANÇÃO; * MINHA LÍNGUA É QUAL PENA DE UM ÁGIL ESCRIBA.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25905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18EC-05AD-09BE-87FE-156560D1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0C02D-F1D7-F4AA-4E14-797FE7596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5BC682-F8C4-4072-2FD1-0CE5CE92C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484807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193402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79C1-DA96-0BEA-3784-74422526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4640F-2F26-D8D3-AC6E-9E286732E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266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A1BB79-6B09-98B1-1984-6F1788643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7" y="512618"/>
            <a:ext cx="11247467" cy="5715432"/>
          </a:xfrm>
        </p:spPr>
        <p:txBody>
          <a:bodyPr>
            <a:noAutofit/>
          </a:bodyPr>
          <a:lstStyle/>
          <a:p>
            <a:pPr algn="l"/>
            <a:endParaRPr lang="pt-BR" sz="54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5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SOIS TÃO BELO, O MAIS BELO ENTRE OS FILHOS DOS HOMENS! † VOSSOS LÁBIOS ESPALHAM A GRAÇA, O ENCANTO, * PORQUE DEUS, PARA SEMPRE, VOS DEU SUA BÊNÇÃO.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153996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A974E-125E-4D15-1106-5B1783E2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23A55-D2DA-99B3-C9E0-603A8D437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D38D8C-69FA-8E40-D7B4-B0D439EF5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484807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305697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BCB11-5803-4A07-D9DE-343EB724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FAB9A-478A-8C2D-66BB-6D7C39763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266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1A42C9-FA36-E7E0-4CF9-952B45125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7" y="512618"/>
            <a:ext cx="11247467" cy="5715432"/>
          </a:xfrm>
        </p:spPr>
        <p:txBody>
          <a:bodyPr>
            <a:noAutofit/>
          </a:bodyPr>
          <a:lstStyle/>
          <a:p>
            <a:pPr algn="l"/>
            <a:endParaRPr lang="pt-BR" sz="66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LEVAI VOSSA ESPADA DE GLÓRIA NO FLANCO, †  SAÍ PARA A LUTA NO CARRO DE GUERRA * EM DEFESA DA FÉ, DA JUSTIÇA E VERDADE;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31607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D53-5D36-841C-2641-AB5A9CB6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38BB9-D49F-7732-1DF3-A93D2F81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26EBF9-C514-2DF5-FE29-710C39655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484807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777930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7095-8F3C-6F0F-6B8E-67A8DB32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0C734-79E0-9536-0C33-04FFA127F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266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D14BE9-84E3-B92B-ECEA-9DED7B180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7" y="512618"/>
            <a:ext cx="11247467" cy="5715432"/>
          </a:xfrm>
        </p:spPr>
        <p:txBody>
          <a:bodyPr>
            <a:noAutofit/>
          </a:bodyPr>
          <a:lstStyle/>
          <a:p>
            <a:pPr algn="l"/>
            <a:endParaRPr lang="pt-BR" sz="60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VOSSA MÃO VOS ENSINE VALENTES PROEZAS, †  VOSSAS FLECHAS AGUDAS ABATAM OS POVOS * E FIRAM NO SEU CORAÇÃO O INIMIGO!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052428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99A2-1F34-7EFD-2BFA-D0FD7EB1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496CD-7EBD-32B0-F561-DFCDCF386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ABEDA-D8AA-5B41-311A-C9F3697A7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484807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06524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2FFE-6910-B009-406F-91930395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52766-4949-B606-338F-05D280CBD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266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A9B166-0150-C829-61B5-0D1393202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7" y="512618"/>
            <a:ext cx="11247467" cy="5715432"/>
          </a:xfrm>
        </p:spPr>
        <p:txBody>
          <a:bodyPr>
            <a:noAutofit/>
          </a:bodyPr>
          <a:lstStyle/>
          <a:p>
            <a:pPr algn="l"/>
            <a:endParaRPr lang="pt-BR" sz="60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VOSSO TRONO, Ó DEUS, É ETERNO, É SEM FIM; † VOSSO CETRO REAL É SINAL DE JUSTIÇA: * VÓS AMAIS A JUSTIÇA E ODIAIS A MALDADE.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47180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1B8D-CBFC-C4D3-1271-F48BDF7B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6CF02-AF89-0E60-36E3-AA2CA39F8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46A6C0-B920-752E-5593-EA9CF4334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484807"/>
            <a:ext cx="11247467" cy="5715432"/>
          </a:xfrm>
        </p:spPr>
        <p:txBody>
          <a:bodyPr>
            <a:normAutofit/>
          </a:bodyPr>
          <a:lstStyle/>
          <a:p>
            <a:pPr algn="l"/>
            <a:endParaRPr lang="pt-BR" sz="660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</a:rPr>
              <a:t>NÃO CONTEIS A MAIS NINGUÉM A VISÃO QUE VÓS TIVESTES, ENQUANTO O FILHO DO HOMEM NÃO TIVER RESSUSCITADO!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578506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080F-270E-18EC-2161-56058199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5CC2B-F589-FAD6-2334-61673A031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809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5B55AC-DA00-A653-0A2C-7FE43BA6E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6" y="1349829"/>
            <a:ext cx="11247467" cy="4995553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GLÓRIA A JESUS NA HÓSTIA SANTA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QUE SE CONSAGRA SOBRE O ALTAR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E AOS NOSSOS OLHOS SE LEVANTA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PARA O BRASIL ABENÇOAR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67805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6235-096B-4862-A69D-CDF03722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0DA51-6DFC-DCFC-BA76-F62AC9421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809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955D07-6E15-24AE-C0FB-A0A1A6679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6" y="1349829"/>
            <a:ext cx="11247467" cy="4995553"/>
          </a:xfrm>
        </p:spPr>
        <p:txBody>
          <a:bodyPr>
            <a:no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QUE O SANTO SACRAMENTO</a:t>
            </a:r>
            <a:br>
              <a:rPr lang="pt-BR" sz="6000" dirty="0"/>
            </a:br>
            <a:r>
              <a:rPr lang="pt-BR" sz="6000" b="0" i="0" dirty="0">
                <a:solidFill>
                  <a:srgbClr val="2A2A2A"/>
                </a:solidFill>
                <a:effectLst/>
              </a:rPr>
              <a:t>QUE É O PRÓPRIO CRISTO JESUS</a:t>
            </a:r>
            <a:br>
              <a:rPr lang="pt-BR" sz="6000" dirty="0"/>
            </a:br>
            <a:r>
              <a:rPr lang="pt-BR" sz="6000" b="0" i="0" dirty="0">
                <a:solidFill>
                  <a:srgbClr val="2A2A2A"/>
                </a:solidFill>
                <a:effectLst/>
              </a:rPr>
              <a:t>SEJA ADORADO E SEJA AMADO</a:t>
            </a:r>
            <a:br>
              <a:rPr lang="pt-BR" sz="6000" dirty="0"/>
            </a:br>
            <a:r>
              <a:rPr lang="pt-BR" sz="6000" b="0" i="0" dirty="0">
                <a:solidFill>
                  <a:srgbClr val="2A2A2A"/>
                </a:solidFill>
                <a:effectLst/>
              </a:rPr>
              <a:t>NESTA TERRA DE SANTA CRUZ</a:t>
            </a:r>
            <a:br>
              <a:rPr lang="pt-BR" sz="6000" dirty="0"/>
            </a:br>
            <a:r>
              <a:rPr lang="pt-BR" sz="6000" b="0" i="0" dirty="0">
                <a:solidFill>
                  <a:srgbClr val="2A2A2A"/>
                </a:solidFill>
                <a:effectLst/>
              </a:rPr>
              <a:t>SEJA ADORADO E SEJA AMADO</a:t>
            </a:r>
            <a:br>
              <a:rPr lang="pt-BR" sz="6000" dirty="0"/>
            </a:br>
            <a:r>
              <a:rPr lang="pt-BR" sz="6000" b="0" i="0" dirty="0">
                <a:solidFill>
                  <a:srgbClr val="2A2A2A"/>
                </a:solidFill>
                <a:effectLst/>
              </a:rPr>
              <a:t>NESTA TERRA DE SANTA CRUZ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9086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45A7-0139-9D01-20F1-F8B859E3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16DD2-0431-C442-74D8-9272333F5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809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F6C35A-8A92-0277-EAC8-BAEA64EA3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66" y="1349829"/>
            <a:ext cx="11458477" cy="4995553"/>
          </a:xfrm>
        </p:spPr>
        <p:txBody>
          <a:bodyPr>
            <a:noAutofit/>
          </a:bodyPr>
          <a:lstStyle/>
          <a:p>
            <a:pPr algn="l"/>
            <a:r>
              <a:rPr lang="pt-BR" sz="6200" b="0" i="0" dirty="0">
                <a:solidFill>
                  <a:srgbClr val="2A2A2A"/>
                </a:solidFill>
                <a:effectLst/>
              </a:rPr>
              <a:t>GLÓRIA A JESUS, DEUS ESCONDIDO</a:t>
            </a:r>
          </a:p>
          <a:p>
            <a:pPr algn="l"/>
            <a:r>
              <a:rPr lang="pt-BR" sz="6200" b="0" i="0" dirty="0">
                <a:solidFill>
                  <a:srgbClr val="2A2A2A"/>
                </a:solidFill>
                <a:effectLst/>
              </a:rPr>
              <a:t>QUE, VINDO A NÓS NA COMUNHÃO</a:t>
            </a:r>
          </a:p>
          <a:p>
            <a:pPr algn="l"/>
            <a:r>
              <a:rPr lang="pt-BR" sz="6200" b="0" i="0" dirty="0">
                <a:solidFill>
                  <a:srgbClr val="2A2A2A"/>
                </a:solidFill>
                <a:effectLst/>
              </a:rPr>
              <a:t>PURIFICADO, ENRIQUECIDO</a:t>
            </a:r>
          </a:p>
          <a:p>
            <a:pPr algn="l"/>
            <a:r>
              <a:rPr lang="pt-BR" sz="6200" b="0" i="0" dirty="0">
                <a:solidFill>
                  <a:srgbClr val="2A2A2A"/>
                </a:solidFill>
                <a:effectLst/>
              </a:rPr>
              <a:t>DEIXA-NOS SEMPRE O CORAÇÃO</a:t>
            </a:r>
            <a:endParaRPr lang="pt-BR" sz="6200" dirty="0"/>
          </a:p>
        </p:txBody>
      </p:sp>
    </p:spTree>
    <p:extLst>
      <p:ext uri="{BB962C8B-B14F-4D97-AF65-F5344CB8AC3E}">
        <p14:creationId xmlns:p14="http://schemas.microsoft.com/office/powerpoint/2010/main" val="2424492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062D-D614-8CFE-3205-501989BE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1BD7F-2997-40F7-0096-B0D30D7B3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54" y="407719"/>
            <a:ext cx="25809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8DBDC4-70D3-8E1A-8E30-3005DC948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554" y="878775"/>
            <a:ext cx="11458477" cy="5571506"/>
          </a:xfrm>
        </p:spPr>
        <p:txBody>
          <a:bodyPr>
            <a:no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QUE O SANTO SACRAMENTO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QUE É O PRÓPRIO CRISTO JESUS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SEJA ADORADO E SEJA AMADO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NESTA TERRA DE SANTA CRUZ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SEJA ADORADO E SEJA AMADO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</a:rPr>
              <a:t>NESTA TERRA DE SANTA CRUZ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23442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835E-0979-9DD2-EAEE-543AD9FC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4DC0FE7-0CEB-D278-00C5-51C258ABBB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285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1422400"/>
            <a:ext cx="11856720" cy="5435599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0F0F0F"/>
                </a:solidFill>
                <a:effectLst/>
              </a:rPr>
              <a:t>AVE, RAINHA DO CÉU AVE DOS ANJOS SENHORA! AVE, RAIZ, AVE, PORTA! DA LUZ DO MUNDO ÉS AURORA. 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6799009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81C21-3045-DC57-6EA9-F345D3F8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46729-AE2E-5BD0-CE66-32D25E812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E43309-91AB-462A-A33E-0932A0D7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1248228"/>
            <a:ext cx="11856720" cy="5769429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0F0F0F"/>
                </a:solidFill>
                <a:effectLst/>
              </a:rPr>
              <a:t>EXULTA, Ó VIRGEM TÃO BELA! AS OUTRAS SEGUEM-TE APÓS. NÓS TE SAUDAMOS: ADEUS! E PEDE A CRISTO POR NÓS! VIRGEM MÃE, Ó MARIA!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047365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10291</TotalTime>
  <Words>1106</Words>
  <Application>Microsoft Office PowerPoint</Application>
  <PresentationFormat>Widescreen</PresentationFormat>
  <Paragraphs>154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44</cp:revision>
  <dcterms:created xsi:type="dcterms:W3CDTF">2023-05-06T17:01:55Z</dcterms:created>
  <dcterms:modified xsi:type="dcterms:W3CDTF">2024-02-25T18:01:16Z</dcterms:modified>
</cp:coreProperties>
</file>