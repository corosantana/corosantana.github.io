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94" r:id="rId4"/>
    <p:sldId id="465" r:id="rId5"/>
    <p:sldId id="415" r:id="rId6"/>
    <p:sldId id="264" r:id="rId7"/>
    <p:sldId id="461" r:id="rId8"/>
    <p:sldId id="463" r:id="rId9"/>
    <p:sldId id="464" r:id="rId10"/>
    <p:sldId id="462" r:id="rId11"/>
    <p:sldId id="265" r:id="rId12"/>
    <p:sldId id="266" r:id="rId13"/>
    <p:sldId id="267" r:id="rId14"/>
    <p:sldId id="271" r:id="rId15"/>
    <p:sldId id="438" r:id="rId16"/>
    <p:sldId id="449" r:id="rId17"/>
    <p:sldId id="466" r:id="rId18"/>
    <p:sldId id="450" r:id="rId19"/>
    <p:sldId id="467" r:id="rId20"/>
    <p:sldId id="468" r:id="rId21"/>
    <p:sldId id="469" r:id="rId22"/>
    <p:sldId id="470" r:id="rId23"/>
    <p:sldId id="292" r:id="rId24"/>
    <p:sldId id="275" r:id="rId25"/>
    <p:sldId id="361" r:id="rId26"/>
    <p:sldId id="362" r:id="rId27"/>
    <p:sldId id="458" r:id="rId28"/>
    <p:sldId id="471" r:id="rId29"/>
    <p:sldId id="472" r:id="rId30"/>
    <p:sldId id="473" r:id="rId31"/>
    <p:sldId id="474" r:id="rId32"/>
    <p:sldId id="475" r:id="rId33"/>
    <p:sldId id="476" r:id="rId34"/>
    <p:sldId id="277" r:id="rId35"/>
    <p:sldId id="435" r:id="rId36"/>
    <p:sldId id="477" r:id="rId37"/>
    <p:sldId id="478" r:id="rId38"/>
    <p:sldId id="479" r:id="rId39"/>
    <p:sldId id="428" r:id="rId40"/>
    <p:sldId id="480" r:id="rId41"/>
    <p:sldId id="481" r:id="rId42"/>
    <p:sldId id="482" r:id="rId4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8" autoAdjust="0"/>
    <p:restoredTop sz="93969" autoAdjust="0"/>
  </p:normalViewPr>
  <p:slideViewPr>
    <p:cSldViewPr snapToGrid="0">
      <p:cViewPr>
        <p:scale>
          <a:sx n="75" d="100"/>
          <a:sy n="75" d="100"/>
        </p:scale>
        <p:origin x="67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9AC703F-F5E9-27F5-A993-ED0DDBF99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" y="0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46839" cy="6858000"/>
          </a:xfrm>
          <a:prstGeom prst="rect">
            <a:avLst/>
          </a:prstGeom>
          <a:solidFill>
            <a:schemeClr val="tx1">
              <a:alpha val="2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76" y="3669609"/>
            <a:ext cx="1167384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2</a:t>
            </a:r>
            <a:r>
              <a:rPr lang="pt-BR" sz="7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º</a:t>
            </a:r>
            <a:r>
              <a:rPr lang="pt-BR" sz="8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 DOMINGO DA QUARESMA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LEMBRA, SENHOR, O TEU AMOR, FIEL PARA SEMPRE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QUE OS INIMIGOS NÃO TRIUNFEM SOBRE O POVO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DE SUAS ANGÚSTIAS, Ó, SENHOR, LIVRA TUA GENTE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SENHOR, MEU DEUS, A TI ELEVO A MINHA ALMA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EM TI CONFIO QUE EU NÃO SEJA ENVERGONHADO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NÃO SE ENVERGONHE QUEM EM TI PÕE SUA ESPERANÇA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MAS SIM QUEM NEGA POR UM NADA SUA FÉ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0393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A1470-5F3D-3B8F-4B6B-42173E9D2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5AA3B7-0D1D-2923-470D-9DEDA895C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9DFB0C-7A5C-7346-7736-E1FC947F4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LEMBRA, SENHOR, O TEU AMOR, FIEL PARA SEMPRE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QUE OS INIMIGOS NÃO TRIUNFEM SOBRE O POVO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DE SUAS ANGÚSTIAS, Ó, SENHOR, LIVRA TUA GENTE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64162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MOSTRA-ME, SENHOR, OS TEUS CAMINHOS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E FAZ-ME CONHECER A TUA ESTRADA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TUA VERDADE ME ORIENTA E ME CONDUZA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PORQUE ÉS O DEUS DA minha salvação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3923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93E5-849B-4235-9E70-3C6D4C27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DE146-A727-8AF8-3965-6DA66CF86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1DFABD-67D0-97B8-FF6E-D48EFBDCF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076697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1. SENHOR, QUE FAZEIS PASSAR DA MORTE PARA A VIDA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QUEM OUVE A VOSSA PALAVRA,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TENDE PIEDADE DE NÓS.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4800" b="1" i="0" dirty="0">
                <a:effectLst/>
                <a:latin typeface="Open Sans" panose="020B0606030504020204" pitchFamily="34" charset="0"/>
              </a:rPr>
              <a:t>KYRIE ELEISON (BIS)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239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17903-AABB-A826-4200-07DC477ED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0FFF1C-35BD-6E20-D0D0-CE19CB781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DF57F2-A110-7E99-E88B-853E4EE4D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076697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2. Ó CRISTO, QUE QUISESTES SER LEVANTADO DA TERRA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PARA ATRAIR-NOS A VÓS,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TENDE PIEDADE DE NÓS.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4800" b="1" i="0" dirty="0">
                <a:effectLst/>
                <a:latin typeface="Open Sans" panose="020B0606030504020204" pitchFamily="34" charset="0"/>
              </a:rPr>
              <a:t>CHRISTE ELEISON(BIS)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064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62703-4753-A8CC-2FAC-9910F7909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6313C-B00F-67E4-472A-3F2FA9C9C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8BBC81-6E3E-BC5A-8AE5-999DFC8E5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076697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3. SENHOR, QUE NOS SUBMETEIS AO JULGAMENTO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DA VOSSA CRUZ,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TENDE PIEDADE DE NÓS.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4800" b="1" i="0" dirty="0">
                <a:effectLst/>
                <a:latin typeface="Open Sans" panose="020B0606030504020204" pitchFamily="34" charset="0"/>
              </a:rPr>
              <a:t>KYRIE ELEISON (BIS)</a:t>
            </a:r>
            <a:endParaRPr lang="pt-BR" sz="6600" b="1" dirty="0"/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290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B08E1-938A-1A91-DA29-855E99A21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3D2D44A-2644-9D90-A60F-62BB8990C5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352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lnSpcReduction="10000"/>
          </a:bodyPr>
          <a:lstStyle/>
          <a:p>
            <a:r>
              <a:rPr lang="pt-BR" sz="6600" b="1" dirty="0"/>
              <a:t>O SENHOR É MINHA LUZ E SALVAÇÃO.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 </a:t>
            </a:r>
            <a:r>
              <a:rPr lang="pt-BR" sz="5400" b="1" dirty="0"/>
              <a:t>  </a:t>
            </a:r>
            <a:r>
              <a:rPr lang="pt-BR" sz="6000" b="1" dirty="0"/>
              <a:t>LOUVOR A VÓS, Ó CRISTO, REI DA ETERNA GLÓRIA</a:t>
            </a:r>
            <a:r>
              <a:rPr lang="pt-BR" sz="5400" b="1" dirty="0"/>
              <a:t>.</a:t>
            </a:r>
          </a:p>
          <a:p>
            <a:endParaRPr lang="pt-BR" sz="5400" b="1" dirty="0"/>
          </a:p>
          <a:p>
            <a:r>
              <a:rPr lang="pt-BR" sz="4800" dirty="0"/>
              <a:t>NUMA NUVEM RESPLENDENTE FEZ-SE OUVIR A VOZ DO PAI: EIS MEU FILHO MUITO AMADO, ESCUTAI-O, TODOS VÓS!</a:t>
            </a:r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5D70-BE7B-DB45-1943-A16C106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D20F5-B509-BD0F-08C6-C5FE4D678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0520E0-F325-122E-7795-075A05F2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MUITO ME ALEGRO COM OS VOSSOS MANDAMENTOS,</a:t>
            </a:r>
          </a:p>
          <a:p>
            <a:pPr algn="l"/>
            <a:r>
              <a:rPr lang="pt-BR" sz="8800" b="1" dirty="0"/>
              <a:t>QUE EU AMO, AMO TANTO, MAIS QUE TUDO!</a:t>
            </a:r>
          </a:p>
          <a:p>
            <a:pPr algn="l"/>
            <a:r>
              <a:rPr lang="pt-BR" sz="8800" b="1" dirty="0"/>
              <a:t>ELEVAREI AS MINHAS MÃOS PARA LOUVAR-VOS</a:t>
            </a:r>
          </a:p>
          <a:p>
            <a:pPr algn="l"/>
            <a:r>
              <a:rPr lang="pt-BR" sz="8800" b="1" dirty="0"/>
              <a:t>E COM PRAZER MEDITAREI VOSSA VONTADE.</a:t>
            </a:r>
          </a:p>
        </p:txBody>
      </p:sp>
    </p:spTree>
    <p:extLst>
      <p:ext uri="{BB962C8B-B14F-4D97-AF65-F5344CB8AC3E}">
        <p14:creationId xmlns:p14="http://schemas.microsoft.com/office/powerpoint/2010/main" val="1095630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F7E78-CA8D-CE77-0C7B-C6EBE68FF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E49F90-BDFA-4A56-D424-C32445C942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5DA0D2-6371-4E2D-B746-C6C8A073B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1. SENHOR, QUE DESÇA SOBRE MIM A VOSSA GRAÇA</a:t>
            </a:r>
          </a:p>
          <a:p>
            <a:pPr algn="l"/>
            <a:r>
              <a:rPr lang="pt-BR" sz="6600" dirty="0"/>
              <a:t>E A VOSSA SALVAÇÃO QUE PROMETESTES!</a:t>
            </a:r>
          </a:p>
        </p:txBody>
      </p:sp>
    </p:spTree>
    <p:extLst>
      <p:ext uri="{BB962C8B-B14F-4D97-AF65-F5344CB8AC3E}">
        <p14:creationId xmlns:p14="http://schemas.microsoft.com/office/powerpoint/2010/main" val="2630338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029E4-3ABF-1D01-89FE-B76F5E2BE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3FFD5-BDD0-537A-36C3-8D8D65526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60E343-8E3E-CEAF-4826-D57689FC8F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MUITO ME ALEGRO COM OS VOSSOS MANDAMENTOS,</a:t>
            </a:r>
          </a:p>
          <a:p>
            <a:pPr algn="l"/>
            <a:r>
              <a:rPr lang="pt-BR" sz="8800" b="1" dirty="0"/>
              <a:t>QUE EU AMO, AMO TANTO, MAIS QUE TUDO!</a:t>
            </a:r>
          </a:p>
          <a:p>
            <a:pPr algn="l"/>
            <a:r>
              <a:rPr lang="pt-BR" sz="8800" b="1" dirty="0"/>
              <a:t>ELEVAREI AS MINHAS MÃOS PARA LOUVAR-VOS</a:t>
            </a:r>
          </a:p>
          <a:p>
            <a:pPr algn="l"/>
            <a:r>
              <a:rPr lang="pt-BR" sz="8800" b="1" dirty="0"/>
              <a:t>E COM PRAZER MEDITAREI VOSSA VONTADE.</a:t>
            </a:r>
          </a:p>
        </p:txBody>
      </p:sp>
    </p:spTree>
    <p:extLst>
      <p:ext uri="{BB962C8B-B14F-4D97-AF65-F5344CB8AC3E}">
        <p14:creationId xmlns:p14="http://schemas.microsoft.com/office/powerpoint/2010/main" val="2922937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A0AEB-82BB-EF1D-6EC2-54945CBB6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CA8EA-46BF-0AAA-9A5C-DF34F704A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13A73A-8D2E-3AED-398A-982080F08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2. ESTA SERÁ MINHA RESPOSTA AOS QUE ME INSULTAM:</a:t>
            </a:r>
          </a:p>
          <a:p>
            <a:pPr algn="l"/>
            <a:r>
              <a:rPr lang="pt-BR" sz="7200" dirty="0"/>
              <a:t>“EU CONTO COM A PALAVRA DO SENHOR!”</a:t>
            </a:r>
          </a:p>
        </p:txBody>
      </p:sp>
    </p:spTree>
    <p:extLst>
      <p:ext uri="{BB962C8B-B14F-4D97-AF65-F5344CB8AC3E}">
        <p14:creationId xmlns:p14="http://schemas.microsoft.com/office/powerpoint/2010/main" val="453652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3F1CC-974A-B74F-961E-E7FBF822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2EA765-5864-F29A-8BD5-09597A9F4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71DA90-7439-A489-8DD7-D4CDB136D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MUITO ME ALEGRO COM OS VOSSOS MANDAMENTOS,</a:t>
            </a:r>
          </a:p>
          <a:p>
            <a:pPr algn="l"/>
            <a:r>
              <a:rPr lang="pt-BR" sz="8800" b="1" dirty="0"/>
              <a:t>QUE EU AMO, AMO TANTO, MAIS QUE TUDO!</a:t>
            </a:r>
          </a:p>
          <a:p>
            <a:pPr algn="l"/>
            <a:r>
              <a:rPr lang="pt-BR" sz="8800" b="1" dirty="0"/>
              <a:t>ELEVAREI AS MINHAS MÃOS PARA LOUVAR-VOS</a:t>
            </a:r>
          </a:p>
          <a:p>
            <a:pPr algn="l"/>
            <a:r>
              <a:rPr lang="pt-BR" sz="8800" b="1" dirty="0"/>
              <a:t>E COM PRAZER MEDITAREI VOSSA VONTADE.</a:t>
            </a:r>
          </a:p>
        </p:txBody>
      </p:sp>
    </p:spTree>
    <p:extLst>
      <p:ext uri="{BB962C8B-B14F-4D97-AF65-F5344CB8AC3E}">
        <p14:creationId xmlns:p14="http://schemas.microsoft.com/office/powerpoint/2010/main" val="1566678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D9D90-CC06-829C-D6F9-CFD08FB34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A0EF12-86BD-5813-FC5C-E7C1F93BE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7505DF-BF38-0A70-5D21-3FC1CC104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3. É AMPLO E AGRADÁVEL MEU CAMINHO,</a:t>
            </a:r>
          </a:p>
          <a:p>
            <a:pPr algn="l"/>
            <a:r>
              <a:rPr lang="pt-BR" sz="7200" dirty="0"/>
              <a:t>PORQUE BUSCO E PESQUISO AS VOSSAS ORDENS.</a:t>
            </a:r>
          </a:p>
        </p:txBody>
      </p:sp>
    </p:spTree>
    <p:extLst>
      <p:ext uri="{BB962C8B-B14F-4D97-AF65-F5344CB8AC3E}">
        <p14:creationId xmlns:p14="http://schemas.microsoft.com/office/powerpoint/2010/main" val="3458318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2DDE4-6385-C819-B713-2D7DFE674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F3617-6A4C-5AC2-42E0-F5D8C446F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E43B9E-02E9-8231-92F8-58BB7DE1FE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MUITO ME ALEGRO COM OS VOSSOS MANDAMENTOS,</a:t>
            </a:r>
          </a:p>
          <a:p>
            <a:pPr algn="l"/>
            <a:r>
              <a:rPr lang="pt-BR" sz="8800" b="1" dirty="0"/>
              <a:t>QUE EU AMO, AMO TANTO, MAIS QUE TUDO!</a:t>
            </a:r>
          </a:p>
          <a:p>
            <a:pPr algn="l"/>
            <a:r>
              <a:rPr lang="pt-BR" sz="8800" b="1" dirty="0"/>
              <a:t>ELEVAREI AS MINHAS MÃOS PARA LOUVAR-VOS</a:t>
            </a:r>
          </a:p>
          <a:p>
            <a:pPr algn="l"/>
            <a:r>
              <a:rPr lang="pt-BR" sz="8800" b="1" dirty="0"/>
              <a:t>E COM PRAZER MEDITAREI VOSSA VONTADE.</a:t>
            </a:r>
          </a:p>
        </p:txBody>
      </p:sp>
    </p:spTree>
    <p:extLst>
      <p:ext uri="{BB962C8B-B14F-4D97-AF65-F5344CB8AC3E}">
        <p14:creationId xmlns:p14="http://schemas.microsoft.com/office/powerpoint/2010/main" val="1055700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11978-CAE2-9B89-6E62-DCF7A473D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1ABC0-D106-BBDD-4035-E37103E1A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BC8B4A-6AF1-4777-E9C2-B6536B64E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4. QUERO FALAR DE VOSSA LEI PERANTE OS REIS,</a:t>
            </a:r>
          </a:p>
          <a:p>
            <a:pPr algn="l"/>
            <a:r>
              <a:rPr lang="pt-BR" sz="7200" dirty="0"/>
              <a:t>E DAREI MEU TESTEMUNHO SEM TEMOR.</a:t>
            </a:r>
          </a:p>
        </p:txBody>
      </p:sp>
    </p:spTree>
    <p:extLst>
      <p:ext uri="{BB962C8B-B14F-4D97-AF65-F5344CB8AC3E}">
        <p14:creationId xmlns:p14="http://schemas.microsoft.com/office/powerpoint/2010/main" val="1643418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l"/>
            <a:r>
              <a:rPr lang="pt-BR" sz="6600" b="1" dirty="0"/>
              <a:t>HOSANA NAS ALTURAS (2X)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NÃO CONTEIS A MAIS NINGUÉM A VISÃO QUE VÓS TIVESTES,</a:t>
            </a:r>
          </a:p>
          <a:p>
            <a:pPr algn="l"/>
            <a:r>
              <a:rPr lang="pt-BR" sz="21600" b="1" dirty="0"/>
              <a:t>ENQUANTO O FILHO DO HOMEM NÃO TIVER RESSUSCITADO!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203F9-4181-C94C-AF4B-C9028F101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C6E73-5E30-427E-7DC7-3F86D42C7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296393-A7B1-28AF-E171-B4CDD369A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dirty="0"/>
              <a:t>TRANSBORDA UM POEMA DO MEU CORAÇÃO; </a:t>
            </a:r>
          </a:p>
          <a:p>
            <a:pPr algn="l"/>
            <a:r>
              <a:rPr lang="pt-BR" sz="21600" dirty="0"/>
              <a:t>VOU CANTAR-VOS, Ó REI, ESTA MINHA CANÇÃO; </a:t>
            </a:r>
          </a:p>
          <a:p>
            <a:pPr algn="l"/>
            <a:r>
              <a:rPr lang="pt-BR" sz="21600" dirty="0"/>
              <a:t> MINHA LÍNGUA É QUAL PENA DE UM ÁGIL ESCRIBA.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1509315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8D50D-9B55-6269-9B74-FA51F7CB0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57811E-EBD3-BD70-3E43-23D36B58D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2A5435-E2F5-7292-6A70-8F7D1431F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NÃO CONTEIS A MAIS NINGUÉM A VISÃO QUE VÓS TIVESTES,</a:t>
            </a:r>
          </a:p>
          <a:p>
            <a:pPr algn="l"/>
            <a:r>
              <a:rPr lang="pt-BR" sz="21600" b="1" dirty="0"/>
              <a:t>ENQUANTO O FILHO DO HOMEM NÃO TIVER RESSUSCITADO!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7625581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4649E-B1B9-EAD8-1673-76F64FEC0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B1F1A2-2341-BDDF-FE20-227518073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D310EF-A866-A0C7-DE58-4F42EE534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SOIS TÃO BELO, O MAIS BELO ENTRE OS FILHOS DOS HOMENS! </a:t>
            </a:r>
          </a:p>
          <a:p>
            <a:pPr algn="l"/>
            <a:r>
              <a:rPr lang="pt-BR" sz="6000" dirty="0"/>
              <a:t>VOSSOS LÁBIOS ESPALHAM A GRAÇA, O ENCANTO, </a:t>
            </a:r>
          </a:p>
          <a:p>
            <a:pPr algn="l"/>
            <a:r>
              <a:rPr lang="pt-BR" sz="6000" dirty="0"/>
              <a:t>PORQUE DEUS, PARA SEMPRE, VOS DEU SUA BÊNÇÃO.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1017722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34F61-9384-794F-786F-4C6BC8358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F9BF39-A4F4-BAC3-88E8-179EC5628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E47CF3-9DB1-A341-2E37-4E03D3097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NÃO CONTEIS A MAIS NINGUÉM A VISÃO QUE VÓS TIVESTES,</a:t>
            </a:r>
          </a:p>
          <a:p>
            <a:pPr algn="l"/>
            <a:r>
              <a:rPr lang="pt-BR" sz="21600" b="1" dirty="0"/>
              <a:t>ENQUANTO O FILHO DO HOMEM NÃO TIVER RESSUSCITADO!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498430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A8D8D-CFD7-5099-0E63-7E6271303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F1CA4-9EB2-56DB-FD6D-C17C11545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6A792B-7782-616D-DE8D-29D22EBF5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LEVAI VOSSA ESPADA DE GLÓRIA NO FLANCO, </a:t>
            </a:r>
          </a:p>
          <a:p>
            <a:pPr algn="l"/>
            <a:r>
              <a:rPr lang="pt-BR" sz="6000" dirty="0"/>
              <a:t>SAÍ PARA A LUTA NO CARRO DE GUERRA </a:t>
            </a:r>
          </a:p>
          <a:p>
            <a:pPr algn="l"/>
            <a:r>
              <a:rPr lang="pt-BR" sz="6000" dirty="0"/>
              <a:t>EM DEFESA DA FÉ, DA JUSTIÇA E VERDADE; 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1500282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4A774-B38C-78AF-5E5A-BDB108A15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DEE3B-B28A-F72C-1539-88742221C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F837C2-33FB-5C1C-4DE0-8940EE9EA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NÃO CONTEIS A MAIS NINGUÉM A VISÃO QUE VÓS TIVESTES,</a:t>
            </a:r>
          </a:p>
          <a:p>
            <a:pPr algn="l"/>
            <a:r>
              <a:rPr lang="pt-BR" sz="21600" b="1" dirty="0"/>
              <a:t>ENQUANTO O FILHO DO HOMEM NÃO TIVER RESSUSCITADO!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54355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2CF6A-C639-443B-E05A-4A2E8906F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E03FEF-4302-47B3-A130-DF7EC72E2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FCC46B-0384-A694-0A32-29B4069878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CANTAREI VOSSO NOME DE IDADE EM IDADE, </a:t>
            </a:r>
          </a:p>
          <a:p>
            <a:pPr algn="l"/>
            <a:r>
              <a:rPr lang="pt-BR" sz="6000" dirty="0"/>
              <a:t>PARA SEMPRE HAVERÃO DE LOUVAR-VOS OS POVOS; </a:t>
            </a:r>
          </a:p>
          <a:p>
            <a:pPr algn="l"/>
            <a:r>
              <a:rPr lang="pt-BR" sz="6000" dirty="0"/>
              <a:t>PARA SEMPRE HAVERÃO DE LOUVAR-VOS OS POVOS. 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15569397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8D08-951A-1FAF-47FD-6BCC8715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CFA9E-6733-25A6-D9E2-5952F8891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B192DA-1C38-A4D7-6869-B3F552909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SILÊNCIO INEVÁVEL DE AMOR, Ó LUZ DO AMOR, AMÉM.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dirty="0">
                <a:solidFill>
                  <a:srgbClr val="131313"/>
                </a:solidFill>
                <a:latin typeface="Roboto" panose="02000000000000000000" pitchFamily="2" charset="0"/>
              </a:rPr>
              <a:t>COMO DIZER QUEM TU ÉS?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TEU NOME É DEUS É AMOR (2X)</a:t>
            </a: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5034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C88ED-5097-700C-4CBF-FF931A043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E7B92E-C1AD-C0BA-3864-48934DB99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7BFDE8-2BC0-09A7-0573-F3663E278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TRINDADE DE AMOR SUMO BEM, Ó VIDA FELIZ, AMÉM.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dirty="0">
                <a:solidFill>
                  <a:srgbClr val="131313"/>
                </a:solidFill>
                <a:latin typeface="Roboto" panose="02000000000000000000" pitchFamily="2" charset="0"/>
              </a:rPr>
              <a:t>COMO DIZER QUEM TU ÉS?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TEU NOME É DEUS É AMOR (2X)</a:t>
            </a: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8824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E5E0D-4AA2-377E-6195-CB2BCE582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1395B-63A3-63D9-DB4F-5E4B3C172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A27F4D-2997-49C7-3D19-149D50C94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OCEANO INFINITO DE AMOR, Ó FOGO DE AMOR, AMÉM.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dirty="0">
                <a:solidFill>
                  <a:srgbClr val="131313"/>
                </a:solidFill>
                <a:latin typeface="Roboto" panose="02000000000000000000" pitchFamily="2" charset="0"/>
              </a:rPr>
              <a:t>COMO DIZER QUEM TU ÉS?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TEU NOME É DEUS É AMOR (2X)</a:t>
            </a: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3754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5AF79-5C6C-A619-35A6-B45B66F05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64C31-0353-668F-2287-A18F49DFF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8E4EEC-56BA-75FF-972F-8F2FC6E1F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VIOLÊNCIA SUAVE DE AMOR, EXPLOSÃO DE AMOR, AMÉM.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dirty="0">
                <a:solidFill>
                  <a:srgbClr val="131313"/>
                </a:solidFill>
                <a:latin typeface="Roboto" panose="02000000000000000000" pitchFamily="2" charset="0"/>
              </a:rPr>
              <a:t>COMO DIZER QUEM TU ÉS?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TEU NOME É DEUS É AMOR (2X)</a:t>
            </a: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5565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41CC2-C91B-E809-4D11-E10150721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B82D47-82AF-F513-D273-72DAA97C3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4BD076-5246-853D-9A05-9447069AA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1 - PECADOR, AGORA É TEMPO DE PESAR E DE TEMOR:</a:t>
            </a:r>
          </a:p>
          <a:p>
            <a:pPr algn="l"/>
            <a:r>
              <a:rPr lang="pt-BR" sz="8800" b="1" dirty="0"/>
              <a:t>SERVE A DEUS DESPREZA O MUNDO, JÁ NÃO SEJAS PECADOR! (BIS)</a:t>
            </a:r>
          </a:p>
          <a:p>
            <a:pPr algn="l"/>
            <a:endParaRPr lang="pt-BR" sz="8800" dirty="0"/>
          </a:p>
          <a:p>
            <a:pPr algn="l"/>
            <a:r>
              <a:rPr lang="pt-BR" sz="8800" dirty="0"/>
              <a:t>2 - NESTE TEMPO SACROSSANTO O PECADO FAZ HORROR:</a:t>
            </a:r>
          </a:p>
          <a:p>
            <a:pPr algn="l"/>
            <a:r>
              <a:rPr lang="pt-BR" sz="8800" b="1" dirty="0"/>
              <a:t>CONTEMPLANDO A CRUZ DE CRISTO, JÁ NÃO SEJAS PECADOR! (BIS)</a:t>
            </a:r>
          </a:p>
        </p:txBody>
      </p:sp>
    </p:spTree>
    <p:extLst>
      <p:ext uri="{BB962C8B-B14F-4D97-AF65-F5344CB8AC3E}">
        <p14:creationId xmlns:p14="http://schemas.microsoft.com/office/powerpoint/2010/main" val="30672547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6057F-7185-F6CF-6AB5-9E549F84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41525-8606-2D01-0106-89025A3DD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273281-E92A-C138-C98A-1EDC26D8E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3 - VAIS PECANDO, VAIS PECANDO, VAIS DE HORROR EM MAIS HORROR:</a:t>
            </a:r>
          </a:p>
          <a:p>
            <a:pPr algn="l"/>
            <a:r>
              <a:rPr lang="pt-BR" sz="8800" b="1" dirty="0"/>
              <a:t>FILHO, ACORDA DESSA MORTE, JÁ NÃO SEJAS PECADOR! (BIS)</a:t>
            </a:r>
          </a:p>
          <a:p>
            <a:pPr algn="l"/>
            <a:endParaRPr lang="pt-BR" sz="8800" dirty="0"/>
          </a:p>
          <a:p>
            <a:pPr algn="l"/>
            <a:r>
              <a:rPr lang="pt-BR" sz="8800" dirty="0"/>
              <a:t>4 - PASSAM MESES, PASSAM ANOS, SEM QUE BUSQUES TEU SENHOR:</a:t>
            </a:r>
          </a:p>
          <a:p>
            <a:pPr algn="l"/>
            <a:r>
              <a:rPr lang="pt-BR" sz="8800" b="1" dirty="0"/>
              <a:t>COMO UM DIA PARA O OUTRO, ASSIM MORRE O PECADOR! (BIS)</a:t>
            </a:r>
          </a:p>
        </p:txBody>
      </p:sp>
    </p:spTree>
    <p:extLst>
      <p:ext uri="{BB962C8B-B14F-4D97-AF65-F5344CB8AC3E}">
        <p14:creationId xmlns:p14="http://schemas.microsoft.com/office/powerpoint/2010/main" val="18151096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064E8-852E-ED5D-92E5-97648E802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B8C90-74F7-F713-A637-9D2645A7F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7A1C34-970B-06C7-408B-B5F18017B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5 - PECADOR ARREPENDIDO, POBREZINHO PECADOR,</a:t>
            </a:r>
          </a:p>
          <a:p>
            <a:pPr algn="l"/>
            <a:r>
              <a:rPr lang="pt-BR" sz="8800" b="1" dirty="0"/>
              <a:t>VEM, ABRAÇA-TE CONTRITO COM TEU PAI, TEU CRIADOR! (BIS)</a:t>
            </a:r>
          </a:p>
          <a:p>
            <a:pPr algn="l"/>
            <a:endParaRPr lang="pt-BR" sz="8800" dirty="0"/>
          </a:p>
          <a:p>
            <a:pPr algn="l"/>
            <a:r>
              <a:rPr lang="pt-BR" sz="8800" dirty="0"/>
              <a:t>6 - COMPAIXÃO, MISERICÓRDIA VOS PEDIMOS, REDENTOR:</a:t>
            </a:r>
          </a:p>
          <a:p>
            <a:pPr algn="l"/>
            <a:r>
              <a:rPr lang="pt-BR" sz="8800" b="1" dirty="0"/>
              <a:t>PELA VIRGEM, MÃE DAS DORES, PERDOAI-NOS, DEUS DE AMOR! (BIS)</a:t>
            </a:r>
          </a:p>
        </p:txBody>
      </p:sp>
    </p:spTree>
    <p:extLst>
      <p:ext uri="{BB962C8B-B14F-4D97-AF65-F5344CB8AC3E}">
        <p14:creationId xmlns:p14="http://schemas.microsoft.com/office/powerpoint/2010/main" val="24233283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8421</TotalTime>
  <Words>994</Words>
  <Application>Microsoft Office PowerPoint</Application>
  <PresentationFormat>Widescreen</PresentationFormat>
  <Paragraphs>152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Calibri Light</vt:lpstr>
      <vt:lpstr>Constantia</vt:lpstr>
      <vt:lpstr>Open Sans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54</cp:revision>
  <dcterms:created xsi:type="dcterms:W3CDTF">2023-05-06T17:01:55Z</dcterms:created>
  <dcterms:modified xsi:type="dcterms:W3CDTF">2025-03-15T18:24:13Z</dcterms:modified>
</cp:coreProperties>
</file>