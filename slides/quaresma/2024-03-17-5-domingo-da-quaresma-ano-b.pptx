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540" r:id="rId3"/>
    <p:sldId id="541" r:id="rId4"/>
    <p:sldId id="542" r:id="rId5"/>
    <p:sldId id="543" r:id="rId6"/>
    <p:sldId id="544" r:id="rId7"/>
    <p:sldId id="258" r:id="rId8"/>
    <p:sldId id="259" r:id="rId9"/>
    <p:sldId id="531" r:id="rId10"/>
    <p:sldId id="532" r:id="rId11"/>
    <p:sldId id="264" r:id="rId12"/>
    <p:sldId id="265" r:id="rId13"/>
    <p:sldId id="266" r:id="rId14"/>
    <p:sldId id="267" r:id="rId15"/>
    <p:sldId id="271" r:id="rId16"/>
    <p:sldId id="517" r:id="rId17"/>
    <p:sldId id="518" r:id="rId18"/>
    <p:sldId id="519" r:id="rId19"/>
    <p:sldId id="520" r:id="rId20"/>
    <p:sldId id="438" r:id="rId21"/>
    <p:sldId id="269" r:id="rId22"/>
    <p:sldId id="524" r:id="rId23"/>
    <p:sldId id="533" r:id="rId24"/>
    <p:sldId id="525" r:id="rId25"/>
    <p:sldId id="534" r:id="rId26"/>
    <p:sldId id="535" r:id="rId27"/>
    <p:sldId id="292" r:id="rId28"/>
    <p:sldId id="275" r:id="rId29"/>
    <p:sldId id="363" r:id="rId30"/>
    <p:sldId id="361" r:id="rId31"/>
    <p:sldId id="362" r:id="rId32"/>
    <p:sldId id="358" r:id="rId33"/>
    <p:sldId id="536" r:id="rId34"/>
    <p:sldId id="537" r:id="rId35"/>
    <p:sldId id="539" r:id="rId36"/>
    <p:sldId id="538" r:id="rId37"/>
    <p:sldId id="277" r:id="rId38"/>
    <p:sldId id="337" r:id="rId39"/>
    <p:sldId id="437" r:id="rId40"/>
    <p:sldId id="528" r:id="rId41"/>
    <p:sldId id="529" r:id="rId42"/>
    <p:sldId id="428" r:id="rId43"/>
    <p:sldId id="422" r:id="rId44"/>
    <p:sldId id="413" r:id="rId45"/>
    <p:sldId id="545" r:id="rId46"/>
    <p:sldId id="546" r:id="rId4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60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15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7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394E956B-DBE7-49AC-A6FF-C1DF40991C1C}"/>
    <pc:docChg chg="undo custSel addSld delSld modSld sldOrd">
      <pc:chgData name="anaclaracosta116@gmail.com" userId="a793634777582c92" providerId="LiveId" clId="{394E956B-DBE7-49AC-A6FF-C1DF40991C1C}" dt="2024-03-16T19:45:45.784" v="774"/>
      <pc:docMkLst>
        <pc:docMk/>
      </pc:docMkLst>
      <pc:sldChg chg="modSp mod">
        <pc:chgData name="anaclaracosta116@gmail.com" userId="a793634777582c92" providerId="LiveId" clId="{394E956B-DBE7-49AC-A6FF-C1DF40991C1C}" dt="2024-03-16T18:49:49.423" v="157" actId="404"/>
        <pc:sldMkLst>
          <pc:docMk/>
          <pc:sldMk cId="2490480151" sldId="259"/>
        </pc:sldMkLst>
        <pc:spChg chg="mod">
          <ac:chgData name="anaclaracosta116@gmail.com" userId="a793634777582c92" providerId="LiveId" clId="{394E956B-DBE7-49AC-A6FF-C1DF40991C1C}" dt="2024-03-16T18:49:49.423" v="157" actId="404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394E956B-DBE7-49AC-A6FF-C1DF40991C1C}" dt="2024-03-16T18:52:52.669" v="414" actId="14100"/>
        <pc:sldMkLst>
          <pc:docMk/>
          <pc:sldMk cId="3388034860" sldId="265"/>
        </pc:sldMkLst>
        <pc:spChg chg="mod">
          <ac:chgData name="anaclaracosta116@gmail.com" userId="a793634777582c92" providerId="LiveId" clId="{394E956B-DBE7-49AC-A6FF-C1DF40991C1C}" dt="2024-03-16T18:52:52.669" v="414" actId="14100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394E956B-DBE7-49AC-A6FF-C1DF40991C1C}" dt="2024-03-16T19:03:07.958" v="596" actId="20577"/>
        <pc:sldMkLst>
          <pc:docMk/>
          <pc:sldMk cId="2671817442" sldId="267"/>
        </pc:sldMkLst>
        <pc:spChg chg="mod">
          <ac:chgData name="anaclaracosta116@gmail.com" userId="a793634777582c92" providerId="LiveId" clId="{394E956B-DBE7-49AC-A6FF-C1DF40991C1C}" dt="2024-03-16T19:03:07.958" v="596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394E956B-DBE7-49AC-A6FF-C1DF40991C1C}" dt="2024-03-16T19:06:49.397" v="599" actId="113"/>
        <pc:sldMkLst>
          <pc:docMk/>
          <pc:sldMk cId="2786277918" sldId="269"/>
        </pc:sldMkLst>
        <pc:spChg chg="mod">
          <ac:chgData name="anaclaracosta116@gmail.com" userId="a793634777582c92" providerId="LiveId" clId="{394E956B-DBE7-49AC-A6FF-C1DF40991C1C}" dt="2024-03-16T19:06:49.397" v="599" actId="113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394E956B-DBE7-49AC-A6FF-C1DF40991C1C}" dt="2024-03-16T19:11:51.176" v="618" actId="27636"/>
        <pc:sldMkLst>
          <pc:docMk/>
          <pc:sldMk cId="1963412704" sldId="275"/>
        </pc:sldMkLst>
        <pc:spChg chg="mod">
          <ac:chgData name="anaclaracosta116@gmail.com" userId="a793634777582c92" providerId="LiveId" clId="{394E956B-DBE7-49AC-A6FF-C1DF40991C1C}" dt="2024-03-16T19:11:51.176" v="618" actId="27636"/>
          <ac:spMkLst>
            <pc:docMk/>
            <pc:sldMk cId="1963412704" sldId="275"/>
            <ac:spMk id="3" creationId="{FC8F7E34-DB8C-1CEE-BAF4-E537563F9CD2}"/>
          </ac:spMkLst>
        </pc:spChg>
      </pc:sldChg>
      <pc:sldChg chg="addSp delSp modSp mod">
        <pc:chgData name="anaclaracosta116@gmail.com" userId="a793634777582c92" providerId="LiveId" clId="{394E956B-DBE7-49AC-A6FF-C1DF40991C1C}" dt="2024-03-16T18:47:49.326" v="15" actId="113"/>
        <pc:sldMkLst>
          <pc:docMk/>
          <pc:sldMk cId="880466366" sldId="354"/>
        </pc:sldMkLst>
        <pc:spChg chg="mod">
          <ac:chgData name="anaclaracosta116@gmail.com" userId="a793634777582c92" providerId="LiveId" clId="{394E956B-DBE7-49AC-A6FF-C1DF40991C1C}" dt="2024-03-16T18:47:49.326" v="15" actId="113"/>
          <ac:spMkLst>
            <pc:docMk/>
            <pc:sldMk cId="880466366" sldId="354"/>
            <ac:spMk id="3" creationId="{FC8F7E34-DB8C-1CEE-BAF4-E537563F9CD2}"/>
          </ac:spMkLst>
        </pc:spChg>
        <pc:picChg chg="add del">
          <ac:chgData name="anaclaracosta116@gmail.com" userId="a793634777582c92" providerId="LiveId" clId="{394E956B-DBE7-49AC-A6FF-C1DF40991C1C}" dt="2024-03-16T18:43:13.102" v="4" actId="21"/>
          <ac:picMkLst>
            <pc:docMk/>
            <pc:sldMk cId="880466366" sldId="354"/>
            <ac:picMk id="4" creationId="{EE0E1FC0-AC0A-15CA-18C4-741D1BFDB1C9}"/>
          </ac:picMkLst>
        </pc:picChg>
      </pc:sldChg>
      <pc:sldChg chg="modSp mod">
        <pc:chgData name="anaclaracosta116@gmail.com" userId="a793634777582c92" providerId="LiveId" clId="{394E956B-DBE7-49AC-A6FF-C1DF40991C1C}" dt="2024-03-16T19:30:37.989" v="740" actId="27636"/>
        <pc:sldMkLst>
          <pc:docMk/>
          <pc:sldMk cId="3348609962" sldId="358"/>
        </pc:sldMkLst>
        <pc:spChg chg="mod">
          <ac:chgData name="anaclaracosta116@gmail.com" userId="a793634777582c92" providerId="LiveId" clId="{394E956B-DBE7-49AC-A6FF-C1DF40991C1C}" dt="2024-03-16T19:30:37.989" v="740" actId="27636"/>
          <ac:spMkLst>
            <pc:docMk/>
            <pc:sldMk cId="3348609962" sldId="35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394E956B-DBE7-49AC-A6FF-C1DF40991C1C}" dt="2024-03-16T19:19:54.870" v="736" actId="27636"/>
        <pc:sldMkLst>
          <pc:docMk/>
          <pc:sldMk cId="2304799739" sldId="362"/>
        </pc:sldMkLst>
        <pc:spChg chg="mod">
          <ac:chgData name="anaclaracosta116@gmail.com" userId="a793634777582c92" providerId="LiveId" clId="{394E956B-DBE7-49AC-A6FF-C1DF40991C1C}" dt="2024-03-16T19:19:54.870" v="736" actId="27636"/>
          <ac:spMkLst>
            <pc:docMk/>
            <pc:sldMk cId="2304799739" sldId="3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394E956B-DBE7-49AC-A6FF-C1DF40991C1C}" dt="2024-03-16T19:19:47.312" v="734" actId="20577"/>
        <pc:sldMkLst>
          <pc:docMk/>
          <pc:sldMk cId="496775209" sldId="363"/>
        </pc:sldMkLst>
        <pc:spChg chg="mod">
          <ac:chgData name="anaclaracosta116@gmail.com" userId="a793634777582c92" providerId="LiveId" clId="{394E956B-DBE7-49AC-A6FF-C1DF40991C1C}" dt="2024-03-16T19:19:47.312" v="734" actId="20577"/>
          <ac:spMkLst>
            <pc:docMk/>
            <pc:sldMk cId="496775209" sldId="363"/>
            <ac:spMk id="3" creationId="{FC8F7E34-DB8C-1CEE-BAF4-E537563F9CD2}"/>
          </ac:spMkLst>
        </pc:spChg>
      </pc:sldChg>
      <pc:sldChg chg="addSp delSp modSp mod">
        <pc:chgData name="anaclaracosta116@gmail.com" userId="a793634777582c92" providerId="LiveId" clId="{394E956B-DBE7-49AC-A6FF-C1DF40991C1C}" dt="2024-03-16T18:44:26.452" v="12" actId="14100"/>
        <pc:sldMkLst>
          <pc:docMk/>
          <pc:sldMk cId="725659120" sldId="375"/>
        </pc:sldMkLst>
        <pc:spChg chg="mod">
          <ac:chgData name="anaclaracosta116@gmail.com" userId="a793634777582c92" providerId="LiveId" clId="{394E956B-DBE7-49AC-A6FF-C1DF40991C1C}" dt="2024-03-16T18:44:26.452" v="12" actId="14100"/>
          <ac:spMkLst>
            <pc:docMk/>
            <pc:sldMk cId="725659120" sldId="375"/>
            <ac:spMk id="3" creationId="{FDE5B5AD-CD71-C2BA-2DE7-294D0B6E29B5}"/>
          </ac:spMkLst>
        </pc:spChg>
        <pc:spChg chg="mod">
          <ac:chgData name="anaclaracosta116@gmail.com" userId="a793634777582c92" providerId="LiveId" clId="{394E956B-DBE7-49AC-A6FF-C1DF40991C1C}" dt="2024-03-16T18:40:20.249" v="2" actId="1076"/>
          <ac:spMkLst>
            <pc:docMk/>
            <pc:sldMk cId="725659120" sldId="375"/>
            <ac:spMk id="4" creationId="{5FBA9B69-DE5F-DD9C-A4FC-482398246A9A}"/>
          </ac:spMkLst>
        </pc:spChg>
        <pc:spChg chg="del">
          <ac:chgData name="anaclaracosta116@gmail.com" userId="a793634777582c92" providerId="LiveId" clId="{394E956B-DBE7-49AC-A6FF-C1DF40991C1C}" dt="2024-03-16T18:40:09.074" v="0" actId="21"/>
          <ac:spMkLst>
            <pc:docMk/>
            <pc:sldMk cId="725659120" sldId="375"/>
            <ac:spMk id="6" creationId="{077F5F13-A8DB-E3F2-9341-D9E9A0771049}"/>
          </ac:spMkLst>
        </pc:spChg>
        <pc:spChg chg="del">
          <ac:chgData name="anaclaracosta116@gmail.com" userId="a793634777582c92" providerId="LiveId" clId="{394E956B-DBE7-49AC-A6FF-C1DF40991C1C}" dt="2024-03-16T18:40:10.995" v="1" actId="21"/>
          <ac:spMkLst>
            <pc:docMk/>
            <pc:sldMk cId="725659120" sldId="375"/>
            <ac:spMk id="7" creationId="{A9715B6E-016F-D3B5-B1DE-11DC2FF3920A}"/>
          </ac:spMkLst>
        </pc:spChg>
        <pc:picChg chg="del">
          <ac:chgData name="anaclaracosta116@gmail.com" userId="a793634777582c92" providerId="LiveId" clId="{394E956B-DBE7-49AC-A6FF-C1DF40991C1C}" dt="2024-03-16T18:43:20.433" v="7" actId="21"/>
          <ac:picMkLst>
            <pc:docMk/>
            <pc:sldMk cId="725659120" sldId="375"/>
            <ac:picMk id="2" creationId="{D975BE2D-8335-4D31-0B6B-AA801125BBE8}"/>
          </ac:picMkLst>
        </pc:picChg>
        <pc:picChg chg="add mod ord">
          <ac:chgData name="anaclaracosta116@gmail.com" userId="a793634777582c92" providerId="LiveId" clId="{394E956B-DBE7-49AC-A6FF-C1DF40991C1C}" dt="2024-03-16T18:44:19.812" v="11" actId="167"/>
          <ac:picMkLst>
            <pc:docMk/>
            <pc:sldMk cId="725659120" sldId="375"/>
            <ac:picMk id="5" creationId="{EE0E1FC0-AC0A-15CA-18C4-741D1BFDB1C9}"/>
          </ac:picMkLst>
        </pc:picChg>
      </pc:sldChg>
      <pc:sldChg chg="modSp mod">
        <pc:chgData name="anaclaracosta116@gmail.com" userId="a793634777582c92" providerId="LiveId" clId="{394E956B-DBE7-49AC-A6FF-C1DF40991C1C}" dt="2024-03-16T19:45:45.784" v="774"/>
        <pc:sldMkLst>
          <pc:docMk/>
          <pc:sldMk cId="4110345363" sldId="413"/>
        </pc:sldMkLst>
        <pc:spChg chg="mod">
          <ac:chgData name="anaclaracosta116@gmail.com" userId="a793634777582c92" providerId="LiveId" clId="{394E956B-DBE7-49AC-A6FF-C1DF40991C1C}" dt="2024-03-16T19:45:45.784" v="774"/>
          <ac:spMkLst>
            <pc:docMk/>
            <pc:sldMk cId="4110345363" sldId="413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394E956B-DBE7-49AC-A6FF-C1DF40991C1C}" dt="2024-03-16T19:30:46.525" v="742" actId="2696"/>
        <pc:sldMkLst>
          <pc:docMk/>
          <pc:sldMk cId="2189606800" sldId="418"/>
        </pc:sldMkLst>
      </pc:sldChg>
      <pc:sldChg chg="del">
        <pc:chgData name="anaclaracosta116@gmail.com" userId="a793634777582c92" providerId="LiveId" clId="{394E956B-DBE7-49AC-A6FF-C1DF40991C1C}" dt="2024-03-16T19:30:51.247" v="744" actId="2696"/>
        <pc:sldMkLst>
          <pc:docMk/>
          <pc:sldMk cId="1624642347" sldId="419"/>
        </pc:sldMkLst>
      </pc:sldChg>
      <pc:sldChg chg="modSp mod">
        <pc:chgData name="anaclaracosta116@gmail.com" userId="a793634777582c92" providerId="LiveId" clId="{394E956B-DBE7-49AC-A6FF-C1DF40991C1C}" dt="2024-03-16T19:45:08.511" v="770" actId="20577"/>
        <pc:sldMkLst>
          <pc:docMk/>
          <pc:sldMk cId="2241575946" sldId="422"/>
        </pc:sldMkLst>
        <pc:spChg chg="mod">
          <ac:chgData name="anaclaracosta116@gmail.com" userId="a793634777582c92" providerId="LiveId" clId="{394E956B-DBE7-49AC-A6FF-C1DF40991C1C}" dt="2024-03-16T19:45:08.511" v="770" actId="20577"/>
          <ac:spMkLst>
            <pc:docMk/>
            <pc:sldMk cId="2241575946" sldId="422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394E956B-DBE7-49AC-A6FF-C1DF40991C1C}" dt="2024-03-16T18:47:55.087" v="16" actId="2696"/>
        <pc:sldMkLst>
          <pc:docMk/>
          <pc:sldMk cId="843166109" sldId="521"/>
        </pc:sldMkLst>
      </pc:sldChg>
      <pc:sldChg chg="del">
        <pc:chgData name="anaclaracosta116@gmail.com" userId="a793634777582c92" providerId="LiveId" clId="{394E956B-DBE7-49AC-A6FF-C1DF40991C1C}" dt="2024-03-16T18:47:59.831" v="17" actId="2696"/>
        <pc:sldMkLst>
          <pc:docMk/>
          <pc:sldMk cId="260510343" sldId="522"/>
        </pc:sldMkLst>
      </pc:sldChg>
      <pc:sldChg chg="del">
        <pc:chgData name="anaclaracosta116@gmail.com" userId="a793634777582c92" providerId="LiveId" clId="{394E956B-DBE7-49AC-A6FF-C1DF40991C1C}" dt="2024-03-16T18:48:02.218" v="18" actId="2696"/>
        <pc:sldMkLst>
          <pc:docMk/>
          <pc:sldMk cId="2176650644" sldId="523"/>
        </pc:sldMkLst>
      </pc:sldChg>
      <pc:sldChg chg="modSp mod">
        <pc:chgData name="anaclaracosta116@gmail.com" userId="a793634777582c92" providerId="LiveId" clId="{394E956B-DBE7-49AC-A6FF-C1DF40991C1C}" dt="2024-03-16T19:07:09.748" v="601" actId="27636"/>
        <pc:sldMkLst>
          <pc:docMk/>
          <pc:sldMk cId="2268825916" sldId="524"/>
        </pc:sldMkLst>
        <pc:spChg chg="mod">
          <ac:chgData name="anaclaracosta116@gmail.com" userId="a793634777582c92" providerId="LiveId" clId="{394E956B-DBE7-49AC-A6FF-C1DF40991C1C}" dt="2024-03-16T19:07:09.748" v="601" actId="27636"/>
          <ac:spMkLst>
            <pc:docMk/>
            <pc:sldMk cId="2268825916" sldId="524"/>
            <ac:spMk id="3" creationId="{CA65F711-1016-CA3E-0008-5A63EA25418F}"/>
          </ac:spMkLst>
        </pc:spChg>
      </pc:sldChg>
      <pc:sldChg chg="modSp mod">
        <pc:chgData name="anaclaracosta116@gmail.com" userId="a793634777582c92" providerId="LiveId" clId="{394E956B-DBE7-49AC-A6FF-C1DF40991C1C}" dt="2024-03-16T19:10:17.430" v="606" actId="27636"/>
        <pc:sldMkLst>
          <pc:docMk/>
          <pc:sldMk cId="531200006" sldId="525"/>
        </pc:sldMkLst>
        <pc:spChg chg="mod">
          <ac:chgData name="anaclaracosta116@gmail.com" userId="a793634777582c92" providerId="LiveId" clId="{394E956B-DBE7-49AC-A6FF-C1DF40991C1C}" dt="2024-03-16T19:10:17.430" v="606" actId="27636"/>
          <ac:spMkLst>
            <pc:docMk/>
            <pc:sldMk cId="531200006" sldId="525"/>
            <ac:spMk id="3" creationId="{212A5D66-F48F-C7D2-CDC8-D6F313A8200C}"/>
          </ac:spMkLst>
        </pc:spChg>
      </pc:sldChg>
      <pc:sldChg chg="del">
        <pc:chgData name="anaclaracosta116@gmail.com" userId="a793634777582c92" providerId="LiveId" clId="{394E956B-DBE7-49AC-A6FF-C1DF40991C1C}" dt="2024-03-16T19:30:43.034" v="741" actId="2696"/>
        <pc:sldMkLst>
          <pc:docMk/>
          <pc:sldMk cId="1479006761" sldId="526"/>
        </pc:sldMkLst>
      </pc:sldChg>
      <pc:sldChg chg="del">
        <pc:chgData name="anaclaracosta116@gmail.com" userId="a793634777582c92" providerId="LiveId" clId="{394E956B-DBE7-49AC-A6FF-C1DF40991C1C}" dt="2024-03-16T19:30:48.812" v="743" actId="2696"/>
        <pc:sldMkLst>
          <pc:docMk/>
          <pc:sldMk cId="797698935" sldId="527"/>
        </pc:sldMkLst>
      </pc:sldChg>
      <pc:sldChg chg="modSp add mod">
        <pc:chgData name="anaclaracosta116@gmail.com" userId="a793634777582c92" providerId="LiveId" clId="{394E956B-DBE7-49AC-A6FF-C1DF40991C1C}" dt="2024-03-16T18:48:24.395" v="20"/>
        <pc:sldMkLst>
          <pc:docMk/>
          <pc:sldMk cId="3059440645" sldId="530"/>
        </pc:sldMkLst>
        <pc:spChg chg="mod">
          <ac:chgData name="anaclaracosta116@gmail.com" userId="a793634777582c92" providerId="LiveId" clId="{394E956B-DBE7-49AC-A6FF-C1DF40991C1C}" dt="2024-03-16T18:48:24.395" v="20"/>
          <ac:spMkLst>
            <pc:docMk/>
            <pc:sldMk cId="3059440645" sldId="530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394E956B-DBE7-49AC-A6FF-C1DF40991C1C}" dt="2024-03-16T19:35:09.256" v="759" actId="20577"/>
        <pc:sldMkLst>
          <pc:docMk/>
          <pc:sldMk cId="1727850744" sldId="531"/>
        </pc:sldMkLst>
        <pc:spChg chg="mod">
          <ac:chgData name="anaclaracosta116@gmail.com" userId="a793634777582c92" providerId="LiveId" clId="{394E956B-DBE7-49AC-A6FF-C1DF40991C1C}" dt="2024-03-16T19:35:09.256" v="759" actId="20577"/>
          <ac:spMkLst>
            <pc:docMk/>
            <pc:sldMk cId="1727850744" sldId="531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394E956B-DBE7-49AC-A6FF-C1DF40991C1C}" dt="2024-03-16T18:52:09.731" v="372" actId="20577"/>
        <pc:sldMkLst>
          <pc:docMk/>
          <pc:sldMk cId="1738207026" sldId="532"/>
        </pc:sldMkLst>
        <pc:spChg chg="mod">
          <ac:chgData name="anaclaracosta116@gmail.com" userId="a793634777582c92" providerId="LiveId" clId="{394E956B-DBE7-49AC-A6FF-C1DF40991C1C}" dt="2024-03-16T18:52:09.731" v="372" actId="20577"/>
          <ac:spMkLst>
            <pc:docMk/>
            <pc:sldMk cId="1738207026" sldId="532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394E956B-DBE7-49AC-A6FF-C1DF40991C1C}" dt="2024-03-16T19:09:53.113" v="604"/>
        <pc:sldMkLst>
          <pc:docMk/>
          <pc:sldMk cId="3479918457" sldId="533"/>
        </pc:sldMkLst>
      </pc:sldChg>
      <pc:sldChg chg="add ord">
        <pc:chgData name="anaclaracosta116@gmail.com" userId="a793634777582c92" providerId="LiveId" clId="{394E956B-DBE7-49AC-A6FF-C1DF40991C1C}" dt="2024-03-16T19:10:43.167" v="609"/>
        <pc:sldMkLst>
          <pc:docMk/>
          <pc:sldMk cId="3994493350" sldId="534"/>
        </pc:sldMkLst>
      </pc:sldChg>
      <pc:sldChg chg="modSp add mod ord">
        <pc:chgData name="anaclaracosta116@gmail.com" userId="a793634777582c92" providerId="LiveId" clId="{394E956B-DBE7-49AC-A6FF-C1DF40991C1C}" dt="2024-03-16T19:11:37.541" v="613"/>
        <pc:sldMkLst>
          <pc:docMk/>
          <pc:sldMk cId="2402403607" sldId="535"/>
        </pc:sldMkLst>
        <pc:spChg chg="mod">
          <ac:chgData name="anaclaracosta116@gmail.com" userId="a793634777582c92" providerId="LiveId" clId="{394E956B-DBE7-49AC-A6FF-C1DF40991C1C}" dt="2024-03-16T19:11:37.541" v="613"/>
          <ac:spMkLst>
            <pc:docMk/>
            <pc:sldMk cId="2402403607" sldId="535"/>
            <ac:spMk id="3" creationId="{212A5D66-F48F-C7D2-CDC8-D6F313A8200C}"/>
          </ac:spMkLst>
        </pc:spChg>
      </pc:sldChg>
      <pc:sldChg chg="add ord">
        <pc:chgData name="anaclaracosta116@gmail.com" userId="a793634777582c92" providerId="LiveId" clId="{394E956B-DBE7-49AC-A6FF-C1DF40991C1C}" dt="2024-03-16T19:30:55.924" v="747"/>
        <pc:sldMkLst>
          <pc:docMk/>
          <pc:sldMk cId="1903006278" sldId="536"/>
        </pc:sldMkLst>
      </pc:sldChg>
      <pc:sldChg chg="modSp add mod ord">
        <pc:chgData name="anaclaracosta116@gmail.com" userId="a793634777582c92" providerId="LiveId" clId="{394E956B-DBE7-49AC-A6FF-C1DF40991C1C}" dt="2024-03-16T19:31:20.246" v="752" actId="27636"/>
        <pc:sldMkLst>
          <pc:docMk/>
          <pc:sldMk cId="1062906321" sldId="537"/>
        </pc:sldMkLst>
        <pc:spChg chg="mod">
          <ac:chgData name="anaclaracosta116@gmail.com" userId="a793634777582c92" providerId="LiveId" clId="{394E956B-DBE7-49AC-A6FF-C1DF40991C1C}" dt="2024-03-16T19:31:20.246" v="752" actId="27636"/>
          <ac:spMkLst>
            <pc:docMk/>
            <pc:sldMk cId="1062906321" sldId="537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394E956B-DBE7-49AC-A6FF-C1DF40991C1C}" dt="2024-03-16T19:31:42.528" v="758" actId="27636"/>
        <pc:sldMkLst>
          <pc:docMk/>
          <pc:sldMk cId="4214602349" sldId="538"/>
        </pc:sldMkLst>
        <pc:spChg chg="mod">
          <ac:chgData name="anaclaracosta116@gmail.com" userId="a793634777582c92" providerId="LiveId" clId="{394E956B-DBE7-49AC-A6FF-C1DF40991C1C}" dt="2024-03-16T19:31:42.528" v="758" actId="27636"/>
          <ac:spMkLst>
            <pc:docMk/>
            <pc:sldMk cId="4214602349" sldId="538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394E956B-DBE7-49AC-A6FF-C1DF40991C1C}" dt="2024-03-16T19:31:28.421" v="756"/>
        <pc:sldMkLst>
          <pc:docMk/>
          <pc:sldMk cId="1359826076" sldId="539"/>
        </pc:sldMkLst>
      </pc:sldChg>
    </pc:docChg>
  </pc:docChgLst>
  <pc:docChgLst>
    <pc:chgData name="anaclaracosta116@gmail.com" userId="a793634777582c92" providerId="LiveId" clId="{8BB2F2AA-69D7-43D9-98CE-F1C1EF6D6FC2}"/>
    <pc:docChg chg="undo redo custSel addSld delSld modSld sldOrd">
      <pc:chgData name="anaclaracosta116@gmail.com" userId="a793634777582c92" providerId="LiveId" clId="{8BB2F2AA-69D7-43D9-98CE-F1C1EF6D6FC2}" dt="2024-03-17T14:38:51.809" v="62"/>
      <pc:docMkLst>
        <pc:docMk/>
      </pc:docMkLst>
      <pc:sldChg chg="del">
        <pc:chgData name="anaclaracosta116@gmail.com" userId="a793634777582c92" providerId="LiveId" clId="{8BB2F2AA-69D7-43D9-98CE-F1C1EF6D6FC2}" dt="2024-03-17T14:30:27.604" v="1" actId="47"/>
        <pc:sldMkLst>
          <pc:docMk/>
          <pc:sldMk cId="880466366" sldId="354"/>
        </pc:sldMkLst>
      </pc:sldChg>
      <pc:sldChg chg="modSp mod">
        <pc:chgData name="anaclaracosta116@gmail.com" userId="a793634777582c92" providerId="LiveId" clId="{8BB2F2AA-69D7-43D9-98CE-F1C1EF6D6FC2}" dt="2024-03-17T14:37:03.628" v="49" actId="113"/>
        <pc:sldMkLst>
          <pc:docMk/>
          <pc:sldMk cId="4110345363" sldId="413"/>
        </pc:sldMkLst>
        <pc:spChg chg="mod">
          <ac:chgData name="anaclaracosta116@gmail.com" userId="a793634777582c92" providerId="LiveId" clId="{8BB2F2AA-69D7-43D9-98CE-F1C1EF6D6FC2}" dt="2024-03-17T14:37:03.628" v="49" actId="113"/>
          <ac:spMkLst>
            <pc:docMk/>
            <pc:sldMk cId="4110345363" sldId="413"/>
            <ac:spMk id="3" creationId="{FC8F7E34-DB8C-1CEE-BAF4-E537563F9CD2}"/>
          </ac:spMkLst>
        </pc:spChg>
      </pc:sldChg>
      <pc:sldChg chg="add del">
        <pc:chgData name="anaclaracosta116@gmail.com" userId="a793634777582c92" providerId="LiveId" clId="{8BB2F2AA-69D7-43D9-98CE-F1C1EF6D6FC2}" dt="2024-03-17T14:31:52.775" v="19" actId="47"/>
        <pc:sldMkLst>
          <pc:docMk/>
          <pc:sldMk cId="125663780" sldId="485"/>
        </pc:sldMkLst>
      </pc:sldChg>
      <pc:sldChg chg="add del">
        <pc:chgData name="anaclaracosta116@gmail.com" userId="a793634777582c92" providerId="LiveId" clId="{8BB2F2AA-69D7-43D9-98CE-F1C1EF6D6FC2}" dt="2024-03-17T14:31:54.562" v="20" actId="47"/>
        <pc:sldMkLst>
          <pc:docMk/>
          <pc:sldMk cId="3639131343" sldId="486"/>
        </pc:sldMkLst>
      </pc:sldChg>
      <pc:sldChg chg="del">
        <pc:chgData name="anaclaracosta116@gmail.com" userId="a793634777582c92" providerId="LiveId" clId="{8BB2F2AA-69D7-43D9-98CE-F1C1EF6D6FC2}" dt="2024-03-17T14:30:30.074" v="2" actId="47"/>
        <pc:sldMkLst>
          <pc:docMk/>
          <pc:sldMk cId="3059440645" sldId="530"/>
        </pc:sldMkLst>
      </pc:sldChg>
      <pc:sldChg chg="modSp add mod">
        <pc:chgData name="anaclaracosta116@gmail.com" userId="a793634777582c92" providerId="LiveId" clId="{8BB2F2AA-69D7-43D9-98CE-F1C1EF6D6FC2}" dt="2024-03-17T14:31:36.335" v="18" actId="27636"/>
        <pc:sldMkLst>
          <pc:docMk/>
          <pc:sldMk cId="4273069490" sldId="540"/>
        </pc:sldMkLst>
        <pc:spChg chg="mod">
          <ac:chgData name="anaclaracosta116@gmail.com" userId="a793634777582c92" providerId="LiveId" clId="{8BB2F2AA-69D7-43D9-98CE-F1C1EF6D6FC2}" dt="2024-03-17T14:31:36.335" v="18" actId="27636"/>
          <ac:spMkLst>
            <pc:docMk/>
            <pc:sldMk cId="4273069490" sldId="540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8BB2F2AA-69D7-43D9-98CE-F1C1EF6D6FC2}" dt="2024-03-17T14:31:27.498" v="16" actId="1076"/>
        <pc:sldMkLst>
          <pc:docMk/>
          <pc:sldMk cId="3323413464" sldId="541"/>
        </pc:sldMkLst>
        <pc:spChg chg="mod">
          <ac:chgData name="anaclaracosta116@gmail.com" userId="a793634777582c92" providerId="LiveId" clId="{8BB2F2AA-69D7-43D9-98CE-F1C1EF6D6FC2}" dt="2024-03-17T14:31:27.498" v="16" actId="1076"/>
          <ac:spMkLst>
            <pc:docMk/>
            <pc:sldMk cId="3323413464" sldId="541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8BB2F2AA-69D7-43D9-98CE-F1C1EF6D6FC2}" dt="2024-03-17T14:32:07.133" v="23"/>
        <pc:sldMkLst>
          <pc:docMk/>
          <pc:sldMk cId="1182543583" sldId="542"/>
        </pc:sldMkLst>
      </pc:sldChg>
      <pc:sldChg chg="modSp add mod ord">
        <pc:chgData name="anaclaracosta116@gmail.com" userId="a793634777582c92" providerId="LiveId" clId="{8BB2F2AA-69D7-43D9-98CE-F1C1EF6D6FC2}" dt="2024-03-17T14:35:14.511" v="45" actId="20577"/>
        <pc:sldMkLst>
          <pc:docMk/>
          <pc:sldMk cId="741425761" sldId="543"/>
        </pc:sldMkLst>
        <pc:spChg chg="mod">
          <ac:chgData name="anaclaracosta116@gmail.com" userId="a793634777582c92" providerId="LiveId" clId="{8BB2F2AA-69D7-43D9-98CE-F1C1EF6D6FC2}" dt="2024-03-17T14:35:14.511" v="45" actId="20577"/>
          <ac:spMkLst>
            <pc:docMk/>
            <pc:sldMk cId="741425761" sldId="543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8BB2F2AA-69D7-43D9-98CE-F1C1EF6D6FC2}" dt="2024-03-17T14:35:26.357" v="48"/>
        <pc:sldMkLst>
          <pc:docMk/>
          <pc:sldMk cId="3623200359" sldId="544"/>
        </pc:sldMkLst>
      </pc:sldChg>
      <pc:sldChg chg="modSp add mod">
        <pc:chgData name="anaclaracosta116@gmail.com" userId="a793634777582c92" providerId="LiveId" clId="{8BB2F2AA-69D7-43D9-98CE-F1C1EF6D6FC2}" dt="2024-03-17T14:38:04.538" v="56"/>
        <pc:sldMkLst>
          <pc:docMk/>
          <pc:sldMk cId="208989900" sldId="545"/>
        </pc:sldMkLst>
        <pc:spChg chg="mod">
          <ac:chgData name="anaclaracosta116@gmail.com" userId="a793634777582c92" providerId="LiveId" clId="{8BB2F2AA-69D7-43D9-98CE-F1C1EF6D6FC2}" dt="2024-03-17T14:38:04.538" v="56"/>
          <ac:spMkLst>
            <pc:docMk/>
            <pc:sldMk cId="208989900" sldId="545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8BB2F2AA-69D7-43D9-98CE-F1C1EF6D6FC2}" dt="2024-03-17T14:38:51.809" v="62"/>
        <pc:sldMkLst>
          <pc:docMk/>
          <pc:sldMk cId="414731723" sldId="546"/>
        </pc:sldMkLst>
        <pc:spChg chg="mod">
          <ac:chgData name="anaclaracosta116@gmail.com" userId="a793634777582c92" providerId="LiveId" clId="{8BB2F2AA-69D7-43D9-98CE-F1C1EF6D6FC2}" dt="2024-03-17T14:38:51.809" v="62"/>
          <ac:spMkLst>
            <pc:docMk/>
            <pc:sldMk cId="414731723" sldId="546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17/03/2024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17/03/2024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17/03/2024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17/03/2024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E0E1FC0-AC0A-15CA-18C4-741D1BFDB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30"/>
            <a:ext cx="12192000" cy="681673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37366"/>
          </a:xfrm>
          <a:prstGeom prst="rect">
            <a:avLst/>
          </a:prstGeom>
          <a:solidFill>
            <a:schemeClr val="tx1">
              <a:alpha val="39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A9B69-DE5F-DD9C-A4FC-482398246A9A}"/>
              </a:ext>
            </a:extLst>
          </p:cNvPr>
          <p:cNvSpPr txBox="1"/>
          <p:nvPr/>
        </p:nvSpPr>
        <p:spPr>
          <a:xfrm>
            <a:off x="138511" y="1613117"/>
            <a:ext cx="1167384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500" b="1" dirty="0">
                <a:solidFill>
                  <a:schemeClr val="bg1"/>
                </a:solidFill>
              </a:rPr>
              <a:t>5º DOMINGO DA QUARESMA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000" b="1" dirty="0"/>
              <a:t>EIS O TEMPO DE CONVERSÃO</a:t>
            </a:r>
          </a:p>
          <a:p>
            <a:pPr algn="l"/>
            <a:r>
              <a:rPr lang="pt-BR" sz="7000" b="1" dirty="0"/>
              <a:t>EIS O DIA DA SALVAÇÃO</a:t>
            </a:r>
          </a:p>
          <a:p>
            <a:pPr algn="l"/>
            <a:r>
              <a:rPr lang="pt-BR" sz="7000" b="1" dirty="0"/>
              <a:t>AO PAI VOLTEMOS, JUNTOS ANDEMOS</a:t>
            </a:r>
          </a:p>
          <a:p>
            <a:pPr algn="l"/>
            <a:r>
              <a:rPr lang="pt-BR" sz="7000" b="1" dirty="0"/>
              <a:t>EIS O TEMPO DE CONVERSÃO!</a:t>
            </a:r>
          </a:p>
          <a:p>
            <a:pPr algn="l"/>
            <a:endParaRPr lang="pt-BR" sz="6000" b="1" dirty="0"/>
          </a:p>
          <a:p>
            <a:pPr algn="l"/>
            <a:endParaRPr lang="pt-BR" sz="6000" dirty="0"/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4273069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8962" y="1098144"/>
            <a:ext cx="11225647" cy="562494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000" dirty="0"/>
              <a:t>1. OS CAMINHOS DO SENHOR</a:t>
            </a:r>
          </a:p>
          <a:p>
            <a:pPr algn="l"/>
            <a:r>
              <a:rPr lang="pt-BR" sz="6000" dirty="0"/>
              <a:t>SÃO VERDADE, SÃO AMOR</a:t>
            </a:r>
          </a:p>
          <a:p>
            <a:pPr algn="l"/>
            <a:r>
              <a:rPr lang="pt-BR" sz="6000" dirty="0"/>
              <a:t>DIRIGI OS PASSOS MEUS</a:t>
            </a:r>
          </a:p>
          <a:p>
            <a:pPr algn="l"/>
            <a:r>
              <a:rPr lang="pt-BR" sz="6000" dirty="0"/>
              <a:t>EM VÓS ESPERO, Ó SENHOR!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2. ELE GUIA AO BOM CAMINHO</a:t>
            </a:r>
          </a:p>
          <a:p>
            <a:pPr algn="l"/>
            <a:r>
              <a:rPr lang="pt-BR" sz="6000" dirty="0"/>
              <a:t>QUEM ERROU E QUER VOLTAR</a:t>
            </a:r>
          </a:p>
          <a:p>
            <a:pPr algn="l"/>
            <a:r>
              <a:rPr lang="pt-BR" sz="6000" dirty="0"/>
              <a:t>ELE É BOM, FIEL E JUSTO</a:t>
            </a:r>
          </a:p>
          <a:p>
            <a:pPr algn="l"/>
            <a:r>
              <a:rPr lang="pt-BR" sz="6000" dirty="0"/>
              <a:t>ELE BUSCA E VEM SALVAR</a:t>
            </a:r>
          </a:p>
          <a:p>
            <a:pPr algn="l"/>
            <a:endParaRPr lang="pt-BR" sz="6000" dirty="0"/>
          </a:p>
          <a:p>
            <a:pPr algn="l"/>
            <a:endParaRPr lang="pt-BR" sz="6000" dirty="0"/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323413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000" b="1" dirty="0"/>
              <a:t>EIS O TEMPO DE CONVERSÃO</a:t>
            </a:r>
          </a:p>
          <a:p>
            <a:pPr algn="l"/>
            <a:r>
              <a:rPr lang="pt-BR" sz="7000" b="1" dirty="0"/>
              <a:t>EIS O DIA DA SALVAÇÃO</a:t>
            </a:r>
          </a:p>
          <a:p>
            <a:pPr algn="l"/>
            <a:r>
              <a:rPr lang="pt-BR" sz="7000" b="1" dirty="0"/>
              <a:t>AO PAI VOLTEMOS, JUNTOS ANDEMOS</a:t>
            </a:r>
          </a:p>
          <a:p>
            <a:pPr algn="l"/>
            <a:r>
              <a:rPr lang="pt-BR" sz="7000" b="1" dirty="0"/>
              <a:t>EIS O TEMPO DE CONVERSÃO!</a:t>
            </a:r>
          </a:p>
          <a:p>
            <a:pPr algn="l"/>
            <a:endParaRPr lang="pt-BR" sz="6000" b="1" dirty="0"/>
          </a:p>
          <a:p>
            <a:pPr algn="l"/>
            <a:endParaRPr lang="pt-BR" sz="6000" dirty="0"/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182543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8962" y="1098144"/>
            <a:ext cx="11225647" cy="562494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000" dirty="0"/>
              <a:t>3. VIVEREI COM O SENHOR</a:t>
            </a:r>
          </a:p>
          <a:p>
            <a:pPr algn="l"/>
            <a:r>
              <a:rPr lang="pt-BR" sz="6000" dirty="0"/>
              <a:t>ELE É O MEU SUSTENTO</a:t>
            </a:r>
          </a:p>
          <a:p>
            <a:pPr algn="l"/>
            <a:r>
              <a:rPr lang="pt-BR" sz="6000" dirty="0"/>
              <a:t>EU CONFIO, MESMO QUANDO</a:t>
            </a:r>
          </a:p>
          <a:p>
            <a:pPr algn="l"/>
            <a:r>
              <a:rPr lang="pt-BR" sz="6000" dirty="0"/>
              <a:t>MINHA DOR NÃO MAIS AGUENTO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4. TEM VALOR AOS OLHOS SEUS</a:t>
            </a:r>
          </a:p>
          <a:p>
            <a:pPr algn="l"/>
            <a:r>
              <a:rPr lang="pt-BR" sz="6000" dirty="0"/>
              <a:t>MEU SOFRER E MEU MORRER</a:t>
            </a:r>
          </a:p>
          <a:p>
            <a:pPr algn="l"/>
            <a:r>
              <a:rPr lang="pt-BR" sz="6000" dirty="0"/>
              <a:t>LIBERTAI O VOSSO SERVO</a:t>
            </a:r>
          </a:p>
          <a:p>
            <a:pPr algn="l"/>
            <a:r>
              <a:rPr lang="pt-BR" sz="6000" dirty="0"/>
              <a:t>E FAZEI-O REVIVER!</a:t>
            </a:r>
          </a:p>
          <a:p>
            <a:pPr algn="l"/>
            <a:endParaRPr lang="pt-BR" sz="6000" dirty="0"/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741425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000" b="1" dirty="0"/>
              <a:t>EIS O TEMPO DE CONVERSÃO</a:t>
            </a:r>
          </a:p>
          <a:p>
            <a:pPr algn="l"/>
            <a:r>
              <a:rPr lang="pt-BR" sz="7000" b="1" dirty="0"/>
              <a:t>EIS O DIA DA SALVAÇÃO</a:t>
            </a:r>
          </a:p>
          <a:p>
            <a:pPr algn="l"/>
            <a:r>
              <a:rPr lang="pt-BR" sz="7000" b="1" dirty="0"/>
              <a:t>AO PAI VOLTEMOS, JUNTOS ANDEMOS</a:t>
            </a:r>
          </a:p>
          <a:p>
            <a:pPr algn="l"/>
            <a:r>
              <a:rPr lang="pt-BR" sz="7000" b="1" dirty="0"/>
              <a:t>EIS O TEMPO DE CONVERSÃO!</a:t>
            </a:r>
          </a:p>
          <a:p>
            <a:pPr algn="l"/>
            <a:endParaRPr lang="pt-BR" sz="6000" b="1" dirty="0"/>
          </a:p>
          <a:p>
            <a:pPr algn="l"/>
            <a:endParaRPr lang="pt-BR" sz="6000" dirty="0"/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623200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SENHOR, QUE FAZEIS PASSAR DA MORTE PARA A VIDA, QUEM OUVE A VOSSA PALAVRA, TENDE PIEDADE DE NÓS.</a:t>
            </a:r>
          </a:p>
          <a:p>
            <a:pPr algn="just"/>
            <a:endParaRPr lang="pt-BR" sz="4400" b="1" dirty="0"/>
          </a:p>
          <a:p>
            <a:pPr algn="just"/>
            <a:r>
              <a:rPr lang="pt-BR" sz="6000" b="1" dirty="0"/>
              <a:t>SENHOR, TENDE PIEDADE DE NÓS.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CRISTO, QUE QUISESTES SER LEVANTADO DA TERRA PARA QUE TENHA A VIDA ETERNA, TODO AQUELE QUE CRÊ EM VOZ, TENDE PIEDADE DE NÓS.</a:t>
            </a:r>
          </a:p>
          <a:p>
            <a:pPr algn="just"/>
            <a:endParaRPr lang="pt-BR" sz="4400" b="1" dirty="0"/>
          </a:p>
          <a:p>
            <a:pPr algn="just"/>
            <a:r>
              <a:rPr lang="pt-BR" sz="6000" b="1" dirty="0"/>
              <a:t>CRISTO, TENDE PIEDADE DE NÓS.</a:t>
            </a:r>
          </a:p>
        </p:txBody>
      </p:sp>
    </p:spTree>
    <p:extLst>
      <p:ext uri="{BB962C8B-B14F-4D97-AF65-F5344CB8AC3E}">
        <p14:creationId xmlns:p14="http://schemas.microsoft.com/office/powerpoint/2010/main" val="1727850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dirty="0"/>
              <a:t>SENHOR, QUE NOS SUBMETEIS AO JULGAMENTO DA VOSSA CRUZ, PARA LEVANTAR-NOS À GLÓRIA DA RESSURREIÇÃO, TENDE PIEDADE DE NÓS.</a:t>
            </a:r>
          </a:p>
          <a:p>
            <a:pPr algn="just"/>
            <a:endParaRPr lang="pt-BR" sz="4400" b="1" dirty="0"/>
          </a:p>
          <a:p>
            <a:pPr algn="just"/>
            <a:r>
              <a:rPr lang="pt-BR" sz="6000" b="1" dirty="0"/>
              <a:t>SENHOR, TENDE PIEDADE DE NÓS.</a:t>
            </a:r>
          </a:p>
        </p:txBody>
      </p:sp>
    </p:spTree>
    <p:extLst>
      <p:ext uri="{BB962C8B-B14F-4D97-AF65-F5344CB8AC3E}">
        <p14:creationId xmlns:p14="http://schemas.microsoft.com/office/powerpoint/2010/main" val="1738207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462426" cy="2957080"/>
          </a:xfrm>
        </p:spPr>
        <p:txBody>
          <a:bodyPr>
            <a:normAutofit/>
          </a:bodyPr>
          <a:lstStyle/>
          <a:p>
            <a:r>
              <a:rPr lang="pt-BR" sz="6000" b="1" dirty="0"/>
              <a:t>CRIAI EM MIM UM CORAÇÃO QUE SEJA PURO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92500"/>
          </a:bodyPr>
          <a:lstStyle/>
          <a:p>
            <a:r>
              <a:rPr lang="pt-BR" sz="4800" b="1" dirty="0"/>
              <a:t>GLÓRIA A VÓS, Ó CRISTO, VERBO DE DEUS</a:t>
            </a:r>
          </a:p>
          <a:p>
            <a:endParaRPr lang="pt-BR" sz="4800" b="1" dirty="0"/>
          </a:p>
          <a:p>
            <a:r>
              <a:rPr lang="pt-BR" sz="4800" dirty="0"/>
              <a:t>SE ALGUÉM ME QUER SERVIR, QUE VENHA ATRÁS DE MIM; E ONDE EU ESTIVER, ALI ESTARÁ MEU SERVO.</a:t>
            </a:r>
          </a:p>
          <a:p>
            <a:endParaRPr lang="pt-BR" sz="4800" b="1" dirty="0"/>
          </a:p>
          <a:p>
            <a:r>
              <a:rPr lang="pt-BR" sz="4800" b="1" dirty="0"/>
              <a:t>GLÓRIA A VÓS Ó CRISTO, VERBO DE DEUS.</a:t>
            </a:r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C630C-596E-4EB6-EFBB-BFB198F9B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5D1AD-9774-3083-5914-9E0CE04F9C88}"/>
              </a:ext>
            </a:extLst>
          </p:cNvPr>
          <p:cNvSpPr txBox="1">
            <a:spLocks/>
          </p:cNvSpPr>
          <p:nvPr/>
        </p:nvSpPr>
        <p:spPr>
          <a:xfrm>
            <a:off x="430530" y="163416"/>
            <a:ext cx="5305301" cy="47105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rgbClr val="FF0000"/>
                </a:solidFill>
              </a:rPr>
              <a:t>Oração da campanha da fraternidade 2024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372CC8-14C2-23FD-93B9-C84A659D7F36}"/>
              </a:ext>
            </a:extLst>
          </p:cNvPr>
          <p:cNvSpPr txBox="1">
            <a:spLocks/>
          </p:cNvSpPr>
          <p:nvPr/>
        </p:nvSpPr>
        <p:spPr>
          <a:xfrm>
            <a:off x="430530" y="634471"/>
            <a:ext cx="11330940" cy="700664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</a:t>
            </a:r>
            <a:r>
              <a:rPr lang="pt-BR" sz="5400" b="0" i="0" dirty="0">
                <a:solidFill>
                  <a:schemeClr val="bg2">
                    <a:lumMod val="1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EUS PAI, VÓS CRIASTES TODOS OS SERES HUMANOS COM A MESMA DIGNIDADE.</a:t>
            </a:r>
            <a:b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pt-BR" sz="5400" b="0" i="0" dirty="0">
                <a:solidFill>
                  <a:schemeClr val="bg2">
                    <a:lumMod val="1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VÓS OS RESGATASTES PELA VIDA, MORTE E RESSURREIÇÃO DO VOSSO FILHO, JESUS </a:t>
            </a: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</a:t>
            </a:r>
            <a:r>
              <a:rPr lang="pt-BR" sz="5400" b="0" i="0" dirty="0">
                <a:solidFill>
                  <a:schemeClr val="bg2">
                    <a:lumMod val="1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RISTO,</a:t>
            </a:r>
            <a:b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pt-BR" sz="5400" b="0" i="0" dirty="0">
                <a:solidFill>
                  <a:schemeClr val="bg2">
                    <a:lumMod val="1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 OS TORNASTES FILHOS E FILHAS SANTIFICADOS NO ESPÍRITO. 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167197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79281-D5F0-61FE-5268-101F1447D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A0B52-9B3B-8A1F-633C-E0B7D86F6DA7}"/>
              </a:ext>
            </a:extLst>
          </p:cNvPr>
          <p:cNvSpPr txBox="1">
            <a:spLocks/>
          </p:cNvSpPr>
          <p:nvPr/>
        </p:nvSpPr>
        <p:spPr>
          <a:xfrm>
            <a:off x="430530" y="0"/>
            <a:ext cx="5305301" cy="47105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rgbClr val="FF0000"/>
                </a:solidFill>
              </a:rPr>
              <a:t>Oração da campanha da fraternidade 2024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D78C07-30F9-6793-B795-76972BA89FB6}"/>
              </a:ext>
            </a:extLst>
          </p:cNvPr>
          <p:cNvSpPr txBox="1">
            <a:spLocks/>
          </p:cNvSpPr>
          <p:nvPr/>
        </p:nvSpPr>
        <p:spPr>
          <a:xfrm>
            <a:off x="430530" y="398943"/>
            <a:ext cx="11330940" cy="700664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AJUDAI-NOS, NESTA QUARESMA,</a:t>
            </a:r>
          </a:p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COMPREENDER O VALOR DA AMIZADE SOCIAL E A VIVER A BELEZA DA FRATERNIDADE HUMANA ABERTA A TODOS,</a:t>
            </a:r>
          </a:p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PARA ALÉM DOS NOSSOS GOSTOS, AFETOS E PREFERÊNCIAS,</a:t>
            </a:r>
          </a:p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NUM CAMINHO DE VERDADEIRA PENITÊNCIA E CONVERSÃO.</a:t>
            </a:r>
          </a:p>
        </p:txBody>
      </p:sp>
    </p:spTree>
    <p:extLst>
      <p:ext uri="{BB962C8B-B14F-4D97-AF65-F5344CB8AC3E}">
        <p14:creationId xmlns:p14="http://schemas.microsoft.com/office/powerpoint/2010/main" val="551363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598C2-25E9-1BF8-5E5F-C1B1D3A1E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5253B1-6ABE-8AC0-B299-F45C29F314F6}"/>
              </a:ext>
            </a:extLst>
          </p:cNvPr>
          <p:cNvSpPr txBox="1">
            <a:spLocks/>
          </p:cNvSpPr>
          <p:nvPr/>
        </p:nvSpPr>
        <p:spPr>
          <a:xfrm>
            <a:off x="445044" y="275772"/>
            <a:ext cx="5305301" cy="47105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rgbClr val="FF0000"/>
                </a:solidFill>
              </a:rPr>
              <a:t>Oração da campanha da fraternidade 2024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FF277C-72F0-8159-DCC8-903C828E044C}"/>
              </a:ext>
            </a:extLst>
          </p:cNvPr>
          <p:cNvSpPr txBox="1">
            <a:spLocks/>
          </p:cNvSpPr>
          <p:nvPr/>
        </p:nvSpPr>
        <p:spPr>
          <a:xfrm>
            <a:off x="430530" y="689229"/>
            <a:ext cx="11330940" cy="700664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INSPIRAI-NOS UM RENOVADO COMPROMISSO BATISMAL COM A CONSTRUÇÃO DE UM MUNDO NOVO, DE DIÁLOGO, JUSTIÇA, IGUALDADE E PAZ, CONFORME A BOA-NOVA DO EVANGELHO.</a:t>
            </a:r>
          </a:p>
        </p:txBody>
      </p:sp>
    </p:spTree>
    <p:extLst>
      <p:ext uri="{BB962C8B-B14F-4D97-AF65-F5344CB8AC3E}">
        <p14:creationId xmlns:p14="http://schemas.microsoft.com/office/powerpoint/2010/main" val="3802134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B9492-2AF6-A04C-397D-150795A9D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AE1DCE-4360-892B-072F-8F3C8038D13D}"/>
              </a:ext>
            </a:extLst>
          </p:cNvPr>
          <p:cNvSpPr txBox="1">
            <a:spLocks/>
          </p:cNvSpPr>
          <p:nvPr/>
        </p:nvSpPr>
        <p:spPr>
          <a:xfrm>
            <a:off x="445044" y="275772"/>
            <a:ext cx="5305301" cy="47105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rgbClr val="FF0000"/>
                </a:solidFill>
              </a:rPr>
              <a:t>Oração da campanha da fraternidade 2024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51EB96-79E0-D7B3-7360-9249756D6A9C}"/>
              </a:ext>
            </a:extLst>
          </p:cNvPr>
          <p:cNvSpPr txBox="1">
            <a:spLocks/>
          </p:cNvSpPr>
          <p:nvPr/>
        </p:nvSpPr>
        <p:spPr>
          <a:xfrm>
            <a:off x="430530" y="689229"/>
            <a:ext cx="11330940" cy="700664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ENSINAI-NOS A CONSTRUIR UMA SOCIEDADE SOLIDÁRIA, SEM EXCLUSÃO, INDIFERENÇA, VIOLÊNCIA E GUERRAS. E QUE MARIA, VOSSA SERVA E NOSSA MÃE, EDUQUE-NOS PARA FAZERMOS VOSSA SANTA VONTADE. AMÉM!</a:t>
            </a:r>
          </a:p>
        </p:txBody>
      </p:sp>
    </p:spTree>
    <p:extLst>
      <p:ext uri="{BB962C8B-B14F-4D97-AF65-F5344CB8AC3E}">
        <p14:creationId xmlns:p14="http://schemas.microsoft.com/office/powerpoint/2010/main" val="778293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814D6-F5BF-2D1F-C87C-0626E2096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4BAED85-DA4D-F6E8-B131-A15F6B4957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0916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b="1" dirty="0"/>
              <a:t>CRIAI EM NÓS UM CORAÇÃO QUE SEJA PURO</a:t>
            </a:r>
          </a:p>
          <a:p>
            <a:pPr algn="l"/>
            <a:r>
              <a:rPr lang="pt-BR" sz="8800" b="1" dirty="0"/>
              <a:t>DAI-NOS, SENHOR, UM CORAÇÃO MAIS CONFIANTE</a:t>
            </a:r>
          </a:p>
          <a:p>
            <a:pPr algn="l"/>
            <a:r>
              <a:rPr lang="pt-BR" sz="8800" b="1" dirty="0"/>
              <a:t>Ó DEUS, LEMBRAI-VOS DO VOSSO AMOR:</a:t>
            </a:r>
          </a:p>
          <a:p>
            <a:pPr algn="l"/>
            <a:r>
              <a:rPr lang="pt-BR" sz="8800" b="1" dirty="0"/>
              <a:t>MISERICÓRDIA!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CB661-34B6-D820-0093-1D297A204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13B3EE-67E0-C457-89AD-6948DE5EB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65F711-1016-CA3E-0008-5A63EA254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dirty="0"/>
              <a:t>1. ESCUTAI, Ó SENHOR DEUS, MINHA ORAÇÃO</a:t>
            </a:r>
          </a:p>
          <a:p>
            <a:pPr algn="l"/>
            <a:r>
              <a:rPr lang="pt-BR" sz="8800" dirty="0"/>
              <a:t>ATENDEI A MINHA PRECE, AO MEU CLAMOR</a:t>
            </a:r>
          </a:p>
          <a:p>
            <a:pPr algn="l"/>
            <a:r>
              <a:rPr lang="pt-BR" sz="8800" dirty="0"/>
              <a:t>PORQUE SOIS O MEU ABRIGO E FORTALEZA</a:t>
            </a:r>
          </a:p>
          <a:p>
            <a:pPr algn="l"/>
            <a:r>
              <a:rPr lang="pt-BR" sz="8800" dirty="0"/>
              <a:t>SOIS A VIDA, SOIS AMPARO PROTETOR</a:t>
            </a:r>
          </a:p>
        </p:txBody>
      </p:sp>
    </p:spTree>
    <p:extLst>
      <p:ext uri="{BB962C8B-B14F-4D97-AF65-F5344CB8AC3E}">
        <p14:creationId xmlns:p14="http://schemas.microsoft.com/office/powerpoint/2010/main" val="22688259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b="1" dirty="0"/>
              <a:t>CRIAI EM NÓS UM CORAÇÃO QUE SEJA PURO</a:t>
            </a:r>
          </a:p>
          <a:p>
            <a:pPr algn="l"/>
            <a:r>
              <a:rPr lang="pt-BR" sz="8800" b="1" dirty="0"/>
              <a:t>DAI-NOS, SENHOR, UM CORAÇÃO MAIS CONFIANTE</a:t>
            </a:r>
          </a:p>
          <a:p>
            <a:pPr algn="l"/>
            <a:r>
              <a:rPr lang="pt-BR" sz="8800" b="1" dirty="0"/>
              <a:t>Ó DEUS, LEMBRAI-VOS DO VOSSO AMOR:</a:t>
            </a:r>
          </a:p>
          <a:p>
            <a:pPr algn="l"/>
            <a:r>
              <a:rPr lang="pt-BR" sz="8800" b="1" dirty="0"/>
              <a:t>MISERICÓRDIA!</a:t>
            </a:r>
          </a:p>
        </p:txBody>
      </p:sp>
    </p:spTree>
    <p:extLst>
      <p:ext uri="{BB962C8B-B14F-4D97-AF65-F5344CB8AC3E}">
        <p14:creationId xmlns:p14="http://schemas.microsoft.com/office/powerpoint/2010/main" val="3479918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27433-9DB4-2811-6E54-CED948B5B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D4CE9-0498-8ECA-7724-C1A3D5976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2A5D66-F48F-C7D2-CDC8-D6F313A82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dirty="0"/>
              <a:t>2. A MINH’ALMA, Ó SENHOR, DE VÓS TEM SEDE</a:t>
            </a:r>
          </a:p>
          <a:p>
            <a:pPr algn="l"/>
            <a:r>
              <a:rPr lang="pt-BR" sz="8800" dirty="0"/>
              <a:t>COMO A TERRA SEDENTA E SEM ÁGUA</a:t>
            </a:r>
          </a:p>
          <a:p>
            <a:pPr algn="l"/>
            <a:r>
              <a:rPr lang="pt-BR" sz="8800" dirty="0"/>
              <a:t>DE SER SALVO, ME CONCEDEI A ALEGRIA</a:t>
            </a:r>
          </a:p>
          <a:p>
            <a:pPr algn="l"/>
            <a:r>
              <a:rPr lang="pt-BR" sz="8800" dirty="0"/>
              <a:t>PERDOAI-ME TODA CULPA, TODA MÁGOA</a:t>
            </a:r>
          </a:p>
        </p:txBody>
      </p:sp>
    </p:spTree>
    <p:extLst>
      <p:ext uri="{BB962C8B-B14F-4D97-AF65-F5344CB8AC3E}">
        <p14:creationId xmlns:p14="http://schemas.microsoft.com/office/powerpoint/2010/main" val="531200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b="1" dirty="0"/>
              <a:t>CRIAI EM NÓS UM CORAÇÃO QUE SEJA PURO</a:t>
            </a:r>
          </a:p>
          <a:p>
            <a:pPr algn="l"/>
            <a:r>
              <a:rPr lang="pt-BR" sz="8800" b="1" dirty="0"/>
              <a:t>DAI-NOS, SENHOR, UM CORAÇÃO MAIS CONFIANTE</a:t>
            </a:r>
          </a:p>
          <a:p>
            <a:pPr algn="l"/>
            <a:r>
              <a:rPr lang="pt-BR" sz="8800" b="1" dirty="0"/>
              <a:t>Ó DEUS, LEMBRAI-VOS DO VOSSO AMOR:</a:t>
            </a:r>
          </a:p>
          <a:p>
            <a:pPr algn="l"/>
            <a:r>
              <a:rPr lang="pt-BR" sz="8800" b="1" dirty="0"/>
              <a:t>MISERICÓRDIA!</a:t>
            </a:r>
          </a:p>
        </p:txBody>
      </p:sp>
    </p:spTree>
    <p:extLst>
      <p:ext uri="{BB962C8B-B14F-4D97-AF65-F5344CB8AC3E}">
        <p14:creationId xmlns:p14="http://schemas.microsoft.com/office/powerpoint/2010/main" val="39944933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27433-9DB4-2811-6E54-CED948B5B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D4CE9-0498-8ECA-7724-C1A3D5976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2A5D66-F48F-C7D2-CDC8-D6F313A82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dirty="0"/>
              <a:t>3. ESTA TERRA, Ó SENHOR, FAVORECESTES</a:t>
            </a:r>
          </a:p>
          <a:p>
            <a:pPr algn="l"/>
            <a:r>
              <a:rPr lang="pt-BR" sz="8800" dirty="0"/>
              <a:t>PERDOASTES O PECADO AO VOSSO POVO</a:t>
            </a:r>
          </a:p>
          <a:p>
            <a:pPr algn="l"/>
            <a:r>
              <a:rPr lang="pt-BR" sz="8800" dirty="0"/>
              <a:t>VÓS SOIS BOM, SOIS CLEMENTE, SOIS PERDÃO</a:t>
            </a:r>
          </a:p>
          <a:p>
            <a:pPr algn="l"/>
            <a:r>
              <a:rPr lang="pt-BR" sz="8800" dirty="0"/>
              <a:t>VÓS SOIS, SENHOR, O DEUS DE AMOR A QUEM INVOCO</a:t>
            </a:r>
          </a:p>
        </p:txBody>
      </p:sp>
    </p:spTree>
    <p:extLst>
      <p:ext uri="{BB962C8B-B14F-4D97-AF65-F5344CB8AC3E}">
        <p14:creationId xmlns:p14="http://schemas.microsoft.com/office/powerpoint/2010/main" val="24024036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58050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1289426"/>
            <a:ext cx="11441777" cy="5424487"/>
          </a:xfrm>
        </p:spPr>
        <p:txBody>
          <a:bodyPr>
            <a:normAutofit/>
          </a:bodyPr>
          <a:lstStyle/>
          <a:p>
            <a:pPr algn="just"/>
            <a:r>
              <a:rPr lang="pt-BR" sz="8000" dirty="0"/>
              <a:t>BENDITO O QUE VEM</a:t>
            </a:r>
          </a:p>
          <a:p>
            <a:pPr algn="just"/>
            <a:r>
              <a:rPr lang="pt-BR" sz="8000" dirty="0"/>
              <a:t>EM NOME DO SENHOR</a:t>
            </a:r>
          </a:p>
          <a:p>
            <a:pPr algn="l"/>
            <a:r>
              <a:rPr lang="pt-BR" sz="80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10100" b="1" dirty="0"/>
              <a:t>AGORA O TEMPO SE CUMPRIU, O REINO JÁ CHEGOU, IRMÃOS, CONVERTAM-SE E CREIAM FIRME NO EVANGELHO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1. FELIZ AQUELE HOMEM QUE NÃO ANDA</a:t>
            </a:r>
          </a:p>
          <a:p>
            <a:pPr algn="l"/>
            <a:r>
              <a:rPr lang="pt-BR" sz="8000" dirty="0"/>
              <a:t>CONFORME OS CONSELHOS DOS PERVERSOS;</a:t>
            </a:r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10100" b="1" dirty="0"/>
              <a:t>AGORA O TEMPO SE CUMPRIU, O REINO JÁ CHEGOU, IRMÃOS, CONVERTAM-SE E CREIAM FIRME NO EVANGELHO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030062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8000" dirty="0"/>
              <a:t>2. QUE NÃO ENTRA NO CAMINHO DOS MALVADOS</a:t>
            </a:r>
          </a:p>
          <a:p>
            <a:pPr algn="l"/>
            <a:r>
              <a:rPr lang="pt-BR" sz="8000" dirty="0"/>
              <a:t>NEM JUNTO AOS ZOMBADORES VAI SENTAR-SE;</a:t>
            </a:r>
          </a:p>
        </p:txBody>
      </p:sp>
    </p:spTree>
    <p:extLst>
      <p:ext uri="{BB962C8B-B14F-4D97-AF65-F5344CB8AC3E}">
        <p14:creationId xmlns:p14="http://schemas.microsoft.com/office/powerpoint/2010/main" val="10629063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10100" b="1" dirty="0"/>
              <a:t>AGORA O TEMPO SE CUMPRIU, O REINO JÁ CHEGOU, IRMÃOS, CONVERTAM-SE E CREIAM FIRME NO EVANGELHO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3598260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3. MAS ENCONTRA SEU PRAZER NA LEI DE DEUS</a:t>
            </a:r>
          </a:p>
          <a:p>
            <a:pPr algn="l"/>
            <a:r>
              <a:rPr lang="pt-BR" sz="8000" dirty="0"/>
              <a:t>E MEDITA, DIA E NOITE, SEM CESSAR;</a:t>
            </a:r>
          </a:p>
        </p:txBody>
      </p:sp>
    </p:spTree>
    <p:extLst>
      <p:ext uri="{BB962C8B-B14F-4D97-AF65-F5344CB8AC3E}">
        <p14:creationId xmlns:p14="http://schemas.microsoft.com/office/powerpoint/2010/main" val="42146023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686788"/>
            <a:ext cx="11194472" cy="6572994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2600" dirty="0"/>
              <a:t>ALMA DE CRISTO, SANTIFICAI-ME</a:t>
            </a:r>
          </a:p>
          <a:p>
            <a:pPr algn="l"/>
            <a:r>
              <a:rPr lang="pt-BR" sz="12600" dirty="0"/>
              <a:t>CORPO DE CRISTO, SALVAI-ME</a:t>
            </a:r>
          </a:p>
          <a:p>
            <a:pPr algn="l"/>
            <a:r>
              <a:rPr lang="pt-BR" sz="12600" dirty="0"/>
              <a:t>SANGUE DE CRISTO, INEBRIAI-ME</a:t>
            </a:r>
          </a:p>
          <a:p>
            <a:pPr algn="l"/>
            <a:r>
              <a:rPr lang="pt-BR" sz="12600" dirty="0"/>
              <a:t>ÁGUA DO LADO DE CRISTO, LAVAI-ME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82242-1D3D-14F1-0B48-260113491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70CF9-71BE-F943-6755-18479C23F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6E11F4-7466-1C9C-3614-81E501E07F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961108"/>
            <a:ext cx="11194472" cy="534825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12600" dirty="0"/>
              <a:t>PAIXÃO DE CRISTO, CONFORTAI-ME</a:t>
            </a:r>
          </a:p>
          <a:p>
            <a:pPr algn="l"/>
            <a:r>
              <a:rPr lang="pt-BR" sz="12600" dirty="0"/>
              <a:t>Ó BOM JESUS, OUVI-ME</a:t>
            </a:r>
          </a:p>
          <a:p>
            <a:pPr algn="l"/>
            <a:r>
              <a:rPr lang="pt-BR" sz="12600" dirty="0"/>
              <a:t>DENTRO DE VOSSAS CHAGAS, ESCONDEI-ME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9377088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C40C2-CA91-9B16-CB9E-85DB7CC39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816C85-8BEA-58D8-B6E2-C8186A642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E2175F-13A6-6462-608C-43A303A005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748736"/>
            <a:ext cx="11194472" cy="6572994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12600" dirty="0"/>
              <a:t>NÃO PERMITAIS QUE EU ME SEPARE DE VÓS</a:t>
            </a:r>
          </a:p>
          <a:p>
            <a:pPr algn="l"/>
            <a:r>
              <a:rPr lang="pt-BR" sz="12600" dirty="0"/>
              <a:t>DO ESPÍRITO MALIGNO DEFENDEI-ME</a:t>
            </a:r>
          </a:p>
          <a:p>
            <a:pPr algn="l"/>
            <a:r>
              <a:rPr lang="pt-BR" sz="12600" dirty="0"/>
              <a:t>NA HORA DA MORTE</a:t>
            </a:r>
          </a:p>
          <a:p>
            <a:pPr algn="l"/>
            <a:r>
              <a:rPr lang="pt-BR" sz="12600" dirty="0"/>
              <a:t>CHAMAI-ME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4495859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634BE-95E4-281A-C67E-1569F4AFC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BCDBC-085F-E3CE-2A24-77F9840EF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3ED62C-1A69-C9E4-1024-7391DD1B17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899160"/>
            <a:ext cx="11194472" cy="636062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2600" dirty="0"/>
              <a:t>E MANDAI-ME IR PARA VÓS</a:t>
            </a:r>
          </a:p>
          <a:p>
            <a:pPr algn="l"/>
            <a:r>
              <a:rPr lang="pt-BR" sz="12600" dirty="0"/>
              <a:t>PARA QUE COM VOSSOS SANTOS VOS LOUVE</a:t>
            </a:r>
          </a:p>
          <a:p>
            <a:pPr algn="l"/>
            <a:r>
              <a:rPr lang="pt-BR" sz="12600" dirty="0"/>
              <a:t>POR TODOS OS SÉCULOS DOS SÉCULOS, AMÉM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37835949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1975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737" y="237505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737" y="708560"/>
            <a:ext cx="11972144" cy="6778315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PECADOR, AGORA É TEMPO</a:t>
            </a:r>
          </a:p>
          <a:p>
            <a:pPr algn="l"/>
            <a:r>
              <a:rPr lang="pt-BR" sz="7200" dirty="0"/>
              <a:t>DE PESAR E DE TEMOR</a:t>
            </a:r>
          </a:p>
          <a:p>
            <a:pPr algn="l"/>
            <a:r>
              <a:rPr lang="pt-BR" sz="7200" dirty="0"/>
              <a:t>SERVE A DEUS, DESPREZA O MUNDO</a:t>
            </a:r>
          </a:p>
          <a:p>
            <a:pPr algn="l"/>
            <a:r>
              <a:rPr lang="pt-BR" sz="7200" dirty="0"/>
              <a:t>JÁ NÃO SEJAS PECADOR! (2X)</a:t>
            </a:r>
          </a:p>
        </p:txBody>
      </p:sp>
    </p:spTree>
    <p:extLst>
      <p:ext uri="{BB962C8B-B14F-4D97-AF65-F5344CB8AC3E}">
        <p14:creationId xmlns:p14="http://schemas.microsoft.com/office/powerpoint/2010/main" val="22415759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739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739" y="888670"/>
            <a:ext cx="11562413" cy="5476505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8500" dirty="0"/>
              <a:t>NESTE TEMPO SACROSSANTO</a:t>
            </a:r>
          </a:p>
          <a:p>
            <a:pPr algn="l"/>
            <a:r>
              <a:rPr lang="pt-BR" sz="18500" dirty="0"/>
              <a:t>O PECADO FAZ HORROR</a:t>
            </a:r>
          </a:p>
          <a:p>
            <a:pPr algn="l"/>
            <a:r>
              <a:rPr lang="pt-BR" sz="18500" dirty="0"/>
              <a:t>CONTEMPLANDO A CRUZ DE CRISTO</a:t>
            </a:r>
          </a:p>
          <a:p>
            <a:pPr algn="l"/>
            <a:r>
              <a:rPr lang="pt-BR" sz="18500" dirty="0"/>
              <a:t>JÁ NÃO SEJAS PECADOR!</a:t>
            </a:r>
          </a:p>
        </p:txBody>
      </p:sp>
    </p:spTree>
    <p:extLst>
      <p:ext uri="{BB962C8B-B14F-4D97-AF65-F5344CB8AC3E}">
        <p14:creationId xmlns:p14="http://schemas.microsoft.com/office/powerpoint/2010/main" val="41103453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739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739" y="888670"/>
            <a:ext cx="11562413" cy="5476505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18500" dirty="0"/>
              <a:t>VAIS PECANDO, VAIS PECANDO</a:t>
            </a:r>
          </a:p>
          <a:p>
            <a:pPr algn="l"/>
            <a:r>
              <a:rPr lang="pt-BR" sz="18500" dirty="0"/>
              <a:t>VAIS DE HORROR EM MAIS HORROR</a:t>
            </a:r>
          </a:p>
          <a:p>
            <a:pPr algn="l"/>
            <a:r>
              <a:rPr lang="pt-BR" sz="18500" dirty="0"/>
              <a:t>FILHO, ACORDAS DESSA MORTE</a:t>
            </a:r>
          </a:p>
          <a:p>
            <a:pPr algn="l"/>
            <a:r>
              <a:rPr lang="pt-BR" sz="18500" dirty="0"/>
              <a:t>JÁ NÃO SEJA PECADOR!</a:t>
            </a:r>
          </a:p>
          <a:p>
            <a:pPr algn="l"/>
            <a:r>
              <a:rPr lang="pt-BR" sz="18500" dirty="0"/>
              <a:t>FILHO, ACORDAS DESSA MORTE</a:t>
            </a:r>
          </a:p>
          <a:p>
            <a:pPr algn="l"/>
            <a:r>
              <a:rPr lang="pt-BR" sz="18500" dirty="0"/>
              <a:t>JÁ NÃO SEJA PECADOR!</a:t>
            </a:r>
          </a:p>
        </p:txBody>
      </p:sp>
    </p:spTree>
    <p:extLst>
      <p:ext uri="{BB962C8B-B14F-4D97-AF65-F5344CB8AC3E}">
        <p14:creationId xmlns:p14="http://schemas.microsoft.com/office/powerpoint/2010/main" val="2089899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739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739" y="888670"/>
            <a:ext cx="11562413" cy="5476505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18500" dirty="0"/>
              <a:t>PECADOR ARREPENDIDO</a:t>
            </a:r>
          </a:p>
          <a:p>
            <a:pPr algn="l"/>
            <a:r>
              <a:rPr lang="pt-BR" sz="18500" dirty="0"/>
              <a:t>POBREZINHO PECADOR</a:t>
            </a:r>
          </a:p>
          <a:p>
            <a:pPr algn="l"/>
            <a:r>
              <a:rPr lang="pt-BR" sz="18500" dirty="0"/>
              <a:t>VEM, ABRAÇA-ME CONTRITO</a:t>
            </a:r>
          </a:p>
          <a:p>
            <a:pPr algn="l"/>
            <a:r>
              <a:rPr lang="pt-BR" sz="18500" dirty="0"/>
              <a:t>COM TEU PAI, TEU CRIADOR!</a:t>
            </a:r>
          </a:p>
          <a:p>
            <a:pPr algn="l"/>
            <a:r>
              <a:rPr lang="pt-BR" sz="18500" dirty="0"/>
              <a:t>VEM, ABRAÇA-ME CONTRITO</a:t>
            </a:r>
          </a:p>
          <a:p>
            <a:pPr algn="l"/>
            <a:r>
              <a:rPr lang="pt-BR" sz="18500" dirty="0"/>
              <a:t>COM TEU PAI, TEU CRIADOR!</a:t>
            </a:r>
          </a:p>
        </p:txBody>
      </p:sp>
    </p:spTree>
    <p:extLst>
      <p:ext uri="{BB962C8B-B14F-4D97-AF65-F5344CB8AC3E}">
        <p14:creationId xmlns:p14="http://schemas.microsoft.com/office/powerpoint/2010/main" val="4147317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18511</TotalTime>
  <Words>1030</Words>
  <Application>Microsoft Office PowerPoint</Application>
  <PresentationFormat>Widescreen</PresentationFormat>
  <Paragraphs>171</Paragraphs>
  <Slides>46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PÓS COMUNHÃO</vt:lpstr>
      <vt:lpstr>Apresentação do PowerPoint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42</cp:revision>
  <dcterms:created xsi:type="dcterms:W3CDTF">2023-05-06T17:01:55Z</dcterms:created>
  <dcterms:modified xsi:type="dcterms:W3CDTF">2024-03-17T14:38:54Z</dcterms:modified>
</cp:coreProperties>
</file>