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375" r:id="rId2"/>
    <p:sldId id="485" r:id="rId3"/>
    <p:sldId id="505" r:id="rId4"/>
    <p:sldId id="264" r:id="rId5"/>
    <p:sldId id="259" r:id="rId6"/>
    <p:sldId id="404" r:id="rId7"/>
    <p:sldId id="488" r:id="rId8"/>
    <p:sldId id="265" r:id="rId9"/>
    <p:sldId id="266" r:id="rId10"/>
    <p:sldId id="267" r:id="rId11"/>
    <p:sldId id="271" r:id="rId12"/>
    <p:sldId id="438" r:id="rId13"/>
    <p:sldId id="506" r:id="rId14"/>
    <p:sldId id="507" r:id="rId15"/>
    <p:sldId id="292" r:id="rId16"/>
    <p:sldId id="275" r:id="rId17"/>
    <p:sldId id="361" r:id="rId18"/>
    <p:sldId id="362" r:id="rId19"/>
    <p:sldId id="491" r:id="rId20"/>
    <p:sldId id="508" r:id="rId21"/>
    <p:sldId id="509" r:id="rId22"/>
    <p:sldId id="510" r:id="rId23"/>
    <p:sldId id="511" r:id="rId24"/>
    <p:sldId id="277" r:id="rId25"/>
    <p:sldId id="512" r:id="rId26"/>
    <p:sldId id="429" r:id="rId27"/>
    <p:sldId id="441" r:id="rId28"/>
    <p:sldId id="457" r:id="rId29"/>
    <p:sldId id="428" r:id="rId30"/>
    <p:sldId id="514" r:id="rId31"/>
    <p:sldId id="502" r:id="rId32"/>
    <p:sldId id="354" r:id="rId33"/>
    <p:sldId id="513" r:id="rId34"/>
    <p:sldId id="486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49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C3C26360-C0B5-4ADF-99E0-52480F88E400}"/>
    <pc:docChg chg="undo custSel addSld delSld modSld sldOrd">
      <pc:chgData name="anaclaracosta116@gmail.com" userId="a793634777582c92" providerId="LiveId" clId="{C3C26360-C0B5-4ADF-99E0-52480F88E400}" dt="2025-04-05T20:20:13.701" v="195" actId="1076"/>
      <pc:docMkLst>
        <pc:docMk/>
      </pc:docMkLst>
      <pc:sldChg chg="add">
        <pc:chgData name="anaclaracosta116@gmail.com" userId="a793634777582c92" providerId="LiveId" clId="{C3C26360-C0B5-4ADF-99E0-52480F88E400}" dt="2025-04-05T18:43:11.249" v="114"/>
        <pc:sldMkLst>
          <pc:docMk/>
          <pc:sldMk cId="700694440" sldId="259"/>
        </pc:sldMkLst>
      </pc:sldChg>
      <pc:sldChg chg="del">
        <pc:chgData name="anaclaracosta116@gmail.com" userId="a793634777582c92" providerId="LiveId" clId="{C3C26360-C0B5-4ADF-99E0-52480F88E400}" dt="2025-04-05T18:42:10.342" v="113" actId="47"/>
        <pc:sldMkLst>
          <pc:docMk/>
          <pc:sldMk cId="2490480151" sldId="259"/>
        </pc:sldMkLst>
      </pc:sldChg>
      <pc:sldChg chg="modSp mod">
        <pc:chgData name="anaclaracosta116@gmail.com" userId="a793634777582c92" providerId="LiveId" clId="{C3C26360-C0B5-4ADF-99E0-52480F88E400}" dt="2025-04-05T18:41:16.692" v="70" actId="27636"/>
        <pc:sldMkLst>
          <pc:docMk/>
          <pc:sldMk cId="3388034860" sldId="265"/>
        </pc:sldMkLst>
        <pc:spChg chg="mod">
          <ac:chgData name="anaclaracosta116@gmail.com" userId="a793634777582c92" providerId="LiveId" clId="{C3C26360-C0B5-4ADF-99E0-52480F88E400}" dt="2025-04-05T18:41:16.692" v="70" actId="2763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C26360-C0B5-4ADF-99E0-52480F88E400}" dt="2025-04-05T18:46:29.636" v="119" actId="27636"/>
        <pc:sldMkLst>
          <pc:docMk/>
          <pc:sldMk cId="2671817442" sldId="267"/>
        </pc:sldMkLst>
        <pc:spChg chg="mod">
          <ac:chgData name="anaclaracosta116@gmail.com" userId="a793634777582c92" providerId="LiveId" clId="{C3C26360-C0B5-4ADF-99E0-52480F88E400}" dt="2025-04-05T18:46:29.636" v="119" actId="27636"/>
          <ac:spMkLst>
            <pc:docMk/>
            <pc:sldMk cId="2671817442" sldId="267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3C26360-C0B5-4ADF-99E0-52480F88E400}" dt="2025-04-05T19:39:15.025" v="185"/>
        <pc:sldMkLst>
          <pc:docMk/>
          <pc:sldMk cId="880466366" sldId="354"/>
        </pc:sldMkLst>
      </pc:sldChg>
      <pc:sldChg chg="modSp mod">
        <pc:chgData name="anaclaracosta116@gmail.com" userId="a793634777582c92" providerId="LiveId" clId="{C3C26360-C0B5-4ADF-99E0-52480F88E400}" dt="2025-04-05T19:09:23.707" v="156"/>
        <pc:sldMkLst>
          <pc:docMk/>
          <pc:sldMk cId="2304799739" sldId="362"/>
        </pc:sldMkLst>
        <pc:spChg chg="mod">
          <ac:chgData name="anaclaracosta116@gmail.com" userId="a793634777582c92" providerId="LiveId" clId="{C3C26360-C0B5-4ADF-99E0-52480F88E400}" dt="2025-04-05T19:09:23.707" v="156"/>
          <ac:spMkLst>
            <pc:docMk/>
            <pc:sldMk cId="2304799739" sldId="362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C3C26360-C0B5-4ADF-99E0-52480F88E400}" dt="2025-04-05T18:48:51.588" v="130" actId="14100"/>
        <pc:sldMkLst>
          <pc:docMk/>
          <pc:sldMk cId="725659120" sldId="375"/>
        </pc:sldMkLst>
        <pc:spChg chg="mod">
          <ac:chgData name="anaclaracosta116@gmail.com" userId="a793634777582c92" providerId="LiveId" clId="{C3C26360-C0B5-4ADF-99E0-52480F88E400}" dt="2025-04-05T18:48:51.588" v="130" actId="14100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C3C26360-C0B5-4ADF-99E0-52480F88E400}" dt="2025-04-05T18:47:57.891" v="120" actId="20577"/>
          <ac:spMkLst>
            <pc:docMk/>
            <pc:sldMk cId="725659120" sldId="375"/>
            <ac:spMk id="4" creationId="{5FBA9B69-DE5F-DD9C-A4FC-482398246A9A}"/>
          </ac:spMkLst>
        </pc:spChg>
        <pc:picChg chg="del">
          <ac:chgData name="anaclaracosta116@gmail.com" userId="a793634777582c92" providerId="LiveId" clId="{C3C26360-C0B5-4ADF-99E0-52480F88E400}" dt="2025-04-05T18:48:13.975" v="124" actId="21"/>
          <ac:picMkLst>
            <pc:docMk/>
            <pc:sldMk cId="725659120" sldId="375"/>
            <ac:picMk id="2" creationId="{E434BCAC-B613-F621-41A7-ED026649906A}"/>
          </ac:picMkLst>
        </pc:picChg>
        <pc:picChg chg="add mod ord">
          <ac:chgData name="anaclaracosta116@gmail.com" userId="a793634777582c92" providerId="LiveId" clId="{C3C26360-C0B5-4ADF-99E0-52480F88E400}" dt="2025-04-05T18:48:44.025" v="129" actId="167"/>
          <ac:picMkLst>
            <pc:docMk/>
            <pc:sldMk cId="725659120" sldId="375"/>
            <ac:picMk id="5" creationId="{B5293166-5937-D5BF-6E27-9A009E3B0692}"/>
          </ac:picMkLst>
        </pc:picChg>
      </pc:sldChg>
      <pc:sldChg chg="add">
        <pc:chgData name="anaclaracosta116@gmail.com" userId="a793634777582c92" providerId="LiveId" clId="{C3C26360-C0B5-4ADF-99E0-52480F88E400}" dt="2025-04-05T18:43:11.249" v="114"/>
        <pc:sldMkLst>
          <pc:docMk/>
          <pc:sldMk cId="382056880" sldId="404"/>
        </pc:sldMkLst>
      </pc:sldChg>
      <pc:sldChg chg="del">
        <pc:chgData name="anaclaracosta116@gmail.com" userId="a793634777582c92" providerId="LiveId" clId="{C3C26360-C0B5-4ADF-99E0-52480F88E400}" dt="2025-04-05T19:35:24.149" v="184" actId="47"/>
        <pc:sldMkLst>
          <pc:docMk/>
          <pc:sldMk cId="2836879697" sldId="420"/>
        </pc:sldMkLst>
      </pc:sldChg>
      <pc:sldChg chg="add">
        <pc:chgData name="anaclaracosta116@gmail.com" userId="a793634777582c92" providerId="LiveId" clId="{C3C26360-C0B5-4ADF-99E0-52480F88E400}" dt="2025-04-05T19:35:15.541" v="183"/>
        <pc:sldMkLst>
          <pc:docMk/>
          <pc:sldMk cId="1475441202" sldId="429"/>
        </pc:sldMkLst>
      </pc:sldChg>
      <pc:sldChg chg="del">
        <pc:chgData name="anaclaracosta116@gmail.com" userId="a793634777582c92" providerId="LiveId" clId="{C3C26360-C0B5-4ADF-99E0-52480F88E400}" dt="2025-04-05T19:35:24.149" v="184" actId="47"/>
        <pc:sldMkLst>
          <pc:docMk/>
          <pc:sldMk cId="3757082143" sldId="436"/>
        </pc:sldMkLst>
      </pc:sldChg>
      <pc:sldChg chg="del">
        <pc:chgData name="anaclaracosta116@gmail.com" userId="a793634777582c92" providerId="LiveId" clId="{C3C26360-C0B5-4ADF-99E0-52480F88E400}" dt="2025-04-05T19:35:24.149" v="184" actId="47"/>
        <pc:sldMkLst>
          <pc:docMk/>
          <pc:sldMk cId="3778473690" sldId="437"/>
        </pc:sldMkLst>
      </pc:sldChg>
      <pc:sldChg chg="modSp mod">
        <pc:chgData name="anaclaracosta116@gmail.com" userId="a793634777582c92" providerId="LiveId" clId="{C3C26360-C0B5-4ADF-99E0-52480F88E400}" dt="2025-04-05T18:56:40.299" v="140" actId="113"/>
        <pc:sldMkLst>
          <pc:docMk/>
          <pc:sldMk cId="1095630783" sldId="438"/>
        </pc:sldMkLst>
        <pc:spChg chg="mod">
          <ac:chgData name="anaclaracosta116@gmail.com" userId="a793634777582c92" providerId="LiveId" clId="{C3C26360-C0B5-4ADF-99E0-52480F88E400}" dt="2025-04-05T18:56:40.299" v="140" actId="113"/>
          <ac:spMkLst>
            <pc:docMk/>
            <pc:sldMk cId="1095630783" sldId="438"/>
            <ac:spMk id="3" creationId="{B20520E0-F325-122E-7795-075A05F28DC5}"/>
          </ac:spMkLst>
        </pc:spChg>
      </pc:sldChg>
      <pc:sldChg chg="add">
        <pc:chgData name="anaclaracosta116@gmail.com" userId="a793634777582c92" providerId="LiveId" clId="{C3C26360-C0B5-4ADF-99E0-52480F88E400}" dt="2025-04-05T19:35:15.541" v="183"/>
        <pc:sldMkLst>
          <pc:docMk/>
          <pc:sldMk cId="652183787" sldId="441"/>
        </pc:sldMkLst>
      </pc:sldChg>
      <pc:sldChg chg="del">
        <pc:chgData name="anaclaracosta116@gmail.com" userId="a793634777582c92" providerId="LiveId" clId="{C3C26360-C0B5-4ADF-99E0-52480F88E400}" dt="2025-04-05T18:56:42.981" v="141" actId="47"/>
        <pc:sldMkLst>
          <pc:docMk/>
          <pc:sldMk cId="2630338467" sldId="449"/>
        </pc:sldMkLst>
      </pc:sldChg>
      <pc:sldChg chg="del">
        <pc:chgData name="anaclaracosta116@gmail.com" userId="a793634777582c92" providerId="LiveId" clId="{C3C26360-C0B5-4ADF-99E0-52480F88E400}" dt="2025-04-05T18:56:45.077" v="143" actId="47"/>
        <pc:sldMkLst>
          <pc:docMk/>
          <pc:sldMk cId="453652202" sldId="450"/>
        </pc:sldMkLst>
      </pc:sldChg>
      <pc:sldChg chg="add">
        <pc:chgData name="anaclaracosta116@gmail.com" userId="a793634777582c92" providerId="LiveId" clId="{C3C26360-C0B5-4ADF-99E0-52480F88E400}" dt="2025-04-05T19:35:15.541" v="183"/>
        <pc:sldMkLst>
          <pc:docMk/>
          <pc:sldMk cId="3261158927" sldId="457"/>
        </pc:sldMkLst>
      </pc:sldChg>
      <pc:sldChg chg="del">
        <pc:chgData name="anaclaracosta116@gmail.com" userId="a793634777582c92" providerId="LiveId" clId="{C3C26360-C0B5-4ADF-99E0-52480F88E400}" dt="2025-04-05T18:40:26.768" v="0" actId="47"/>
        <pc:sldMkLst>
          <pc:docMk/>
          <pc:sldMk cId="2179239915" sldId="461"/>
        </pc:sldMkLst>
      </pc:sldChg>
      <pc:sldChg chg="del">
        <pc:chgData name="anaclaracosta116@gmail.com" userId="a793634777582c92" providerId="LiveId" clId="{C3C26360-C0B5-4ADF-99E0-52480F88E400}" dt="2025-04-05T18:40:28.318" v="1" actId="47"/>
        <pc:sldMkLst>
          <pc:docMk/>
          <pc:sldMk cId="2934352539" sldId="462"/>
        </pc:sldMkLst>
      </pc:sldChg>
      <pc:sldChg chg="del">
        <pc:chgData name="anaclaracosta116@gmail.com" userId="a793634777582c92" providerId="LiveId" clId="{C3C26360-C0B5-4ADF-99E0-52480F88E400}" dt="2025-04-05T18:56:54.335" v="145" actId="47"/>
        <pc:sldMkLst>
          <pc:docMk/>
          <pc:sldMk cId="3458318661" sldId="468"/>
        </pc:sldMkLst>
      </pc:sldChg>
      <pc:sldChg chg="del">
        <pc:chgData name="anaclaracosta116@gmail.com" userId="a793634777582c92" providerId="LiveId" clId="{C3C26360-C0B5-4ADF-99E0-52480F88E400}" dt="2025-04-05T19:39:24.165" v="186" actId="47"/>
        <pc:sldMkLst>
          <pc:docMk/>
          <pc:sldMk cId="3067254726" sldId="480"/>
        </pc:sldMkLst>
      </pc:sldChg>
      <pc:sldChg chg="del">
        <pc:chgData name="anaclaracosta116@gmail.com" userId="a793634777582c92" providerId="LiveId" clId="{C3C26360-C0B5-4ADF-99E0-52480F88E400}" dt="2025-04-05T19:39:24.165" v="186" actId="47"/>
        <pc:sldMkLst>
          <pc:docMk/>
          <pc:sldMk cId="1815109655" sldId="481"/>
        </pc:sldMkLst>
      </pc:sldChg>
      <pc:sldChg chg="del">
        <pc:chgData name="anaclaracosta116@gmail.com" userId="a793634777582c92" providerId="LiveId" clId="{C3C26360-C0B5-4ADF-99E0-52480F88E400}" dt="2025-04-05T19:39:24.165" v="186" actId="47"/>
        <pc:sldMkLst>
          <pc:docMk/>
          <pc:sldMk cId="2423328321" sldId="482"/>
        </pc:sldMkLst>
      </pc:sldChg>
      <pc:sldChg chg="modSp mod">
        <pc:chgData name="anaclaracosta116@gmail.com" userId="a793634777582c92" providerId="LiveId" clId="{C3C26360-C0B5-4ADF-99E0-52480F88E400}" dt="2025-04-05T18:52:36.613" v="132" actId="113"/>
        <pc:sldMkLst>
          <pc:docMk/>
          <pc:sldMk cId="3607894206" sldId="485"/>
        </pc:sldMkLst>
        <pc:spChg chg="mod">
          <ac:chgData name="anaclaracosta116@gmail.com" userId="a793634777582c92" providerId="LiveId" clId="{C3C26360-C0B5-4ADF-99E0-52480F88E400}" dt="2025-04-05T18:52:36.613" v="132" actId="113"/>
          <ac:spMkLst>
            <pc:docMk/>
            <pc:sldMk cId="3607894206" sldId="485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3C26360-C0B5-4ADF-99E0-52480F88E400}" dt="2025-04-05T19:39:15.025" v="185"/>
        <pc:sldMkLst>
          <pc:docMk/>
          <pc:sldMk cId="3639131343" sldId="486"/>
        </pc:sldMkLst>
      </pc:sldChg>
      <pc:sldChg chg="del">
        <pc:chgData name="anaclaracosta116@gmail.com" userId="a793634777582c92" providerId="LiveId" clId="{C3C26360-C0B5-4ADF-99E0-52480F88E400}" dt="2025-04-05T18:56:44.121" v="142" actId="47"/>
        <pc:sldMkLst>
          <pc:docMk/>
          <pc:sldMk cId="471180200" sldId="489"/>
        </pc:sldMkLst>
      </pc:sldChg>
      <pc:sldChg chg="del">
        <pc:chgData name="anaclaracosta116@gmail.com" userId="a793634777582c92" providerId="LiveId" clId="{C3C26360-C0B5-4ADF-99E0-52480F88E400}" dt="2025-04-05T18:56:51.053" v="144" actId="47"/>
        <pc:sldMkLst>
          <pc:docMk/>
          <pc:sldMk cId="3864461682" sldId="490"/>
        </pc:sldMkLst>
      </pc:sldChg>
      <pc:sldChg chg="addSp delSp modSp mod">
        <pc:chgData name="anaclaracosta116@gmail.com" userId="a793634777582c92" providerId="LiveId" clId="{C3C26360-C0B5-4ADF-99E0-52480F88E400}" dt="2025-04-05T19:20:54.258" v="166"/>
        <pc:sldMkLst>
          <pc:docMk/>
          <pc:sldMk cId="3646360038" sldId="491"/>
        </pc:sldMkLst>
        <pc:spChg chg="mod">
          <ac:chgData name="anaclaracosta116@gmail.com" userId="a793634777582c92" providerId="LiveId" clId="{C3C26360-C0B5-4ADF-99E0-52480F88E400}" dt="2025-04-05T19:20:54.258" v="166"/>
          <ac:spMkLst>
            <pc:docMk/>
            <pc:sldMk cId="3646360038" sldId="491"/>
            <ac:spMk id="3" creationId="{BF7C5FC7-B792-48DE-39CD-F5B1B6FF257C}"/>
          </ac:spMkLst>
        </pc:spChg>
        <pc:spChg chg="add del">
          <ac:chgData name="anaclaracosta116@gmail.com" userId="a793634777582c92" providerId="LiveId" clId="{C3C26360-C0B5-4ADF-99E0-52480F88E400}" dt="2025-04-05T19:20:45.180" v="165" actId="21"/>
          <ac:spMkLst>
            <pc:docMk/>
            <pc:sldMk cId="3646360038" sldId="491"/>
            <ac:spMk id="5" creationId="{D0909F4F-2316-5883-3F59-56D8A4118FD9}"/>
          </ac:spMkLst>
        </pc:spChg>
      </pc:sldChg>
      <pc:sldChg chg="del">
        <pc:chgData name="anaclaracosta116@gmail.com" userId="a793634777582c92" providerId="LiveId" clId="{C3C26360-C0B5-4ADF-99E0-52480F88E400}" dt="2025-04-05T19:15:16.366" v="161" actId="47"/>
        <pc:sldMkLst>
          <pc:docMk/>
          <pc:sldMk cId="1107738779" sldId="492"/>
        </pc:sldMkLst>
      </pc:sldChg>
      <pc:sldChg chg="del">
        <pc:chgData name="anaclaracosta116@gmail.com" userId="a793634777582c92" providerId="LiveId" clId="{C3C26360-C0B5-4ADF-99E0-52480F88E400}" dt="2025-04-05T19:15:16.366" v="161" actId="47"/>
        <pc:sldMkLst>
          <pc:docMk/>
          <pc:sldMk cId="1910416238" sldId="493"/>
        </pc:sldMkLst>
      </pc:sldChg>
      <pc:sldChg chg="del">
        <pc:chgData name="anaclaracosta116@gmail.com" userId="a793634777582c92" providerId="LiveId" clId="{C3C26360-C0B5-4ADF-99E0-52480F88E400}" dt="2025-04-05T19:15:16.366" v="161" actId="47"/>
        <pc:sldMkLst>
          <pc:docMk/>
          <pc:sldMk cId="4137937865" sldId="494"/>
        </pc:sldMkLst>
      </pc:sldChg>
      <pc:sldChg chg="del">
        <pc:chgData name="anaclaracosta116@gmail.com" userId="a793634777582c92" providerId="LiveId" clId="{C3C26360-C0B5-4ADF-99E0-52480F88E400}" dt="2025-04-05T19:35:24.149" v="184" actId="47"/>
        <pc:sldMkLst>
          <pc:docMk/>
          <pc:sldMk cId="758532512" sldId="495"/>
        </pc:sldMkLst>
      </pc:sldChg>
      <pc:sldChg chg="del">
        <pc:chgData name="anaclaracosta116@gmail.com" userId="a793634777582c92" providerId="LiveId" clId="{C3C26360-C0B5-4ADF-99E0-52480F88E400}" dt="2025-04-05T18:52:44.683" v="133" actId="47"/>
        <pc:sldMkLst>
          <pc:docMk/>
          <pc:sldMk cId="381419978" sldId="496"/>
        </pc:sldMkLst>
      </pc:sldChg>
      <pc:sldChg chg="del">
        <pc:chgData name="anaclaracosta116@gmail.com" userId="a793634777582c92" providerId="LiveId" clId="{C3C26360-C0B5-4ADF-99E0-52480F88E400}" dt="2025-04-05T18:52:45.885" v="134" actId="47"/>
        <pc:sldMkLst>
          <pc:docMk/>
          <pc:sldMk cId="1435661357" sldId="497"/>
        </pc:sldMkLst>
      </pc:sldChg>
      <pc:sldChg chg="del">
        <pc:chgData name="anaclaracosta116@gmail.com" userId="a793634777582c92" providerId="LiveId" clId="{C3C26360-C0B5-4ADF-99E0-52480F88E400}" dt="2025-04-05T19:15:16.366" v="161" actId="47"/>
        <pc:sldMkLst>
          <pc:docMk/>
          <pc:sldMk cId="687731480" sldId="498"/>
        </pc:sldMkLst>
      </pc:sldChg>
      <pc:sldChg chg="del">
        <pc:chgData name="anaclaracosta116@gmail.com" userId="a793634777582c92" providerId="LiveId" clId="{C3C26360-C0B5-4ADF-99E0-52480F88E400}" dt="2025-04-05T19:15:16.366" v="161" actId="47"/>
        <pc:sldMkLst>
          <pc:docMk/>
          <pc:sldMk cId="3283217293" sldId="499"/>
        </pc:sldMkLst>
      </pc:sldChg>
      <pc:sldChg chg="del">
        <pc:chgData name="anaclaracosta116@gmail.com" userId="a793634777582c92" providerId="LiveId" clId="{C3C26360-C0B5-4ADF-99E0-52480F88E400}" dt="2025-04-05T19:15:16.366" v="161" actId="47"/>
        <pc:sldMkLst>
          <pc:docMk/>
          <pc:sldMk cId="2067838070" sldId="500"/>
        </pc:sldMkLst>
      </pc:sldChg>
      <pc:sldChg chg="del">
        <pc:chgData name="anaclaracosta116@gmail.com" userId="a793634777582c92" providerId="LiveId" clId="{C3C26360-C0B5-4ADF-99E0-52480F88E400}" dt="2025-04-05T20:06:12.251" v="187" actId="47"/>
        <pc:sldMkLst>
          <pc:docMk/>
          <pc:sldMk cId="2720903232" sldId="501"/>
        </pc:sldMkLst>
      </pc:sldChg>
      <pc:sldChg chg="modSp del mod">
        <pc:chgData name="anaclaracosta116@gmail.com" userId="a793634777582c92" providerId="LiveId" clId="{C3C26360-C0B5-4ADF-99E0-52480F88E400}" dt="2025-04-05T19:14:42.304" v="160" actId="47"/>
        <pc:sldMkLst>
          <pc:docMk/>
          <pc:sldMk cId="2309583531" sldId="503"/>
        </pc:sldMkLst>
        <pc:spChg chg="mod">
          <ac:chgData name="anaclaracosta116@gmail.com" userId="a793634777582c92" providerId="LiveId" clId="{C3C26360-C0B5-4ADF-99E0-52480F88E400}" dt="2025-04-05T19:09:48.505" v="158"/>
          <ac:spMkLst>
            <pc:docMk/>
            <pc:sldMk cId="2309583531" sldId="503"/>
            <ac:spMk id="3" creationId="{F1F29B38-8753-33B5-F6B7-85455283152F}"/>
          </ac:spMkLst>
        </pc:spChg>
      </pc:sldChg>
      <pc:sldChg chg="del">
        <pc:chgData name="anaclaracosta116@gmail.com" userId="a793634777582c92" providerId="LiveId" clId="{C3C26360-C0B5-4ADF-99E0-52480F88E400}" dt="2025-04-05T19:14:36.187" v="159" actId="47"/>
        <pc:sldMkLst>
          <pc:docMk/>
          <pc:sldMk cId="4271532404" sldId="504"/>
        </pc:sldMkLst>
      </pc:sldChg>
      <pc:sldChg chg="modSp add mod">
        <pc:chgData name="anaclaracosta116@gmail.com" userId="a793634777582c92" providerId="LiveId" clId="{C3C26360-C0B5-4ADF-99E0-52480F88E400}" dt="2025-04-05T18:53:52.331" v="137"/>
        <pc:sldMkLst>
          <pc:docMk/>
          <pc:sldMk cId="168165077" sldId="505"/>
        </pc:sldMkLst>
        <pc:spChg chg="mod">
          <ac:chgData name="anaclaracosta116@gmail.com" userId="a793634777582c92" providerId="LiveId" clId="{C3C26360-C0B5-4ADF-99E0-52480F88E400}" dt="2025-04-05T18:53:52.331" v="137"/>
          <ac:spMkLst>
            <pc:docMk/>
            <pc:sldMk cId="168165077" sldId="505"/>
            <ac:spMk id="3" creationId="{629E8D66-5D89-6C31-F050-27AE4FCD9ADB}"/>
          </ac:spMkLst>
        </pc:spChg>
      </pc:sldChg>
      <pc:sldChg chg="modSp add mod">
        <pc:chgData name="anaclaracosta116@gmail.com" userId="a793634777582c92" providerId="LiveId" clId="{C3C26360-C0B5-4ADF-99E0-52480F88E400}" dt="2025-04-05T18:58:33.258" v="150" actId="14100"/>
        <pc:sldMkLst>
          <pc:docMk/>
          <pc:sldMk cId="1746430107" sldId="506"/>
        </pc:sldMkLst>
        <pc:spChg chg="mod">
          <ac:chgData name="anaclaracosta116@gmail.com" userId="a793634777582c92" providerId="LiveId" clId="{C3C26360-C0B5-4ADF-99E0-52480F88E400}" dt="2025-04-05T18:58:33.258" v="150" actId="14100"/>
          <ac:spMkLst>
            <pc:docMk/>
            <pc:sldMk cId="1746430107" sldId="506"/>
            <ac:spMk id="3" creationId="{5C46761F-76DC-FD56-1E65-E04F1C41BF63}"/>
          </ac:spMkLst>
        </pc:spChg>
      </pc:sldChg>
      <pc:sldChg chg="modSp add mod">
        <pc:chgData name="anaclaracosta116@gmail.com" userId="a793634777582c92" providerId="LiveId" clId="{C3C26360-C0B5-4ADF-99E0-52480F88E400}" dt="2025-04-05T18:59:06.125" v="153" actId="14100"/>
        <pc:sldMkLst>
          <pc:docMk/>
          <pc:sldMk cId="3130178001" sldId="507"/>
        </pc:sldMkLst>
        <pc:spChg chg="mod">
          <ac:chgData name="anaclaracosta116@gmail.com" userId="a793634777582c92" providerId="LiveId" clId="{C3C26360-C0B5-4ADF-99E0-52480F88E400}" dt="2025-04-05T18:59:06.125" v="153" actId="14100"/>
          <ac:spMkLst>
            <pc:docMk/>
            <pc:sldMk cId="3130178001" sldId="507"/>
            <ac:spMk id="3" creationId="{9A505AE1-06EC-2D7D-9F9F-086AD21C2FC8}"/>
          </ac:spMkLst>
        </pc:spChg>
      </pc:sldChg>
      <pc:sldChg chg="add ord">
        <pc:chgData name="anaclaracosta116@gmail.com" userId="a793634777582c92" providerId="LiveId" clId="{C3C26360-C0B5-4ADF-99E0-52480F88E400}" dt="2025-04-05T19:21:08.276" v="169"/>
        <pc:sldMkLst>
          <pc:docMk/>
          <pc:sldMk cId="1588040776" sldId="508"/>
        </pc:sldMkLst>
      </pc:sldChg>
      <pc:sldChg chg="modSp add mod ord">
        <pc:chgData name="anaclaracosta116@gmail.com" userId="a793634777582c92" providerId="LiveId" clId="{C3C26360-C0B5-4ADF-99E0-52480F88E400}" dt="2025-04-05T19:23:53.440" v="174"/>
        <pc:sldMkLst>
          <pc:docMk/>
          <pc:sldMk cId="3836748512" sldId="509"/>
        </pc:sldMkLst>
        <pc:spChg chg="mod">
          <ac:chgData name="anaclaracosta116@gmail.com" userId="a793634777582c92" providerId="LiveId" clId="{C3C26360-C0B5-4ADF-99E0-52480F88E400}" dt="2025-04-05T19:23:53.440" v="174"/>
          <ac:spMkLst>
            <pc:docMk/>
            <pc:sldMk cId="3836748512" sldId="509"/>
            <ac:spMk id="3" creationId="{7C1EF777-1E52-D379-D10D-260C3117F500}"/>
          </ac:spMkLst>
        </pc:spChg>
      </pc:sldChg>
      <pc:sldChg chg="add ord">
        <pc:chgData name="anaclaracosta116@gmail.com" userId="a793634777582c92" providerId="LiveId" clId="{C3C26360-C0B5-4ADF-99E0-52480F88E400}" dt="2025-04-05T19:23:59.943" v="177"/>
        <pc:sldMkLst>
          <pc:docMk/>
          <pc:sldMk cId="444135275" sldId="510"/>
        </pc:sldMkLst>
      </pc:sldChg>
      <pc:sldChg chg="modSp add mod ord">
        <pc:chgData name="anaclaracosta116@gmail.com" userId="a793634777582c92" providerId="LiveId" clId="{C3C26360-C0B5-4ADF-99E0-52480F88E400}" dt="2025-04-05T19:32:56.604" v="182"/>
        <pc:sldMkLst>
          <pc:docMk/>
          <pc:sldMk cId="3890912113" sldId="511"/>
        </pc:sldMkLst>
        <pc:spChg chg="mod">
          <ac:chgData name="anaclaracosta116@gmail.com" userId="a793634777582c92" providerId="LiveId" clId="{C3C26360-C0B5-4ADF-99E0-52480F88E400}" dt="2025-04-05T19:32:56.604" v="182"/>
          <ac:spMkLst>
            <pc:docMk/>
            <pc:sldMk cId="3890912113" sldId="511"/>
            <ac:spMk id="3" creationId="{DC368ABF-3EFF-CDFE-3DA8-B7A437ADF37E}"/>
          </ac:spMkLst>
        </pc:spChg>
      </pc:sldChg>
      <pc:sldChg chg="add">
        <pc:chgData name="anaclaracosta116@gmail.com" userId="a793634777582c92" providerId="LiveId" clId="{C3C26360-C0B5-4ADF-99E0-52480F88E400}" dt="2025-04-05T19:35:15.541" v="183"/>
        <pc:sldMkLst>
          <pc:docMk/>
          <pc:sldMk cId="3734991938" sldId="512"/>
        </pc:sldMkLst>
      </pc:sldChg>
      <pc:sldChg chg="add">
        <pc:chgData name="anaclaracosta116@gmail.com" userId="a793634777582c92" providerId="LiveId" clId="{C3C26360-C0B5-4ADF-99E0-52480F88E400}" dt="2025-04-05T19:39:15.025" v="185"/>
        <pc:sldMkLst>
          <pc:docMk/>
          <pc:sldMk cId="125663780" sldId="513"/>
        </pc:sldMkLst>
      </pc:sldChg>
      <pc:sldChg chg="addSp modSp add mod">
        <pc:chgData name="anaclaracosta116@gmail.com" userId="a793634777582c92" providerId="LiveId" clId="{C3C26360-C0B5-4ADF-99E0-52480F88E400}" dt="2025-04-05T20:20:13.701" v="195" actId="1076"/>
        <pc:sldMkLst>
          <pc:docMk/>
          <pc:sldMk cId="2872099851" sldId="514"/>
        </pc:sldMkLst>
        <pc:picChg chg="add mod">
          <ac:chgData name="anaclaracosta116@gmail.com" userId="a793634777582c92" providerId="LiveId" clId="{C3C26360-C0B5-4ADF-99E0-52480F88E400}" dt="2025-04-05T20:20:13.701" v="195" actId="1076"/>
          <ac:picMkLst>
            <pc:docMk/>
            <pc:sldMk cId="2872099851" sldId="514"/>
            <ac:picMk id="3" creationId="{6EA793A2-5AB8-2EB6-3F64-6910CC20F95E}"/>
          </ac:picMkLst>
        </pc:picChg>
        <pc:picChg chg="add mod modCrop">
          <ac:chgData name="anaclaracosta116@gmail.com" userId="a793634777582c92" providerId="LiveId" clId="{C3C26360-C0B5-4ADF-99E0-52480F88E400}" dt="2025-04-05T20:08:09.062" v="193" actId="732"/>
          <ac:picMkLst>
            <pc:docMk/>
            <pc:sldMk cId="2872099851" sldId="514"/>
            <ac:picMk id="4" creationId="{F73FF1EC-C615-CBF2-5C15-C5480B4F6D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AB319-1B8A-40CB-B231-4FD89122AFB4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23AA6-5319-4DFC-9A3F-4B98DD4D464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429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23AA6-5319-4DFC-9A3F-4B98DD4D464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830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293166-5937-D5BF-6E27-9A009E3B0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266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1998" cy="6857999"/>
          </a:xfrm>
          <a:prstGeom prst="rect">
            <a:avLst/>
          </a:prstGeom>
          <a:solidFill>
            <a:schemeClr val="tx1">
              <a:alpha val="2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6" y="3428999"/>
            <a:ext cx="116738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5</a:t>
            </a:r>
            <a:r>
              <a:rPr lang="pt-BR" sz="6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º</a:t>
            </a:r>
            <a:r>
              <a:rPr lang="pt-BR" sz="8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tantia" panose="02030602050306030303" pitchFamily="18" charset="0"/>
              </a:rPr>
              <a:t> DOMINGO DA QUARESMA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VOLTA, MEU POVO, AO TEU SENHOR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E EXULTARÁ TEU CORAÇÃO.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ELE SERÁ TEU CONDUTOR,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TUA ESPERANÇA DE SALVAÇÃO!:</a:t>
            </a:r>
          </a:p>
          <a:p>
            <a:pPr algn="l"/>
            <a:endParaRPr lang="pt-BR" sz="69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SE CONFESSAS TEU PECADO,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ELE É JUSTO E COMPASSIVO.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CANTARÁS PURIFICADO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OS LOUVORES DO DEUS VIVO.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0789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811D1-4B67-7EF5-B916-7560C6DE3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26E07-AB16-CF84-A000-33EC100F0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9E8D66-5D89-6C31-F050-27AE4FCD9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VOLTA, MEU POVO, AO TEU SENHOR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E EXULTARÁ TEU CORAÇÃO.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ELE SERÁ TEU CONDUTOR,</a:t>
            </a:r>
          </a:p>
          <a:p>
            <a:pPr algn="l"/>
            <a:r>
              <a:rPr lang="pt-BR" sz="6900" b="1" i="0" dirty="0">
                <a:effectLst/>
                <a:latin typeface="Open Sans" panose="020B0606030504020204" pitchFamily="34" charset="0"/>
              </a:rPr>
              <a:t>TUA ESPERANÇA DE SALVAÇÃO!:</a:t>
            </a:r>
          </a:p>
          <a:p>
            <a:pPr algn="l"/>
            <a:endParaRPr lang="pt-BR" sz="6900" b="1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NOSSAS VIDAS TÃO DISPERSAS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NOSSO DEUS AS JUNTARÁ!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E SEREMOS NOVO POVO,</a:t>
            </a:r>
          </a:p>
          <a:p>
            <a:pPr algn="l"/>
            <a:r>
              <a:rPr lang="pt-BR" sz="6900" i="0" dirty="0">
                <a:effectLst/>
                <a:latin typeface="Open Sans" panose="020B0606030504020204" pitchFamily="34" charset="0"/>
              </a:rPr>
              <a:t>ELE NOS RENOVARÁ!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8165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584133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dirty="0"/>
              <a:t>CONFESSO A DEUS TODO-PODEROSO E A VÓS, IRMÃOS E IRMÃS, QUE PEQUEI MUITAS VEZES POR PENSAMENTOS E PALAVRAS, ATOS E OMISSÕES, POR MINHA CULPA, MINHA CULPA, MINHA TÃO GRANDE CULPA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700694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1584133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A VIRGEM MARIA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</a:t>
            </a:r>
          </a:p>
          <a:p>
            <a:pPr algn="just"/>
            <a:r>
              <a:rPr lang="pt-BR" sz="7200" dirty="0"/>
              <a:t>QUE ROGUEIS POR MIM A DEUS, NOSSO SENHOR</a:t>
            </a:r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989C-E4E5-6386-F66F-836270ED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87A7E72-D560-D9AD-F957-B2264356E0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848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342504" cy="2432424"/>
          </a:xfrm>
        </p:spPr>
        <p:txBody>
          <a:bodyPr>
            <a:normAutofit fontScale="92500" lnSpcReduction="10000"/>
          </a:bodyPr>
          <a:lstStyle/>
          <a:p>
            <a:r>
              <a:rPr lang="pt-BR" sz="6600" b="1" dirty="0"/>
              <a:t>MARAVILHAS FEZ CONOSCO O SENHOR, EXULTEMOS DE ALEGRIA!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6000" b="1" dirty="0"/>
              <a:t> </a:t>
            </a:r>
            <a:r>
              <a:rPr lang="pt-BR" sz="6500" b="1" dirty="0"/>
              <a:t>GLÓRIA A VÓS, Ó CRISTO, VERBO DE DEUS</a:t>
            </a:r>
          </a:p>
          <a:p>
            <a:endParaRPr lang="pt-BR" sz="6000" b="1" dirty="0"/>
          </a:p>
          <a:p>
            <a:r>
              <a:rPr lang="pt-BR" sz="6000" dirty="0"/>
              <a:t>AGORA, EIS O QUE DIZ O SENHOR: DE CORAÇÃO CONVERTEI-VOS A MIM, POIS SOU BOM, COMPASSIVO E CLEMENTE.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BENDITO ÉS TU, Ó DEUS CRIADOR,</a:t>
            </a:r>
          </a:p>
          <a:p>
            <a:pPr algn="l"/>
            <a:r>
              <a:rPr lang="pt-BR" sz="8800" dirty="0"/>
              <a:t>REVESTES O MUNDO DA MAIS FINA FLOR;</a:t>
            </a:r>
          </a:p>
          <a:p>
            <a:pPr algn="l"/>
            <a:r>
              <a:rPr lang="pt-BR" sz="8800" dirty="0"/>
              <a:t>RESTAURAS O FRACO QUE A TI SE CONFIA</a:t>
            </a:r>
          </a:p>
          <a:p>
            <a:pPr algn="l"/>
            <a:r>
              <a:rPr lang="pt-BR" sz="8800" dirty="0"/>
              <a:t>E JUNTO AOS IRMÃOS, EM PAZ, O ENVIAS.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Ó, DEUS DO UNIVERSO, ÉS PAI E SENHOR,</a:t>
            </a:r>
          </a:p>
          <a:p>
            <a:pPr algn="l"/>
            <a:r>
              <a:rPr lang="pt-BR" sz="8800" b="1" dirty="0"/>
              <a:t>POR TUA BONDADE RECEBE O LOUVOR! (BIS)</a:t>
            </a:r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73847-574A-59B7-83AF-085212EC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20342-E9DD-B874-3047-BBEEF5CB5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46761F-76DC-FD56-1E65-E04F1C41B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0" y="1017320"/>
            <a:ext cx="11375279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BENDITO ÉS TU, Ó DEUS CRIADOR,</a:t>
            </a:r>
          </a:p>
          <a:p>
            <a:pPr algn="l"/>
            <a:r>
              <a:rPr lang="pt-BR" sz="8800" dirty="0"/>
              <a:t>POR QUEM APRENDEU O GESTO DE AMOR:</a:t>
            </a:r>
          </a:p>
          <a:p>
            <a:pPr algn="l"/>
            <a:r>
              <a:rPr lang="pt-BR" sz="8800" dirty="0"/>
              <a:t>COLHER A FARTURA E TER A BELEZA</a:t>
            </a:r>
          </a:p>
          <a:p>
            <a:pPr algn="l"/>
            <a:r>
              <a:rPr lang="pt-BR" sz="8800" dirty="0"/>
              <a:t>DE SER A PARTILHA DOS FRUTOS NA MESA!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Ó, DEUS DO UNIVERSO, ÉS PAI E SENHOR,</a:t>
            </a:r>
          </a:p>
          <a:p>
            <a:pPr algn="l"/>
            <a:r>
              <a:rPr lang="pt-BR" sz="8800" b="1" dirty="0"/>
              <a:t>POR TUA BONDADE RECEBE O LOUVOR! (BIS)</a:t>
            </a:r>
          </a:p>
        </p:txBody>
      </p:sp>
    </p:spTree>
    <p:extLst>
      <p:ext uri="{BB962C8B-B14F-4D97-AF65-F5344CB8AC3E}">
        <p14:creationId xmlns:p14="http://schemas.microsoft.com/office/powerpoint/2010/main" val="1746430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10479-15EE-F7F8-A94E-8C163348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3ED44-3CAE-39E8-6E94-1A579DA09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505AE1-06EC-2D7D-9F9F-086AD21C2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0" y="1017320"/>
            <a:ext cx="11255357" cy="6262253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800" dirty="0"/>
              <a:t>BENDITO ÉS TU, Ó DEUS CRIADOR,</a:t>
            </a:r>
          </a:p>
          <a:p>
            <a:pPr algn="l"/>
            <a:r>
              <a:rPr lang="pt-BR" sz="8800" dirty="0"/>
              <a:t>FECUNDAS A TERRA COM VIDA E AMOR!</a:t>
            </a:r>
          </a:p>
          <a:p>
            <a:pPr algn="l"/>
            <a:r>
              <a:rPr lang="pt-BR" sz="8800" dirty="0"/>
              <a:t>A QUEM AGUARDAVA UM CANTO DE FESTA,</a:t>
            </a:r>
          </a:p>
          <a:p>
            <a:pPr algn="l"/>
            <a:r>
              <a:rPr lang="pt-BR" sz="8800" dirty="0"/>
              <a:t>A MESA PROMETE ETERNA SERESTA!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Ó, DEUS DO UNIVERSO, ÉS PAI E SENHOR,</a:t>
            </a:r>
          </a:p>
          <a:p>
            <a:pPr algn="l"/>
            <a:r>
              <a:rPr lang="pt-BR" sz="8800" b="1" dirty="0"/>
              <a:t>POR TUA BONDADE RECEBE O LOUVOR! (BIS)</a:t>
            </a:r>
          </a:p>
        </p:txBody>
      </p:sp>
    </p:spTree>
    <p:extLst>
      <p:ext uri="{BB962C8B-B14F-4D97-AF65-F5344CB8AC3E}">
        <p14:creationId xmlns:p14="http://schemas.microsoft.com/office/powerpoint/2010/main" val="3130178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MULHER, NINGUÉM TE CONDENOU?</a:t>
            </a:r>
          </a:p>
          <a:p>
            <a:pPr algn="l"/>
            <a:r>
              <a:rPr lang="pt-BR" sz="24000" b="1" dirty="0"/>
              <a:t>NINGUÉM, SENHOR, ME CONDENOU</a:t>
            </a:r>
          </a:p>
          <a:p>
            <a:pPr algn="l"/>
            <a:r>
              <a:rPr lang="pt-BR" sz="24000" b="1" dirty="0"/>
              <a:t>POIS EU TAMBÉM NÃO TE CONDENO</a:t>
            </a:r>
          </a:p>
          <a:p>
            <a:pPr algn="l"/>
            <a:r>
              <a:rPr lang="pt-BR" sz="24000" b="1" dirty="0"/>
              <a:t>VAI EM PAZ, NÃO PEQUES MAIS!</a:t>
            </a:r>
          </a:p>
          <a:p>
            <a:pPr algn="l"/>
            <a:endParaRPr lang="pt-BR" sz="240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0FA4-A6D6-DC23-ADA5-D9DFAEA1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C45ED-8FDF-15DA-7EFC-ED8B4089A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7C5FC7-B792-48DE-39CD-F5B1B6FF2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O SENHOR É O PASTOR QUE ME CONDUZ</a:t>
            </a:r>
          </a:p>
          <a:p>
            <a:pPr algn="l"/>
            <a:r>
              <a:rPr lang="pt-BR" sz="24000" dirty="0"/>
              <a:t>NÃO ME FALTA COISA ALGUMA</a:t>
            </a:r>
          </a:p>
          <a:p>
            <a:pPr algn="l"/>
            <a:r>
              <a:rPr lang="pt-BR" sz="24000" dirty="0"/>
              <a:t>PELOS PRADOS E CAMPINAS VERDEJANTES</a:t>
            </a:r>
          </a:p>
          <a:p>
            <a:pPr algn="l"/>
            <a:r>
              <a:rPr lang="pt-BR" sz="24000" dirty="0"/>
              <a:t>ELE ME LEVA A DESCANSAR</a:t>
            </a:r>
          </a:p>
        </p:txBody>
      </p:sp>
    </p:spTree>
    <p:extLst>
      <p:ext uri="{BB962C8B-B14F-4D97-AF65-F5344CB8AC3E}">
        <p14:creationId xmlns:p14="http://schemas.microsoft.com/office/powerpoint/2010/main" val="3646360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5FF93-4FE3-CAFF-94B0-D921D018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1E0C0-1625-648C-F025-29EF61670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DD1FD9-E9EC-F82F-7A4D-8E58A161C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MULHER, NINGUÉM TE CONDENOU?</a:t>
            </a:r>
          </a:p>
          <a:p>
            <a:pPr algn="l"/>
            <a:r>
              <a:rPr lang="pt-BR" sz="24000" b="1" dirty="0"/>
              <a:t>NINGUÉM, SENHOR, ME CONDENOU</a:t>
            </a:r>
          </a:p>
          <a:p>
            <a:pPr algn="l"/>
            <a:r>
              <a:rPr lang="pt-BR" sz="24000" b="1" dirty="0"/>
              <a:t>POIS EU TAMBÉM NÃO TE CONDENO</a:t>
            </a:r>
          </a:p>
          <a:p>
            <a:pPr algn="l"/>
            <a:r>
              <a:rPr lang="pt-BR" sz="24000" b="1" dirty="0"/>
              <a:t>VAI EM PAZ, NÃO PEQUES MAIS!</a:t>
            </a:r>
          </a:p>
          <a:p>
            <a:pPr algn="l"/>
            <a:endParaRPr lang="pt-BR" sz="24000" b="1" dirty="0"/>
          </a:p>
        </p:txBody>
      </p:sp>
    </p:spTree>
    <p:extLst>
      <p:ext uri="{BB962C8B-B14F-4D97-AF65-F5344CB8AC3E}">
        <p14:creationId xmlns:p14="http://schemas.microsoft.com/office/powerpoint/2010/main" val="1588040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2F1B4-BF21-9759-9551-071A7629A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FDDC6-A367-734F-2F3D-412428211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1EF777-1E52-D379-D10D-260C3117F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PARA AS ÁGUAS REPOUSANTES ME ENCAMINHA</a:t>
            </a:r>
          </a:p>
          <a:p>
            <a:pPr algn="l"/>
            <a:r>
              <a:rPr lang="pt-BR" sz="24000" dirty="0"/>
              <a:t>E RESTAURA AS MINHAS FORÇAS</a:t>
            </a:r>
          </a:p>
          <a:p>
            <a:pPr algn="l"/>
            <a:r>
              <a:rPr lang="pt-BR" sz="24000" dirty="0"/>
              <a:t>ELE ME GUIA NO CAMINHO MAIS SEGURO</a:t>
            </a:r>
          </a:p>
          <a:p>
            <a:pPr algn="l"/>
            <a:r>
              <a:rPr lang="pt-BR" sz="24000" dirty="0"/>
              <a:t>PELA HONRA DE SEU NOME</a:t>
            </a:r>
          </a:p>
        </p:txBody>
      </p:sp>
    </p:spTree>
    <p:extLst>
      <p:ext uri="{BB962C8B-B14F-4D97-AF65-F5344CB8AC3E}">
        <p14:creationId xmlns:p14="http://schemas.microsoft.com/office/powerpoint/2010/main" val="3836748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6E3E-31D1-965B-5513-483981113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BD770-2A44-1770-BC18-E067701DC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95AC1C-AD1B-6D97-97F3-C4C309C0A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MULHER, NINGUÉM TE CONDENOU?</a:t>
            </a:r>
          </a:p>
          <a:p>
            <a:pPr algn="l"/>
            <a:r>
              <a:rPr lang="pt-BR" sz="24000" b="1" dirty="0"/>
              <a:t>NINGUÉM, SENHOR, ME CONDENOU</a:t>
            </a:r>
          </a:p>
          <a:p>
            <a:pPr algn="l"/>
            <a:r>
              <a:rPr lang="pt-BR" sz="24000" b="1" dirty="0"/>
              <a:t>POIS EU TAMBÉM NÃO TE CONDENO</a:t>
            </a:r>
          </a:p>
          <a:p>
            <a:pPr algn="l"/>
            <a:r>
              <a:rPr lang="pt-BR" sz="24000" b="1" dirty="0"/>
              <a:t>VAI EM PAZ, NÃO PEQUES MAIS!</a:t>
            </a:r>
          </a:p>
          <a:p>
            <a:pPr algn="l"/>
            <a:endParaRPr lang="pt-BR" sz="24000" b="1" dirty="0"/>
          </a:p>
        </p:txBody>
      </p:sp>
    </p:spTree>
    <p:extLst>
      <p:ext uri="{BB962C8B-B14F-4D97-AF65-F5344CB8AC3E}">
        <p14:creationId xmlns:p14="http://schemas.microsoft.com/office/powerpoint/2010/main" val="444135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062E1-D8D2-C8AB-DE73-23E971EE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8555E-8BB3-6141-73E7-1B7CE7A22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013" y="500743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368ABF-3EFF-CDFE-3DA8-B7A437ADF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3" y="1142568"/>
            <a:ext cx="110467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MESMO QUE EU PASSE PELO VALE TENEBROSO</a:t>
            </a:r>
          </a:p>
          <a:p>
            <a:pPr algn="l"/>
            <a:r>
              <a:rPr lang="pt-BR" sz="24000" dirty="0"/>
              <a:t>NENHUM MAL EU TEMEREI</a:t>
            </a:r>
          </a:p>
          <a:p>
            <a:pPr algn="l"/>
            <a:r>
              <a:rPr lang="pt-BR" sz="24000" dirty="0"/>
              <a:t>ESTAIS COMIGO COM BASTÃO E COM CAJADO</a:t>
            </a:r>
          </a:p>
          <a:p>
            <a:pPr algn="l"/>
            <a:r>
              <a:rPr lang="pt-BR" sz="24000" dirty="0"/>
              <a:t>ELES ME DÃO A SEGURANÇA!</a:t>
            </a:r>
          </a:p>
        </p:txBody>
      </p:sp>
    </p:spTree>
    <p:extLst>
      <p:ext uri="{BB962C8B-B14F-4D97-AF65-F5344CB8AC3E}">
        <p14:creationId xmlns:p14="http://schemas.microsoft.com/office/powerpoint/2010/main" val="3890912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66001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dirty="0"/>
              <a:t>ALMA DE CRISTO, SANTIFICAI-ME</a:t>
            </a:r>
          </a:p>
          <a:p>
            <a:pPr algn="l"/>
            <a:r>
              <a:rPr lang="pt-BR" sz="8000" dirty="0"/>
              <a:t>CORPO DE CRISTO, SALVAI-ME</a:t>
            </a:r>
          </a:p>
          <a:p>
            <a:pPr algn="l"/>
            <a:r>
              <a:rPr lang="pt-BR" sz="8000" dirty="0"/>
              <a:t>SANGUE DE CRISTO, INEBRIAI-ME</a:t>
            </a:r>
          </a:p>
          <a:p>
            <a:pPr algn="l"/>
            <a:r>
              <a:rPr lang="pt-BR" sz="8000" dirty="0"/>
              <a:t>ÁGUA DO LADO DE CRISTO, LAVAI-ME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PAIXÃO DE CRISTO, CONFORTAI-ME</a:t>
            </a:r>
          </a:p>
          <a:p>
            <a:pPr algn="l"/>
            <a:r>
              <a:rPr lang="pt-BR" sz="8000" dirty="0"/>
              <a:t>Ó BOM JESUS, OUVI-ME</a:t>
            </a:r>
          </a:p>
          <a:p>
            <a:pPr algn="l"/>
            <a:r>
              <a:rPr lang="pt-BR" sz="8000" dirty="0"/>
              <a:t>DENTRO DE VOSSAS CHAGAS, ESCONDEI-ME, ESCONDEI-ME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9997787" cy="571543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8000" dirty="0"/>
              <a:t>NÃO PERMITAIS QUE EU ME SEPARE DE VÓS</a:t>
            </a:r>
          </a:p>
          <a:p>
            <a:pPr algn="l"/>
            <a:r>
              <a:rPr lang="pt-BR" sz="8000" dirty="0"/>
              <a:t>DO ESPÍRITO MALIGNO DEFENDEI-ME</a:t>
            </a:r>
          </a:p>
          <a:p>
            <a:pPr algn="l"/>
            <a:r>
              <a:rPr lang="pt-BR" sz="8000" dirty="0"/>
              <a:t>NA HORA DA MORTE</a:t>
            </a:r>
          </a:p>
          <a:p>
            <a:pPr algn="l"/>
            <a:r>
              <a:rPr lang="pt-BR" sz="8000" dirty="0"/>
              <a:t>CHAMAI-ME, CHAMAI-ME</a:t>
            </a:r>
          </a:p>
        </p:txBody>
      </p:sp>
    </p:spTree>
    <p:extLst>
      <p:ext uri="{BB962C8B-B14F-4D97-AF65-F5344CB8AC3E}">
        <p14:creationId xmlns:p14="http://schemas.microsoft.com/office/powerpoint/2010/main" val="652183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999778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E MANDAI-ME IR PARA VÓS</a:t>
            </a:r>
          </a:p>
          <a:p>
            <a:pPr algn="l"/>
            <a:r>
              <a:rPr lang="pt-BR" sz="8000" dirty="0"/>
              <a:t>PARA QUE COM VOSSOS SANTOS VOS LOUVE</a:t>
            </a:r>
          </a:p>
          <a:p>
            <a:pPr algn="l"/>
            <a:r>
              <a:rPr lang="pt-BR" sz="8000" dirty="0"/>
              <a:t>POR TODOS OS SÉCULOS DOS SÉCULOS, AMÉM</a:t>
            </a:r>
          </a:p>
        </p:txBody>
      </p:sp>
    </p:spTree>
    <p:extLst>
      <p:ext uri="{BB962C8B-B14F-4D97-AF65-F5344CB8AC3E}">
        <p14:creationId xmlns:p14="http://schemas.microsoft.com/office/powerpoint/2010/main" val="3261158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5A28-478B-D15E-8BD3-FAD5260FA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6C1CA9E-4D91-F35B-3ACC-D48DA664CB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EA793A2-5AB8-2EB6-3F64-6910CC20F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73FF1EC-C615-CBF2-5C15-C5480B4F6D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11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998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D816-E0D9-957A-1DE0-A8D2B8A9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FC2DAE-3856-76C8-F2D4-6746891E62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999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1. OS CAMINHOS DO SENHOR</a:t>
            </a:r>
          </a:p>
          <a:p>
            <a:pPr algn="l"/>
            <a:r>
              <a:rPr lang="pt-BR" sz="6000" dirty="0"/>
              <a:t>SÃO VERDADE, SÃO AMOR</a:t>
            </a:r>
          </a:p>
          <a:p>
            <a:pPr algn="l"/>
            <a:r>
              <a:rPr lang="pt-BR" sz="6000" dirty="0"/>
              <a:t>DIRIGI OS PASSOS MEUS</a:t>
            </a:r>
          </a:p>
          <a:p>
            <a:pPr algn="l"/>
            <a:r>
              <a:rPr lang="pt-BR" sz="6000" dirty="0"/>
              <a:t>EM VÓS ESPERO, Ó SENHOR!</a:t>
            </a: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1E67-DB2E-B5AC-FB7A-D8E0F204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10811-196B-3F9F-BE91-FB372C36D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15AE20-A773-8632-A095-48E4429E9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2. ELE GUIA AO BOM CAMINHO</a:t>
            </a:r>
          </a:p>
          <a:p>
            <a:pPr algn="l"/>
            <a:r>
              <a:rPr lang="pt-BR" sz="6000" dirty="0"/>
              <a:t>QUEM ERROU E QUER VOLTAR</a:t>
            </a:r>
          </a:p>
          <a:p>
            <a:pPr algn="l"/>
            <a:r>
              <a:rPr lang="pt-BR" sz="6000" dirty="0"/>
              <a:t>ELE É BOM, FIEL E JUSTO</a:t>
            </a:r>
          </a:p>
          <a:p>
            <a:pPr algn="l"/>
            <a:r>
              <a:rPr lang="pt-BR" sz="6000" dirty="0"/>
              <a:t>ELE BUSCA E VEM SALVAR</a:t>
            </a:r>
          </a:p>
        </p:txBody>
      </p:sp>
    </p:spTree>
    <p:extLst>
      <p:ext uri="{BB962C8B-B14F-4D97-AF65-F5344CB8AC3E}">
        <p14:creationId xmlns:p14="http://schemas.microsoft.com/office/powerpoint/2010/main" val="1256637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DAE50-EFEF-0B71-7CDF-A5C3D60A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5FD9E-2789-9283-23F6-3D4E4B572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B00B1E-5886-FBF2-83E3-4290B6A0A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000" b="1" dirty="0"/>
              <a:t>EIS O TEMPO DE CONVERSÃO</a:t>
            </a:r>
          </a:p>
          <a:p>
            <a:pPr algn="l"/>
            <a:r>
              <a:rPr lang="pt-BR" sz="7000" b="1" dirty="0"/>
              <a:t>EIS O DIA DA SALVAÇÃO</a:t>
            </a:r>
          </a:p>
          <a:p>
            <a:pPr algn="l"/>
            <a:r>
              <a:rPr lang="pt-BR" sz="7000" b="1" dirty="0"/>
              <a:t>AO PAI VOLTEMOS, JUNTOS ANDEMOS</a:t>
            </a:r>
          </a:p>
          <a:p>
            <a:pPr algn="l"/>
            <a:r>
              <a:rPr lang="pt-BR" sz="7000" b="1" dirty="0"/>
              <a:t>EIS O TEMPO DE CONVERSÃO!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2. ELE GUIA AO BOM CAMINHO</a:t>
            </a:r>
          </a:p>
          <a:p>
            <a:pPr algn="l"/>
            <a:r>
              <a:rPr lang="pt-BR" sz="6000" dirty="0"/>
              <a:t>QUEM ERROU E QUER VOLTAR</a:t>
            </a:r>
          </a:p>
          <a:p>
            <a:pPr algn="l"/>
            <a:r>
              <a:rPr lang="pt-BR" sz="6000" dirty="0"/>
              <a:t>ELE É BOM, FIEL E JUSTO</a:t>
            </a:r>
          </a:p>
          <a:p>
            <a:pPr algn="l"/>
            <a:r>
              <a:rPr lang="pt-BR" sz="6000" dirty="0"/>
              <a:t>ELE BUSCA E VEM SALVAR</a:t>
            </a:r>
          </a:p>
        </p:txBody>
      </p:sp>
    </p:spTree>
    <p:extLst>
      <p:ext uri="{BB962C8B-B14F-4D97-AF65-F5344CB8AC3E}">
        <p14:creationId xmlns:p14="http://schemas.microsoft.com/office/powerpoint/2010/main" val="36391313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8848</TotalTime>
  <Words>783</Words>
  <Application>Microsoft Office PowerPoint</Application>
  <PresentationFormat>Widescreen</PresentationFormat>
  <Paragraphs>148</Paragraphs>
  <Slides>34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Constantia</vt:lpstr>
      <vt:lpstr>Open Sans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Apresentação do PowerPoint</vt:lpstr>
      <vt:lpstr>Apresentação do PowerPoint</vt:lpstr>
      <vt:lpstr>ENTRADA</vt:lpstr>
      <vt:lpstr>ENTRADA</vt:lpstr>
      <vt:lpstr>ENTRADA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66</cp:revision>
  <dcterms:created xsi:type="dcterms:W3CDTF">2023-05-06T17:01:55Z</dcterms:created>
  <dcterms:modified xsi:type="dcterms:W3CDTF">2025-04-05T21:53:11Z</dcterms:modified>
</cp:coreProperties>
</file>