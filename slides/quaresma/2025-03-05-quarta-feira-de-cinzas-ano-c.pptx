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394" r:id="rId4"/>
    <p:sldId id="432" r:id="rId5"/>
    <p:sldId id="415" r:id="rId6"/>
    <p:sldId id="264" r:id="rId7"/>
    <p:sldId id="265" r:id="rId8"/>
    <p:sldId id="266" r:id="rId9"/>
    <p:sldId id="267" r:id="rId10"/>
    <p:sldId id="271" r:id="rId11"/>
    <p:sldId id="269" r:id="rId12"/>
    <p:sldId id="440" r:id="rId13"/>
    <p:sldId id="441" r:id="rId14"/>
    <p:sldId id="442" r:id="rId15"/>
    <p:sldId id="443" r:id="rId16"/>
    <p:sldId id="444" r:id="rId17"/>
    <p:sldId id="439" r:id="rId18"/>
    <p:sldId id="446" r:id="rId19"/>
    <p:sldId id="447" r:id="rId20"/>
    <p:sldId id="448" r:id="rId21"/>
    <p:sldId id="445" r:id="rId22"/>
    <p:sldId id="438" r:id="rId23"/>
    <p:sldId id="449" r:id="rId24"/>
    <p:sldId id="450" r:id="rId25"/>
    <p:sldId id="292" r:id="rId26"/>
    <p:sldId id="275" r:id="rId27"/>
    <p:sldId id="361" r:id="rId28"/>
    <p:sldId id="362" r:id="rId29"/>
    <p:sldId id="451" r:id="rId30"/>
    <p:sldId id="452" r:id="rId31"/>
    <p:sldId id="453" r:id="rId32"/>
    <p:sldId id="277" r:id="rId33"/>
    <p:sldId id="435" r:id="rId34"/>
    <p:sldId id="421" r:id="rId35"/>
    <p:sldId id="454" r:id="rId36"/>
    <p:sldId id="423" r:id="rId37"/>
    <p:sldId id="428" r:id="rId38"/>
    <p:sldId id="455" r:id="rId39"/>
    <p:sldId id="456" r:id="rId40"/>
    <p:sldId id="457" r:id="rId4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8" autoAdjust="0"/>
    <p:restoredTop sz="93969" autoAdjust="0"/>
  </p:normalViewPr>
  <p:slideViewPr>
    <p:cSldViewPr snapToGrid="0">
      <p:cViewPr varScale="1">
        <p:scale>
          <a:sx n="81" d="100"/>
          <a:sy n="81" d="100"/>
        </p:scale>
        <p:origin x="47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05/03/2025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58F06C4-5C4E-E0F7-29A5-A22C7DF124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573" b="6453"/>
          <a:stretch/>
        </p:blipFill>
        <p:spPr>
          <a:xfrm>
            <a:off x="-2" y="0"/>
            <a:ext cx="12191999" cy="6872843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9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BA9B69-DE5F-DD9C-A4FC-482398246A9A}"/>
              </a:ext>
            </a:extLst>
          </p:cNvPr>
          <p:cNvSpPr txBox="1"/>
          <p:nvPr/>
        </p:nvSpPr>
        <p:spPr>
          <a:xfrm>
            <a:off x="259077" y="3226237"/>
            <a:ext cx="1167384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5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QUARTA-FEIRA DE CINZAS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EIS O TEMPO DE CONVERSÃO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EIS O DIA DA SALVAÇÃO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AO PAI VOLTEMOS, JUNTOS ANDEMOS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EIS O TEMPO DE CONVERSÃO!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1. OS CAMINHOS DO SENHOR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SÃO VERDADE, SÃO AMOR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DIRIGI OS PASSOS MEUS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EM VÓS ESPERO, Ó SENHOR!</a:t>
            </a:r>
          </a:p>
          <a:p>
            <a:pPr algn="l"/>
            <a:endParaRPr lang="pt-BR" sz="600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ELE GUIA AO BOM CAMINHO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QUEM ERROU E QUER VOLTAR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ELE É BOM, FIEL E JUSTO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ELE BUSCA E VEM SALVAR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0393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1F68A-A1ED-DA1B-93F7-0702A9C98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DB2CAC-155F-66B3-8C3B-84580535D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AD40DA-9D0E-1B92-9FB0-356D66A3C2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EIS O TEMPO DE CONVERSÃO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EIS O DIA DA SALVAÇÃO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AO PAI VOLTEMOS, JUNTOS ANDEMOS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EIS O TEMPO DE CONVERSÃO!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88178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2. VIVEREI COM O SENHOR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ELE É MEU SUSTENTO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EU CONFIO, MESMO QUANDO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MINHA DOR NÃO MAIS AGUENTO</a:t>
            </a:r>
          </a:p>
          <a:p>
            <a:pPr algn="l"/>
            <a:endParaRPr lang="pt-BR" sz="480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TEM VALOR AOS OLHOS SEUS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MEU SOFRER E MEU MORRER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LIBERTAI O VOSSO SERVO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E FAZEI-O REVIVER!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63923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 lnSpcReduction="10000"/>
          </a:bodyPr>
          <a:lstStyle/>
          <a:p>
            <a:r>
              <a:rPr lang="pt-BR" sz="6600" b="1" dirty="0"/>
              <a:t>MISERICÓRDIA, Ó SENHOR, POIS PECAMOS.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 </a:t>
            </a:r>
            <a:r>
              <a:rPr lang="pt-BR" sz="5400" b="1" dirty="0"/>
              <a:t>JESUS CRISTO, SOIS BENDITO, SOIS O UNGIDO DE DEUS PAI!</a:t>
            </a:r>
          </a:p>
          <a:p>
            <a:endParaRPr lang="pt-BR" sz="4800" b="1" dirty="0"/>
          </a:p>
          <a:p>
            <a:r>
              <a:rPr lang="pt-BR" sz="4800" dirty="0"/>
              <a:t> OXALÁ OUVÍSSEIS HOJE A SUA VOZ: NÃO FECHEIS OS CORAÇÕES COMO EM MERIBA!</a:t>
            </a:r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20633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IMPOSIÇÃO DAS CINZAS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1886" y="969819"/>
            <a:ext cx="11315206" cy="6262253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800" dirty="0"/>
              <a:t>CONVERTER AO EVANGELHO,</a:t>
            </a:r>
          </a:p>
          <a:p>
            <a:pPr algn="l"/>
            <a:r>
              <a:rPr lang="pt-BR" sz="8800" dirty="0"/>
              <a:t>NA PALAVRA ACREDITAR,</a:t>
            </a:r>
          </a:p>
          <a:p>
            <a:pPr algn="l"/>
            <a:r>
              <a:rPr lang="pt-BR" sz="8800" dirty="0"/>
              <a:t>CARIDADE E PENITENCIA,</a:t>
            </a:r>
          </a:p>
          <a:p>
            <a:pPr algn="l"/>
            <a:r>
              <a:rPr lang="pt-BR" sz="8800" dirty="0"/>
              <a:t>QUEM AS CINZAS ABRAÇAR.</a:t>
            </a:r>
          </a:p>
          <a:p>
            <a:pPr algn="l"/>
            <a:r>
              <a:rPr lang="pt-BR" sz="8800" b="1" dirty="0"/>
              <a:t>NÃO ESQUEÇAS: SOMOS PÓ</a:t>
            </a:r>
          </a:p>
          <a:p>
            <a:pPr algn="l"/>
            <a:r>
              <a:rPr lang="pt-BR" sz="8800" b="1" dirty="0"/>
              <a:t>E AO PÓ VAMOS VOLTAR. (BIS)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40072-AC96-07C7-5C85-25648EC65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C7BFD0-B724-2A42-6F71-89FBAD5A2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262" y="344384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IMPOSIÇÃO DAS CINZAS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472072-F758-FBDB-302C-E1717F473F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1262" y="969819"/>
            <a:ext cx="11255830" cy="6262253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800" dirty="0"/>
              <a:t>NÃO AS VESTES, MAS O PEITO</a:t>
            </a:r>
          </a:p>
          <a:p>
            <a:pPr algn="l"/>
            <a:r>
              <a:rPr lang="pt-BR" sz="8800" dirty="0"/>
              <a:t>O SENHOR MANDA RASGAR.</a:t>
            </a:r>
          </a:p>
          <a:p>
            <a:pPr algn="l"/>
            <a:r>
              <a:rPr lang="pt-BR" sz="8800" dirty="0"/>
              <a:t>"JEJUAI, MUDAI DE VIDA.</a:t>
            </a:r>
          </a:p>
          <a:p>
            <a:pPr algn="l"/>
            <a:r>
              <a:rPr lang="pt-BR" sz="8800" dirty="0"/>
              <a:t>EM SUA FACE A CHORAR."</a:t>
            </a:r>
          </a:p>
          <a:p>
            <a:pPr algn="l"/>
            <a:r>
              <a:rPr lang="pt-BR" sz="8800" b="1" dirty="0"/>
              <a:t>NÃO ESQUEÇAS: SOMOS PÓ</a:t>
            </a:r>
          </a:p>
          <a:p>
            <a:pPr algn="l"/>
            <a:r>
              <a:rPr lang="pt-BR" sz="8800" b="1" dirty="0"/>
              <a:t>E AO PÓ VAMOS VOLTAR. (BIS)</a:t>
            </a:r>
          </a:p>
        </p:txBody>
      </p:sp>
    </p:spTree>
    <p:extLst>
      <p:ext uri="{BB962C8B-B14F-4D97-AF65-F5344CB8AC3E}">
        <p14:creationId xmlns:p14="http://schemas.microsoft.com/office/powerpoint/2010/main" val="1700359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4E522-4ACB-5C4C-00BA-AC1875E93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C5CDF6-2EB2-34A6-C91D-E58D49523C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IMPOSIÇÃO DAS CINZAS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EBB88B-98B6-EC3C-D67D-EF65B8C613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922318"/>
            <a:ext cx="11580915" cy="626225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dirty="0"/>
              <a:t>QUÃO BONDOSO É O NOSSO DEUS</a:t>
            </a:r>
          </a:p>
          <a:p>
            <a:pPr algn="l"/>
            <a:r>
              <a:rPr lang="pt-BR" sz="8800" dirty="0"/>
              <a:t>INCLINADO A PERDOAR.</a:t>
            </a:r>
          </a:p>
          <a:p>
            <a:pPr algn="l"/>
            <a:r>
              <a:rPr lang="pt-BR" sz="8800" dirty="0"/>
              <a:t>QUEM DOS MALES SE ARREPENDE,</a:t>
            </a:r>
          </a:p>
          <a:p>
            <a:pPr algn="l"/>
            <a:r>
              <a:rPr lang="pt-BR" sz="8800" dirty="0"/>
              <a:t>COMPAIXÃO VAI ENCONTRAR.</a:t>
            </a:r>
          </a:p>
          <a:p>
            <a:pPr algn="l"/>
            <a:r>
              <a:rPr lang="pt-BR" sz="8800" b="1" dirty="0"/>
              <a:t>NÃO ESQUEÇAS: SOMOS PÓ</a:t>
            </a:r>
          </a:p>
          <a:p>
            <a:pPr algn="l"/>
            <a:r>
              <a:rPr lang="pt-BR" sz="8800" b="1" dirty="0"/>
              <a:t>E AO PÓ VAMOS VOLTAR. (BIS)</a:t>
            </a:r>
          </a:p>
        </p:txBody>
      </p:sp>
    </p:spTree>
    <p:extLst>
      <p:ext uri="{BB962C8B-B14F-4D97-AF65-F5344CB8AC3E}">
        <p14:creationId xmlns:p14="http://schemas.microsoft.com/office/powerpoint/2010/main" val="1086300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78466-E853-2EA9-0577-54447E1E7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36F63E-6211-9CAA-3A36-E264E3D8D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IMPOSIÇÃO DAS CINZAS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0694F4-9758-2F6F-9508-276E1E5361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922318"/>
            <a:ext cx="11580915" cy="6262253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800" dirty="0"/>
              <a:t>CHORA E DIZ O SACERDOTE</a:t>
            </a:r>
          </a:p>
          <a:p>
            <a:pPr algn="l"/>
            <a:r>
              <a:rPr lang="pt-BR" sz="8800" dirty="0"/>
              <a:t>ENTRE A PORTA E O ALTAR:</a:t>
            </a:r>
          </a:p>
          <a:p>
            <a:pPr algn="l"/>
            <a:r>
              <a:rPr lang="pt-BR" sz="8800" dirty="0"/>
              <a:t>"PELA VIDA DO MEU POVO</a:t>
            </a:r>
          </a:p>
          <a:p>
            <a:pPr algn="l"/>
            <a:r>
              <a:rPr lang="pt-BR" sz="8800" dirty="0"/>
              <a:t>VÃO MEUS LÁBIOS SUPLICAR."</a:t>
            </a:r>
          </a:p>
          <a:p>
            <a:pPr algn="l"/>
            <a:r>
              <a:rPr lang="pt-BR" sz="8800" b="1" dirty="0"/>
              <a:t>NÃO ESQUEÇAS: SOMOS PÓ</a:t>
            </a:r>
          </a:p>
          <a:p>
            <a:pPr algn="l"/>
            <a:r>
              <a:rPr lang="pt-BR" sz="8800" b="1" dirty="0"/>
              <a:t>E AO PÓ VAMOS VOLTAR. (BIS)</a:t>
            </a:r>
          </a:p>
        </p:txBody>
      </p:sp>
    </p:spTree>
    <p:extLst>
      <p:ext uri="{BB962C8B-B14F-4D97-AF65-F5344CB8AC3E}">
        <p14:creationId xmlns:p14="http://schemas.microsoft.com/office/powerpoint/2010/main" val="4126585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D534F-6B26-3E91-43D0-B679A0627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1F597A-858D-DEF1-4CA5-B086BCC1E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IMPOSIÇÃO DAS CINZAS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4AF74F-9B92-854D-E9AD-C13739E2B0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922318"/>
            <a:ext cx="11580915" cy="6262253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800" dirty="0"/>
              <a:t>CONVERTEI-VOS, POVO MEU,</a:t>
            </a:r>
          </a:p>
          <a:p>
            <a:pPr algn="l"/>
            <a:r>
              <a:rPr lang="pt-BR" sz="8800" dirty="0"/>
              <a:t>DO SENHOR VAMOS LEMBRAR.</a:t>
            </a:r>
          </a:p>
          <a:p>
            <a:pPr algn="l"/>
            <a:r>
              <a:rPr lang="pt-BR" sz="8800" dirty="0"/>
              <a:t>EIS O TEMPO PROMETIDO</a:t>
            </a:r>
          </a:p>
          <a:p>
            <a:pPr algn="l"/>
            <a:r>
              <a:rPr lang="pt-BR" sz="8800" dirty="0"/>
              <a:t>AS OVELHAS VEM SALVAR.</a:t>
            </a:r>
          </a:p>
          <a:p>
            <a:pPr algn="l"/>
            <a:r>
              <a:rPr lang="pt-BR" sz="8800" b="1" dirty="0"/>
              <a:t>NÃO ESQUEÇAS: SOMOS PÓ</a:t>
            </a:r>
          </a:p>
          <a:p>
            <a:pPr algn="l"/>
            <a:r>
              <a:rPr lang="pt-BR" sz="8800" b="1" dirty="0"/>
              <a:t>E AO PÓ VAMOS VOLTAR. (BIS)</a:t>
            </a:r>
          </a:p>
        </p:txBody>
      </p:sp>
    </p:spTree>
    <p:extLst>
      <p:ext uri="{BB962C8B-B14F-4D97-AF65-F5344CB8AC3E}">
        <p14:creationId xmlns:p14="http://schemas.microsoft.com/office/powerpoint/2010/main" val="2774939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65C88-9F30-F76B-A1B7-DA4A6DCBB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AFA47-4466-F5DD-EB49-9B313530BC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IMPOSIÇÃO DAS CINZAS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B63AC7-7353-8B7D-A20D-1045735E6E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922318"/>
            <a:ext cx="11580915" cy="6262253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800" dirty="0"/>
              <a:t>CONVERTEI-VOS, POVO MEU,</a:t>
            </a:r>
          </a:p>
          <a:p>
            <a:pPr algn="l"/>
            <a:r>
              <a:rPr lang="pt-BR" sz="8800" dirty="0"/>
              <a:t>DO SENHOR VAMOS LEMBRAR.</a:t>
            </a:r>
          </a:p>
          <a:p>
            <a:pPr algn="l"/>
            <a:r>
              <a:rPr lang="pt-BR" sz="8800" dirty="0"/>
              <a:t>EIS O TEMPO PROMETIDO</a:t>
            </a:r>
          </a:p>
          <a:p>
            <a:pPr algn="l"/>
            <a:r>
              <a:rPr lang="pt-BR" sz="8800" dirty="0"/>
              <a:t>AS OVELHAS VEM SALVAR.</a:t>
            </a:r>
          </a:p>
          <a:p>
            <a:pPr algn="l"/>
            <a:r>
              <a:rPr lang="pt-BR" sz="8800" b="1" dirty="0"/>
              <a:t>NÃO ESQUEÇAS: SOMOS PÓ</a:t>
            </a:r>
          </a:p>
          <a:p>
            <a:pPr algn="l"/>
            <a:r>
              <a:rPr lang="pt-BR" sz="8800" b="1" dirty="0"/>
              <a:t>E AO PÓ VAMOS VOLTAR. (BIS)</a:t>
            </a:r>
          </a:p>
        </p:txBody>
      </p:sp>
    </p:spTree>
    <p:extLst>
      <p:ext uri="{BB962C8B-B14F-4D97-AF65-F5344CB8AC3E}">
        <p14:creationId xmlns:p14="http://schemas.microsoft.com/office/powerpoint/2010/main" val="3352316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30B10-C6A6-DF51-349A-3D07FEB79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D9EB817-FFA0-2549-F73D-8FB82FBC1B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0657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36EAF-F808-AFB2-C418-6B6F00D7E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E1D307-DB7C-CEDB-86EB-D9E779B155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IMPOSIÇÃO DAS CINZAS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084E31E-F31F-1636-BA30-F2C7E63330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922318"/>
            <a:ext cx="11580915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1 - PECADOR, AGORA É TEMPO DE PESAR E DE TEMOR:</a:t>
            </a:r>
          </a:p>
          <a:p>
            <a:pPr algn="l"/>
            <a:r>
              <a:rPr lang="pt-BR" sz="8800" b="1" dirty="0"/>
              <a:t>SERVE A DEUS DESPREZA O MUNDO, JÁ NÃO SEJAS PECADOR! (BIS)</a:t>
            </a:r>
          </a:p>
          <a:p>
            <a:pPr algn="l"/>
            <a:endParaRPr lang="pt-BR" sz="8800" dirty="0"/>
          </a:p>
          <a:p>
            <a:pPr algn="l"/>
            <a:r>
              <a:rPr lang="pt-BR" sz="8800" dirty="0"/>
              <a:t>2 - NESTE TEMPO SACROSSANTO O PECADO FAZ HORROR:</a:t>
            </a:r>
          </a:p>
          <a:p>
            <a:pPr algn="l"/>
            <a:r>
              <a:rPr lang="pt-BR" sz="8800" b="1" dirty="0"/>
              <a:t>CONTEMPLANDO A CRUZ DE CRISTO, JÁ NÃO SEJAS PECADOR! (BIS)</a:t>
            </a:r>
          </a:p>
        </p:txBody>
      </p:sp>
    </p:spTree>
    <p:extLst>
      <p:ext uri="{BB962C8B-B14F-4D97-AF65-F5344CB8AC3E}">
        <p14:creationId xmlns:p14="http://schemas.microsoft.com/office/powerpoint/2010/main" val="1429076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0594C-1891-E5C6-BC7A-C2EE758F1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C73FA1-5245-C016-4299-59495B77B0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IMPOSIÇÃO DAS CINZAS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BDDCBBC-BE44-3D92-5442-EBA4A3703D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922318"/>
            <a:ext cx="11580915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3 - VAIS PECANDO, VAIS PECANDO, VAIS DE HORROR EM MAIS HORROR:</a:t>
            </a:r>
          </a:p>
          <a:p>
            <a:pPr algn="l"/>
            <a:r>
              <a:rPr lang="pt-BR" sz="8800" b="1" dirty="0"/>
              <a:t>FILHO, ACORDA DESSA MORTE, JÁ NÃO SEJAS PECADOR! (BIS)</a:t>
            </a:r>
          </a:p>
          <a:p>
            <a:pPr algn="l"/>
            <a:endParaRPr lang="pt-BR" sz="8800" dirty="0"/>
          </a:p>
          <a:p>
            <a:pPr algn="l"/>
            <a:r>
              <a:rPr lang="pt-BR" sz="8800" dirty="0"/>
              <a:t>4 - PASSAM MESES, PASSAM ANOS, SEM QUE BUSQUES TEU SENHOR:</a:t>
            </a:r>
          </a:p>
          <a:p>
            <a:pPr algn="l"/>
            <a:r>
              <a:rPr lang="pt-BR" sz="8800" b="1" dirty="0"/>
              <a:t>COMO UM DIA PARA O OUTRO, ASSIM MORRE O PECADOR! (BIS)</a:t>
            </a:r>
          </a:p>
        </p:txBody>
      </p:sp>
    </p:spTree>
    <p:extLst>
      <p:ext uri="{BB962C8B-B14F-4D97-AF65-F5344CB8AC3E}">
        <p14:creationId xmlns:p14="http://schemas.microsoft.com/office/powerpoint/2010/main" val="32608528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31D7F-D132-A767-F0C6-EEF22B891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263DB7-9387-7735-5712-457F4DF526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IMPOSIÇÃO DAS CINZAS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1668DE6-6C52-28E2-4CEE-4143A4B1F0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922318"/>
            <a:ext cx="11580915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5 - PECADOR ARREPENDIDO, POBREZINHO PECADOR,</a:t>
            </a:r>
          </a:p>
          <a:p>
            <a:pPr algn="l"/>
            <a:r>
              <a:rPr lang="pt-BR" sz="8800" b="1" dirty="0"/>
              <a:t>VEM, ABRAÇA-TE CONTRITO COM TEU PAI, TEU CRIADOR! (BIS)</a:t>
            </a:r>
          </a:p>
          <a:p>
            <a:pPr algn="l"/>
            <a:endParaRPr lang="pt-BR" sz="8800" dirty="0"/>
          </a:p>
          <a:p>
            <a:pPr algn="l"/>
            <a:r>
              <a:rPr lang="pt-BR" sz="8800" dirty="0"/>
              <a:t>6 - COMPAIXÃO, MISERICÓRDIA VOS PEDIMOS, REDENTOR:</a:t>
            </a:r>
          </a:p>
          <a:p>
            <a:pPr algn="l"/>
            <a:r>
              <a:rPr lang="pt-BR" sz="8800" b="1" dirty="0"/>
              <a:t>PELA VIRGEM, MÃE DAS DORES, PERDOAI-NOS, DEUS DE AMOR! (BIS)</a:t>
            </a:r>
          </a:p>
        </p:txBody>
      </p:sp>
    </p:spTree>
    <p:extLst>
      <p:ext uri="{BB962C8B-B14F-4D97-AF65-F5344CB8AC3E}">
        <p14:creationId xmlns:p14="http://schemas.microsoft.com/office/powerpoint/2010/main" val="40126356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56F49-07B4-C2D6-15A3-1F4CC6E2D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AC84C05-619B-B870-043E-21471E5710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49389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65D70-BE7B-DB45-1943-A16C106A4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D20F5-B509-BD0F-08C6-C5FE4D678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0520E0-F325-122E-7795-075A05F28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800" dirty="0"/>
              <a:t>SÊ BENDITO, SENHOR, PARA SEMPRE</a:t>
            </a:r>
          </a:p>
          <a:p>
            <a:pPr algn="l"/>
            <a:r>
              <a:rPr lang="pt-BR" sz="8800" dirty="0"/>
              <a:t>PELOS FRUTOS DAS NOSSAS JORNADAS!</a:t>
            </a:r>
          </a:p>
          <a:p>
            <a:pPr algn="l"/>
            <a:r>
              <a:rPr lang="pt-BR" sz="8800" dirty="0"/>
              <a:t>REPARTIDOS NA MESA DO REINO</a:t>
            </a:r>
          </a:p>
          <a:p>
            <a:pPr algn="l"/>
            <a:r>
              <a:rPr lang="pt-BR" sz="8800" dirty="0"/>
              <a:t>ANUNCIAM A PAZ ALMEJADA!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SENHOR DA VIDA</a:t>
            </a:r>
          </a:p>
          <a:p>
            <a:pPr algn="l"/>
            <a:r>
              <a:rPr lang="pt-BR" sz="8800" b="1" dirty="0"/>
              <a:t>TU ÉS A NOSSA SALVAÇÃO!</a:t>
            </a:r>
          </a:p>
          <a:p>
            <a:pPr algn="l"/>
            <a:r>
              <a:rPr lang="pt-BR" sz="8800" b="1" dirty="0"/>
              <a:t>AO PREPARARMOS A TUA MESA</a:t>
            </a:r>
          </a:p>
          <a:p>
            <a:pPr algn="l"/>
            <a:r>
              <a:rPr lang="pt-BR" sz="8800" b="1" dirty="0"/>
              <a:t>EM TI BUSCAMOS RESSURREIÇÃO!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10956307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F7E78-CA8D-CE77-0C7B-C6EBE68FF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E49F90-BDFA-4A56-D424-C32445C942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5DA0D2-6371-4E2D-B746-C6C8A073B9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800" dirty="0"/>
              <a:t>SÊ BENDITO, SENHOR, PARA SEMPRE</a:t>
            </a:r>
          </a:p>
          <a:p>
            <a:pPr algn="l"/>
            <a:r>
              <a:rPr lang="pt-BR" sz="8800" dirty="0"/>
              <a:t>PELOS MARES, OS RIOS E AS FONTES!</a:t>
            </a:r>
          </a:p>
          <a:p>
            <a:pPr algn="l"/>
            <a:r>
              <a:rPr lang="pt-BR" sz="8800" dirty="0"/>
              <a:t>NOS RECORDAM A TUA JUSTIÇA</a:t>
            </a:r>
          </a:p>
          <a:p>
            <a:pPr algn="l"/>
            <a:r>
              <a:rPr lang="pt-BR" sz="8800" dirty="0"/>
              <a:t>QUE NOS LEVA A UM NOVO HORIZONTE!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SENHOR DA VIDA</a:t>
            </a:r>
          </a:p>
          <a:p>
            <a:pPr algn="l"/>
            <a:r>
              <a:rPr lang="pt-BR" sz="8800" b="1" dirty="0"/>
              <a:t>TU ÉS A NOSSA SALVAÇÃO!</a:t>
            </a:r>
          </a:p>
          <a:p>
            <a:pPr algn="l"/>
            <a:r>
              <a:rPr lang="pt-BR" sz="8800" b="1" dirty="0"/>
              <a:t>AO PREPARARMOS A TUA MESA</a:t>
            </a:r>
          </a:p>
          <a:p>
            <a:pPr algn="l"/>
            <a:r>
              <a:rPr lang="pt-BR" sz="8800" b="1" dirty="0"/>
              <a:t>EM TI BUSCAMOS RESSURREIÇÃO!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2630338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A0AEB-82BB-EF1D-6EC2-54945CBB6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5CA8EA-46BF-0AAA-9A5C-DF34F704AF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13A73A-8D2E-3AED-398A-982080F08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800" dirty="0"/>
              <a:t>SÊ BENDITO, SENHOR, PARA SEMPRE</a:t>
            </a:r>
          </a:p>
          <a:p>
            <a:pPr algn="l"/>
            <a:r>
              <a:rPr lang="pt-BR" sz="8800" dirty="0"/>
              <a:t>PELAS BÊNÇÃOS QUAL CHUVA TORRENTE!</a:t>
            </a:r>
          </a:p>
          <a:p>
            <a:pPr algn="l"/>
            <a:r>
              <a:rPr lang="pt-BR" sz="8800" dirty="0"/>
              <a:t>TU FECUNDAS O CHÃO DESTA VIDA</a:t>
            </a:r>
          </a:p>
          <a:p>
            <a:pPr algn="l"/>
            <a:r>
              <a:rPr lang="pt-BR" sz="8800" dirty="0"/>
              <a:t>QUE ABRIGA UMA NOVA SEMENTE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SENHOR DA VIDA</a:t>
            </a:r>
          </a:p>
          <a:p>
            <a:pPr algn="l"/>
            <a:r>
              <a:rPr lang="pt-BR" sz="8800" b="1" dirty="0"/>
              <a:t>TU ÉS A NOSSA SALVAÇÃO!</a:t>
            </a:r>
          </a:p>
          <a:p>
            <a:pPr algn="l"/>
            <a:r>
              <a:rPr lang="pt-BR" sz="8800" b="1" dirty="0"/>
              <a:t>AO PREPARARMOS A TUA MESA</a:t>
            </a:r>
          </a:p>
          <a:p>
            <a:pPr algn="l"/>
            <a:r>
              <a:rPr lang="pt-BR" sz="8800" b="1" dirty="0"/>
              <a:t>EM TI BUSCAMOS RESSURREIÇÃO!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4536522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</a:t>
            </a:r>
          </a:p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</a:t>
            </a:r>
          </a:p>
          <a:p>
            <a:pPr algn="l"/>
            <a:r>
              <a:rPr lang="pt-BR" sz="6600" b="1" dirty="0"/>
              <a:t>HOSANA NAS ALTURAS (2X)</a:t>
            </a:r>
          </a:p>
          <a:p>
            <a:pPr algn="just"/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9200" b="1" dirty="0"/>
              <a:t>O QUE MEDITA DIA E NOITE NA LEI DO SENHOR</a:t>
            </a:r>
          </a:p>
          <a:p>
            <a:pPr algn="l"/>
            <a:r>
              <a:rPr lang="pt-BR" sz="19200" b="1" dirty="0"/>
              <a:t>DARÁ SEU FRUTO NO DEVIDO TEMPO!</a:t>
            </a:r>
          </a:p>
          <a:p>
            <a:pPr algn="l"/>
            <a:endParaRPr lang="pt-BR" sz="17600" b="1" dirty="0"/>
          </a:p>
          <a:p>
            <a:pPr algn="l"/>
            <a:r>
              <a:rPr lang="pt-BR" sz="17600" dirty="0"/>
              <a:t>FELIZ É TODO AQUELE QUE NÃO ANDA </a:t>
            </a:r>
          </a:p>
          <a:p>
            <a:pPr algn="l"/>
            <a:r>
              <a:rPr lang="pt-BR" sz="17600" dirty="0"/>
              <a:t>CONFORME OS CONSELHOS DOS PERVERSOS;</a:t>
            </a:r>
          </a:p>
          <a:p>
            <a:pPr algn="l"/>
            <a:r>
              <a:rPr lang="pt-BR" sz="17600" dirty="0"/>
              <a:t>QUE NÃO ENTRA NO CAMINHO DOS MALVADOS,</a:t>
            </a:r>
          </a:p>
          <a:p>
            <a:pPr algn="l"/>
            <a:r>
              <a:rPr lang="pt-BR" sz="17600" dirty="0"/>
              <a:t>NEM JUNTO AOS ZOMBADORES VAI SENTAR-SE; 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B2D12-36DE-0C6C-AECB-B80019196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3BFB45-E157-5BB2-AC04-67101BC9A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B3D2CD-3066-EC9A-C734-536135FDA7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9200" b="1" dirty="0"/>
              <a:t>O QUE MEDITA DIA E NOITE NA LEI DO SENHOR</a:t>
            </a:r>
          </a:p>
          <a:p>
            <a:pPr algn="l"/>
            <a:r>
              <a:rPr lang="pt-BR" sz="19200" b="1" dirty="0"/>
              <a:t>DARÁ SEU FRUTO NO DEVIDO TEMPO!</a:t>
            </a:r>
          </a:p>
          <a:p>
            <a:pPr algn="l"/>
            <a:endParaRPr lang="pt-BR" sz="17600" b="1" dirty="0"/>
          </a:p>
          <a:p>
            <a:pPr algn="l"/>
            <a:r>
              <a:rPr lang="pt-BR" sz="17600" dirty="0"/>
              <a:t>MAS ENCONTRA SEU PRAZER NA LEI DE DEUS *</a:t>
            </a:r>
          </a:p>
          <a:p>
            <a:pPr algn="l"/>
            <a:r>
              <a:rPr lang="pt-BR" sz="17600" dirty="0"/>
              <a:t>E A MEDITA, DIA E NOITE, SEM CESSAR.</a:t>
            </a:r>
          </a:p>
          <a:p>
            <a:pPr algn="l"/>
            <a:r>
              <a:rPr lang="pt-BR" sz="17600" dirty="0"/>
              <a:t>EIS QUE ELE É SEMELHANTE A UMA ÁRVORE *</a:t>
            </a:r>
          </a:p>
          <a:p>
            <a:pPr algn="l"/>
            <a:r>
              <a:rPr lang="pt-BR" sz="17600" dirty="0"/>
              <a:t>QUE À BEIRA DA TORRENTE ESTÁ PLANTADA; R.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1676121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19926-611D-E40D-5F0B-4B4F0A0D9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AF0B26-1038-06D5-AAC1-4A16522918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32D8B9-8CBE-40D7-E5A7-DF0B0B4D6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9200" b="1" dirty="0"/>
              <a:t>O QUE MEDITA DIA E NOITE NA LEI DO SENHOR</a:t>
            </a:r>
          </a:p>
          <a:p>
            <a:pPr algn="l"/>
            <a:r>
              <a:rPr lang="pt-BR" sz="19200" b="1" dirty="0"/>
              <a:t>DARÁ SEU FRUTO NO DEVIDO TEMPO!</a:t>
            </a:r>
          </a:p>
          <a:p>
            <a:pPr algn="l"/>
            <a:endParaRPr lang="pt-BR" sz="17600" b="1" dirty="0"/>
          </a:p>
          <a:p>
            <a:pPr algn="l"/>
            <a:r>
              <a:rPr lang="pt-BR" sz="17600" dirty="0"/>
              <a:t>ELA SEMPRE DÁ SEUS FRUTOS A SEU TEMPO, *</a:t>
            </a:r>
          </a:p>
          <a:p>
            <a:pPr algn="l"/>
            <a:r>
              <a:rPr lang="pt-BR" sz="17600" dirty="0"/>
              <a:t>E JAMAIS AS SUAS FOLHAS VÃO MURCHAR. </a:t>
            </a:r>
          </a:p>
          <a:p>
            <a:pPr algn="l"/>
            <a:r>
              <a:rPr lang="pt-BR" sz="17600" dirty="0"/>
              <a:t>MAS BEM OUTRA É A SORTE DOS PERVERSOS. *</a:t>
            </a:r>
          </a:p>
          <a:p>
            <a:pPr algn="l"/>
            <a:r>
              <a:rPr lang="pt-BR" sz="17600" dirty="0"/>
              <a:t>AO CONTRÁRIO, SÃO IGUAIS À PALHA SECA! R. 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6068718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5E87B-99DB-2CF4-8ED0-DFA1DC5AB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19B18-88FF-E97F-3443-18AFC7E02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82578C3-5771-E9A2-F241-66C14AC857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614068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9200" b="1" dirty="0"/>
              <a:t>O QUE MEDITA DIA E NOITE NA LEI DO SENHOR</a:t>
            </a:r>
          </a:p>
          <a:p>
            <a:pPr algn="l"/>
            <a:r>
              <a:rPr lang="pt-BR" sz="19200" b="1" dirty="0"/>
              <a:t>DARÁ SEU FRUTO NO DEVIDO TEMPO!</a:t>
            </a:r>
          </a:p>
          <a:p>
            <a:pPr algn="l"/>
            <a:endParaRPr lang="pt-BR" sz="17600" b="1" dirty="0"/>
          </a:p>
          <a:p>
            <a:pPr algn="l"/>
            <a:r>
              <a:rPr lang="pt-BR" sz="17600" dirty="0"/>
              <a:t>POR ISSO OS ÍMPIOS NÃO RESISTEM NO JUÍZO </a:t>
            </a:r>
          </a:p>
          <a:p>
            <a:pPr algn="l"/>
            <a:r>
              <a:rPr lang="pt-BR" sz="17600" dirty="0"/>
              <a:t>NEM OS PERVERSOS, NA ASSEMBLÉIA DOS FIÉIS.</a:t>
            </a:r>
          </a:p>
          <a:p>
            <a:pPr algn="l"/>
            <a:r>
              <a:rPr lang="pt-BR" sz="17600" dirty="0"/>
              <a:t>POIS DEUS VIGIA O CAMINHO DOS ELEITOS, *</a:t>
            </a:r>
          </a:p>
          <a:p>
            <a:pPr algn="l"/>
            <a:r>
              <a:rPr lang="pt-BR" sz="17600" dirty="0"/>
              <a:t>MAS A ESTRADA DOS MALVADOS LEVA À MORTE. R.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132603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E8D08-951A-1FAF-47FD-6BCC87152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DCFA9E-6733-25A6-D9E2-5952F8891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B192DA-1C38-A4D7-6869-B3F552909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ALMA DE CRISTO, SANTIFICAI-ME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CORPO DE CRISTO, SALVAI-ME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SANGUE DE CRISTO, INEBRIAI-ME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ÁGUA DO LADO DE CRISTO, LAVAI-ME</a:t>
            </a:r>
          </a:p>
          <a:p>
            <a:pPr algn="l"/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5034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PAIXÃO DE CRISTO, CONFORTAI-ME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Ó BOM JESUS, OUVI-ME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DENTRO DE VOSSAS CHAGAS, ESCONDEI-ME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9918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NÃO PERMITAIS QUE EU ME SEPARE DE VÓS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DO ESPÍRITO MALIGNO DEFENDEI-ME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NA HORA DA MORTE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CHAMAI-ME</a:t>
            </a:r>
          </a:p>
        </p:txBody>
      </p:sp>
    </p:spTree>
    <p:extLst>
      <p:ext uri="{BB962C8B-B14F-4D97-AF65-F5344CB8AC3E}">
        <p14:creationId xmlns:p14="http://schemas.microsoft.com/office/powerpoint/2010/main" val="20775425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MANDAI-ME IR PARA VÓS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PARA QUE COM VOSSOS SANTOS VOS LOUVE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TODOS OS SÉCULOS DOS SÉCULOS, AMÉM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7637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1975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41CC2-C91B-E809-4D11-E10150721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B82D47-82AF-F513-D273-72DAA97C38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C4BD076-5246-853D-9A05-9447069AA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922318"/>
            <a:ext cx="11580915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1 - PECADOR, AGORA É TEMPO DE PESAR E DE TEMOR:</a:t>
            </a:r>
          </a:p>
          <a:p>
            <a:pPr algn="l"/>
            <a:r>
              <a:rPr lang="pt-BR" sz="8800" b="1" dirty="0"/>
              <a:t>SERVE A DEUS DESPREZA O MUNDO, JÁ NÃO SEJAS PECADOR! (BIS)</a:t>
            </a:r>
          </a:p>
          <a:p>
            <a:pPr algn="l"/>
            <a:endParaRPr lang="pt-BR" sz="8800" dirty="0"/>
          </a:p>
          <a:p>
            <a:pPr algn="l"/>
            <a:r>
              <a:rPr lang="pt-BR" sz="8800" dirty="0"/>
              <a:t>2 - NESTE TEMPO SACROSSANTO O PECADO FAZ HORROR:</a:t>
            </a:r>
          </a:p>
          <a:p>
            <a:pPr algn="l"/>
            <a:r>
              <a:rPr lang="pt-BR" sz="8800" b="1" dirty="0"/>
              <a:t>CONTEMPLANDO A CRUZ DE CRISTO, JÁ NÃO SEJAS PECADOR! (BIS)</a:t>
            </a:r>
          </a:p>
        </p:txBody>
      </p:sp>
    </p:spTree>
    <p:extLst>
      <p:ext uri="{BB962C8B-B14F-4D97-AF65-F5344CB8AC3E}">
        <p14:creationId xmlns:p14="http://schemas.microsoft.com/office/powerpoint/2010/main" val="9801147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6057F-7185-F6CF-6AB5-9E549F844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941525-8606-2D01-0106-89025A3DD5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273281-E92A-C138-C98A-1EDC26D8E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922318"/>
            <a:ext cx="11580915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3 - VAIS PECANDO, VAIS PECANDO, VAIS DE HORROR EM MAIS HORROR:</a:t>
            </a:r>
          </a:p>
          <a:p>
            <a:pPr algn="l"/>
            <a:r>
              <a:rPr lang="pt-BR" sz="8800" b="1" dirty="0"/>
              <a:t>FILHO, ACORDA DESSA MORTE, JÁ NÃO SEJAS PECADOR! (BIS)</a:t>
            </a:r>
          </a:p>
          <a:p>
            <a:pPr algn="l"/>
            <a:endParaRPr lang="pt-BR" sz="8800" dirty="0"/>
          </a:p>
          <a:p>
            <a:pPr algn="l"/>
            <a:r>
              <a:rPr lang="pt-BR" sz="8800" dirty="0"/>
              <a:t>4 - PASSAM MESES, PASSAM ANOS, SEM QUE BUSQUES TEU SENHOR:</a:t>
            </a:r>
          </a:p>
          <a:p>
            <a:pPr algn="l"/>
            <a:r>
              <a:rPr lang="pt-BR" sz="8800" b="1" dirty="0"/>
              <a:t>COMO UM DIA PARA O OUTRO, ASSIM MORRE O PECADOR! (BIS)</a:t>
            </a:r>
          </a:p>
        </p:txBody>
      </p:sp>
    </p:spTree>
    <p:extLst>
      <p:ext uri="{BB962C8B-B14F-4D97-AF65-F5344CB8AC3E}">
        <p14:creationId xmlns:p14="http://schemas.microsoft.com/office/powerpoint/2010/main" val="5267189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064E8-852E-ED5D-92E5-97648E802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6B8C90-74F7-F713-A637-9D2645A7F1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7A1C34-970B-06C7-408B-B5F18017B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922318"/>
            <a:ext cx="11580915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5 - PECADOR ARREPENDIDO, POBREZINHO PECADOR,</a:t>
            </a:r>
          </a:p>
          <a:p>
            <a:pPr algn="l"/>
            <a:r>
              <a:rPr lang="pt-BR" sz="8800" b="1" dirty="0"/>
              <a:t>VEM, ABRAÇA-TE CONTRITO COM TEU PAI, TEU CRIADOR! (BIS)</a:t>
            </a:r>
          </a:p>
          <a:p>
            <a:pPr algn="l"/>
            <a:endParaRPr lang="pt-BR" sz="8800" dirty="0"/>
          </a:p>
          <a:p>
            <a:pPr algn="l"/>
            <a:r>
              <a:rPr lang="pt-BR" sz="8800" dirty="0"/>
              <a:t>6 - COMPAIXÃO, MISERICÓRDIA VOS PEDIMOS, REDENTOR:</a:t>
            </a:r>
          </a:p>
          <a:p>
            <a:pPr algn="l"/>
            <a:r>
              <a:rPr lang="pt-BR" sz="8800" b="1" dirty="0"/>
              <a:t>PELA VIRGEM, MÃE DAS DORES, PERDOAI-NOS, DEUS DE AMOR! (BIS)</a:t>
            </a:r>
          </a:p>
        </p:txBody>
      </p:sp>
    </p:spTree>
    <p:extLst>
      <p:ext uri="{BB962C8B-B14F-4D97-AF65-F5344CB8AC3E}">
        <p14:creationId xmlns:p14="http://schemas.microsoft.com/office/powerpoint/2010/main" val="4320060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8383</TotalTime>
  <Words>1199</Words>
  <Application>Microsoft Office PowerPoint</Application>
  <PresentationFormat>Widescreen</PresentationFormat>
  <Paragraphs>206</Paragraphs>
  <Slides>40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7" baseType="lpstr">
      <vt:lpstr>Arial</vt:lpstr>
      <vt:lpstr>Calibri</vt:lpstr>
      <vt:lpstr>Calibri Light</vt:lpstr>
      <vt:lpstr>Constantia</vt:lpstr>
      <vt:lpstr>Open Sans</vt:lpstr>
      <vt:lpstr>Roboto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IMPOSIÇÃO DAS CINZAS</vt:lpstr>
      <vt:lpstr>IMPOSIÇÃO DAS CINZAS</vt:lpstr>
      <vt:lpstr>IMPOSIÇÃO DAS CINZAS</vt:lpstr>
      <vt:lpstr>IMPOSIÇÃO DAS CINZAS</vt:lpstr>
      <vt:lpstr>IMPOSIÇÃO DAS CINZAS</vt:lpstr>
      <vt:lpstr>IMPOSIÇÃO DAS CINZAS</vt:lpstr>
      <vt:lpstr>Apresentação do PowerPoint</vt:lpstr>
      <vt:lpstr>IMPOSIÇÃO DAS CINZAS</vt:lpstr>
      <vt:lpstr>IMPOSIÇÃO DAS CINZAS</vt:lpstr>
      <vt:lpstr>IMPOSIÇÃO DAS CINZAS</vt:lpstr>
      <vt:lpstr>Apresentação do PowerPoint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45</cp:revision>
  <dcterms:created xsi:type="dcterms:W3CDTF">2023-05-06T17:01:55Z</dcterms:created>
  <dcterms:modified xsi:type="dcterms:W3CDTF">2025-03-05T17:44:58Z</dcterms:modified>
</cp:coreProperties>
</file>