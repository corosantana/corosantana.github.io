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2" r:id="rId3"/>
    <p:sldId id="513" r:id="rId4"/>
    <p:sldId id="486" r:id="rId5"/>
    <p:sldId id="264" r:id="rId6"/>
    <p:sldId id="461" r:id="rId7"/>
    <p:sldId id="463" r:id="rId8"/>
    <p:sldId id="464" r:id="rId9"/>
    <p:sldId id="462" r:id="rId10"/>
    <p:sldId id="265" r:id="rId11"/>
    <p:sldId id="266" r:id="rId12"/>
    <p:sldId id="267" r:id="rId13"/>
    <p:sldId id="271" r:id="rId14"/>
    <p:sldId id="438" r:id="rId15"/>
    <p:sldId id="449" r:id="rId16"/>
    <p:sldId id="466" r:id="rId17"/>
    <p:sldId id="450" r:id="rId18"/>
    <p:sldId id="467" r:id="rId19"/>
    <p:sldId id="468" r:id="rId20"/>
    <p:sldId id="469" r:id="rId21"/>
    <p:sldId id="470" r:id="rId22"/>
    <p:sldId id="292" r:id="rId23"/>
    <p:sldId id="275" r:id="rId24"/>
    <p:sldId id="361" r:id="rId25"/>
    <p:sldId id="362" r:id="rId26"/>
    <p:sldId id="458" r:id="rId27"/>
    <p:sldId id="471" r:id="rId28"/>
    <p:sldId id="472" r:id="rId29"/>
    <p:sldId id="473" r:id="rId30"/>
    <p:sldId id="474" r:id="rId31"/>
    <p:sldId id="475" r:id="rId32"/>
    <p:sldId id="476" r:id="rId33"/>
    <p:sldId id="277" r:id="rId34"/>
    <p:sldId id="493" r:id="rId35"/>
    <p:sldId id="494" r:id="rId36"/>
    <p:sldId id="495" r:id="rId37"/>
    <p:sldId id="496" r:id="rId38"/>
    <p:sldId id="428" r:id="rId39"/>
    <p:sldId id="480" r:id="rId40"/>
    <p:sldId id="481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66CC57D-36EC-BA2A-D7E7-84347C6D1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162" y="0"/>
            <a:ext cx="12237161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5181" y="0"/>
            <a:ext cx="12237160" cy="6858000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90809" y="2881622"/>
            <a:ext cx="116738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2</a:t>
            </a:r>
            <a:r>
              <a:rPr lang="pt-BR" sz="9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 DOMINGO DA QUARESMA</a:t>
            </a:r>
            <a:endParaRPr lang="pt-BR" sz="8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5" name="Seta: Pentágono 4">
            <a:extLst>
              <a:ext uri="{FF2B5EF4-FFF2-40B4-BE49-F238E27FC236}">
                <a16:creationId xmlns:a16="http://schemas.microsoft.com/office/drawing/2014/main" id="{89D950F2-EC31-3915-E27D-8187E772E5A9}"/>
              </a:ext>
            </a:extLst>
          </p:cNvPr>
          <p:cNvSpPr/>
          <p:nvPr/>
        </p:nvSpPr>
        <p:spPr>
          <a:xfrm rot="5400000">
            <a:off x="10224170" y="358887"/>
            <a:ext cx="1384835" cy="667062"/>
          </a:xfrm>
          <a:prstGeom prst="homePlat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1. OS CAMINHOS DO SENHOR</a:t>
            </a:r>
          </a:p>
          <a:p>
            <a:pPr algn="l"/>
            <a:r>
              <a:rPr lang="pt-BR" sz="6000" dirty="0"/>
              <a:t>SÃO VERDADE, SÃO AMOR</a:t>
            </a:r>
          </a:p>
          <a:p>
            <a:pPr algn="l"/>
            <a:r>
              <a:rPr lang="pt-BR" sz="6000" dirty="0"/>
              <a:t>DIRIGI OS PASSOS MEUS</a:t>
            </a:r>
          </a:p>
          <a:p>
            <a:pPr algn="l"/>
            <a:r>
              <a:rPr lang="pt-BR" sz="6000" dirty="0"/>
              <a:t>EM VÓS ESPERO, Ó SENHOR!</a:t>
            </a:r>
          </a:p>
        </p:txBody>
      </p:sp>
    </p:spTree>
    <p:extLst>
      <p:ext uri="{BB962C8B-B14F-4D97-AF65-F5344CB8AC3E}">
        <p14:creationId xmlns:p14="http://schemas.microsoft.com/office/powerpoint/2010/main" val="54146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1E67-DB2E-B5AC-FB7A-D8E0F204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0811-196B-3F9F-BE91-FB372C36D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15AE20-A773-8632-A095-48E4429E9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125663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DAE50-EFEF-0B71-7CDF-A5C3D60A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5FD9E-2789-9283-23F6-3D4E4B572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B00B1E-5886-FBF2-83E3-4290B6A0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36391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93E5-849B-4235-9E70-3C6D4C2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DE146-A727-8AF8-3965-6DA66CF86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1DFABD-67D0-97B8-FF6E-D48EFBDCF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1. SENHOR, QUE FAZEIS PASSAR DA MORTE PARA A VIDA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QUEM OUVE A VOSSA PALAVRA,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SENHOR, TENDE PIEDADE DE NÓS!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7903-AABB-A826-4200-07DC477E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FFF1C-35BD-6E20-D0D0-CE19CB781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DF57F2-A110-7E99-E88B-853E4EE4D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CRISTO, QUE QUISESTES SER LEVANTADO DA TERRA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PARA ATRAIR-NOS A VÓS,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CRISTO, TENDE PIEDADE DE NÓS!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06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2703-4753-A8CC-2FAC-9910F790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6313C-B00F-67E4-472A-3F2FA9C9C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8BBC81-6E3E-BC5A-8AE5-999DFC8E5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076697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3. SENHOR, QUE NOS SUBMETEIS AO JULGAMENTO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DA VOSSA CRUZ,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TENDE PIEDADE DE NÓS.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b="1" i="0" dirty="0">
                <a:effectLst/>
                <a:latin typeface="Open Sans" panose="020B0606030504020204" pitchFamily="34" charset="0"/>
              </a:rPr>
              <a:t>SENHOR, TENDE PIEDADE DE NÓS!</a:t>
            </a:r>
            <a:endParaRPr lang="pt-BR" sz="6600" b="1" dirty="0"/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29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08E1-938A-1A91-DA29-855E99A21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D2D44A-2644-9D90-A60F-62BB8990C5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5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77500" lnSpcReduction="20000"/>
          </a:bodyPr>
          <a:lstStyle/>
          <a:p>
            <a:r>
              <a:rPr lang="pt-BR" sz="6600" b="1" dirty="0"/>
              <a:t>SOBRE NÓS VENHA, SENHOR, A VOSSA GRAÇA, VENHA A VOSSA SALVAÇÃO!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 </a:t>
            </a:r>
            <a:r>
              <a:rPr lang="pt-BR" sz="5400" b="1" dirty="0"/>
              <a:t>  </a:t>
            </a:r>
            <a:r>
              <a:rPr lang="pt-BR" sz="6000" b="1" dirty="0"/>
              <a:t>LOUVOR A VÓS, Ó CRISTO, REI DA GLÓRIA!</a:t>
            </a:r>
            <a:endParaRPr lang="pt-BR" sz="5400" b="1" dirty="0"/>
          </a:p>
          <a:p>
            <a:endParaRPr lang="pt-BR" sz="5400" b="1" dirty="0"/>
          </a:p>
          <a:p>
            <a:r>
              <a:rPr lang="pt-BR" sz="4800" dirty="0"/>
              <a:t>NUMA NUVEM RESPLENDENTE FEZ-SE OUVIR A VOZ DO PAI; EIS MEU FILHO, ESCUTAI-O TODOS VÓS.</a:t>
            </a:r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SENHOR, QUE DESÇA SOBRE MIM A VOSSA GRAÇA</a:t>
            </a:r>
          </a:p>
          <a:p>
            <a:pPr algn="l"/>
            <a:r>
              <a:rPr lang="pt-BR" sz="6600" dirty="0"/>
              <a:t>E A VOSSA SALVAÇÃO QUE PROMETESTES!</a:t>
            </a:r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029E4-3ABF-1D01-89FE-B76F5E2B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3FFD5-BDD0-537A-36C3-8D8D6552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60E343-8E3E-CEAF-4826-D57689FC8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2922937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ESTA SERÁ MINHA RESPOSTA AOS QUE ME INSULTAM:</a:t>
            </a:r>
          </a:p>
          <a:p>
            <a:pPr algn="l"/>
            <a:r>
              <a:rPr lang="pt-BR" sz="7200" dirty="0"/>
              <a:t>“EU CONTO COM A PALAVRA DO SENHOR!”</a:t>
            </a:r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F1CC-974A-B74F-961E-E7FBF822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EA765-5864-F29A-8BD5-09597A9F4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71DA90-7439-A489-8DD7-D4CDB136D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566678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9D90-CC06-829C-D6F9-CFD08FB3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0EF12-86BD-5813-FC5C-E7C1F93B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7505DF-BF38-0A70-5D21-3FC1CC104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3. É AMPLO E AGRADÁVEL MEU CAMINHO,</a:t>
            </a:r>
          </a:p>
          <a:p>
            <a:pPr algn="l"/>
            <a:r>
              <a:rPr lang="pt-BR" sz="7200" dirty="0"/>
              <a:t>PORQUE BUSCO E PESQUISO AS VOSSAS ORDENS.</a:t>
            </a:r>
          </a:p>
        </p:txBody>
      </p:sp>
    </p:spTree>
    <p:extLst>
      <p:ext uri="{BB962C8B-B14F-4D97-AF65-F5344CB8AC3E}">
        <p14:creationId xmlns:p14="http://schemas.microsoft.com/office/powerpoint/2010/main" val="3458318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DDE4-6385-C819-B713-2D7DFE67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F3617-6A4C-5AC2-42E0-F5D8C446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43B9E-02E9-8231-92F8-58BB7DE1F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MUITO ME ALEGRO COM OS VOSSOS MANDAMENTOS,</a:t>
            </a:r>
          </a:p>
          <a:p>
            <a:pPr algn="l"/>
            <a:r>
              <a:rPr lang="pt-BR" sz="8800" b="1" dirty="0"/>
              <a:t>QUE EU AMO, AMO TANTO, MAIS QUE TUDO!</a:t>
            </a:r>
          </a:p>
          <a:p>
            <a:pPr algn="l"/>
            <a:r>
              <a:rPr lang="pt-BR" sz="8800" b="1" dirty="0"/>
              <a:t>ELEVAREI AS MINHAS MÃOS PARA LOUVAR-VOS</a:t>
            </a:r>
          </a:p>
          <a:p>
            <a:pPr algn="l"/>
            <a:r>
              <a:rPr lang="pt-BR" sz="8800" b="1" dirty="0"/>
              <a:t>E COM PRAZER MEDITAREI VOSSA VONTADE.</a:t>
            </a:r>
          </a:p>
        </p:txBody>
      </p:sp>
    </p:spTree>
    <p:extLst>
      <p:ext uri="{BB962C8B-B14F-4D97-AF65-F5344CB8AC3E}">
        <p14:creationId xmlns:p14="http://schemas.microsoft.com/office/powerpoint/2010/main" val="1055700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11978-CAE2-9B89-6E62-DCF7A473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1ABC0-D106-BBDD-4035-E37103E1A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BC8B4A-6AF1-4777-E9C2-B6536B64E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4. QUERO FALAR DE VOSSA LEI PERANTE OS REIS,</a:t>
            </a:r>
          </a:p>
          <a:p>
            <a:pPr algn="l"/>
            <a:r>
              <a:rPr lang="pt-BR" sz="7200" dirty="0"/>
              <a:t>E DAREI MEU TESTEMUNHO SEM TEMOR.</a:t>
            </a:r>
          </a:p>
        </p:txBody>
      </p:sp>
    </p:spTree>
    <p:extLst>
      <p:ext uri="{BB962C8B-B14F-4D97-AF65-F5344CB8AC3E}">
        <p14:creationId xmlns:p14="http://schemas.microsoft.com/office/powerpoint/2010/main" val="1643418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03F9-4181-C94C-AF4B-C9028F10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C6E73-5E30-427E-7DC7-3F86D42C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96393-A7B1-28AF-E171-B4CDD369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dirty="0"/>
              <a:t>TRANSBORDA UM POEMA DO MEU CORAÇÃO; </a:t>
            </a:r>
          </a:p>
          <a:p>
            <a:pPr algn="l"/>
            <a:r>
              <a:rPr lang="pt-BR" sz="21600" dirty="0"/>
              <a:t>VOU CANTAR-VOS, Ó REI, ESTA MINHA CANÇÃO; </a:t>
            </a:r>
          </a:p>
          <a:p>
            <a:pPr algn="l"/>
            <a:r>
              <a:rPr lang="pt-BR" sz="21600" dirty="0"/>
              <a:t> MINHA LÍNGUA É QUAL PENA DE UM ÁGIL ESCRIBA.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50931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D50D-9B55-6269-9B74-FA51F7CB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7811E-EBD3-BD70-3E43-23D36B58D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2A5435-E2F5-7292-6A70-8F7D1431F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62558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649E-B1B9-EAD8-1673-76F64FEC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1F1A2-2341-BDDF-FE20-227518073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D310EF-A866-A0C7-DE58-4F42EE534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SOIS TÃO BELO, O MAIS BELO ENTRE OS FILHOS DOS HOMENS! </a:t>
            </a:r>
          </a:p>
          <a:p>
            <a:pPr algn="l"/>
            <a:r>
              <a:rPr lang="pt-BR" sz="6000" dirty="0"/>
              <a:t>VOSSOS LÁBIOS ESPALHAM A GRAÇA, O ENCANTO, </a:t>
            </a:r>
          </a:p>
          <a:p>
            <a:pPr algn="l"/>
            <a:r>
              <a:rPr lang="pt-BR" sz="6000" dirty="0"/>
              <a:t>PORQUE DEUS, PARA SEMPRE, VOS DEU SUA BÊNÇÃO.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017722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34F61-9384-794F-786F-4C6BC835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9BF39-A4F4-BAC3-88E8-179EC5628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E47CF3-9DB1-A341-2E37-4E03D3097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9843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8D8D-CFD7-5099-0E63-7E627130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F1CA4-9EB2-56DB-FD6D-C17C11545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6A792B-7782-616D-DE8D-29D22EBF5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LEVAI VOSSA ESPADA DE GLÓRIA NO FLANCO, </a:t>
            </a:r>
          </a:p>
          <a:p>
            <a:pPr algn="l"/>
            <a:r>
              <a:rPr lang="pt-BR" sz="6000" dirty="0"/>
              <a:t>SAÍ PARA A LUTA NO CARRO DE GUERRA </a:t>
            </a:r>
          </a:p>
          <a:p>
            <a:pPr algn="l"/>
            <a:r>
              <a:rPr lang="pt-BR" sz="6000" dirty="0"/>
              <a:t>EM DEFESA DA FÉ, DA JUSTIÇA E VERDADE;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50028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A774-B38C-78AF-5E5A-BDB108A1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DEE3B-B28A-F72C-1539-88742221C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F837C2-33FB-5C1C-4DE0-8940EE9EA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CONTEIS A MAIS NINGUÉM A VISÃO QUE VÓS TIVESTES,</a:t>
            </a:r>
          </a:p>
          <a:p>
            <a:pPr algn="l"/>
            <a:r>
              <a:rPr lang="pt-BR" sz="21600" b="1" dirty="0"/>
              <a:t>ENQUANTO O FILHO DO HOMEM NÃO TIVER RESSUSCITADO!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5435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CF6A-C639-443B-E05A-4A2E8906F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03FEF-4302-47B3-A130-DF7EC72E2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FCC46B-0384-A694-0A32-29B406987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CANTAREI VOSSO NOME DE IDADE EM IDADE, </a:t>
            </a:r>
          </a:p>
          <a:p>
            <a:pPr algn="l"/>
            <a:r>
              <a:rPr lang="pt-BR" sz="6000" dirty="0"/>
              <a:t>PARA SEMPRE HAVERÃO DE LOUVAR-VOS OS POVOS; </a:t>
            </a:r>
          </a:p>
          <a:p>
            <a:pPr algn="l"/>
            <a:r>
              <a:rPr lang="pt-BR" sz="6000" dirty="0"/>
              <a:t>PARA SEMPRE HAVERÃO DE LOUVAR-VOS OS POVOS.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1556939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O SILÊNCIO INEVÁVEL DE AMOR, Ó LUZ DE AMOR. AMÉM</a:t>
            </a:r>
          </a:p>
          <a:p>
            <a:pPr algn="l"/>
            <a:r>
              <a:rPr lang="pt-BR" sz="8000" b="1" dirty="0"/>
              <a:t>COMO DIZER QUEM TU ÉS? TEU NOME É DEU É AMOR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251607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Ó TRINDADE DE AMORSUMO BEM Ó VIDA FELIZ,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2319636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OCEANO INFINITO DE AMOR, Ó FOGO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334442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VIOLÊNCIA SUAVE DE AMOR, EXPLOSÃO DE AMOR, AMÉM</a:t>
            </a:r>
          </a:p>
          <a:p>
            <a:pPr algn="l"/>
            <a:endParaRPr lang="pt-BR" sz="7200" dirty="0"/>
          </a:p>
          <a:p>
            <a:pPr algn="l"/>
            <a:r>
              <a:rPr lang="pt-BR" sz="7200" b="1" dirty="0"/>
              <a:t>COMO DIZER QUEM TU ÉS? TEU NOME É DEU É AMOR</a:t>
            </a:r>
          </a:p>
        </p:txBody>
      </p:sp>
    </p:spTree>
    <p:extLst>
      <p:ext uri="{BB962C8B-B14F-4D97-AF65-F5344CB8AC3E}">
        <p14:creationId xmlns:p14="http://schemas.microsoft.com/office/powerpoint/2010/main" val="444168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827314"/>
            <a:ext cx="11580915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NO CAMINHO DA VIDA SOFRIDA, HÁ IRMÃOS SEM ABRIGO, SEM CHÃO. NA CALÇADA, NO BAIRRO, NA ESPERA. BROTA O GRITO, O CLAMOR DO IRMÃO. MAS O VERBO SE FEZ MORADIA NO PRESÉPIO DA SIMPLICIDADE: VEM MORAR COM O POBRE SOFRIDO. TRANSFORMANDO A DOR EM BONDADE!</a:t>
            </a:r>
          </a:p>
          <a:p>
            <a:pPr algn="l"/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067254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dirty="0"/>
              <a:t>“ELE VEIO MORAR ENTRE NÓS” DEUS CONOSCO EM CADA IRMÃO, POR UM LAR DE AMOR E JUSTIÇA. NOSSO CANTO AS NAÇÕES OUVIRÃO.</a:t>
            </a:r>
          </a:p>
        </p:txBody>
      </p:sp>
    </p:spTree>
    <p:extLst>
      <p:ext uri="{BB962C8B-B14F-4D97-AF65-F5344CB8AC3E}">
        <p14:creationId xmlns:p14="http://schemas.microsoft.com/office/powerpoint/2010/main" val="18151096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9942</TotalTime>
  <Words>919</Words>
  <Application>Microsoft Office PowerPoint</Application>
  <PresentationFormat>Widescreen</PresentationFormat>
  <Paragraphs>145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Constantia</vt:lpstr>
      <vt:lpstr>Open Sans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60</cp:revision>
  <dcterms:created xsi:type="dcterms:W3CDTF">2023-05-06T17:01:55Z</dcterms:created>
  <dcterms:modified xsi:type="dcterms:W3CDTF">2026-03-01T20:27:21Z</dcterms:modified>
</cp:coreProperties>
</file>