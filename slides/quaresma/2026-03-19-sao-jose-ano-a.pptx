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17" r:id="rId4"/>
    <p:sldId id="518" r:id="rId5"/>
    <p:sldId id="519" r:id="rId6"/>
    <p:sldId id="520" r:id="rId7"/>
    <p:sldId id="521" r:id="rId8"/>
    <p:sldId id="522" r:id="rId9"/>
    <p:sldId id="523" r:id="rId10"/>
    <p:sldId id="524" r:id="rId11"/>
    <p:sldId id="525" r:id="rId12"/>
    <p:sldId id="526" r:id="rId13"/>
    <p:sldId id="527" r:id="rId14"/>
    <p:sldId id="528" r:id="rId15"/>
    <p:sldId id="529" r:id="rId16"/>
    <p:sldId id="530" r:id="rId17"/>
    <p:sldId id="531" r:id="rId18"/>
    <p:sldId id="532" r:id="rId19"/>
    <p:sldId id="533" r:id="rId20"/>
    <p:sldId id="534" r:id="rId21"/>
    <p:sldId id="264" r:id="rId22"/>
    <p:sldId id="535" r:id="rId23"/>
    <p:sldId id="463" r:id="rId24"/>
    <p:sldId id="464" r:id="rId25"/>
    <p:sldId id="489" r:id="rId26"/>
    <p:sldId id="261" r:id="rId27"/>
    <p:sldId id="338" r:id="rId28"/>
    <p:sldId id="339" r:id="rId29"/>
    <p:sldId id="340" r:id="rId30"/>
    <p:sldId id="377" r:id="rId31"/>
    <p:sldId id="266" r:id="rId32"/>
    <p:sldId id="265" r:id="rId33"/>
    <p:sldId id="490" r:id="rId34"/>
    <p:sldId id="267" r:id="rId35"/>
    <p:sldId id="271" r:id="rId36"/>
    <p:sldId id="491" r:id="rId37"/>
    <p:sldId id="451" r:id="rId38"/>
    <p:sldId id="452" r:id="rId39"/>
    <p:sldId id="514" r:id="rId40"/>
    <p:sldId id="453" r:id="rId41"/>
    <p:sldId id="515" r:id="rId42"/>
    <p:sldId id="292" r:id="rId43"/>
    <p:sldId id="492" r:id="rId44"/>
    <p:sldId id="275" r:id="rId45"/>
    <p:sldId id="361" r:id="rId46"/>
    <p:sldId id="362" r:id="rId47"/>
    <p:sldId id="493" r:id="rId48"/>
    <p:sldId id="494" r:id="rId49"/>
    <p:sldId id="495" r:id="rId50"/>
    <p:sldId id="496" r:id="rId51"/>
    <p:sldId id="497" r:id="rId52"/>
    <p:sldId id="498" r:id="rId53"/>
    <p:sldId id="499" r:id="rId54"/>
    <p:sldId id="277" r:id="rId55"/>
    <p:sldId id="435" r:id="rId56"/>
    <p:sldId id="504" r:id="rId57"/>
    <p:sldId id="505" r:id="rId58"/>
    <p:sldId id="516" r:id="rId59"/>
    <p:sldId id="428" r:id="rId60"/>
    <p:sldId id="507" r:id="rId61"/>
    <p:sldId id="508" r:id="rId62"/>
    <p:sldId id="509" r:id="rId63"/>
    <p:sldId id="510" r:id="rId64"/>
    <p:sldId id="506" r:id="rId65"/>
    <p:sldId id="480" r:id="rId66"/>
    <p:sldId id="481" r:id="rId67"/>
    <p:sldId id="511" r:id="rId68"/>
    <p:sldId id="482" r:id="rId69"/>
    <p:sldId id="512" r:id="rId70"/>
    <p:sldId id="513" r:id="rId7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07D8A8-4880-30C4-382D-48E16A7A7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46839" cy="6857999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8" y="3562731"/>
            <a:ext cx="11673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SOLENIDADE DE</a:t>
            </a:r>
          </a:p>
          <a:p>
            <a:pPr algn="ctr"/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SÃO JOSÉ, ESPOSO DE MARIA</a:t>
            </a:r>
            <a:endParaRPr lang="pt-BR" sz="6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B742-A48F-25A5-2E37-B6473DD1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A82C6E-BA0C-93F8-7AF6-63F18DB0F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04BA6E-3FD6-8194-B18D-82551323B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FELIZ ÉS TU SE TEMES O SENHOR *</a:t>
            </a:r>
          </a:p>
          <a:p>
            <a:pPr algn="l"/>
            <a:r>
              <a:rPr lang="pt-BR" sz="6000" i="0" dirty="0">
                <a:effectLst/>
              </a:rPr>
              <a:t>    E TRILHAS SEUS CAMINHOS!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92659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CC70-31EA-319E-BD4C-94B615AB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3EBA1-E8AD-D1CE-4EF4-2CD13EFDB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60EAEC-BA33-A7E1-3561-1EFED0A30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00738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DD5A-65BA-4F84-96FA-4300889C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DCAC6-04A5-7655-34D4-1A3157CA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80697C-F490-05C5-74AB-19F29DE90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DO TRABALHO DE TUAS MÃOS HÁS DE VIVER, *</a:t>
            </a:r>
          </a:p>
          <a:p>
            <a:pPr algn="l"/>
            <a:r>
              <a:rPr lang="pt-BR" sz="6000" i="0" dirty="0">
                <a:effectLst/>
              </a:rPr>
              <a:t>    SERÁS FELIZ, TUDO IRÁ BEM!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33370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E2B0-A33B-BAB7-95DB-5CCF9314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4971F-97F0-0ED1-B778-6085756BE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8500E0-D1F6-3883-D462-E6CB45146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69118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E39B-4DB2-660C-6394-A1432E18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17C97-376D-F11A-9CA8-C6E5732DE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2738C-EF24-96FE-89CD-07F893B4C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DO TRABALHO DE TUAS MÃOS HÁS DE VIVER, *</a:t>
            </a:r>
          </a:p>
          <a:p>
            <a:pPr algn="l"/>
            <a:r>
              <a:rPr lang="pt-BR" sz="6000" i="0" dirty="0">
                <a:effectLst/>
              </a:rPr>
              <a:t>    SERÁS FELIZ, TUDO IRÁ BEM!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24951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B679-60AE-324B-4321-33FC676A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D032A-5DCE-B1DA-DEE2-F15C47442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940105-BA90-FCA8-755E-216C670A5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750771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D9A3-BFE8-FC15-8C23-36D572AC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C0D3-C197-09B6-3CF7-D6040C397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2DBBD2-0EC0-8358-DDE4-6E99B8B6B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 A TUA ESPOSA É UMA VIDEIRA BEM FECUNDA *</a:t>
            </a:r>
          </a:p>
          <a:p>
            <a:pPr algn="l"/>
            <a:r>
              <a:rPr lang="pt-BR" sz="6000" i="0" dirty="0">
                <a:effectLst/>
              </a:rPr>
              <a:t>    NO CORAÇÃO DA TUA CASA;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605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D83D-E39E-679D-88C1-F73E2BB5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02185-18A9-7BD2-3024-449DCEBAF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598F1B-7E58-2E77-B559-928D498A6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35518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1C93D-0D20-FE92-E580-B8BB86C0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B7A96-72CA-E060-9A4E-951478F27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756B98-535C-48C6-FC1F-313486955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OS TEUS FILHOS SÃO REBENTOS DE OLIVEIRA *</a:t>
            </a:r>
          </a:p>
          <a:p>
            <a:pPr algn="l"/>
            <a:r>
              <a:rPr lang="pt-BR" sz="6000" i="0" dirty="0">
                <a:effectLst/>
              </a:rPr>
              <a:t>    AO REDOR DE TUA MESA.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9915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680B-2536-98C5-42FF-C6D66544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68C48-A7B5-CCB2-5D13-BB68B30E4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7A37E-ACCA-D6C7-28F3-52AD1FFE1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520908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5ACE-9415-1685-10BE-7AE92003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C6462-8385-B10C-9378-60743BE68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F26407-5DFD-717F-9D21-233C8D3B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SERÁ ASSIM ABENÇOADO TODO HOMEM *</a:t>
            </a:r>
          </a:p>
          <a:p>
            <a:pPr algn="l"/>
            <a:r>
              <a:rPr lang="pt-BR" sz="6000" i="0" dirty="0">
                <a:effectLst/>
              </a:rPr>
              <a:t>    QUE TEME O SENHOR.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825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00B6-CA5E-540B-2C49-042514F0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8170F-AE27-1AEA-9384-9242103D1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3D496B-0FCC-711D-1672-F87ABC538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7831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4B8E-0AF9-9908-670E-BC0ADA2E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AB2C9-4512-ED5F-DCF7-3D3344093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EAB766-C23F-D2B3-8C21-2F893F403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SENHOR TE ABENÇOE DE SIÃO, *</a:t>
            </a:r>
          </a:p>
          <a:p>
            <a:pPr algn="l"/>
            <a:r>
              <a:rPr lang="pt-BR" sz="6000" i="0" dirty="0">
                <a:effectLst/>
              </a:rPr>
              <a:t>    CADA DIA DE TUA VIDA;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95121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F09C-62E3-15EF-1EAF-656CF3F6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4DE02-B8E0-28F8-57CF-3E5C0CCC2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FF0327-C60F-8EFF-5C78-FD2558B9E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169892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35C-E049-3157-17F9-6D5751A2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E888F-51BD-0184-69DB-93D60F9B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647F0D-A62F-3705-6A29-5169D084F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PARA QUE VEJAS PROSPERAR JERUSALÉM *</a:t>
            </a:r>
          </a:p>
          <a:p>
            <a:pPr algn="l"/>
            <a:r>
              <a:rPr lang="pt-BR" sz="6000" i="0" dirty="0">
                <a:effectLst/>
              </a:rPr>
              <a:t>    E OS FILHOS DOS TEUS FILHOS.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70190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F2A8-B553-62F3-AD7E-95CC4E37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86277-AA00-EA0E-64A1-512218E66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3FC705-6788-7D98-B2C7-D8D1E396F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571894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14FBD-293D-699F-0099-D5987933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A7823-1E10-757F-A82E-54AFC55C1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819A67-16D6-1106-FE27-B79A94902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effectLst/>
              </a:rPr>
              <a:t>Ó SENHOR, QUE VENHA A PAZ A ISRAEL, *</a:t>
            </a:r>
          </a:p>
          <a:p>
            <a:pPr algn="l"/>
            <a:r>
              <a:rPr lang="pt-BR" sz="6000" i="0" dirty="0">
                <a:effectLst/>
              </a:rPr>
              <a:t>    QUE VENHA A PAZ AO VOSSO POVO!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14878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BE32-CFF0-9214-28D0-8A045E90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DE3A1-4965-153E-982E-BC7E1CFC8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11063E-D208-2850-4B9B-A82D810C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94184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1. SENHOR, QUE FAZEIS PASSAR DA MORTE PARA A VIDA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QUEM OUVE A VOSSA PALAVRA,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SENHOR, TENDE PIEDADE DE NÓS!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957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7903-AABB-A826-4200-07DC477E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FFF1C-35BD-6E20-D0D0-CE19CB781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F57F2-A110-7E99-E88B-853E4EE4D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CRISTO, QUE QUISESTES SER LEVANTADO DA TERRA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PARA ATRAIR-NOS A VÓS,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CRISTO, TENDE PIEDADE DE NÓS!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064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2703-4753-A8CC-2FAC-9910F790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6313C-B00F-67E4-472A-3F2FA9C9C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8BBC81-6E3E-BC5A-8AE5-999DFC8E5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3. SENHOR, QUE NOS SUBMETEIS AO JULGAMENTO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DA VOSSA CRUZ,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SENHOR, TENDE PIEDADE DE NÓS!</a:t>
            </a:r>
            <a:endParaRPr lang="pt-BR" sz="6600" b="1" dirty="0"/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290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9E78-1DF9-5217-8244-B27A1DDC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6A8717C-EF5A-D80C-1329-7DE104C6D2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/>
          </a:bodyPr>
          <a:lstStyle/>
          <a:p>
            <a:r>
              <a:rPr lang="pt-BR" sz="6600" b="1" dirty="0"/>
              <a:t>EIS QUE A SUA DESCENDÊNCIA DURARÁ ETERNAMENTE.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F269-F628-C673-9FA3-AE239659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D1018C-0563-05F2-3277-CC1DFEB3C6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311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6000" b="1" dirty="0"/>
              <a:t>LOUVOR E GLÓRIA A TI, SENHOR, CRISTO, PALAVRA DE DEUS!</a:t>
            </a:r>
          </a:p>
          <a:p>
            <a:endParaRPr lang="pt-BR" sz="5400" b="1" dirty="0"/>
          </a:p>
          <a:p>
            <a:r>
              <a:rPr lang="pt-BR" sz="4800" dirty="0"/>
              <a:t>FELIZES OS QUE HABITAM VOSSA CASA, PARA SEMPRE ELES HÃO DE VOS LOUVAR!</a:t>
            </a:r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481651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dirty="0"/>
              <a:t>SÊ BENDITO, SENHOR PARA SEMPRE</a:t>
            </a:r>
          </a:p>
          <a:p>
            <a:pPr algn="l"/>
            <a:r>
              <a:rPr lang="pt-BR" sz="19200" dirty="0"/>
              <a:t>PELOS FRUTOS DAS NOSSAS JORNADAS!</a:t>
            </a:r>
          </a:p>
          <a:p>
            <a:pPr algn="l"/>
            <a:r>
              <a:rPr lang="pt-BR" sz="19200" dirty="0"/>
              <a:t>REPARTIDOS NA MESA DO REINO,</a:t>
            </a:r>
          </a:p>
          <a:p>
            <a:pPr algn="l"/>
            <a:r>
              <a:rPr lang="pt-BR" sz="19200" dirty="0"/>
              <a:t>ANUNCIAM A PAZ ALMEJADA!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33143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2D12-36DE-0C6C-AECB-B8001919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BFB45-E157-5BB2-AC04-67101BC9A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32618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3D2CD-3066-EC9A-C734-536135FD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b="1" dirty="0"/>
              <a:t>SENHOR DA VIDA,</a:t>
            </a:r>
          </a:p>
          <a:p>
            <a:pPr algn="l"/>
            <a:r>
              <a:rPr lang="pt-BR" sz="19200" b="1" dirty="0"/>
              <a:t>TU ÉS A NOSSA SALVAÇÃO!</a:t>
            </a:r>
          </a:p>
          <a:p>
            <a:pPr algn="l"/>
            <a:r>
              <a:rPr lang="pt-BR" sz="19200" b="1" dirty="0"/>
              <a:t>AO PREPARARMOS A TUA MESA,</a:t>
            </a:r>
          </a:p>
          <a:p>
            <a:pPr algn="l"/>
            <a:r>
              <a:rPr lang="pt-BR" sz="19200" b="1" dirty="0"/>
              <a:t>EM TI BUSCAMOS RESSURREIÇÃO!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67612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9926-611D-E40D-5F0B-4B4F0A0D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0B26-1038-06D5-AAC1-4A1652291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2962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32D8B9-8CBE-40D7-E5A7-DF0B0B4D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dirty="0"/>
              <a:t>SÊ BENDITO, SENHOR PARA SEMPRE</a:t>
            </a:r>
          </a:p>
          <a:p>
            <a:pPr algn="l"/>
            <a:r>
              <a:rPr lang="pt-BR" sz="19200" dirty="0"/>
              <a:t>PELOS MARES, OS RIOS E AS FONTES!</a:t>
            </a:r>
          </a:p>
          <a:p>
            <a:pPr algn="l"/>
            <a:r>
              <a:rPr lang="pt-BR" sz="19200" dirty="0"/>
              <a:t>NOS RECORDAM A TUA JUSTIÇA,</a:t>
            </a:r>
          </a:p>
          <a:p>
            <a:pPr algn="l"/>
            <a:r>
              <a:rPr lang="pt-BR" sz="19200" dirty="0"/>
              <a:t>QUE NOS LEVAM A UM NOVO HORIZONTE!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06871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564A5-DC07-7AF9-4EDD-6DEEA4C1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9E602-C42D-372A-75E8-B4129ADFF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32618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43CDF-5338-13E4-E217-519F9F09D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b="1" dirty="0"/>
              <a:t>SENHOR DA VIDA,</a:t>
            </a:r>
          </a:p>
          <a:p>
            <a:pPr algn="l"/>
            <a:r>
              <a:rPr lang="pt-BR" sz="19200" b="1" dirty="0"/>
              <a:t>TU ÉS A NOSSA SALVAÇÃO!</a:t>
            </a:r>
          </a:p>
          <a:p>
            <a:pPr algn="l"/>
            <a:r>
              <a:rPr lang="pt-BR" sz="19200" b="1" dirty="0"/>
              <a:t>AO PREPARARMOS A TUA MESA,</a:t>
            </a:r>
          </a:p>
          <a:p>
            <a:pPr algn="l"/>
            <a:r>
              <a:rPr lang="pt-BR" sz="19200" b="1" dirty="0"/>
              <a:t>EM TI BUSCAMOS RESSURREIÇÃO!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55177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E87B-99DB-2CF4-8ED0-DFA1DC5A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19B18-88FF-E97F-3443-18AFC7E02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538614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578C3-5771-E9A2-F241-66C14AC85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614068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dirty="0"/>
              <a:t>SÊ BENDITO, SENHOR PARA SEMPRE</a:t>
            </a:r>
          </a:p>
          <a:p>
            <a:pPr algn="l"/>
            <a:r>
              <a:rPr lang="pt-BR" sz="19200" dirty="0"/>
              <a:t>PELAS BÊNÇÃOS QUAL CHUVA TORRENTE!</a:t>
            </a:r>
          </a:p>
          <a:p>
            <a:pPr algn="l"/>
            <a:r>
              <a:rPr lang="pt-BR" sz="19200" dirty="0"/>
              <a:t>TU FECUNDAS O CHÃO DESTA VIDA</a:t>
            </a:r>
          </a:p>
          <a:p>
            <a:pPr algn="l"/>
            <a:r>
              <a:rPr lang="pt-BR" sz="19200" dirty="0"/>
              <a:t>QUE ABRIGA UMA NOVA SEMENTE!</a:t>
            </a:r>
          </a:p>
        </p:txBody>
      </p:sp>
    </p:spTree>
    <p:extLst>
      <p:ext uri="{BB962C8B-B14F-4D97-AF65-F5344CB8AC3E}">
        <p14:creationId xmlns:p14="http://schemas.microsoft.com/office/powerpoint/2010/main" val="3313260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1AC3-633A-D3AC-F057-96C87478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CCEFF-82D1-5F43-E456-C4179645B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32618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046623-C88D-BE8C-6C45-5C9298DE4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9200" b="1" dirty="0"/>
              <a:t>SENHOR DA VIDA,</a:t>
            </a:r>
          </a:p>
          <a:p>
            <a:pPr algn="l"/>
            <a:r>
              <a:rPr lang="pt-BR" sz="19200" b="1" dirty="0"/>
              <a:t>TU ÉS A NOSSA SALVAÇÃO!</a:t>
            </a:r>
          </a:p>
          <a:p>
            <a:pPr algn="l"/>
            <a:r>
              <a:rPr lang="pt-BR" sz="19200" b="1" dirty="0"/>
              <a:t>AO PREPARARMOS A TUA MESA,</a:t>
            </a:r>
          </a:p>
          <a:p>
            <a:pPr algn="l"/>
            <a:r>
              <a:rPr lang="pt-BR" sz="19200" b="1" dirty="0"/>
              <a:t>EM TI BUSCAMOS RESSURREIÇÃO!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817997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70FF-1841-3FF0-DE17-F170E5B3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B8AE4-574C-7D5E-4CB4-0FBF2ECF6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948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50561-0645-9615-ABFF-0DA5B998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7652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ALTURAS, 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1 FELIZ O HOMEM QUE RESPEITA O SENHOR * </a:t>
            </a:r>
          </a:p>
          <a:p>
            <a:pPr algn="l"/>
            <a:r>
              <a:rPr lang="pt-BR" sz="21600" dirty="0"/>
              <a:t>E QUE AMA COM CARINHO A SUA LEI! 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43A4-654B-871C-2336-72AA36FA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313D6-F05B-ED5E-7C77-4E544C90D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BF0B39-3CF1-9D59-D978-EC022D920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</a:t>
            </a:r>
          </a:p>
          <a:p>
            <a:pPr algn="l"/>
            <a:endParaRPr lang="pt-BR" sz="19200" b="1" dirty="0"/>
          </a:p>
          <a:p>
            <a:pPr algn="l"/>
            <a:r>
              <a:rPr lang="pt-BR" sz="21600" dirty="0"/>
              <a:t>2 SUA DESCENDÊNCIA SERÁ FORTE SOBRE A TERRA, * ABENÇOADA A GERAÇÃO DOS HOMENS RETOS!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3717219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6FBC-D0E6-B4F0-FEDC-3A5401E1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5BF9-848F-4D38-E658-09F53369D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FD954-7B97-9D12-2951-61C784F60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3 HAVERÁ GLÓRIA E RIQUEZA EM SUA CASA, * E PERMANECE PARA SEMPRE O BEM QUE FEZ.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13838846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05B4C-F308-978D-57B2-1E7B93F0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01919-65B9-A4CE-4C86-5266F56C6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F50CAB-91F5-9283-7929-6BDDAEE4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4 ELE É CORRETO, GENEROSO E COMPASSIVO, * COMO LUZ BRILHA NAS TREVAS PARA OS JUSTOS.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41824327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4F68-DE65-032E-E679-3D4877E8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6F16C-1861-407C-C86F-D1800A30D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D13FA3-EAF4-3EDC-577B-55994BB3E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5 FELIZ O HOMEM CARIDOSO E PRESTATIVO, * QUE RESOLVE SEUS NEGÓCIOS COM JUSTIÇA.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26032900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B954-26F9-886A-4991-C8FD9CE2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6483B-4D89-B254-5715-EA9322F6A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34AAB1-AD10-DD38-A946-A4AD53AFB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6 PORQUE JAMAIS VACILARÁ O HOMEM RETO, * SUA LEMBRANÇA PERMANECE ETERNAMENTE! </a:t>
            </a:r>
          </a:p>
        </p:txBody>
      </p:sp>
    </p:spTree>
    <p:extLst>
      <p:ext uri="{BB962C8B-B14F-4D97-AF65-F5344CB8AC3E}">
        <p14:creationId xmlns:p14="http://schemas.microsoft.com/office/powerpoint/2010/main" val="2150898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7C02-5ED8-3437-D7DE-091AC071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0CAD-4EF3-29D4-C22A-EBA9F34A4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81ABFA-E53E-586F-F4FE-B1957920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dirty="0"/>
          </a:p>
          <a:p>
            <a:pPr algn="l"/>
            <a:r>
              <a:rPr lang="pt-BR" sz="21600" dirty="0"/>
              <a:t>7 ELE NÃO TEME RECEBER NOTÍCIAS MÁS: * CONFIANDO EM DEUS, SEU CORAÇÃO ESTÁ SEGURO.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9888081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B5AB-0F09-9595-320E-3407F7C8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0C109-8E30-5266-8A8B-CE2BC5EDA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112530-4615-5533-36B9-F01558AB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514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8 SEU CORAÇÃO ESTÁ TRANQUILO E NADA TEME, * E CONFUSOS HÁ DE VER SEUS INIMIGOS.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24781778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HOJE AOS TEUS PÉS DEIXAMOS NOSSA VIDAHOJE AOS TEUS PÉS, GLORIOSO SÃO JOSÉ.OUÇA A NOSSA ORAÇÃO E POR TUA INTERCESSÃOALCANÇAREMOS A PAZ DO CORAÇÃO.</a:t>
            </a: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1E45-4674-F7CA-343B-22824583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D8565-9462-0617-D390-B271EE58C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3C1CF5-B8FA-C33B-2D74-77CDFBEE8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EM NAZARÉ COM MARIA, VIRGEM SANTA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EM NAZARÉ, GLORIOSO SÃO JOSÉ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TUA GRANDE VIRTUDE, CUIDOU DE JESUS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FOI GUARDIÃO DA DIVINA LUZ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69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3821-56EB-2FD6-F551-F4F686CC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CD0CB-8447-2593-7C71-4BEB98ABC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A63DC5-84ED-DD60-072B-6A3CF0F69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TEU JEITO SIMPLES, HUMILDE DE CARPINTEIRO; 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TEU JEITO SIMPLES, GLORIOSO SÃO JOSÉ!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CUMPRIU SUA MISSÃO, MISSÃO PARA O SENHOR,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OFERECENDO TRABALHO E ORAÇÃO.</a:t>
            </a:r>
          </a:p>
        </p:txBody>
      </p:sp>
    </p:spTree>
    <p:extLst>
      <p:ext uri="{BB962C8B-B14F-4D97-AF65-F5344CB8AC3E}">
        <p14:creationId xmlns:p14="http://schemas.microsoft.com/office/powerpoint/2010/main" val="16167061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9ACC-C085-5D44-D8BA-C95ACB0A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611F1-F4BE-AD2B-BCA5-024EB52C0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99382A-8AB9-6EE7-0BAA-5CCD23603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TIVESTE FÉ EM DEUS E EM SUA PROMESSA;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TIVESTE FÉ, GLORIOSO SÃO JOSÉ!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MESTRE DE ORAÇÃO QUE VEM NOS ENSINAR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ESCUTAR E SEGUIR A VOZ DE DEUS.</a:t>
            </a:r>
          </a:p>
        </p:txBody>
      </p:sp>
    </p:spTree>
    <p:extLst>
      <p:ext uri="{BB962C8B-B14F-4D97-AF65-F5344CB8AC3E}">
        <p14:creationId xmlns:p14="http://schemas.microsoft.com/office/powerpoint/2010/main" val="27604126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A4BC-A164-DF95-9F86-6E8D6658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C5AAC-76AE-1D31-19CF-81F873F9A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DEC9F0-AA39-7E02-A98F-0BAFDDD00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</a:p>
          <a:p>
            <a:pPr algn="l"/>
            <a:endParaRPr lang="pt-BR" sz="67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TENDE PIEDADE, Ó MEU DEUS, MISERICÓRDIA!</a:t>
            </a: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IMENSIDÃO DE VOSSO AMOR, PURIFICAI-ME!</a:t>
            </a: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 TODO INTEIRO DO PECADO,</a:t>
            </a: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APAGAI COMPLETAMENTE A MINHA CULPA.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8954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4AE1-BAE2-D399-D824-8C1E767F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2C0CD-35A4-6F65-E3E2-2E3C8BE51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C4EEE7-8EE6-5765-5714-4B56BF02D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4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  <a:endParaRPr lang="pt-BR" sz="36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36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EU RECONHEÇO TODA A MINHA INIQUIDADE,</a:t>
            </a: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MEU PECADO ESTÁ SEMPRE À MINHA FRENTE.</a:t>
            </a: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FOI CONTRA VÓS, SÓ CONTRA VÓS, QUE EU PEQUEI,</a:t>
            </a: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PRATIQUEI O QUE É MAU AOS VOSSOS OLHOS.</a:t>
            </a:r>
          </a:p>
        </p:txBody>
      </p:sp>
    </p:spTree>
    <p:extLst>
      <p:ext uri="{BB962C8B-B14F-4D97-AF65-F5344CB8AC3E}">
        <p14:creationId xmlns:p14="http://schemas.microsoft.com/office/powerpoint/2010/main" val="32902042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8ED8-3EB3-83BE-5295-3128E1C2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268C4-7839-11F1-6206-327C66B18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A63468-97D5-7348-893E-75CA24F5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</a:p>
          <a:p>
            <a:pPr algn="l"/>
            <a:endParaRPr lang="pt-BR" sz="67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MOSTRAIS ASSIM QUANTO SOIS JUSTO NA SENTENÇA,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QUANTO É RETO O JULGAMENTO QUE FAZEIS.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VEDE, SENHOR, QUE EU NASCI NA INIQUIDADE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PECADOR JÁ MINHA MÃE ME CONCEBEU.</a:t>
            </a:r>
          </a:p>
          <a:p>
            <a:pPr algn="l"/>
            <a:endParaRPr lang="pt-BR" sz="54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86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D3B-9362-5EF2-0336-DE2FC68F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ADA80-229C-FB03-E1D1-FD7ED8ADA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44A35-3CD5-AAD2-FB98-4F6CC81AA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</a:p>
          <a:p>
            <a:pPr algn="l"/>
            <a:endParaRPr lang="pt-BR" sz="67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MAS VÓS AMAIS OS CORAÇÕES QUE SÃO SINCEROS,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INTIMIDADE ME ENSINAIS SABEDORIA.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 E SEREI PURO DO PECADO,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MAIS BRANCO DO QUE A NEVE FICAREI</a:t>
            </a:r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10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C64C-A479-3145-3105-C522229B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20824FD-0B70-72DF-E502-BBB3EC0D36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323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POBRE CARPINTEIRO LÁ DE NAZARÉ</a:t>
            </a:r>
          </a:p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O SANTO DO POVO, MODELO DE FÉ</a:t>
            </a:r>
          </a:p>
        </p:txBody>
      </p:sp>
    </p:spTree>
    <p:extLst>
      <p:ext uri="{BB962C8B-B14F-4D97-AF65-F5344CB8AC3E}">
        <p14:creationId xmlns:p14="http://schemas.microsoft.com/office/powerpoint/2010/main" val="30672547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827314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VIVESTE NUM TEMPO EM QUE O TEU PAÍS</a:t>
            </a:r>
          </a:p>
          <a:p>
            <a:pPr algn="l"/>
            <a:r>
              <a:rPr lang="pt-BR" sz="8800" dirty="0"/>
              <a:t>SOFRIA ESMAGADO CANSADO INFELIZ</a:t>
            </a:r>
          </a:p>
          <a:p>
            <a:pPr algn="l"/>
            <a:r>
              <a:rPr lang="pt-BR" sz="8800" dirty="0"/>
              <a:t>DEBAIXO DO IMPÉRIO ROMANO OPRESSOR</a:t>
            </a:r>
          </a:p>
          <a:p>
            <a:pPr algn="l"/>
            <a:r>
              <a:rPr lang="pt-BR" sz="8800" dirty="0"/>
              <a:t>O POVO GEMIA E CLAMAVA DE DOR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8151096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97F2-BCDD-D73C-73E6-C3E0B3F5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9C089-2050-99E4-7D38-CB22550EE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73F283-6EA5-ED11-0084-C649156C5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POBRE CARPINTEIRO LÁ DE NAZARÉ</a:t>
            </a:r>
          </a:p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O SANTO DO POVO, MODELO DE FÉ</a:t>
            </a:r>
          </a:p>
        </p:txBody>
      </p:sp>
    </p:spTree>
    <p:extLst>
      <p:ext uri="{BB962C8B-B14F-4D97-AF65-F5344CB8AC3E}">
        <p14:creationId xmlns:p14="http://schemas.microsoft.com/office/powerpoint/2010/main" val="36784936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A HORA BENDITA DA LIBERTAÇÃO,</a:t>
            </a:r>
          </a:p>
          <a:p>
            <a:pPr algn="l"/>
            <a:r>
              <a:rPr lang="pt-BR" sz="8800" dirty="0"/>
              <a:t>SOAVA NA TERRA MINANDO A OPRESSÃO</a:t>
            </a:r>
          </a:p>
          <a:p>
            <a:pPr algn="l"/>
            <a:r>
              <a:rPr lang="pt-BR" sz="8800" dirty="0"/>
              <a:t>MARIA A TUA NOIVA DISPOSTA ACEITOU</a:t>
            </a:r>
          </a:p>
          <a:p>
            <a:pPr algn="l"/>
            <a:r>
              <a:rPr lang="pt-BR" sz="8800" dirty="0"/>
              <a:t>SER MÃE DO MENINO DIVINO SENHOR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4233283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62934-5DB8-9F0B-48CB-0337F41D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17599-B94F-FF4F-7DE5-F889E952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5D0582-AECB-7C97-9DD0-418335EA0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POBRE CARPINTEIRO LÁ DE NAZARÉ</a:t>
            </a:r>
          </a:p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O SANTO DO POVO, MODELO DE FÉ</a:t>
            </a:r>
          </a:p>
        </p:txBody>
      </p:sp>
    </p:spTree>
    <p:extLst>
      <p:ext uri="{BB962C8B-B14F-4D97-AF65-F5344CB8AC3E}">
        <p14:creationId xmlns:p14="http://schemas.microsoft.com/office/powerpoint/2010/main" val="14625112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F222-3425-BDC5-5DCA-4A362DC2D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74809-A7E6-3491-6EFA-16F20C629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996E64-B5D0-3967-63F7-CE2A2CEC7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O SONHO TÃO GRANDE DE VER LIBERTADA</a:t>
            </a:r>
          </a:p>
          <a:p>
            <a:pPr algn="l"/>
            <a:r>
              <a:rPr lang="pt-BR" sz="8800" dirty="0"/>
              <a:t>A TERRA QUERIDA POR TI HABITADA</a:t>
            </a:r>
          </a:p>
          <a:p>
            <a:pPr algn="l"/>
            <a:r>
              <a:rPr lang="pt-BR" sz="8800" dirty="0"/>
              <a:t>A GRAÇA DE DEUS E A PAIXÃO PELO NOVO</a:t>
            </a:r>
          </a:p>
          <a:p>
            <a:pPr algn="l"/>
            <a:r>
              <a:rPr lang="pt-BR" sz="8800" dirty="0"/>
              <a:t>TE FAZEM CASAR COM A NOIVA DO POVO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759833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8519</TotalTime>
  <Words>1713</Words>
  <Application>Microsoft Office PowerPoint</Application>
  <PresentationFormat>Widescreen</PresentationFormat>
  <Paragraphs>273</Paragraphs>
  <Slides>70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70</vt:i4>
      </vt:variant>
    </vt:vector>
  </HeadingPairs>
  <TitlesOfParts>
    <vt:vector size="77" baseType="lpstr">
      <vt:lpstr>Arial</vt:lpstr>
      <vt:lpstr>Calibri</vt:lpstr>
      <vt:lpstr>Calibri Light</vt:lpstr>
      <vt:lpstr>Constantia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PÓS-COMUNHÃO</vt:lpstr>
      <vt:lpstr>PÓS-COMUNHÃO</vt:lpstr>
      <vt:lpstr>PÓS-COMUNHÃO</vt:lpstr>
      <vt:lpstr>Apresentação do PowerPoint</vt:lpstr>
      <vt:lpstr>ASPERSÃO</vt:lpstr>
      <vt:lpstr>ASPERSÃO</vt:lpstr>
      <vt:lpstr>ASPERSÃO</vt:lpstr>
      <vt:lpstr>ASPERSÃO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65</cp:revision>
  <dcterms:created xsi:type="dcterms:W3CDTF">2023-05-06T17:01:55Z</dcterms:created>
  <dcterms:modified xsi:type="dcterms:W3CDTF">2026-03-19T20:47:12Z</dcterms:modified>
</cp:coreProperties>
</file>